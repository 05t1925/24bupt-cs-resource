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Override5.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0" r:id="rId2"/>
    <p:sldMasterId id="2147483684" r:id="rId3"/>
  </p:sldMasterIdLst>
  <p:notesMasterIdLst>
    <p:notesMasterId r:id="rId169"/>
  </p:notesMasterIdLst>
  <p:handoutMasterIdLst>
    <p:handoutMasterId r:id="rId170"/>
  </p:handoutMasterIdLst>
  <p:sldIdLst>
    <p:sldId id="953" r:id="rId4"/>
    <p:sldId id="1159" r:id="rId5"/>
    <p:sldId id="1160" r:id="rId6"/>
    <p:sldId id="1011" r:id="rId7"/>
    <p:sldId id="1012" r:id="rId8"/>
    <p:sldId id="1013" r:id="rId9"/>
    <p:sldId id="1014" r:id="rId10"/>
    <p:sldId id="1015" r:id="rId11"/>
    <p:sldId id="1016" r:id="rId12"/>
    <p:sldId id="1161" r:id="rId13"/>
    <p:sldId id="1162" r:id="rId14"/>
    <p:sldId id="1019" r:id="rId15"/>
    <p:sldId id="1020" r:id="rId16"/>
    <p:sldId id="1021" r:id="rId17"/>
    <p:sldId id="1022" r:id="rId18"/>
    <p:sldId id="1023" r:id="rId19"/>
    <p:sldId id="1024" r:id="rId20"/>
    <p:sldId id="1025" r:id="rId21"/>
    <p:sldId id="1026" r:id="rId22"/>
    <p:sldId id="1027" r:id="rId23"/>
    <p:sldId id="1028" r:id="rId24"/>
    <p:sldId id="1342" r:id="rId25"/>
    <p:sldId id="1029" r:id="rId26"/>
    <p:sldId id="1030" r:id="rId27"/>
    <p:sldId id="1031" r:id="rId28"/>
    <p:sldId id="1032" r:id="rId29"/>
    <p:sldId id="1033" r:id="rId30"/>
    <p:sldId id="1034" r:id="rId31"/>
    <p:sldId id="1035" r:id="rId32"/>
    <p:sldId id="1036" r:id="rId33"/>
    <p:sldId id="1037" r:id="rId34"/>
    <p:sldId id="1038" r:id="rId35"/>
    <p:sldId id="1039" r:id="rId36"/>
    <p:sldId id="1040" r:id="rId37"/>
    <p:sldId id="1041" r:id="rId38"/>
    <p:sldId id="1042" r:id="rId39"/>
    <p:sldId id="1043" r:id="rId40"/>
    <p:sldId id="1044" r:id="rId41"/>
    <p:sldId id="1045" r:id="rId42"/>
    <p:sldId id="1046" r:id="rId43"/>
    <p:sldId id="1047" r:id="rId44"/>
    <p:sldId id="1048" r:id="rId45"/>
    <p:sldId id="1049" r:id="rId46"/>
    <p:sldId id="1050" r:id="rId47"/>
    <p:sldId id="1051" r:id="rId48"/>
    <p:sldId id="1052" r:id="rId49"/>
    <p:sldId id="1053" r:id="rId50"/>
    <p:sldId id="1054" r:id="rId51"/>
    <p:sldId id="1055" r:id="rId52"/>
    <p:sldId id="1056" r:id="rId53"/>
    <p:sldId id="1057" r:id="rId54"/>
    <p:sldId id="1058" r:id="rId55"/>
    <p:sldId id="1059" r:id="rId56"/>
    <p:sldId id="1060" r:id="rId57"/>
    <p:sldId id="1061" r:id="rId58"/>
    <p:sldId id="1062" r:id="rId59"/>
    <p:sldId id="1063" r:id="rId60"/>
    <p:sldId id="1064" r:id="rId61"/>
    <p:sldId id="1065" r:id="rId62"/>
    <p:sldId id="1066" r:id="rId63"/>
    <p:sldId id="1067" r:id="rId64"/>
    <p:sldId id="1068" r:id="rId65"/>
    <p:sldId id="1069" r:id="rId66"/>
    <p:sldId id="1070" r:id="rId67"/>
    <p:sldId id="1071" r:id="rId68"/>
    <p:sldId id="1072" r:id="rId69"/>
    <p:sldId id="1333" r:id="rId70"/>
    <p:sldId id="1073" r:id="rId71"/>
    <p:sldId id="1074" r:id="rId72"/>
    <p:sldId id="1341" r:id="rId73"/>
    <p:sldId id="1334" r:id="rId74"/>
    <p:sldId id="1335" r:id="rId75"/>
    <p:sldId id="1336" r:id="rId76"/>
    <p:sldId id="1337" r:id="rId77"/>
    <p:sldId id="1338" r:id="rId78"/>
    <p:sldId id="1339" r:id="rId79"/>
    <p:sldId id="1340" r:id="rId80"/>
    <p:sldId id="1076" r:id="rId81"/>
    <p:sldId id="1077" r:id="rId82"/>
    <p:sldId id="1321" r:id="rId83"/>
    <p:sldId id="1322" r:id="rId84"/>
    <p:sldId id="1323" r:id="rId85"/>
    <p:sldId id="1081" r:id="rId86"/>
    <p:sldId id="1082" r:id="rId87"/>
    <p:sldId id="1083" r:id="rId88"/>
    <p:sldId id="1084" r:id="rId89"/>
    <p:sldId id="1085" r:id="rId90"/>
    <p:sldId id="1086" r:id="rId91"/>
    <p:sldId id="1087" r:id="rId92"/>
    <p:sldId id="1324" r:id="rId93"/>
    <p:sldId id="1325" r:id="rId94"/>
    <p:sldId id="1090" r:id="rId95"/>
    <p:sldId id="1091" r:id="rId96"/>
    <p:sldId id="1092" r:id="rId97"/>
    <p:sldId id="1093" r:id="rId98"/>
    <p:sldId id="1094" r:id="rId99"/>
    <p:sldId id="1095" r:id="rId100"/>
    <p:sldId id="1096" r:id="rId101"/>
    <p:sldId id="1097" r:id="rId102"/>
    <p:sldId id="1098" r:id="rId103"/>
    <p:sldId id="1099" r:id="rId104"/>
    <p:sldId id="1100" r:id="rId105"/>
    <p:sldId id="1327" r:id="rId106"/>
    <p:sldId id="1102" r:id="rId107"/>
    <p:sldId id="1103" r:id="rId108"/>
    <p:sldId id="1104" r:id="rId109"/>
    <p:sldId id="1105" r:id="rId110"/>
    <p:sldId id="1328" r:id="rId111"/>
    <p:sldId id="1107" r:id="rId112"/>
    <p:sldId id="1108" r:id="rId113"/>
    <p:sldId id="1109" r:id="rId114"/>
    <p:sldId id="1110" r:id="rId115"/>
    <p:sldId id="1111" r:id="rId116"/>
    <p:sldId id="1112" r:id="rId117"/>
    <p:sldId id="1113" r:id="rId118"/>
    <p:sldId id="1114" r:id="rId119"/>
    <p:sldId id="1115" r:id="rId120"/>
    <p:sldId id="1116" r:id="rId121"/>
    <p:sldId id="1117" r:id="rId122"/>
    <p:sldId id="1118" r:id="rId123"/>
    <p:sldId id="1119" r:id="rId124"/>
    <p:sldId id="1120" r:id="rId125"/>
    <p:sldId id="1121" r:id="rId126"/>
    <p:sldId id="1122" r:id="rId127"/>
    <p:sldId id="1123" r:id="rId128"/>
    <p:sldId id="1124" r:id="rId129"/>
    <p:sldId id="1129" r:id="rId130"/>
    <p:sldId id="1130" r:id="rId131"/>
    <p:sldId id="1131" r:id="rId132"/>
    <p:sldId id="1132" r:id="rId133"/>
    <p:sldId id="1133" r:id="rId134"/>
    <p:sldId id="1134" r:id="rId135"/>
    <p:sldId id="1135" r:id="rId136"/>
    <p:sldId id="266" r:id="rId137"/>
    <p:sldId id="256" r:id="rId138"/>
    <p:sldId id="261" r:id="rId139"/>
    <p:sldId id="262" r:id="rId140"/>
    <p:sldId id="263" r:id="rId141"/>
    <p:sldId id="264" r:id="rId142"/>
    <p:sldId id="283" r:id="rId143"/>
    <p:sldId id="284" r:id="rId144"/>
    <p:sldId id="287" r:id="rId145"/>
    <p:sldId id="288" r:id="rId146"/>
    <p:sldId id="285" r:id="rId147"/>
    <p:sldId id="286" r:id="rId148"/>
    <p:sldId id="270" r:id="rId149"/>
    <p:sldId id="276" r:id="rId150"/>
    <p:sldId id="277" r:id="rId151"/>
    <p:sldId id="274" r:id="rId152"/>
    <p:sldId id="275" r:id="rId153"/>
    <p:sldId id="278" r:id="rId154"/>
    <p:sldId id="289" r:id="rId155"/>
    <p:sldId id="271" r:id="rId156"/>
    <p:sldId id="279" r:id="rId157"/>
    <p:sldId id="280" r:id="rId158"/>
    <p:sldId id="281" r:id="rId159"/>
    <p:sldId id="282" r:id="rId160"/>
    <p:sldId id="1147" r:id="rId161"/>
    <p:sldId id="1148" r:id="rId162"/>
    <p:sldId id="1149" r:id="rId163"/>
    <p:sldId id="1150" r:id="rId164"/>
    <p:sldId id="1151" r:id="rId165"/>
    <p:sldId id="1152" r:id="rId166"/>
    <p:sldId id="1153" r:id="rId167"/>
    <p:sldId id="955" r:id="rId168"/>
  </p:sldIdLst>
  <p:sldSz cx="9144000" cy="5143500" type="screen16x9"/>
  <p:notesSz cx="9144000" cy="6858000"/>
  <p:defaultTextStyle>
    <a:defPPr>
      <a:defRPr lang="en-US"/>
    </a:defPPr>
    <a:lvl1pPr marL="0" algn="l" defTabSz="1031240" rtl="0" eaLnBrk="1" latinLnBrk="0" hangingPunct="1">
      <a:defRPr sz="2000" kern="1200">
        <a:solidFill>
          <a:schemeClr val="tx1"/>
        </a:solidFill>
        <a:latin typeface="+mn-lt"/>
        <a:ea typeface="+mn-ea"/>
        <a:cs typeface="+mn-cs"/>
      </a:defRPr>
    </a:lvl1pPr>
    <a:lvl2pPr marL="515620" algn="l" defTabSz="1031240" rtl="0" eaLnBrk="1" latinLnBrk="0" hangingPunct="1">
      <a:defRPr sz="2000" kern="1200">
        <a:solidFill>
          <a:schemeClr val="tx1"/>
        </a:solidFill>
        <a:latin typeface="+mn-lt"/>
        <a:ea typeface="+mn-ea"/>
        <a:cs typeface="+mn-cs"/>
      </a:defRPr>
    </a:lvl2pPr>
    <a:lvl3pPr marL="1031875" algn="l" defTabSz="1031240" rtl="0" eaLnBrk="1" latinLnBrk="0" hangingPunct="1">
      <a:defRPr sz="2000" kern="1200">
        <a:solidFill>
          <a:schemeClr val="tx1"/>
        </a:solidFill>
        <a:latin typeface="+mn-lt"/>
        <a:ea typeface="+mn-ea"/>
        <a:cs typeface="+mn-cs"/>
      </a:defRPr>
    </a:lvl3pPr>
    <a:lvl4pPr marL="1547495" algn="l" defTabSz="1031240" rtl="0" eaLnBrk="1" latinLnBrk="0" hangingPunct="1">
      <a:defRPr sz="2000" kern="1200">
        <a:solidFill>
          <a:schemeClr val="tx1"/>
        </a:solidFill>
        <a:latin typeface="+mn-lt"/>
        <a:ea typeface="+mn-ea"/>
        <a:cs typeface="+mn-cs"/>
      </a:defRPr>
    </a:lvl4pPr>
    <a:lvl5pPr marL="2063115" algn="l" defTabSz="1031240" rtl="0" eaLnBrk="1" latinLnBrk="0" hangingPunct="1">
      <a:defRPr sz="2000" kern="1200">
        <a:solidFill>
          <a:schemeClr val="tx1"/>
        </a:solidFill>
        <a:latin typeface="+mn-lt"/>
        <a:ea typeface="+mn-ea"/>
        <a:cs typeface="+mn-cs"/>
      </a:defRPr>
    </a:lvl5pPr>
    <a:lvl6pPr marL="2579370" algn="l" defTabSz="1031240" rtl="0" eaLnBrk="1" latinLnBrk="0" hangingPunct="1">
      <a:defRPr sz="2000" kern="1200">
        <a:solidFill>
          <a:schemeClr val="tx1"/>
        </a:solidFill>
        <a:latin typeface="+mn-lt"/>
        <a:ea typeface="+mn-ea"/>
        <a:cs typeface="+mn-cs"/>
      </a:defRPr>
    </a:lvl6pPr>
    <a:lvl7pPr marL="3094990" algn="l" defTabSz="1031240" rtl="0" eaLnBrk="1" latinLnBrk="0" hangingPunct="1">
      <a:defRPr sz="2000" kern="1200">
        <a:solidFill>
          <a:schemeClr val="tx1"/>
        </a:solidFill>
        <a:latin typeface="+mn-lt"/>
        <a:ea typeface="+mn-ea"/>
        <a:cs typeface="+mn-cs"/>
      </a:defRPr>
    </a:lvl7pPr>
    <a:lvl8pPr marL="3610610" algn="l" defTabSz="1031240" rtl="0" eaLnBrk="1" latinLnBrk="0" hangingPunct="1">
      <a:defRPr sz="2000" kern="1200">
        <a:solidFill>
          <a:schemeClr val="tx1"/>
        </a:solidFill>
        <a:latin typeface="+mn-lt"/>
        <a:ea typeface="+mn-ea"/>
        <a:cs typeface="+mn-cs"/>
      </a:defRPr>
    </a:lvl8pPr>
    <a:lvl9pPr marL="4126230" algn="l" defTabSz="1031240"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72">
          <p15:clr>
            <a:srgbClr val="A4A3A4"/>
          </p15:clr>
        </p15:guide>
        <p15:guide id="2" pos="2884">
          <p15:clr>
            <a:srgbClr val="A4A3A4"/>
          </p15:clr>
        </p15:guide>
      </p15:sldGuideLst>
    </p:ext>
    <p:ext uri="{2D200454-40CA-4A62-9FC3-DE9A4176ACB9}">
      <p15:notesGuideLst xmlns:p15="http://schemas.microsoft.com/office/powerpoint/2012/main">
        <p15:guide id="1" orient="horz" pos="2219">
          <p15:clr>
            <a:srgbClr val="A4A3A4"/>
          </p15:clr>
        </p15:guide>
        <p15:guide id="2" pos="288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33CC"/>
    <a:srgbClr val="A53144"/>
    <a:srgbClr val="68991C"/>
    <a:srgbClr val="EFD965"/>
    <a:srgbClr val="C57E8E"/>
    <a:srgbClr val="726986"/>
    <a:srgbClr val="99AABA"/>
    <a:srgbClr val="EBEBEB"/>
    <a:srgbClr val="BAD2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69" autoAdjust="0"/>
    <p:restoredTop sz="92294" autoAdjust="0"/>
  </p:normalViewPr>
  <p:slideViewPr>
    <p:cSldViewPr snapToObjects="1">
      <p:cViewPr varScale="1">
        <p:scale>
          <a:sx n="74" d="100"/>
          <a:sy n="74" d="100"/>
        </p:scale>
        <p:origin x="67" y="278"/>
      </p:cViewPr>
      <p:guideLst>
        <p:guide orient="horz" pos="2572"/>
        <p:guide pos="2884"/>
      </p:guideLst>
    </p:cSldViewPr>
  </p:slideViewPr>
  <p:outlineViewPr>
    <p:cViewPr>
      <p:scale>
        <a:sx n="33" d="100"/>
        <a:sy n="33" d="100"/>
      </p:scale>
      <p:origin x="0" y="13650"/>
    </p:cViewPr>
  </p:outlineViewPr>
  <p:notesTextViewPr>
    <p:cViewPr>
      <p:scale>
        <a:sx n="100" d="100"/>
        <a:sy n="100" d="100"/>
      </p:scale>
      <p:origin x="0" y="0"/>
    </p:cViewPr>
  </p:notesTextViewPr>
  <p:sorterViewPr>
    <p:cViewPr>
      <p:scale>
        <a:sx n="33" d="100"/>
        <a:sy n="33" d="100"/>
      </p:scale>
      <p:origin x="0" y="7134"/>
    </p:cViewPr>
  </p:sorterViewPr>
  <p:notesViewPr>
    <p:cSldViewPr snapToObjects="1">
      <p:cViewPr varScale="1">
        <p:scale>
          <a:sx n="74" d="100"/>
          <a:sy n="74" d="100"/>
        </p:scale>
        <p:origin x="-1908" y="-96"/>
      </p:cViewPr>
      <p:guideLst>
        <p:guide orient="horz" pos="2219"/>
        <p:guide pos="2884"/>
      </p:guideLst>
    </p:cSldViewPr>
  </p:notesViewPr>
  <p:gridSpacing cx="57607" cy="57607"/>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59" Type="http://schemas.openxmlformats.org/officeDocument/2006/relationships/slide" Target="slides/slide156.xml"/><Relationship Id="rId170" Type="http://schemas.openxmlformats.org/officeDocument/2006/relationships/handoutMaster" Target="handoutMasters/handoutMaster1.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slide" Target="slides/slide146.xml"/><Relationship Id="rId5" Type="http://schemas.openxmlformats.org/officeDocument/2006/relationships/slide" Target="slides/slide2.xml"/><Relationship Id="rId95" Type="http://schemas.openxmlformats.org/officeDocument/2006/relationships/slide" Target="slides/slide92.xml"/><Relationship Id="rId160" Type="http://schemas.openxmlformats.org/officeDocument/2006/relationships/slide" Target="slides/slide157.xml"/><Relationship Id="rId22" Type="http://schemas.openxmlformats.org/officeDocument/2006/relationships/slide" Target="slides/slide19.xml"/><Relationship Id="rId43" Type="http://schemas.openxmlformats.org/officeDocument/2006/relationships/slide" Target="slides/slide40.xml"/><Relationship Id="rId64" Type="http://schemas.openxmlformats.org/officeDocument/2006/relationships/slide" Target="slides/slide61.xml"/><Relationship Id="rId118" Type="http://schemas.openxmlformats.org/officeDocument/2006/relationships/slide" Target="slides/slide115.xml"/><Relationship Id="rId139" Type="http://schemas.openxmlformats.org/officeDocument/2006/relationships/slide" Target="slides/slide136.xml"/><Relationship Id="rId85" Type="http://schemas.openxmlformats.org/officeDocument/2006/relationships/slide" Target="slides/slide82.xml"/><Relationship Id="rId150" Type="http://schemas.openxmlformats.org/officeDocument/2006/relationships/slide" Target="slides/slide147.xml"/><Relationship Id="rId171" Type="http://schemas.openxmlformats.org/officeDocument/2006/relationships/presProps" Target="presProps.xml"/><Relationship Id="rId12" Type="http://schemas.openxmlformats.org/officeDocument/2006/relationships/slide" Target="slides/slide9.xml"/><Relationship Id="rId33" Type="http://schemas.openxmlformats.org/officeDocument/2006/relationships/slide" Target="slides/slide30.xml"/><Relationship Id="rId108" Type="http://schemas.openxmlformats.org/officeDocument/2006/relationships/slide" Target="slides/slide105.xml"/><Relationship Id="rId129" Type="http://schemas.openxmlformats.org/officeDocument/2006/relationships/slide" Target="slides/slide126.xml"/><Relationship Id="rId54" Type="http://schemas.openxmlformats.org/officeDocument/2006/relationships/slide" Target="slides/slide51.xml"/><Relationship Id="rId75" Type="http://schemas.openxmlformats.org/officeDocument/2006/relationships/slide" Target="slides/slide72.xml"/><Relationship Id="rId96" Type="http://schemas.openxmlformats.org/officeDocument/2006/relationships/slide" Target="slides/slide93.xml"/><Relationship Id="rId140" Type="http://schemas.openxmlformats.org/officeDocument/2006/relationships/slide" Target="slides/slide137.xml"/><Relationship Id="rId161" Type="http://schemas.openxmlformats.org/officeDocument/2006/relationships/slide" Target="slides/slide158.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slide" Target="slides/slide132.xml"/><Relationship Id="rId151" Type="http://schemas.openxmlformats.org/officeDocument/2006/relationships/slide" Target="slides/slide148.xml"/><Relationship Id="rId156" Type="http://schemas.openxmlformats.org/officeDocument/2006/relationships/slide" Target="slides/slide153.xml"/><Relationship Id="rId172" Type="http://schemas.openxmlformats.org/officeDocument/2006/relationships/viewProps" Target="viewProps.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141" Type="http://schemas.openxmlformats.org/officeDocument/2006/relationships/slide" Target="slides/slide138.xml"/><Relationship Id="rId146" Type="http://schemas.openxmlformats.org/officeDocument/2006/relationships/slide" Target="slides/slide143.xml"/><Relationship Id="rId167" Type="http://schemas.openxmlformats.org/officeDocument/2006/relationships/slide" Target="slides/slide164.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162" Type="http://schemas.openxmlformats.org/officeDocument/2006/relationships/slide" Target="slides/slide15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slide" Target="slides/slide133.xml"/><Relationship Id="rId157" Type="http://schemas.openxmlformats.org/officeDocument/2006/relationships/slide" Target="slides/slide154.xml"/><Relationship Id="rId61" Type="http://schemas.openxmlformats.org/officeDocument/2006/relationships/slide" Target="slides/slide58.xml"/><Relationship Id="rId82" Type="http://schemas.openxmlformats.org/officeDocument/2006/relationships/slide" Target="slides/slide79.xml"/><Relationship Id="rId152" Type="http://schemas.openxmlformats.org/officeDocument/2006/relationships/slide" Target="slides/slide149.xml"/><Relationship Id="rId173"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168" Type="http://schemas.openxmlformats.org/officeDocument/2006/relationships/slide" Target="slides/slide165.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slide" Target="slides/slide160.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74" Type="http://schemas.openxmlformats.org/officeDocument/2006/relationships/tableStyles" Target="tableStyles.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48" Type="http://schemas.openxmlformats.org/officeDocument/2006/relationships/slide" Target="slides/slide145.xml"/><Relationship Id="rId164" Type="http://schemas.openxmlformats.org/officeDocument/2006/relationships/slide" Target="slides/slide161.xml"/><Relationship Id="rId16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6" Type="http://schemas.openxmlformats.org/officeDocument/2006/relationships/slide" Target="slides/slide13.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90" Type="http://schemas.openxmlformats.org/officeDocument/2006/relationships/slide" Target="slides/slide87.xml"/><Relationship Id="rId165" Type="http://schemas.openxmlformats.org/officeDocument/2006/relationships/slide" Target="slides/slide162.xml"/><Relationship Id="rId27" Type="http://schemas.openxmlformats.org/officeDocument/2006/relationships/slide" Target="slides/slide24.xml"/><Relationship Id="rId48" Type="http://schemas.openxmlformats.org/officeDocument/2006/relationships/slide" Target="slides/slide45.xml"/><Relationship Id="rId69" Type="http://schemas.openxmlformats.org/officeDocument/2006/relationships/slide" Target="slides/slide66.xml"/><Relationship Id="rId113" Type="http://schemas.openxmlformats.org/officeDocument/2006/relationships/slide" Target="slides/slide110.xml"/><Relationship Id="rId134" Type="http://schemas.openxmlformats.org/officeDocument/2006/relationships/slide" Target="slides/slide131.xml"/><Relationship Id="rId80" Type="http://schemas.openxmlformats.org/officeDocument/2006/relationships/slide" Target="slides/slide77.xml"/><Relationship Id="rId155" Type="http://schemas.openxmlformats.org/officeDocument/2006/relationships/slide" Target="slides/slide152.xml"/><Relationship Id="rId17" Type="http://schemas.openxmlformats.org/officeDocument/2006/relationships/slide" Target="slides/slide14.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24" Type="http://schemas.openxmlformats.org/officeDocument/2006/relationships/slide" Target="slides/slide121.xml"/><Relationship Id="rId70" Type="http://schemas.openxmlformats.org/officeDocument/2006/relationships/slide" Target="slides/slide67.xml"/><Relationship Id="rId91" Type="http://schemas.openxmlformats.org/officeDocument/2006/relationships/slide" Target="slides/slide88.xml"/><Relationship Id="rId145" Type="http://schemas.openxmlformats.org/officeDocument/2006/relationships/slide" Target="slides/slide142.xml"/><Relationship Id="rId166" Type="http://schemas.openxmlformats.org/officeDocument/2006/relationships/slide" Target="slides/slide163.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 Id="rId5" Type="http://schemas.openxmlformats.org/officeDocument/2006/relationships/image" Target="../media/image7.wmf"/><Relationship Id="rId4"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4.wmf"/><Relationship Id="rId1" Type="http://schemas.openxmlformats.org/officeDocument/2006/relationships/image" Target="../media/image23.wmf"/><Relationship Id="rId6" Type="http://schemas.openxmlformats.org/officeDocument/2006/relationships/image" Target="../media/image27.wmf"/><Relationship Id="rId5" Type="http://schemas.openxmlformats.org/officeDocument/2006/relationships/image" Target="../media/image26.wmf"/><Relationship Id="rId4"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6.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29.wmf"/><Relationship Id="rId2" Type="http://schemas.openxmlformats.org/officeDocument/2006/relationships/image" Target="../media/image128.wmf"/><Relationship Id="rId1" Type="http://schemas.openxmlformats.org/officeDocument/2006/relationships/image" Target="../media/image127.wmf"/><Relationship Id="rId4" Type="http://schemas.openxmlformats.org/officeDocument/2006/relationships/image" Target="../media/image130.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32.wmf"/><Relationship Id="rId1" Type="http://schemas.openxmlformats.org/officeDocument/2006/relationships/image" Target="../media/image131.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34.wmf"/><Relationship Id="rId1" Type="http://schemas.openxmlformats.org/officeDocument/2006/relationships/image" Target="../media/image13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35.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38.wmf"/><Relationship Id="rId2" Type="http://schemas.openxmlformats.org/officeDocument/2006/relationships/image" Target="../media/image137.wmf"/><Relationship Id="rId1" Type="http://schemas.openxmlformats.org/officeDocument/2006/relationships/image" Target="../media/image136.wmf"/><Relationship Id="rId4" Type="http://schemas.openxmlformats.org/officeDocument/2006/relationships/image" Target="../media/image13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40.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145.wmf"/><Relationship Id="rId1" Type="http://schemas.openxmlformats.org/officeDocument/2006/relationships/image" Target="../media/image144.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48.wmf"/><Relationship Id="rId2" Type="http://schemas.openxmlformats.org/officeDocument/2006/relationships/image" Target="../media/image147.wmf"/><Relationship Id="rId1" Type="http://schemas.openxmlformats.org/officeDocument/2006/relationships/image" Target="../media/image146.wmf"/><Relationship Id="rId5" Type="http://schemas.openxmlformats.org/officeDocument/2006/relationships/image" Target="../media/image150.wmf"/><Relationship Id="rId4" Type="http://schemas.openxmlformats.org/officeDocument/2006/relationships/image" Target="../media/image149.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51.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53.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55.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61.wmf"/><Relationship Id="rId1" Type="http://schemas.openxmlformats.org/officeDocument/2006/relationships/image" Target="../media/image16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Slide Number Placeholder 11"/>
          <p:cNvSpPr>
            <a:spLocks noGrp="1"/>
          </p:cNvSpPr>
          <p:nvPr>
            <p:ph type="sldNum" sz="quarter" idx="3"/>
          </p:nvPr>
        </p:nvSpPr>
        <p:spPr>
          <a:xfrm>
            <a:off x="8764587" y="228600"/>
            <a:ext cx="379413" cy="342900"/>
          </a:xfrm>
          <a:prstGeom prst="rect">
            <a:avLst/>
          </a:prstGeom>
        </p:spPr>
        <p:txBody>
          <a:bodyPr vert="horz" lIns="91440" tIns="45720" rIns="91440" bIns="45720" rtlCol="0" anchor="b"/>
          <a:lstStyle>
            <a:lvl1pPr algn="r">
              <a:defRPr sz="1200"/>
            </a:lvl1pPr>
          </a:lstStyle>
          <a:p>
            <a:fld id="{80C5BA55-396F-46DB-98CB-67F5915743A3}" type="slidenum">
              <a:rPr lang="en-US" smtClean="0"/>
              <a:t>‹#›</a:t>
            </a:fld>
            <a:endParaRPr lang="en-US" dirty="0"/>
          </a:p>
        </p:txBody>
      </p:sp>
    </p:spTree>
    <p:extLst>
      <p:ext uri="{BB962C8B-B14F-4D97-AF65-F5344CB8AC3E}">
        <p14:creationId xmlns:p14="http://schemas.microsoft.com/office/powerpoint/2010/main" val="931737257"/>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r>
              <a:rPr lang="en-US" dirty="0"/>
              <a:t>My First Template</a:t>
            </a: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3581CD31-4B7D-4FD2-B052-E296BFBA018F}" type="datetimeFigureOut">
              <a:rPr lang="en-US" smtClean="0"/>
              <a:t>11/11/2024</a:t>
            </a:fld>
            <a:endParaRPr lang="en-US" dirty="0"/>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r>
              <a:rPr lang="en-US" dirty="0"/>
              <a:t>This is me Adam</a:t>
            </a:r>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C0D40C94-5092-4638-9E1F-C533F19764C0}" type="slidenum">
              <a:rPr lang="en-US" smtClean="0"/>
              <a:t>‹#›</a:t>
            </a:fld>
            <a:endParaRPr lang="en-US" dirty="0"/>
          </a:p>
        </p:txBody>
      </p:sp>
    </p:spTree>
    <p:extLst>
      <p:ext uri="{BB962C8B-B14F-4D97-AF65-F5344CB8AC3E}">
        <p14:creationId xmlns:p14="http://schemas.microsoft.com/office/powerpoint/2010/main" val="1015244826"/>
      </p:ext>
    </p:extLst>
  </p:cSld>
  <p:clrMap bg1="lt1" tx1="dk1" bg2="lt2" tx2="dk2" accent1="accent1" accent2="accent2" accent3="accent3" accent4="accent4" accent5="accent5" accent6="accent6" hlink="hlink" folHlink="folHlink"/>
  <p:hf sldNum="0" ftr="0" dt="0"/>
  <p:notesStyle>
    <a:lvl1pPr marL="0" algn="l" defTabSz="1031240" rtl="0" eaLnBrk="1" latinLnBrk="0" hangingPunct="1">
      <a:defRPr sz="1400" kern="1200">
        <a:solidFill>
          <a:schemeClr val="tx1"/>
        </a:solidFill>
        <a:latin typeface="+mn-lt"/>
        <a:ea typeface="+mn-ea"/>
        <a:cs typeface="+mn-cs"/>
      </a:defRPr>
    </a:lvl1pPr>
    <a:lvl2pPr marL="515620" algn="l" defTabSz="1031240" rtl="0" eaLnBrk="1" latinLnBrk="0" hangingPunct="1">
      <a:defRPr sz="1400" kern="1200">
        <a:solidFill>
          <a:schemeClr val="tx1"/>
        </a:solidFill>
        <a:latin typeface="+mn-lt"/>
        <a:ea typeface="+mn-ea"/>
        <a:cs typeface="+mn-cs"/>
      </a:defRPr>
    </a:lvl2pPr>
    <a:lvl3pPr marL="1031875" algn="l" defTabSz="1031240" rtl="0" eaLnBrk="1" latinLnBrk="0" hangingPunct="1">
      <a:defRPr sz="1400" kern="1200">
        <a:solidFill>
          <a:schemeClr val="tx1"/>
        </a:solidFill>
        <a:latin typeface="+mn-lt"/>
        <a:ea typeface="+mn-ea"/>
        <a:cs typeface="+mn-cs"/>
      </a:defRPr>
    </a:lvl3pPr>
    <a:lvl4pPr marL="1547495" algn="l" defTabSz="1031240" rtl="0" eaLnBrk="1" latinLnBrk="0" hangingPunct="1">
      <a:defRPr sz="1400" kern="1200">
        <a:solidFill>
          <a:schemeClr val="tx1"/>
        </a:solidFill>
        <a:latin typeface="+mn-lt"/>
        <a:ea typeface="+mn-ea"/>
        <a:cs typeface="+mn-cs"/>
      </a:defRPr>
    </a:lvl4pPr>
    <a:lvl5pPr marL="2063115" algn="l" defTabSz="1031240" rtl="0" eaLnBrk="1" latinLnBrk="0" hangingPunct="1">
      <a:defRPr sz="1400" kern="1200">
        <a:solidFill>
          <a:schemeClr val="tx1"/>
        </a:solidFill>
        <a:latin typeface="+mn-lt"/>
        <a:ea typeface="+mn-ea"/>
        <a:cs typeface="+mn-cs"/>
      </a:defRPr>
    </a:lvl5pPr>
    <a:lvl6pPr marL="2579370" algn="l" defTabSz="1031240" rtl="0" eaLnBrk="1" latinLnBrk="0" hangingPunct="1">
      <a:defRPr sz="1400" kern="1200">
        <a:solidFill>
          <a:schemeClr val="tx1"/>
        </a:solidFill>
        <a:latin typeface="+mn-lt"/>
        <a:ea typeface="+mn-ea"/>
        <a:cs typeface="+mn-cs"/>
      </a:defRPr>
    </a:lvl6pPr>
    <a:lvl7pPr marL="3094990" algn="l" defTabSz="1031240" rtl="0" eaLnBrk="1" latinLnBrk="0" hangingPunct="1">
      <a:defRPr sz="1400" kern="1200">
        <a:solidFill>
          <a:schemeClr val="tx1"/>
        </a:solidFill>
        <a:latin typeface="+mn-lt"/>
        <a:ea typeface="+mn-ea"/>
        <a:cs typeface="+mn-cs"/>
      </a:defRPr>
    </a:lvl7pPr>
    <a:lvl8pPr marL="3610610" algn="l" defTabSz="1031240" rtl="0" eaLnBrk="1" latinLnBrk="0" hangingPunct="1">
      <a:defRPr sz="1400" kern="1200">
        <a:solidFill>
          <a:schemeClr val="tx1"/>
        </a:solidFill>
        <a:latin typeface="+mn-lt"/>
        <a:ea typeface="+mn-ea"/>
        <a:cs typeface="+mn-cs"/>
      </a:defRPr>
    </a:lvl8pPr>
    <a:lvl9pPr marL="4126230" algn="l" defTabSz="1031240"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698986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ln>
            <a:miter lim="800000"/>
          </a:ln>
        </p:spPr>
        <p:txBody>
          <a:bodyPr/>
          <a:lstStyle/>
          <a:p>
            <a:fld id="{49BFB27E-1E73-45B2-A188-873206E3D596}" type="slidenum">
              <a:rPr lang="zh-CN" altLang="en-US" smtClean="0">
                <a:ea typeface="宋体" charset="-122"/>
              </a:rPr>
              <a:t>4</a:t>
            </a:fld>
            <a:endParaRPr lang="en-US" altLang="zh-CN">
              <a:ea typeface="宋体" charset="-122"/>
            </a:endParaRPr>
          </a:p>
        </p:txBody>
      </p:sp>
      <p:sp>
        <p:nvSpPr>
          <p:cNvPr id="34818" name="Rectangle 2"/>
          <p:cNvSpPr>
            <a:spLocks noGrp="1" noRot="1" noChangeAspect="1" noChangeArrowheads="1" noTextEdit="1"/>
          </p:cNvSpPr>
          <p:nvPr>
            <p:ph type="sldImg"/>
          </p:nvPr>
        </p:nvSpPr>
        <p:spPr/>
      </p:sp>
      <p:sp>
        <p:nvSpPr>
          <p:cNvPr id="34819" name="Rectangle 3"/>
          <p:cNvSpPr>
            <a:spLocks noGrp="1" noChangeArrowheads="1"/>
          </p:cNvSpPr>
          <p:nvPr>
            <p:ph type="body" idx="1"/>
          </p:nvPr>
        </p:nvSpPr>
        <p:spPr>
          <a:noFill/>
        </p:spPr>
        <p:txBody>
          <a:bodyPr/>
          <a:lstStyle/>
          <a:p>
            <a:pPr eaLnBrk="1" hangingPunct="1"/>
            <a:r>
              <a:rPr lang="zh-CN" altLang="en-US">
                <a:ea typeface="宋体" charset="-122"/>
              </a:rPr>
              <a:t>动态规划的目的是找最优解。比贪心算法适用面更广泛。例如，背包问题不能用贪心算法解决，因为最优的策略不能贯彻到最后。</a:t>
            </a:r>
          </a:p>
        </p:txBody>
      </p:sp>
    </p:spTree>
    <p:extLst>
      <p:ext uri="{BB962C8B-B14F-4D97-AF65-F5344CB8AC3E}">
        <p14:creationId xmlns:p14="http://schemas.microsoft.com/office/powerpoint/2010/main" val="2709149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miter lim="800000"/>
          </a:ln>
        </p:spPr>
        <p:txBody>
          <a:bodyPr/>
          <a:lstStyle/>
          <a:p>
            <a:fld id="{9A42B1BF-033C-49D3-92F3-E48619CD803C}" type="slidenum">
              <a:rPr lang="zh-CN" altLang="en-US" smtClean="0">
                <a:ea typeface="宋体" charset="-122"/>
              </a:rPr>
              <a:t>5</a:t>
            </a:fld>
            <a:endParaRPr lang="en-US" altLang="zh-CN">
              <a:ea typeface="宋体" charset="-122"/>
            </a:endParaRPr>
          </a:p>
        </p:txBody>
      </p:sp>
      <p:sp>
        <p:nvSpPr>
          <p:cNvPr id="36866" name="Rectangle 2"/>
          <p:cNvSpPr>
            <a:spLocks noGrp="1" noRot="1" noChangeAspect="1" noChangeArrowheads="1" noTextEdit="1"/>
          </p:cNvSpPr>
          <p:nvPr>
            <p:ph type="sldImg"/>
          </p:nvPr>
        </p:nvSpPr>
        <p:spPr/>
      </p:sp>
      <p:sp>
        <p:nvSpPr>
          <p:cNvPr id="36867" name="Rectangle 3"/>
          <p:cNvSpPr>
            <a:spLocks noGrp="1" noChangeArrowheads="1"/>
          </p:cNvSpPr>
          <p:nvPr>
            <p:ph type="body" idx="1"/>
          </p:nvPr>
        </p:nvSpPr>
        <p:spPr>
          <a:noFill/>
        </p:spPr>
        <p:txBody>
          <a:bodyPr/>
          <a:lstStyle/>
          <a:p>
            <a:pPr eaLnBrk="1" hangingPunct="1"/>
            <a:r>
              <a:rPr lang="zh-CN" altLang="en-US">
                <a:ea typeface="宋体" charset="-122"/>
              </a:rPr>
              <a:t>一个多阶段的过程的最优解，实际上是由每个分阶段的最优解构成的。类似与计算机网络中分布式求解最短路径的方法原理。</a:t>
            </a:r>
          </a:p>
        </p:txBody>
      </p:sp>
    </p:spTree>
    <p:extLst>
      <p:ext uri="{BB962C8B-B14F-4D97-AF65-F5344CB8AC3E}">
        <p14:creationId xmlns:p14="http://schemas.microsoft.com/office/powerpoint/2010/main" val="2871008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998405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幻灯片图像占位符 1"/>
          <p:cNvSpPr>
            <a:spLocks noGrp="1" noRot="1" noChangeAspect="1"/>
          </p:cNvSpPr>
          <p:nvPr>
            <p:ph type="sldImg"/>
          </p:nvPr>
        </p:nvSpPr>
        <p:spPr/>
      </p:sp>
      <p:sp>
        <p:nvSpPr>
          <p:cNvPr id="143362" name="备注占位符 2"/>
          <p:cNvSpPr>
            <a:spLocks noGrp="1"/>
          </p:cNvSpPr>
          <p:nvPr>
            <p:ph type="body" idx="1"/>
          </p:nvPr>
        </p:nvSpPr>
        <p:spPr>
          <a:noFill/>
        </p:spPr>
        <p:txBody>
          <a:bodyPr/>
          <a:lstStyle/>
          <a:p>
            <a:r>
              <a:rPr lang="en-US" altLang="zh-CN">
                <a:ea typeface="宋体" charset="-122"/>
              </a:rPr>
              <a:t>P(n)</a:t>
            </a:r>
            <a:r>
              <a:rPr lang="zh-CN" altLang="en-US">
                <a:ea typeface="宋体" charset="-122"/>
              </a:rPr>
              <a:t>是随</a:t>
            </a:r>
            <a:r>
              <a:rPr lang="en-US" altLang="zh-CN">
                <a:ea typeface="宋体" charset="-122"/>
              </a:rPr>
              <a:t>n</a:t>
            </a:r>
            <a:r>
              <a:rPr lang="zh-CN" altLang="en-US">
                <a:ea typeface="宋体" charset="-122"/>
              </a:rPr>
              <a:t>的增长呈指数增长的。</a:t>
            </a:r>
          </a:p>
        </p:txBody>
      </p:sp>
      <p:sp>
        <p:nvSpPr>
          <p:cNvPr id="143363" name="灯片编号占位符 3"/>
          <p:cNvSpPr>
            <a:spLocks noGrp="1"/>
          </p:cNvSpPr>
          <p:nvPr>
            <p:ph type="sldNum" sz="quarter" idx="5"/>
          </p:nvPr>
        </p:nvSpPr>
        <p:spPr>
          <a:noFill/>
          <a:ln>
            <a:miter lim="800000"/>
          </a:ln>
        </p:spPr>
        <p:txBody>
          <a:bodyPr/>
          <a:lstStyle/>
          <a:p>
            <a:fld id="{AF49A3CD-0625-480F-93BF-47B47AF12A1B}" type="slidenum">
              <a:rPr lang="zh-CN" altLang="en-US" smtClean="0">
                <a:ea typeface="宋体" charset="-122"/>
              </a:rPr>
              <a:t>17</a:t>
            </a:fld>
            <a:endParaRPr lang="en-US" altLang="zh-CN">
              <a:ea typeface="宋体" charset="-122"/>
            </a:endParaRPr>
          </a:p>
        </p:txBody>
      </p:sp>
    </p:spTree>
    <p:extLst>
      <p:ext uri="{BB962C8B-B14F-4D97-AF65-F5344CB8AC3E}">
        <p14:creationId xmlns:p14="http://schemas.microsoft.com/office/powerpoint/2010/main" val="3112664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幻灯片图像占位符 1"/>
          <p:cNvSpPr>
            <a:spLocks noGrp="1" noRot="1" noChangeAspect="1"/>
          </p:cNvSpPr>
          <p:nvPr>
            <p:ph type="sldImg"/>
          </p:nvPr>
        </p:nvSpPr>
        <p:spPr/>
      </p:sp>
      <p:sp>
        <p:nvSpPr>
          <p:cNvPr id="134146" name="备注占位符 2"/>
          <p:cNvSpPr>
            <a:spLocks noGrp="1"/>
          </p:cNvSpPr>
          <p:nvPr>
            <p:ph type="body" idx="1"/>
          </p:nvPr>
        </p:nvSpPr>
        <p:spPr>
          <a:noFill/>
        </p:spPr>
        <p:txBody>
          <a:bodyPr/>
          <a:lstStyle/>
          <a:p>
            <a:r>
              <a:rPr lang="zh-CN" altLang="en-US">
                <a:ea typeface="宋体" charset="-122"/>
              </a:rPr>
              <a:t>反证法</a:t>
            </a:r>
          </a:p>
        </p:txBody>
      </p:sp>
      <p:sp>
        <p:nvSpPr>
          <p:cNvPr id="134147" name="灯片编号占位符 3"/>
          <p:cNvSpPr>
            <a:spLocks noGrp="1"/>
          </p:cNvSpPr>
          <p:nvPr>
            <p:ph type="sldNum" sz="quarter" idx="5"/>
          </p:nvPr>
        </p:nvSpPr>
        <p:spPr>
          <a:noFill/>
          <a:ln>
            <a:miter lim="800000"/>
          </a:ln>
        </p:spPr>
        <p:txBody>
          <a:bodyPr/>
          <a:lstStyle/>
          <a:p>
            <a:fld id="{DC2F83D8-B32E-454E-A74A-1E137C29996A}" type="slidenum">
              <a:rPr lang="zh-CN" altLang="en-US" smtClean="0">
                <a:ea typeface="宋体" charset="-122"/>
              </a:rPr>
              <a:t>25</a:t>
            </a:fld>
            <a:endParaRPr lang="en-US" altLang="zh-CN">
              <a:ea typeface="宋体" charset="-122"/>
            </a:endParaRPr>
          </a:p>
        </p:txBody>
      </p:sp>
    </p:spTree>
    <p:extLst>
      <p:ext uri="{BB962C8B-B14F-4D97-AF65-F5344CB8AC3E}">
        <p14:creationId xmlns:p14="http://schemas.microsoft.com/office/powerpoint/2010/main" val="25866793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E13590B-BB28-4F38-BD10-C732B94FD113}" type="slidenum">
              <a:rPr lang="zh-CN" altLang="en-US" smtClean="0"/>
              <a:t>31</a:t>
            </a:fld>
            <a:endParaRPr lang="en-US" altLang="zh-CN"/>
          </a:p>
        </p:txBody>
      </p:sp>
    </p:spTree>
    <p:extLst>
      <p:ext uri="{BB962C8B-B14F-4D97-AF65-F5344CB8AC3E}">
        <p14:creationId xmlns:p14="http://schemas.microsoft.com/office/powerpoint/2010/main" val="1355636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7"/>
          <p:cNvSpPr>
            <a:spLocks noGrp="1" noChangeArrowheads="1"/>
          </p:cNvSpPr>
          <p:nvPr>
            <p:ph type="sldNum" sz="quarter" idx="5"/>
          </p:nvPr>
        </p:nvSpPr>
        <p:spPr>
          <a:noFill/>
          <a:ln>
            <a:miter lim="800000"/>
          </a:ln>
        </p:spPr>
        <p:txBody>
          <a:bodyPr/>
          <a:lstStyle/>
          <a:p>
            <a:fld id="{55723805-26C6-4D74-94D4-EB8953C051C7}" type="slidenum">
              <a:rPr lang="zh-CN" altLang="en-US" smtClean="0">
                <a:ea typeface="宋体" charset="-122"/>
              </a:rPr>
              <a:t>64</a:t>
            </a:fld>
            <a:endParaRPr lang="en-US" altLang="zh-CN">
              <a:ea typeface="宋体" charset="-122"/>
            </a:endParaRPr>
          </a:p>
        </p:txBody>
      </p:sp>
      <p:sp>
        <p:nvSpPr>
          <p:cNvPr id="179202" name="Rectangle 2"/>
          <p:cNvSpPr>
            <a:spLocks noGrp="1" noRot="1" noChangeAspect="1" noChangeArrowheads="1" noTextEdit="1"/>
          </p:cNvSpPr>
          <p:nvPr>
            <p:ph type="sldImg"/>
          </p:nvPr>
        </p:nvSpPr>
        <p:spPr/>
      </p:sp>
      <p:sp>
        <p:nvSpPr>
          <p:cNvPr id="179203" name="Rectangle 3"/>
          <p:cNvSpPr>
            <a:spLocks noGrp="1" noChangeArrowheads="1"/>
          </p:cNvSpPr>
          <p:nvPr>
            <p:ph type="body" idx="1"/>
          </p:nvPr>
        </p:nvSpPr>
        <p:spPr>
          <a:noFill/>
        </p:spPr>
        <p:txBody>
          <a:bodyPr/>
          <a:lstStyle/>
          <a:p>
            <a:pPr eaLnBrk="1" hangingPunct="1"/>
            <a:r>
              <a:rPr lang="zh-CN" altLang="en-US" dirty="0">
                <a:ea typeface="宋体" charset="-122"/>
              </a:rPr>
              <a:t>对于</a:t>
            </a:r>
            <a:r>
              <a:rPr lang="en-US" altLang="zh-CN" dirty="0">
                <a:ea typeface="宋体" charset="-122"/>
              </a:rPr>
              <a:t>X</a:t>
            </a:r>
            <a:r>
              <a:rPr lang="zh-CN" altLang="en-US" dirty="0">
                <a:ea typeface="宋体" charset="-122"/>
              </a:rPr>
              <a:t>，有</a:t>
            </a:r>
            <a:r>
              <a:rPr lang="en-US" altLang="zh-CN" dirty="0">
                <a:ea typeface="宋体" charset="-122"/>
              </a:rPr>
              <a:t>M</a:t>
            </a:r>
            <a:r>
              <a:rPr lang="zh-CN" altLang="en-US" dirty="0">
                <a:ea typeface="宋体" charset="-122"/>
              </a:rPr>
              <a:t>个元素，因此有</a:t>
            </a:r>
            <a:r>
              <a:rPr lang="en-US" altLang="zh-CN" dirty="0">
                <a:ea typeface="宋体" charset="-122"/>
              </a:rPr>
              <a:t>2^m</a:t>
            </a:r>
            <a:r>
              <a:rPr lang="zh-CN" altLang="en-US" dirty="0">
                <a:ea typeface="宋体" charset="-122"/>
              </a:rPr>
              <a:t>个子序列，因此算法复杂性是指数的。</a:t>
            </a:r>
          </a:p>
        </p:txBody>
      </p:sp>
    </p:spTree>
    <p:extLst>
      <p:ext uri="{BB962C8B-B14F-4D97-AF65-F5344CB8AC3E}">
        <p14:creationId xmlns:p14="http://schemas.microsoft.com/office/powerpoint/2010/main" val="94649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7"/>
          <p:cNvSpPr>
            <a:spLocks noGrp="1" noChangeArrowheads="1"/>
          </p:cNvSpPr>
          <p:nvPr>
            <p:ph type="sldNum" sz="quarter" idx="5"/>
          </p:nvPr>
        </p:nvSpPr>
        <p:spPr>
          <a:noFill/>
          <a:ln>
            <a:miter lim="800000"/>
          </a:ln>
        </p:spPr>
        <p:txBody>
          <a:bodyPr/>
          <a:lstStyle/>
          <a:p>
            <a:fld id="{E37B37CD-3628-49CE-A1BC-ED0CD22D71A1}" type="slidenum">
              <a:rPr lang="zh-CN" altLang="en-US" smtClean="0">
                <a:ea typeface="宋体" charset="-122"/>
              </a:rPr>
              <a:t>78</a:t>
            </a:fld>
            <a:endParaRPr lang="en-US" altLang="zh-CN">
              <a:ea typeface="宋体" charset="-122"/>
            </a:endParaRPr>
          </a:p>
        </p:txBody>
      </p:sp>
      <p:sp>
        <p:nvSpPr>
          <p:cNvPr id="186370" name="Rectangle 2"/>
          <p:cNvSpPr>
            <a:spLocks noGrp="1" noRot="1" noChangeAspect="1" noChangeArrowheads="1" noTextEdit="1"/>
          </p:cNvSpPr>
          <p:nvPr>
            <p:ph type="sldImg"/>
          </p:nvPr>
        </p:nvSpPr>
        <p:spPr/>
      </p:sp>
      <p:sp>
        <p:nvSpPr>
          <p:cNvPr id="186371" name="Rectangle 3"/>
          <p:cNvSpPr>
            <a:spLocks noGrp="1" noChangeArrowheads="1"/>
          </p:cNvSpPr>
          <p:nvPr>
            <p:ph type="body" idx="1"/>
          </p:nvPr>
        </p:nvSpPr>
        <p:spPr>
          <a:noFill/>
        </p:spPr>
        <p:txBody>
          <a:bodyPr/>
          <a:lstStyle/>
          <a:p>
            <a:pPr eaLnBrk="1" hangingPunct="1"/>
            <a:r>
              <a:rPr lang="en-US" altLang="zh-CN">
                <a:ea typeface="宋体" charset="-122"/>
              </a:rPr>
              <a:t>20</a:t>
            </a:r>
          </a:p>
        </p:txBody>
      </p:sp>
    </p:spTree>
    <p:extLst>
      <p:ext uri="{BB962C8B-B14F-4D97-AF65-F5344CB8AC3E}">
        <p14:creationId xmlns:p14="http://schemas.microsoft.com/office/powerpoint/2010/main" val="125634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幻灯片图像占位符 1"/>
          <p:cNvSpPr>
            <a:spLocks noGrp="1" noRot="1" noChangeAspect="1" noTextEdit="1"/>
          </p:cNvSpPr>
          <p:nvPr>
            <p:ph type="sldImg"/>
          </p:nvPr>
        </p:nvSpPr>
        <p:spPr/>
      </p:sp>
      <p:sp>
        <p:nvSpPr>
          <p:cNvPr id="189442" name="备注占位符 2"/>
          <p:cNvSpPr>
            <a:spLocks noGrp="1"/>
          </p:cNvSpPr>
          <p:nvPr>
            <p:ph type="body" idx="1"/>
          </p:nvPr>
        </p:nvSpPr>
        <p:spPr>
          <a:noFill/>
        </p:spPr>
        <p:txBody>
          <a:bodyPr/>
          <a:lstStyle/>
          <a:p>
            <a:r>
              <a:rPr lang="zh-CN" altLang="en-US" dirty="0">
                <a:ea typeface="宋体" charset="-122"/>
              </a:rPr>
              <a:t>用三层循环，实现：</a:t>
            </a:r>
            <a:endParaRPr lang="en-US" altLang="zh-CN" dirty="0">
              <a:ea typeface="宋体" charset="-122"/>
            </a:endParaRPr>
          </a:p>
          <a:p>
            <a:r>
              <a:rPr lang="en-US" altLang="zh-CN" dirty="0">
                <a:ea typeface="宋体" charset="-122"/>
              </a:rPr>
              <a:t>1</a:t>
            </a:r>
            <a:r>
              <a:rPr lang="zh-CN" altLang="en-US" dirty="0">
                <a:ea typeface="宋体" charset="-122"/>
              </a:rPr>
              <a:t>）最外层循环</a:t>
            </a:r>
            <a:r>
              <a:rPr lang="en-US" altLang="zh-CN" dirty="0" err="1">
                <a:ea typeface="宋体" charset="-122"/>
              </a:rPr>
              <a:t>i</a:t>
            </a:r>
            <a:r>
              <a:rPr lang="zh-CN" altLang="en-US" dirty="0">
                <a:ea typeface="宋体" charset="-122"/>
              </a:rPr>
              <a:t>用于控制分别计算</a:t>
            </a:r>
            <a:r>
              <a:rPr lang="en-US" altLang="zh-CN" dirty="0">
                <a:ea typeface="宋体" charset="-122"/>
              </a:rPr>
              <a:t>a1</a:t>
            </a:r>
            <a:r>
              <a:rPr lang="zh-CN" altLang="en-US" dirty="0">
                <a:ea typeface="宋体" charset="-122"/>
              </a:rPr>
              <a:t>三角，</a:t>
            </a:r>
            <a:r>
              <a:rPr lang="en-US" altLang="zh-CN" dirty="0">
                <a:ea typeface="宋体" charset="-122"/>
              </a:rPr>
              <a:t>a2</a:t>
            </a:r>
            <a:r>
              <a:rPr lang="zh-CN" altLang="en-US" dirty="0">
                <a:ea typeface="宋体" charset="-122"/>
              </a:rPr>
              <a:t>三角，</a:t>
            </a:r>
            <a:r>
              <a:rPr lang="en-US" altLang="zh-CN" dirty="0">
                <a:ea typeface="宋体" charset="-122"/>
              </a:rPr>
              <a:t>a3</a:t>
            </a:r>
            <a:r>
              <a:rPr lang="zh-CN" altLang="en-US" dirty="0">
                <a:ea typeface="宋体" charset="-122"/>
              </a:rPr>
              <a:t>三角</a:t>
            </a:r>
            <a:r>
              <a:rPr lang="en-US" altLang="zh-CN" dirty="0">
                <a:ea typeface="宋体" charset="-122"/>
              </a:rPr>
              <a:t>…..</a:t>
            </a:r>
            <a:r>
              <a:rPr lang="zh-CN" altLang="en-US" dirty="0">
                <a:ea typeface="宋体" charset="-122"/>
              </a:rPr>
              <a:t>，</a:t>
            </a:r>
            <a:r>
              <a:rPr lang="en-US" altLang="zh-CN" dirty="0">
                <a:ea typeface="宋体" charset="-122"/>
              </a:rPr>
              <a:t>a5</a:t>
            </a:r>
            <a:r>
              <a:rPr lang="zh-CN" altLang="en-US" dirty="0">
                <a:ea typeface="宋体" charset="-122"/>
              </a:rPr>
              <a:t>三角。</a:t>
            </a:r>
            <a:endParaRPr lang="en-US" altLang="zh-CN" dirty="0">
              <a:ea typeface="宋体" charset="-122"/>
            </a:endParaRPr>
          </a:p>
          <a:p>
            <a:r>
              <a:rPr lang="en-US" altLang="zh-CN" dirty="0">
                <a:ea typeface="宋体" charset="-122"/>
              </a:rPr>
              <a:t>2</a:t>
            </a:r>
            <a:r>
              <a:rPr lang="zh-CN" altLang="en-US" dirty="0">
                <a:ea typeface="宋体" charset="-122"/>
              </a:rPr>
              <a:t>）用第二层循环</a:t>
            </a:r>
            <a:r>
              <a:rPr lang="en-US" altLang="zh-CN" dirty="0">
                <a:ea typeface="宋体" charset="-122"/>
              </a:rPr>
              <a:t>j</a:t>
            </a:r>
            <a:r>
              <a:rPr lang="zh-CN" altLang="en-US" dirty="0">
                <a:ea typeface="宋体" charset="-122"/>
              </a:rPr>
              <a:t>控制在每个三角里，的行数，如</a:t>
            </a:r>
            <a:r>
              <a:rPr lang="en-US" altLang="zh-CN" dirty="0" err="1">
                <a:ea typeface="宋体" charset="-122"/>
              </a:rPr>
              <a:t>i</a:t>
            </a:r>
            <a:r>
              <a:rPr lang="en-US" altLang="zh-CN" dirty="0">
                <a:ea typeface="宋体" charset="-122"/>
              </a:rPr>
              <a:t>=1</a:t>
            </a:r>
            <a:r>
              <a:rPr lang="zh-CN" altLang="en-US" dirty="0">
                <a:ea typeface="宋体" charset="-122"/>
              </a:rPr>
              <a:t>，第一个三角里，</a:t>
            </a:r>
            <a:r>
              <a:rPr lang="en-US" altLang="zh-CN" dirty="0">
                <a:ea typeface="宋体" charset="-122"/>
              </a:rPr>
              <a:t>j=1,2,…5</a:t>
            </a:r>
            <a:r>
              <a:rPr lang="zh-CN" altLang="en-US" dirty="0">
                <a:ea typeface="宋体" charset="-122"/>
              </a:rPr>
              <a:t>。</a:t>
            </a:r>
            <a:endParaRPr lang="en-US" altLang="zh-CN" dirty="0">
              <a:ea typeface="宋体" charset="-122"/>
            </a:endParaRPr>
          </a:p>
          <a:p>
            <a:r>
              <a:rPr lang="en-US" altLang="zh-CN" dirty="0">
                <a:ea typeface="宋体" charset="-122"/>
              </a:rPr>
              <a:t>3</a:t>
            </a:r>
            <a:r>
              <a:rPr lang="zh-CN" altLang="en-US" dirty="0">
                <a:ea typeface="宋体" charset="-122"/>
              </a:rPr>
              <a:t>）用第三层循环控制</a:t>
            </a:r>
            <a:r>
              <a:rPr lang="en-US" altLang="zh-CN" dirty="0">
                <a:ea typeface="宋体" charset="-122"/>
              </a:rPr>
              <a:t>k</a:t>
            </a:r>
            <a:r>
              <a:rPr lang="zh-CN" altLang="en-US" dirty="0">
                <a:ea typeface="宋体" charset="-122"/>
              </a:rPr>
              <a:t>，每行的列数。</a:t>
            </a:r>
            <a:endParaRPr lang="en-US" altLang="zh-CN" dirty="0">
              <a:ea typeface="宋体" charset="-122"/>
            </a:endParaRPr>
          </a:p>
          <a:p>
            <a:r>
              <a:rPr lang="en-US" altLang="zh-CN" dirty="0">
                <a:ea typeface="宋体" charset="-122"/>
              </a:rPr>
              <a:t>Sum</a:t>
            </a:r>
            <a:r>
              <a:rPr lang="zh-CN" altLang="en-US" dirty="0">
                <a:ea typeface="宋体" charset="-122"/>
              </a:rPr>
              <a:t>是记录最大的和，</a:t>
            </a:r>
            <a:r>
              <a:rPr lang="en-US" altLang="zh-CN" dirty="0" err="1">
                <a:ea typeface="宋体" charset="-122"/>
              </a:rPr>
              <a:t>thissum</a:t>
            </a:r>
            <a:r>
              <a:rPr lang="zh-CN" altLang="en-US" dirty="0">
                <a:ea typeface="宋体" charset="-122"/>
              </a:rPr>
              <a:t>用于记录每个三角里，每行获得的即时和。</a:t>
            </a:r>
            <a:endParaRPr lang="en-US" altLang="zh-CN" dirty="0">
              <a:ea typeface="宋体" charset="-122"/>
            </a:endParaRPr>
          </a:p>
          <a:p>
            <a:endParaRPr lang="zh-CN" altLang="en-US" dirty="0">
              <a:ea typeface="宋体" charset="-122"/>
            </a:endParaRPr>
          </a:p>
        </p:txBody>
      </p:sp>
      <p:sp>
        <p:nvSpPr>
          <p:cNvPr id="189443" name="灯片编号占位符 3"/>
          <p:cNvSpPr>
            <a:spLocks noGrp="1"/>
          </p:cNvSpPr>
          <p:nvPr>
            <p:ph type="sldNum" sz="quarter" idx="5"/>
          </p:nvPr>
        </p:nvSpPr>
        <p:spPr>
          <a:noFill/>
          <a:ln>
            <a:miter lim="800000"/>
          </a:ln>
        </p:spPr>
        <p:txBody>
          <a:bodyPr/>
          <a:lstStyle/>
          <a:p>
            <a:fld id="{2F007850-F389-49CB-B001-6446B576806F}" type="slidenum">
              <a:rPr lang="zh-CN" altLang="en-US" smtClean="0">
                <a:ea typeface="宋体" charset="-122"/>
              </a:rPr>
              <a:t>83</a:t>
            </a:fld>
            <a:endParaRPr lang="en-US" altLang="zh-CN">
              <a:ea typeface="宋体" charset="-122"/>
            </a:endParaRPr>
          </a:p>
        </p:txBody>
      </p:sp>
    </p:spTree>
    <p:extLst>
      <p:ext uri="{BB962C8B-B14F-4D97-AF65-F5344CB8AC3E}">
        <p14:creationId xmlns:p14="http://schemas.microsoft.com/office/powerpoint/2010/main" val="16441973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幻灯片图像占位符 1"/>
          <p:cNvSpPr>
            <a:spLocks noGrp="1" noRot="1" noChangeAspect="1" noTextEdit="1"/>
          </p:cNvSpPr>
          <p:nvPr>
            <p:ph type="sldImg"/>
          </p:nvPr>
        </p:nvSpPr>
        <p:spPr/>
      </p:sp>
      <p:sp>
        <p:nvSpPr>
          <p:cNvPr id="195586" name="备注占位符 2"/>
          <p:cNvSpPr>
            <a:spLocks noGrp="1"/>
          </p:cNvSpPr>
          <p:nvPr>
            <p:ph type="body" idx="1"/>
          </p:nvPr>
        </p:nvSpPr>
        <p:spPr>
          <a:noFill/>
        </p:spPr>
        <p:txBody>
          <a:bodyPr/>
          <a:lstStyle/>
          <a:p>
            <a:r>
              <a:rPr lang="zh-CN" altLang="en-US" dirty="0">
                <a:ea typeface="宋体" charset="-122"/>
              </a:rPr>
              <a:t>目的：一个包含了</a:t>
            </a:r>
            <a:r>
              <a:rPr lang="en-US" altLang="zh-CN" dirty="0">
                <a:ea typeface="宋体" charset="-122"/>
              </a:rPr>
              <a:t>n</a:t>
            </a:r>
            <a:r>
              <a:rPr lang="zh-CN" altLang="en-US" dirty="0">
                <a:ea typeface="宋体" charset="-122"/>
              </a:rPr>
              <a:t>个元素的过程中，找到划分子过程的方法，使得在</a:t>
            </a:r>
            <a:r>
              <a:rPr lang="en-US" altLang="zh-CN" dirty="0">
                <a:ea typeface="宋体" charset="-122"/>
              </a:rPr>
              <a:t>n-1</a:t>
            </a:r>
            <a:r>
              <a:rPr lang="zh-CN" altLang="en-US" dirty="0">
                <a:ea typeface="宋体" charset="-122"/>
              </a:rPr>
              <a:t>个元素中找最优解。</a:t>
            </a:r>
            <a:endParaRPr lang="en-US" altLang="zh-CN" dirty="0">
              <a:ea typeface="宋体" charset="-122"/>
            </a:endParaRPr>
          </a:p>
          <a:p>
            <a:r>
              <a:rPr lang="zh-CN" altLang="en-US" dirty="0">
                <a:ea typeface="宋体" charset="-122"/>
              </a:rPr>
              <a:t>规律：如果某个元素</a:t>
            </a:r>
            <a:r>
              <a:rPr lang="en-US" altLang="zh-CN" dirty="0">
                <a:ea typeface="宋体" charset="-122"/>
              </a:rPr>
              <a:t>&lt;0</a:t>
            </a:r>
            <a:r>
              <a:rPr lang="zh-CN" altLang="en-US" dirty="0">
                <a:ea typeface="宋体" charset="-122"/>
              </a:rPr>
              <a:t>，则这个元素就可以从</a:t>
            </a:r>
            <a:r>
              <a:rPr lang="en-US" altLang="zh-CN" dirty="0">
                <a:ea typeface="宋体" charset="-122"/>
              </a:rPr>
              <a:t>n</a:t>
            </a:r>
            <a:r>
              <a:rPr lang="zh-CN" altLang="en-US" dirty="0">
                <a:ea typeface="宋体" charset="-122"/>
              </a:rPr>
              <a:t>个元素中划掉，继而在</a:t>
            </a:r>
            <a:r>
              <a:rPr lang="en-US" altLang="zh-CN" dirty="0">
                <a:ea typeface="宋体" charset="-122"/>
              </a:rPr>
              <a:t>n-1</a:t>
            </a:r>
            <a:r>
              <a:rPr lang="zh-CN" altLang="en-US" dirty="0">
                <a:ea typeface="宋体" charset="-122"/>
              </a:rPr>
              <a:t>中找，如果当前的和是</a:t>
            </a:r>
            <a:r>
              <a:rPr lang="en-US" altLang="zh-CN" dirty="0">
                <a:ea typeface="宋体" charset="-122"/>
              </a:rPr>
              <a:t>&lt;0</a:t>
            </a:r>
            <a:r>
              <a:rPr lang="zh-CN" altLang="en-US" dirty="0">
                <a:ea typeface="宋体" charset="-122"/>
              </a:rPr>
              <a:t>，则子过程就是未加的元素中找最优解。</a:t>
            </a:r>
          </a:p>
        </p:txBody>
      </p:sp>
      <p:sp>
        <p:nvSpPr>
          <p:cNvPr id="195587" name="灯片编号占位符 3"/>
          <p:cNvSpPr>
            <a:spLocks noGrp="1"/>
          </p:cNvSpPr>
          <p:nvPr>
            <p:ph type="sldNum" sz="quarter" idx="5"/>
          </p:nvPr>
        </p:nvSpPr>
        <p:spPr>
          <a:noFill/>
          <a:ln>
            <a:miter lim="800000"/>
          </a:ln>
        </p:spPr>
        <p:txBody>
          <a:bodyPr/>
          <a:lstStyle/>
          <a:p>
            <a:fld id="{3920FD66-13CA-44B7-A6B6-4264352518DF}" type="slidenum">
              <a:rPr lang="zh-CN" altLang="en-US" smtClean="0">
                <a:ea typeface="宋体" charset="-122"/>
              </a:rPr>
              <a:t>89</a:t>
            </a:fld>
            <a:endParaRPr lang="en-US" altLang="zh-CN">
              <a:ea typeface="宋体" charset="-122"/>
            </a:endParaRPr>
          </a:p>
        </p:txBody>
      </p:sp>
    </p:spTree>
    <p:extLst>
      <p:ext uri="{BB962C8B-B14F-4D97-AF65-F5344CB8AC3E}">
        <p14:creationId xmlns:p14="http://schemas.microsoft.com/office/powerpoint/2010/main" val="3170381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幻灯片图像占位符 1"/>
          <p:cNvSpPr>
            <a:spLocks noGrp="1" noRot="1" noChangeAspect="1" noTextEdit="1"/>
          </p:cNvSpPr>
          <p:nvPr>
            <p:ph type="sldImg"/>
          </p:nvPr>
        </p:nvSpPr>
        <p:spPr/>
      </p:sp>
      <p:sp>
        <p:nvSpPr>
          <p:cNvPr id="201730" name="备注占位符 2"/>
          <p:cNvSpPr>
            <a:spLocks noGrp="1"/>
          </p:cNvSpPr>
          <p:nvPr>
            <p:ph type="body" idx="1"/>
          </p:nvPr>
        </p:nvSpPr>
        <p:spPr>
          <a:noFill/>
        </p:spPr>
        <p:txBody>
          <a:bodyPr/>
          <a:lstStyle/>
          <a:p>
            <a:r>
              <a:rPr lang="zh-CN" altLang="en-US" dirty="0">
                <a:ea typeface="宋体" charset="-122"/>
              </a:rPr>
              <a:t>目的：一个包含了</a:t>
            </a:r>
            <a:r>
              <a:rPr lang="en-US" altLang="zh-CN" dirty="0">
                <a:ea typeface="宋体" charset="-122"/>
              </a:rPr>
              <a:t>n</a:t>
            </a:r>
            <a:r>
              <a:rPr lang="zh-CN" altLang="en-US" dirty="0">
                <a:ea typeface="宋体" charset="-122"/>
              </a:rPr>
              <a:t>个元素的过程中，找到划分子过程的方法，使得在</a:t>
            </a:r>
            <a:r>
              <a:rPr lang="en-US" altLang="zh-CN" dirty="0">
                <a:ea typeface="宋体" charset="-122"/>
              </a:rPr>
              <a:t>n-1</a:t>
            </a:r>
            <a:r>
              <a:rPr lang="zh-CN" altLang="en-US" dirty="0">
                <a:ea typeface="宋体" charset="-122"/>
              </a:rPr>
              <a:t>个元素中找最优解。</a:t>
            </a:r>
            <a:endParaRPr lang="en-US" altLang="zh-CN" dirty="0">
              <a:ea typeface="宋体" charset="-122"/>
            </a:endParaRPr>
          </a:p>
          <a:p>
            <a:r>
              <a:rPr lang="zh-CN" altLang="en-US" dirty="0">
                <a:ea typeface="宋体" charset="-122"/>
              </a:rPr>
              <a:t>规律：如果某个元素</a:t>
            </a:r>
            <a:r>
              <a:rPr lang="en-US" altLang="zh-CN" dirty="0">
                <a:ea typeface="宋体" charset="-122"/>
              </a:rPr>
              <a:t>&lt;0</a:t>
            </a:r>
            <a:r>
              <a:rPr lang="zh-CN" altLang="en-US" dirty="0">
                <a:ea typeface="宋体" charset="-122"/>
              </a:rPr>
              <a:t>，则这个元素就可以从</a:t>
            </a:r>
            <a:r>
              <a:rPr lang="en-US" altLang="zh-CN" dirty="0">
                <a:ea typeface="宋体" charset="-122"/>
              </a:rPr>
              <a:t>n</a:t>
            </a:r>
            <a:r>
              <a:rPr lang="zh-CN" altLang="en-US" dirty="0">
                <a:ea typeface="宋体" charset="-122"/>
              </a:rPr>
              <a:t>个元素中划掉，继而在</a:t>
            </a:r>
            <a:r>
              <a:rPr lang="en-US" altLang="zh-CN" dirty="0">
                <a:ea typeface="宋体" charset="-122"/>
              </a:rPr>
              <a:t>n-1</a:t>
            </a:r>
            <a:r>
              <a:rPr lang="zh-CN" altLang="en-US" dirty="0">
                <a:ea typeface="宋体" charset="-122"/>
              </a:rPr>
              <a:t>中找，如果当前的和是</a:t>
            </a:r>
            <a:r>
              <a:rPr lang="en-US" altLang="zh-CN" dirty="0">
                <a:ea typeface="宋体" charset="-122"/>
              </a:rPr>
              <a:t>&lt;0</a:t>
            </a:r>
            <a:r>
              <a:rPr lang="zh-CN" altLang="en-US" dirty="0">
                <a:ea typeface="宋体" charset="-122"/>
              </a:rPr>
              <a:t>，则子过程就是未加的元素中找最优解。</a:t>
            </a:r>
          </a:p>
        </p:txBody>
      </p:sp>
      <p:sp>
        <p:nvSpPr>
          <p:cNvPr id="201731" name="灯片编号占位符 3"/>
          <p:cNvSpPr>
            <a:spLocks noGrp="1"/>
          </p:cNvSpPr>
          <p:nvPr>
            <p:ph type="sldNum" sz="quarter" idx="5"/>
          </p:nvPr>
        </p:nvSpPr>
        <p:spPr>
          <a:noFill/>
          <a:ln>
            <a:miter lim="800000"/>
          </a:ln>
        </p:spPr>
        <p:txBody>
          <a:bodyPr/>
          <a:lstStyle/>
          <a:p>
            <a:fld id="{DD0B9D93-5937-4E57-82AC-8E3E2164D7F8}" type="slidenum">
              <a:rPr lang="zh-CN" altLang="en-US" smtClean="0">
                <a:ea typeface="宋体" charset="-122"/>
              </a:rPr>
              <a:t>100</a:t>
            </a:fld>
            <a:endParaRPr lang="en-US" altLang="zh-CN">
              <a:ea typeface="宋体" charset="-122"/>
            </a:endParaRPr>
          </a:p>
        </p:txBody>
      </p:sp>
    </p:spTree>
    <p:extLst>
      <p:ext uri="{BB962C8B-B14F-4D97-AF65-F5344CB8AC3E}">
        <p14:creationId xmlns:p14="http://schemas.microsoft.com/office/powerpoint/2010/main" val="11093700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Times New Roman" pitchFamily="18" charset="0"/>
                <a:ea typeface="宋体" pitchFamily="2" charset="-122"/>
                <a:cs typeface="+mn-cs"/>
              </a:rPr>
              <a:t>假如我现在知道以下标</a:t>
            </a:r>
            <a:r>
              <a:rPr lang="en-US" altLang="zh-CN" sz="1200" kern="1200" dirty="0" err="1">
                <a:solidFill>
                  <a:schemeClr val="tx1"/>
                </a:solidFill>
                <a:effectLst/>
                <a:latin typeface="Times New Roman" pitchFamily="18" charset="0"/>
                <a:ea typeface="宋体" pitchFamily="2" charset="-122"/>
                <a:cs typeface="+mn-cs"/>
              </a:rPr>
              <a:t>i</a:t>
            </a:r>
            <a:r>
              <a:rPr lang="zh-CN" altLang="zh-CN" sz="1200" kern="1200" dirty="0">
                <a:solidFill>
                  <a:schemeClr val="tx1"/>
                </a:solidFill>
                <a:effectLst/>
                <a:latin typeface="Times New Roman" pitchFamily="18" charset="0"/>
                <a:ea typeface="宋体" pitchFamily="2" charset="-122"/>
                <a:cs typeface="+mn-cs"/>
              </a:rPr>
              <a:t>结束的数组和（注意是数组和，就是下标</a:t>
            </a:r>
            <a:r>
              <a:rPr lang="en-US" altLang="zh-CN" sz="1200" kern="1200" dirty="0" err="1">
                <a:solidFill>
                  <a:schemeClr val="tx1"/>
                </a:solidFill>
                <a:effectLst/>
                <a:latin typeface="Times New Roman" pitchFamily="18" charset="0"/>
                <a:ea typeface="宋体" pitchFamily="2" charset="-122"/>
                <a:cs typeface="+mn-cs"/>
              </a:rPr>
              <a:t>i</a:t>
            </a:r>
            <a:r>
              <a:rPr lang="zh-CN" altLang="zh-CN" sz="1200" kern="1200" dirty="0">
                <a:solidFill>
                  <a:schemeClr val="tx1"/>
                </a:solidFill>
                <a:effectLst/>
                <a:latin typeface="Times New Roman" pitchFamily="18" charset="0"/>
                <a:ea typeface="宋体" pitchFamily="2" charset="-122"/>
                <a:cs typeface="+mn-cs"/>
              </a:rPr>
              <a:t>与之前的全部元素加一起），如上面的和分别为：</a:t>
            </a:r>
            <a:r>
              <a:rPr lang="en-US" altLang="zh-CN" sz="1200" kern="1200" dirty="0">
                <a:solidFill>
                  <a:schemeClr val="tx1"/>
                </a:solidFill>
                <a:effectLst/>
                <a:latin typeface="Times New Roman" pitchFamily="18" charset="0"/>
                <a:ea typeface="宋体" pitchFamily="2" charset="-122"/>
                <a:cs typeface="+mn-cs"/>
              </a:rPr>
              <a:t>1,-4,-1,3,1,-2,8</a:t>
            </a:r>
            <a:r>
              <a:rPr lang="zh-CN" altLang="zh-CN" sz="1200" kern="1200" dirty="0">
                <a:solidFill>
                  <a:schemeClr val="tx1"/>
                </a:solidFill>
                <a:effectLst/>
                <a:latin typeface="Times New Roman" pitchFamily="18" charset="0"/>
                <a:ea typeface="宋体" pitchFamily="2" charset="-122"/>
                <a:cs typeface="+mn-cs"/>
              </a:rPr>
              <a:t>。下标</a:t>
            </a:r>
            <a:r>
              <a:rPr lang="en-US" altLang="zh-CN" sz="1200" kern="1200" dirty="0" err="1">
                <a:solidFill>
                  <a:schemeClr val="tx1"/>
                </a:solidFill>
                <a:effectLst/>
                <a:latin typeface="Times New Roman" pitchFamily="18" charset="0"/>
                <a:ea typeface="宋体" pitchFamily="2" charset="-122"/>
                <a:cs typeface="+mn-cs"/>
              </a:rPr>
              <a:t>i</a:t>
            </a:r>
            <a:r>
              <a:rPr lang="zh-CN" altLang="zh-CN" sz="1200" kern="1200" dirty="0">
                <a:solidFill>
                  <a:schemeClr val="tx1"/>
                </a:solidFill>
                <a:effectLst/>
                <a:latin typeface="Times New Roman" pitchFamily="18" charset="0"/>
                <a:ea typeface="宋体" pitchFamily="2" charset="-122"/>
                <a:cs typeface="+mn-cs"/>
              </a:rPr>
              <a:t>结束的数组和记为</a:t>
            </a:r>
            <a:r>
              <a:rPr lang="en-US" altLang="zh-CN" sz="1200" kern="1200" dirty="0">
                <a:solidFill>
                  <a:schemeClr val="tx1"/>
                </a:solidFill>
                <a:effectLst/>
                <a:latin typeface="Times New Roman" pitchFamily="18" charset="0"/>
                <a:ea typeface="宋体" pitchFamily="2" charset="-122"/>
                <a:cs typeface="+mn-cs"/>
              </a:rPr>
              <a:t>sum(</a:t>
            </a:r>
            <a:r>
              <a:rPr lang="en-US" altLang="zh-CN" sz="1200" kern="1200" dirty="0" err="1">
                <a:solidFill>
                  <a:schemeClr val="tx1"/>
                </a:solidFill>
                <a:effectLst/>
                <a:latin typeface="Times New Roman" pitchFamily="18" charset="0"/>
                <a:ea typeface="宋体" pitchFamily="2" charset="-122"/>
                <a:cs typeface="+mn-cs"/>
              </a:rPr>
              <a:t>i</a:t>
            </a:r>
            <a:r>
              <a:rPr lang="en-US" altLang="zh-CN" sz="1200" kern="1200" dirty="0">
                <a:solidFill>
                  <a:schemeClr val="tx1"/>
                </a:solidFill>
                <a:effectLst/>
                <a:latin typeface="Times New Roman" pitchFamily="18" charset="0"/>
                <a:ea typeface="宋体" pitchFamily="2" charset="-122"/>
                <a:cs typeface="+mn-cs"/>
              </a:rPr>
              <a:t>)</a:t>
            </a:r>
            <a:r>
              <a:rPr lang="zh-CN" altLang="zh-CN" sz="1200" kern="1200" dirty="0">
                <a:solidFill>
                  <a:schemeClr val="tx1"/>
                </a:solidFill>
                <a:effectLst/>
                <a:latin typeface="Times New Roman" pitchFamily="18" charset="0"/>
                <a:ea typeface="宋体" pitchFamily="2" charset="-122"/>
                <a:cs typeface="+mn-cs"/>
              </a:rPr>
              <a:t>，如果利用</a:t>
            </a:r>
            <a:r>
              <a:rPr lang="en-US" altLang="zh-CN" sz="1200" kern="1200" dirty="0">
                <a:solidFill>
                  <a:schemeClr val="tx1"/>
                </a:solidFill>
                <a:effectLst/>
                <a:latin typeface="Times New Roman" pitchFamily="18" charset="0"/>
                <a:ea typeface="宋体" pitchFamily="2" charset="-122"/>
                <a:cs typeface="+mn-cs"/>
              </a:rPr>
              <a:t>sum(</a:t>
            </a:r>
            <a:r>
              <a:rPr lang="en-US" altLang="zh-CN" sz="1200" kern="1200" dirty="0" err="1">
                <a:solidFill>
                  <a:schemeClr val="tx1"/>
                </a:solidFill>
                <a:effectLst/>
                <a:latin typeface="Times New Roman" pitchFamily="18" charset="0"/>
                <a:ea typeface="宋体" pitchFamily="2" charset="-122"/>
                <a:cs typeface="+mn-cs"/>
              </a:rPr>
              <a:t>i</a:t>
            </a:r>
            <a:r>
              <a:rPr lang="en-US" altLang="zh-CN" sz="1200" kern="1200" dirty="0">
                <a:solidFill>
                  <a:schemeClr val="tx1"/>
                </a:solidFill>
                <a:effectLst/>
                <a:latin typeface="Times New Roman" pitchFamily="18" charset="0"/>
                <a:ea typeface="宋体" pitchFamily="2" charset="-122"/>
                <a:cs typeface="+mn-cs"/>
              </a:rPr>
              <a:t>)</a:t>
            </a:r>
            <a:r>
              <a:rPr lang="zh-CN" altLang="zh-CN" sz="1200" kern="1200" dirty="0">
                <a:solidFill>
                  <a:schemeClr val="tx1"/>
                </a:solidFill>
                <a:effectLst/>
                <a:latin typeface="Times New Roman" pitchFamily="18" charset="0"/>
                <a:ea typeface="宋体" pitchFamily="2" charset="-122"/>
                <a:cs typeface="+mn-cs"/>
              </a:rPr>
              <a:t>减去下标</a:t>
            </a:r>
            <a:r>
              <a:rPr lang="en-US" altLang="zh-CN" sz="1200" kern="1200" dirty="0" err="1">
                <a:solidFill>
                  <a:schemeClr val="tx1"/>
                </a:solidFill>
                <a:effectLst/>
                <a:latin typeface="Times New Roman" pitchFamily="18" charset="0"/>
                <a:ea typeface="宋体" pitchFamily="2" charset="-122"/>
                <a:cs typeface="+mn-cs"/>
              </a:rPr>
              <a:t>i</a:t>
            </a:r>
            <a:r>
              <a:rPr lang="zh-CN" altLang="zh-CN" sz="1200" kern="1200" dirty="0">
                <a:solidFill>
                  <a:schemeClr val="tx1"/>
                </a:solidFill>
                <a:effectLst/>
                <a:latin typeface="Times New Roman" pitchFamily="18" charset="0"/>
                <a:ea typeface="宋体" pitchFamily="2" charset="-122"/>
                <a:cs typeface="+mn-cs"/>
              </a:rPr>
              <a:t>以前的最小和</a:t>
            </a:r>
            <a:r>
              <a:rPr lang="en-US" altLang="zh-CN" sz="1200" kern="1200" dirty="0">
                <a:solidFill>
                  <a:schemeClr val="tx1"/>
                </a:solidFill>
                <a:effectLst/>
                <a:latin typeface="Times New Roman" pitchFamily="18" charset="0"/>
                <a:ea typeface="宋体" pitchFamily="2" charset="-122"/>
                <a:cs typeface="+mn-cs"/>
              </a:rPr>
              <a:t>sum(j)</a:t>
            </a:r>
            <a:r>
              <a:rPr lang="zh-CN" altLang="zh-CN" sz="1200" kern="1200" dirty="0">
                <a:solidFill>
                  <a:schemeClr val="tx1"/>
                </a:solidFill>
                <a:effectLst/>
                <a:latin typeface="Times New Roman" pitchFamily="18" charset="0"/>
                <a:ea typeface="宋体" pitchFamily="2" charset="-122"/>
                <a:cs typeface="+mn-cs"/>
              </a:rPr>
              <a:t>，这里</a:t>
            </a:r>
            <a:r>
              <a:rPr lang="en-US" altLang="zh-CN" sz="1200" kern="1200" dirty="0">
                <a:solidFill>
                  <a:schemeClr val="tx1"/>
                </a:solidFill>
                <a:effectLst/>
                <a:latin typeface="Times New Roman" pitchFamily="18" charset="0"/>
                <a:ea typeface="宋体" pitchFamily="2" charset="-122"/>
                <a:cs typeface="+mn-cs"/>
              </a:rPr>
              <a:t>(j&lt;</a:t>
            </a:r>
            <a:r>
              <a:rPr lang="en-US" altLang="zh-CN" sz="1200" kern="1200" dirty="0" err="1">
                <a:solidFill>
                  <a:schemeClr val="tx1"/>
                </a:solidFill>
                <a:effectLst/>
                <a:latin typeface="Times New Roman" pitchFamily="18" charset="0"/>
                <a:ea typeface="宋体" pitchFamily="2" charset="-122"/>
                <a:cs typeface="+mn-cs"/>
              </a:rPr>
              <a:t>i</a:t>
            </a:r>
            <a:r>
              <a:rPr lang="en-US" altLang="zh-CN" sz="1200" kern="1200" dirty="0">
                <a:solidFill>
                  <a:schemeClr val="tx1"/>
                </a:solidFill>
                <a:effectLst/>
                <a:latin typeface="Times New Roman" pitchFamily="18" charset="0"/>
                <a:ea typeface="宋体" pitchFamily="2" charset="-122"/>
                <a:cs typeface="+mn-cs"/>
              </a:rPr>
              <a:t>)</a:t>
            </a:r>
            <a:r>
              <a:rPr lang="zh-CN" altLang="zh-CN" sz="1200" kern="1200" dirty="0">
                <a:solidFill>
                  <a:schemeClr val="tx1"/>
                </a:solidFill>
                <a:effectLst/>
                <a:latin typeface="Times New Roman" pitchFamily="18" charset="0"/>
                <a:ea typeface="宋体" pitchFamily="2" charset="-122"/>
                <a:cs typeface="+mn-cs"/>
              </a:rPr>
              <a:t>，即</a:t>
            </a:r>
            <a:r>
              <a:rPr lang="en-US" altLang="zh-CN" sz="1200" kern="1200" dirty="0">
                <a:solidFill>
                  <a:schemeClr val="tx1"/>
                </a:solidFill>
                <a:effectLst/>
                <a:latin typeface="Times New Roman" pitchFamily="18" charset="0"/>
                <a:ea typeface="宋体" pitchFamily="2" charset="-122"/>
                <a:cs typeface="+mn-cs"/>
              </a:rPr>
              <a:t>sum(</a:t>
            </a:r>
            <a:r>
              <a:rPr lang="en-US" altLang="zh-CN" sz="1200" kern="1200" dirty="0" err="1">
                <a:solidFill>
                  <a:schemeClr val="tx1"/>
                </a:solidFill>
                <a:effectLst/>
                <a:latin typeface="Times New Roman" pitchFamily="18" charset="0"/>
                <a:ea typeface="宋体" pitchFamily="2" charset="-122"/>
                <a:cs typeface="+mn-cs"/>
              </a:rPr>
              <a:t>i</a:t>
            </a:r>
            <a:r>
              <a:rPr lang="en-US" altLang="zh-CN" sz="1200" kern="1200" dirty="0">
                <a:solidFill>
                  <a:schemeClr val="tx1"/>
                </a:solidFill>
                <a:effectLst/>
                <a:latin typeface="Times New Roman" pitchFamily="18" charset="0"/>
                <a:ea typeface="宋体" pitchFamily="2" charset="-122"/>
                <a:cs typeface="+mn-cs"/>
              </a:rPr>
              <a:t>)-sum(j)</a:t>
            </a:r>
            <a:r>
              <a:rPr lang="zh-CN" altLang="zh-CN" sz="1200" kern="1200" dirty="0">
                <a:solidFill>
                  <a:schemeClr val="tx1"/>
                </a:solidFill>
                <a:effectLst/>
                <a:latin typeface="Times New Roman" pitchFamily="18" charset="0"/>
                <a:ea typeface="宋体" pitchFamily="2" charset="-122"/>
                <a:cs typeface="+mn-cs"/>
              </a:rPr>
              <a:t>就是以</a:t>
            </a:r>
            <a:r>
              <a:rPr lang="en-US" altLang="zh-CN" sz="1200" kern="1200" dirty="0" err="1">
                <a:solidFill>
                  <a:schemeClr val="tx1"/>
                </a:solidFill>
                <a:effectLst/>
                <a:latin typeface="Times New Roman" pitchFamily="18" charset="0"/>
                <a:ea typeface="宋体" pitchFamily="2" charset="-122"/>
                <a:cs typeface="+mn-cs"/>
              </a:rPr>
              <a:t>i</a:t>
            </a:r>
            <a:r>
              <a:rPr lang="zh-CN" altLang="zh-CN" sz="1200" kern="1200" dirty="0">
                <a:solidFill>
                  <a:schemeClr val="tx1"/>
                </a:solidFill>
                <a:effectLst/>
                <a:latin typeface="Times New Roman" pitchFamily="18" charset="0"/>
                <a:ea typeface="宋体" pitchFamily="2" charset="-122"/>
                <a:cs typeface="+mn-cs"/>
              </a:rPr>
              <a:t>为结尾的最大子数组和。即为解法三中的</a:t>
            </a:r>
            <a:r>
              <a:rPr lang="en-US" altLang="zh-CN" sz="1200" kern="1200" dirty="0" err="1">
                <a:solidFill>
                  <a:schemeClr val="tx1"/>
                </a:solidFill>
                <a:effectLst/>
                <a:latin typeface="Times New Roman" pitchFamily="18" charset="0"/>
                <a:ea typeface="宋体" pitchFamily="2" charset="-122"/>
                <a:cs typeface="+mn-cs"/>
              </a:rPr>
              <a:t>dp</a:t>
            </a:r>
            <a:r>
              <a:rPr lang="en-US" altLang="zh-CN" sz="1200" kern="1200" dirty="0">
                <a:solidFill>
                  <a:schemeClr val="tx1"/>
                </a:solidFill>
                <a:effectLst/>
                <a:latin typeface="Times New Roman" pitchFamily="18" charset="0"/>
                <a:ea typeface="宋体" pitchFamily="2" charset="-122"/>
                <a:cs typeface="+mn-cs"/>
              </a:rPr>
              <a:t>[</a:t>
            </a:r>
            <a:r>
              <a:rPr lang="en-US" altLang="zh-CN" sz="1200" kern="1200" dirty="0" err="1">
                <a:solidFill>
                  <a:schemeClr val="tx1"/>
                </a:solidFill>
                <a:effectLst/>
                <a:latin typeface="Times New Roman" pitchFamily="18" charset="0"/>
                <a:ea typeface="宋体" pitchFamily="2" charset="-122"/>
                <a:cs typeface="+mn-cs"/>
              </a:rPr>
              <a:t>i</a:t>
            </a:r>
            <a:r>
              <a:rPr lang="en-US" altLang="zh-CN" sz="1200" kern="1200" dirty="0">
                <a:solidFill>
                  <a:schemeClr val="tx1"/>
                </a:solidFill>
                <a:effectLst/>
                <a:latin typeface="Times New Roman" pitchFamily="18" charset="0"/>
                <a:ea typeface="宋体" pitchFamily="2" charset="-122"/>
                <a:cs typeface="+mn-cs"/>
              </a:rPr>
              <a:t>]</a:t>
            </a:r>
            <a:r>
              <a:rPr lang="zh-CN" altLang="zh-CN" sz="1200" kern="1200" dirty="0">
                <a:solidFill>
                  <a:schemeClr val="tx1"/>
                </a:solidFill>
                <a:effectLst/>
                <a:latin typeface="Times New Roman" pitchFamily="18" charset="0"/>
                <a:ea typeface="宋体" pitchFamily="2" charset="-122"/>
                <a:cs typeface="+mn-cs"/>
              </a:rPr>
              <a:t>的值。</a:t>
            </a:r>
            <a:endParaRPr lang="zh-CN" altLang="en-US" dirty="0"/>
          </a:p>
        </p:txBody>
      </p:sp>
      <p:sp>
        <p:nvSpPr>
          <p:cNvPr id="4" name="灯片编号占位符 3"/>
          <p:cNvSpPr>
            <a:spLocks noGrp="1"/>
          </p:cNvSpPr>
          <p:nvPr>
            <p:ph type="sldNum" sz="quarter" idx="10"/>
          </p:nvPr>
        </p:nvSpPr>
        <p:spPr/>
        <p:txBody>
          <a:bodyPr/>
          <a:lstStyle/>
          <a:p>
            <a:pPr>
              <a:defRPr/>
            </a:pPr>
            <a:fld id="{0E13590B-BB28-4F38-BD10-C732B94FD113}" type="slidenum">
              <a:rPr lang="zh-CN" altLang="en-US" smtClean="0"/>
              <a:t>101</a:t>
            </a:fld>
            <a:endParaRPr lang="en-US" altLang="zh-CN"/>
          </a:p>
        </p:txBody>
      </p:sp>
    </p:spTree>
    <p:extLst>
      <p:ext uri="{BB962C8B-B14F-4D97-AF65-F5344CB8AC3E}">
        <p14:creationId xmlns:p14="http://schemas.microsoft.com/office/powerpoint/2010/main" val="17007129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Free Blank With Footer">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p:nvSpPr>
        <p:spPr>
          <a:xfrm>
            <a:off x="685800" y="2397919"/>
            <a:ext cx="7772400" cy="13097"/>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zh-CN" altLang="en-US" sz="1500"/>
          </a:p>
        </p:txBody>
      </p:sp>
      <p:sp>
        <p:nvSpPr>
          <p:cNvPr id="2" name="标题 1"/>
          <p:cNvSpPr>
            <a:spLocks noGrp="1"/>
          </p:cNvSpPr>
          <p:nvPr>
            <p:ph type="ctrTitle"/>
          </p:nvPr>
        </p:nvSpPr>
        <p:spPr>
          <a:xfrm>
            <a:off x="685800" y="1257301"/>
            <a:ext cx="7772400" cy="1153715"/>
          </a:xfrm>
        </p:spPr>
        <p:txBody>
          <a:bodyPr anchor="b"/>
          <a:lstStyle/>
          <a:p>
            <a:r>
              <a:rPr lang="zh-CN" altLang="en-US"/>
              <a:t>单击此处编辑母版标题样式</a:t>
            </a:r>
            <a:endParaRPr lang="en-US"/>
          </a:p>
        </p:txBody>
      </p:sp>
      <p:sp>
        <p:nvSpPr>
          <p:cNvPr id="3" name="副标题 2"/>
          <p:cNvSpPr>
            <a:spLocks noGrp="1"/>
          </p:cNvSpPr>
          <p:nvPr>
            <p:ph type="subTitle" idx="1"/>
          </p:nvPr>
        </p:nvSpPr>
        <p:spPr>
          <a:xfrm>
            <a:off x="1371600" y="2411015"/>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a:t>单击此处编辑母版副标题样式</a:t>
            </a:r>
            <a:endParaRPr lang="en-US"/>
          </a:p>
        </p:txBody>
      </p:sp>
      <p:sp>
        <p:nvSpPr>
          <p:cNvPr id="5" name="日期占位符 3"/>
          <p:cNvSpPr>
            <a:spLocks noGrp="1"/>
          </p:cNvSpPr>
          <p:nvPr>
            <p:ph type="dt" sz="half" idx="10"/>
          </p:nvPr>
        </p:nvSpPr>
        <p:spPr>
          <a:xfrm>
            <a:off x="76200" y="4800600"/>
            <a:ext cx="3200400" cy="213122"/>
          </a:xfrm>
        </p:spPr>
        <p:txBody>
          <a:bodyPr/>
          <a:lstStyle>
            <a:lvl1pPr>
              <a:defRPr/>
            </a:lvl1pPr>
          </a:lstStyle>
          <a:p>
            <a:pPr>
              <a:defRPr/>
            </a:pPr>
            <a:endParaRPr lang="en-US" altLang="zh-CN"/>
          </a:p>
        </p:txBody>
      </p:sp>
      <p:sp>
        <p:nvSpPr>
          <p:cNvPr id="6" name="页脚占位符 4"/>
          <p:cNvSpPr>
            <a:spLocks noGrp="1"/>
          </p:cNvSpPr>
          <p:nvPr>
            <p:ph type="ftr" sz="quarter" idx="11"/>
          </p:nvPr>
        </p:nvSpPr>
        <p:spPr>
          <a:xfrm>
            <a:off x="5334000" y="4800600"/>
            <a:ext cx="3733800" cy="213122"/>
          </a:xfr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4114800" y="4800600"/>
            <a:ext cx="914400" cy="213122"/>
          </a:xfrm>
        </p:spPr>
        <p:txBody>
          <a:bodyPr/>
          <a:lstStyle>
            <a:lvl1pPr>
              <a:defRPr/>
            </a:lvl1pPr>
          </a:lstStyle>
          <a:p>
            <a:pPr>
              <a:defRPr/>
            </a:pPr>
            <a:fld id="{53985AD5-EC01-4E8C-82AE-A91F7122A2A9}"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矩形 3"/>
          <p:cNvSpPr/>
          <p:nvPr/>
        </p:nvSpPr>
        <p:spPr>
          <a:xfrm>
            <a:off x="685800" y="2357438"/>
            <a:ext cx="7772400" cy="13097"/>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zh-CN" altLang="en-US" sz="1500"/>
          </a:p>
        </p:txBody>
      </p:sp>
      <p:sp>
        <p:nvSpPr>
          <p:cNvPr id="2" name="标题 1"/>
          <p:cNvSpPr>
            <a:spLocks noGrp="1"/>
          </p:cNvSpPr>
          <p:nvPr>
            <p:ph type="title"/>
          </p:nvPr>
        </p:nvSpPr>
        <p:spPr>
          <a:xfrm>
            <a:off x="722313" y="2357436"/>
            <a:ext cx="7772400" cy="1021556"/>
          </a:xfrm>
        </p:spPr>
        <p:txBody>
          <a:bodyPr anchor="t"/>
          <a:lstStyle>
            <a:lvl1pPr algn="ctr">
              <a:defRPr sz="3000" b="0" cap="all"/>
            </a:lvl1pPr>
          </a:lstStyle>
          <a:p>
            <a:r>
              <a:rPr lang="zh-CN" altLang="en-US"/>
              <a:t>单击此处编辑母版标题样式</a:t>
            </a:r>
            <a:endParaRPr lang="en-US"/>
          </a:p>
        </p:txBody>
      </p:sp>
      <p:sp>
        <p:nvSpPr>
          <p:cNvPr id="3" name="文本占位符 2"/>
          <p:cNvSpPr>
            <a:spLocks noGrp="1"/>
          </p:cNvSpPr>
          <p:nvPr>
            <p:ph type="body" idx="1"/>
          </p:nvPr>
        </p:nvSpPr>
        <p:spPr>
          <a:xfrm>
            <a:off x="722313" y="1232296"/>
            <a:ext cx="7772400" cy="1125140"/>
          </a:xfrm>
        </p:spPr>
        <p:txBody>
          <a:bodyPr anchor="b"/>
          <a:lstStyle>
            <a:lvl1pPr marL="0" indent="0" algn="ctr">
              <a:buNone/>
              <a:defRPr sz="1500">
                <a:solidFill>
                  <a:schemeClr val="tx1">
                    <a:tint val="75000"/>
                  </a:schemeClr>
                </a:solidFill>
              </a:defRPr>
            </a:lvl1pPr>
            <a:lvl2pPr marL="342900" indent="0" algn="ctr">
              <a:buNone/>
              <a:defRPr sz="1350">
                <a:solidFill>
                  <a:schemeClr val="tx1">
                    <a:tint val="75000"/>
                  </a:schemeClr>
                </a:solidFill>
              </a:defRPr>
            </a:lvl2pPr>
            <a:lvl3pPr marL="685800" indent="0" algn="ctr">
              <a:buNone/>
              <a:defRPr sz="1200">
                <a:solidFill>
                  <a:schemeClr val="tx1">
                    <a:tint val="75000"/>
                  </a:schemeClr>
                </a:solidFill>
              </a:defRPr>
            </a:lvl3pPr>
            <a:lvl4pPr marL="1028700" indent="0" algn="ctr">
              <a:buNone/>
              <a:defRPr sz="1050">
                <a:solidFill>
                  <a:schemeClr val="tx1">
                    <a:tint val="75000"/>
                  </a:schemeClr>
                </a:solidFill>
              </a:defRPr>
            </a:lvl4pPr>
            <a:lvl5pPr marL="1371600" indent="0" algn="ctr">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3"/>
          <p:cNvSpPr>
            <a:spLocks noGrp="1"/>
          </p:cNvSpPr>
          <p:nvPr>
            <p:ph type="dt" sz="half" idx="10"/>
          </p:nvPr>
        </p:nvSpPr>
        <p:spPr>
          <a:xfrm>
            <a:off x="76200" y="4800600"/>
            <a:ext cx="3200400" cy="213122"/>
          </a:xfrm>
        </p:spPr>
        <p:txBody>
          <a:bodyPr/>
          <a:lstStyle>
            <a:lvl1pPr>
              <a:defRPr/>
            </a:lvl1pPr>
          </a:lstStyle>
          <a:p>
            <a:pPr>
              <a:defRPr/>
            </a:pPr>
            <a:endParaRPr lang="en-US" altLang="zh-CN"/>
          </a:p>
        </p:txBody>
      </p:sp>
      <p:sp>
        <p:nvSpPr>
          <p:cNvPr id="6" name="页脚占位符 4"/>
          <p:cNvSpPr>
            <a:spLocks noGrp="1"/>
          </p:cNvSpPr>
          <p:nvPr>
            <p:ph type="ftr" sz="quarter" idx="11"/>
          </p:nvPr>
        </p:nvSpPr>
        <p:spPr>
          <a:xfrm>
            <a:off x="5334000" y="4800600"/>
            <a:ext cx="3733800" cy="213122"/>
          </a:xfr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4114800" y="4800600"/>
            <a:ext cx="914400" cy="213122"/>
          </a:xfrm>
        </p:spPr>
        <p:txBody>
          <a:bodyPr/>
          <a:lstStyle>
            <a:lvl1pPr>
              <a:defRPr/>
            </a:lvl1pPr>
          </a:lstStyle>
          <a:p>
            <a:pPr>
              <a:defRPr/>
            </a:pPr>
            <a:fld id="{85CEEF6E-BA52-4279-861F-91ADA8CBE1B1}"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矩形 4"/>
          <p:cNvSpPr/>
          <p:nvPr/>
        </p:nvSpPr>
        <p:spPr>
          <a:xfrm>
            <a:off x="457200" y="1058466"/>
            <a:ext cx="8229600" cy="13097"/>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zh-CN" altLang="en-US" sz="1500"/>
          </a:p>
        </p:txBody>
      </p:sp>
      <p:sp>
        <p:nvSpPr>
          <p:cNvPr id="2" name="标题 1"/>
          <p:cNvSpPr>
            <a:spLocks noGrp="1"/>
          </p:cNvSpPr>
          <p:nvPr>
            <p:ph type="title"/>
          </p:nvPr>
        </p:nvSpPr>
        <p:spPr>
          <a:xfrm>
            <a:off x="457200" y="205979"/>
            <a:ext cx="8229600" cy="85725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200150"/>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200150"/>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日期占位符 4"/>
          <p:cNvSpPr>
            <a:spLocks noGrp="1"/>
          </p:cNvSpPr>
          <p:nvPr>
            <p:ph type="dt" sz="half" idx="10"/>
          </p:nvPr>
        </p:nvSpPr>
        <p:spPr>
          <a:xfrm>
            <a:off x="76200" y="4800600"/>
            <a:ext cx="3200400" cy="213122"/>
          </a:xfrm>
        </p:spPr>
        <p:txBody>
          <a:bodyPr/>
          <a:lstStyle>
            <a:lvl1pPr>
              <a:defRPr/>
            </a:lvl1pPr>
          </a:lstStyle>
          <a:p>
            <a:pPr>
              <a:defRPr/>
            </a:pPr>
            <a:endParaRPr lang="en-US" altLang="zh-CN"/>
          </a:p>
        </p:txBody>
      </p:sp>
      <p:sp>
        <p:nvSpPr>
          <p:cNvPr id="7" name="页脚占位符 5"/>
          <p:cNvSpPr>
            <a:spLocks noGrp="1"/>
          </p:cNvSpPr>
          <p:nvPr>
            <p:ph type="ftr" sz="quarter" idx="11"/>
          </p:nvPr>
        </p:nvSpPr>
        <p:spPr>
          <a:xfrm>
            <a:off x="5334000" y="4800600"/>
            <a:ext cx="3733800" cy="213122"/>
          </a:xfrm>
        </p:spPr>
        <p:txBody>
          <a:bodyPr/>
          <a:lstStyle>
            <a:lvl1pPr>
              <a:defRPr/>
            </a:lvl1pPr>
          </a:lstStyle>
          <a:p>
            <a:pPr>
              <a:defRPr/>
            </a:pPr>
            <a:endParaRPr lang="zh-CN" altLang="en-US"/>
          </a:p>
        </p:txBody>
      </p:sp>
      <p:sp>
        <p:nvSpPr>
          <p:cNvPr id="8" name="灯片编号占位符 6"/>
          <p:cNvSpPr>
            <a:spLocks noGrp="1"/>
          </p:cNvSpPr>
          <p:nvPr>
            <p:ph type="sldNum" sz="quarter" idx="12"/>
          </p:nvPr>
        </p:nvSpPr>
        <p:spPr>
          <a:xfrm>
            <a:off x="4114800" y="4800600"/>
            <a:ext cx="914400" cy="213122"/>
          </a:xfrm>
        </p:spPr>
        <p:txBody>
          <a:bodyPr/>
          <a:lstStyle>
            <a:lvl1pPr>
              <a:defRPr/>
            </a:lvl1pPr>
          </a:lstStyle>
          <a:p>
            <a:pPr>
              <a:defRPr/>
            </a:pPr>
            <a:fld id="{75E46BF7-FAE9-43FF-A148-C8804C6EB0D4}"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矩形 6"/>
          <p:cNvSpPr/>
          <p:nvPr/>
        </p:nvSpPr>
        <p:spPr>
          <a:xfrm>
            <a:off x="457200" y="1058466"/>
            <a:ext cx="8229600" cy="13097"/>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zh-CN" altLang="en-US" sz="1500"/>
          </a:p>
        </p:txBody>
      </p:sp>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1800" b="1">
                <a:effectLst>
                  <a:outerShdw blurRad="50800" dist="25400" dir="5400000" algn="tl" rotWithShape="0">
                    <a:srgbClr val="000000">
                      <a:alpha val="43137"/>
                    </a:srgbClr>
                  </a:outerShdw>
                </a:effectLst>
              </a:defRPr>
            </a:lvl1pPr>
            <a:lvl2pPr marL="342900" indent="0">
              <a:buNone/>
              <a:defRPr sz="1500" b="1">
                <a:effectLst>
                  <a:outerShdw blurRad="50800" dist="25400" dir="5400000" algn="tl" rotWithShape="0">
                    <a:srgbClr val="000000">
                      <a:alpha val="43137"/>
                    </a:srgbClr>
                  </a:outerShdw>
                </a:effectLst>
              </a:defRPr>
            </a:lvl2pPr>
            <a:lvl3pPr marL="685800" indent="0">
              <a:buNone/>
              <a:defRPr sz="1350" b="1">
                <a:effectLst>
                  <a:outerShdw blurRad="50800" dist="25400" dir="5400000" algn="tl" rotWithShape="0">
                    <a:srgbClr val="000000">
                      <a:alpha val="43137"/>
                    </a:srgbClr>
                  </a:outerShdw>
                </a:effectLst>
              </a:defRPr>
            </a:lvl3pPr>
            <a:lvl4pPr marL="1028700" indent="0">
              <a:buNone/>
              <a:defRPr sz="1200" b="1">
                <a:effectLst>
                  <a:outerShdw blurRad="50800" dist="25400" dir="5400000" algn="tl" rotWithShape="0">
                    <a:srgbClr val="000000">
                      <a:alpha val="43137"/>
                    </a:srgbClr>
                  </a:outerShdw>
                </a:effectLst>
              </a:defRPr>
            </a:lvl4pPr>
            <a:lvl5pPr marL="1371600" indent="0">
              <a:buNone/>
              <a:defRPr sz="1200" b="1">
                <a:effectLst>
                  <a:outerShdw blurRad="50800" dist="25400" dir="5400000" algn="tl" rotWithShape="0">
                    <a:srgbClr val="000000">
                      <a:alpha val="43137"/>
                    </a:srgbClr>
                  </a:outerShdw>
                </a:effectLst>
              </a:defRPr>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quarter" idx="3"/>
          </p:nvPr>
        </p:nvSpPr>
        <p:spPr>
          <a:xfrm>
            <a:off x="4645025" y="1151335"/>
            <a:ext cx="4041775" cy="479822"/>
          </a:xfrm>
        </p:spPr>
        <p:txBody>
          <a:bodyPr anchor="b"/>
          <a:lstStyle>
            <a:lvl1pPr marL="0" indent="0">
              <a:buNone/>
              <a:defRPr sz="1800" b="1">
                <a:effectLst>
                  <a:outerShdw blurRad="50800" dist="25400" dir="5400000" algn="tl" rotWithShape="0">
                    <a:srgbClr val="000000">
                      <a:alpha val="43137"/>
                    </a:srgbClr>
                  </a:outerShdw>
                </a:effectLst>
              </a:defRPr>
            </a:lvl1pPr>
            <a:lvl2pPr marL="342900" indent="0">
              <a:buNone/>
              <a:defRPr sz="1500" b="1">
                <a:effectLst>
                  <a:outerShdw blurRad="50800" dist="25400" dir="5400000" algn="tl" rotWithShape="0">
                    <a:srgbClr val="000000">
                      <a:alpha val="43137"/>
                    </a:srgbClr>
                  </a:outerShdw>
                </a:effectLst>
              </a:defRPr>
            </a:lvl2pPr>
            <a:lvl3pPr marL="685800" indent="0">
              <a:buNone/>
              <a:defRPr sz="1350" b="1">
                <a:effectLst>
                  <a:outerShdw blurRad="50800" dist="25400" dir="5400000" algn="tl" rotWithShape="0">
                    <a:srgbClr val="000000">
                      <a:alpha val="43137"/>
                    </a:srgbClr>
                  </a:outerShdw>
                </a:effectLst>
              </a:defRPr>
            </a:lvl3pPr>
            <a:lvl4pPr marL="1028700" indent="0">
              <a:buNone/>
              <a:defRPr sz="1200" b="1">
                <a:effectLst>
                  <a:outerShdw blurRad="50800" dist="25400" dir="5400000" algn="tl" rotWithShape="0">
                    <a:srgbClr val="000000">
                      <a:alpha val="43137"/>
                    </a:srgbClr>
                  </a:outerShdw>
                </a:effectLst>
              </a:defRPr>
            </a:lvl4pPr>
            <a:lvl5pPr marL="1371600" indent="0">
              <a:buNone/>
              <a:defRPr sz="1200" b="1">
                <a:effectLst>
                  <a:outerShdw blurRad="50800" dist="25400" dir="5400000" algn="tl" rotWithShape="0">
                    <a:srgbClr val="000000">
                      <a:alpha val="43137"/>
                    </a:srgbClr>
                  </a:outerShdw>
                </a:effectLst>
              </a:defRPr>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5"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8" name="日期占位符 6"/>
          <p:cNvSpPr>
            <a:spLocks noGrp="1"/>
          </p:cNvSpPr>
          <p:nvPr>
            <p:ph type="dt" sz="half" idx="10"/>
          </p:nvPr>
        </p:nvSpPr>
        <p:spPr>
          <a:xfrm>
            <a:off x="76200" y="4800600"/>
            <a:ext cx="3200400" cy="213122"/>
          </a:xfrm>
        </p:spPr>
        <p:txBody>
          <a:bodyPr/>
          <a:lstStyle>
            <a:lvl1pPr>
              <a:defRPr/>
            </a:lvl1pPr>
          </a:lstStyle>
          <a:p>
            <a:pPr>
              <a:defRPr/>
            </a:pPr>
            <a:endParaRPr lang="en-US" altLang="zh-CN"/>
          </a:p>
        </p:txBody>
      </p:sp>
      <p:sp>
        <p:nvSpPr>
          <p:cNvPr id="9" name="页脚占位符 7"/>
          <p:cNvSpPr>
            <a:spLocks noGrp="1"/>
          </p:cNvSpPr>
          <p:nvPr>
            <p:ph type="ftr" sz="quarter" idx="11"/>
          </p:nvPr>
        </p:nvSpPr>
        <p:spPr>
          <a:xfrm>
            <a:off x="5334000" y="4800600"/>
            <a:ext cx="3733800" cy="213122"/>
          </a:xfrm>
        </p:spPr>
        <p:txBody>
          <a:bodyPr/>
          <a:lstStyle>
            <a:lvl1pPr>
              <a:defRPr/>
            </a:lvl1pPr>
          </a:lstStyle>
          <a:p>
            <a:pPr>
              <a:defRPr/>
            </a:pPr>
            <a:endParaRPr lang="zh-CN" altLang="en-US"/>
          </a:p>
        </p:txBody>
      </p:sp>
      <p:sp>
        <p:nvSpPr>
          <p:cNvPr id="10" name="灯片编号占位符 8"/>
          <p:cNvSpPr>
            <a:spLocks noGrp="1"/>
          </p:cNvSpPr>
          <p:nvPr>
            <p:ph type="sldNum" sz="quarter" idx="12"/>
          </p:nvPr>
        </p:nvSpPr>
        <p:spPr>
          <a:xfrm>
            <a:off x="4114800" y="4800600"/>
            <a:ext cx="914400" cy="213122"/>
          </a:xfrm>
        </p:spPr>
        <p:txBody>
          <a:bodyPr/>
          <a:lstStyle>
            <a:lvl1pPr>
              <a:defRPr/>
            </a:lvl1pPr>
          </a:lstStyle>
          <a:p>
            <a:pPr>
              <a:defRPr/>
            </a:pPr>
            <a:fld id="{5FEFF62D-A178-4C02-ACC8-022FE7D9F9FB}"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矩形 2"/>
          <p:cNvSpPr/>
          <p:nvPr/>
        </p:nvSpPr>
        <p:spPr>
          <a:xfrm>
            <a:off x="457200" y="1058466"/>
            <a:ext cx="8229600" cy="13097"/>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zh-CN" altLang="en-US" sz="1500"/>
          </a:p>
        </p:txBody>
      </p:sp>
      <p:sp>
        <p:nvSpPr>
          <p:cNvPr id="2" name="标题 1"/>
          <p:cNvSpPr>
            <a:spLocks noGrp="1"/>
          </p:cNvSpPr>
          <p:nvPr>
            <p:ph type="title"/>
          </p:nvPr>
        </p:nvSpPr>
        <p:spPr>
          <a:xfrm>
            <a:off x="457200" y="205979"/>
            <a:ext cx="8229600" cy="857250"/>
          </a:xfrm>
        </p:spPr>
        <p:txBody>
          <a:bodyPr/>
          <a:lstStyle/>
          <a:p>
            <a:r>
              <a:rPr lang="zh-CN" altLang="en-US"/>
              <a:t>单击此处编辑母版标题样式</a:t>
            </a:r>
            <a:endParaRPr lang="en-US"/>
          </a:p>
        </p:txBody>
      </p:sp>
      <p:sp>
        <p:nvSpPr>
          <p:cNvPr id="4" name="日期占位符 2"/>
          <p:cNvSpPr>
            <a:spLocks noGrp="1"/>
          </p:cNvSpPr>
          <p:nvPr>
            <p:ph type="dt" sz="half" idx="10"/>
          </p:nvPr>
        </p:nvSpPr>
        <p:spPr>
          <a:xfrm>
            <a:off x="76200" y="4800600"/>
            <a:ext cx="3200400" cy="213122"/>
          </a:xfrm>
        </p:spPr>
        <p:txBody>
          <a:bodyPr/>
          <a:lstStyle>
            <a:lvl1pPr>
              <a:defRPr/>
            </a:lvl1pPr>
          </a:lstStyle>
          <a:p>
            <a:pPr>
              <a:defRPr/>
            </a:pPr>
            <a:endParaRPr lang="en-US" altLang="zh-CN"/>
          </a:p>
        </p:txBody>
      </p:sp>
      <p:sp>
        <p:nvSpPr>
          <p:cNvPr id="5" name="页脚占位符 3"/>
          <p:cNvSpPr>
            <a:spLocks noGrp="1"/>
          </p:cNvSpPr>
          <p:nvPr>
            <p:ph type="ftr" sz="quarter" idx="11"/>
          </p:nvPr>
        </p:nvSpPr>
        <p:spPr>
          <a:xfrm>
            <a:off x="5334000" y="4800600"/>
            <a:ext cx="3733800" cy="213122"/>
          </a:xfrm>
        </p:spPr>
        <p:txBody>
          <a:bodyPr/>
          <a:lstStyle>
            <a:lvl1pPr>
              <a:defRPr/>
            </a:lvl1pPr>
          </a:lstStyle>
          <a:p>
            <a:pPr>
              <a:defRPr/>
            </a:pPr>
            <a:endParaRPr lang="zh-CN" altLang="en-US"/>
          </a:p>
        </p:txBody>
      </p:sp>
      <p:sp>
        <p:nvSpPr>
          <p:cNvPr id="6" name="灯片编号占位符 4"/>
          <p:cNvSpPr>
            <a:spLocks noGrp="1"/>
          </p:cNvSpPr>
          <p:nvPr>
            <p:ph type="sldNum" sz="quarter" idx="12"/>
          </p:nvPr>
        </p:nvSpPr>
        <p:spPr>
          <a:xfrm>
            <a:off x="4114800" y="4800600"/>
            <a:ext cx="914400" cy="213122"/>
          </a:xfrm>
        </p:spPr>
        <p:txBody>
          <a:bodyPr/>
          <a:lstStyle>
            <a:lvl1pPr>
              <a:defRPr/>
            </a:lvl1pPr>
          </a:lstStyle>
          <a:p>
            <a:pPr>
              <a:defRPr/>
            </a:pPr>
            <a:fld id="{3FD3BBDE-7F5B-4E2C-A3AD-BB29FB98F677}"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76200" y="4800600"/>
            <a:ext cx="3200400" cy="213122"/>
          </a:xfrm>
        </p:spPr>
        <p:txBody>
          <a:bodyPr/>
          <a:lstStyle>
            <a:lvl1pPr>
              <a:defRPr/>
            </a:lvl1pPr>
          </a:lstStyle>
          <a:p>
            <a:pPr>
              <a:defRPr/>
            </a:pPr>
            <a:endParaRPr lang="en-US" altLang="zh-CN"/>
          </a:p>
        </p:txBody>
      </p:sp>
      <p:sp>
        <p:nvSpPr>
          <p:cNvPr id="3" name="页脚占位符 2"/>
          <p:cNvSpPr>
            <a:spLocks noGrp="1"/>
          </p:cNvSpPr>
          <p:nvPr>
            <p:ph type="ftr" sz="quarter" idx="11"/>
          </p:nvPr>
        </p:nvSpPr>
        <p:spPr>
          <a:xfrm>
            <a:off x="5334000" y="4800600"/>
            <a:ext cx="3733800" cy="213122"/>
          </a:xfrm>
        </p:spPr>
        <p:txBody>
          <a:bodyPr/>
          <a:lstStyle>
            <a:lvl1pPr>
              <a:defRPr/>
            </a:lvl1pPr>
          </a:lstStyle>
          <a:p>
            <a:pPr>
              <a:defRPr/>
            </a:pPr>
            <a:endParaRPr lang="zh-CN" altLang="en-US"/>
          </a:p>
        </p:txBody>
      </p:sp>
      <p:sp>
        <p:nvSpPr>
          <p:cNvPr id="4" name="灯片编号占位符 3"/>
          <p:cNvSpPr>
            <a:spLocks noGrp="1"/>
          </p:cNvSpPr>
          <p:nvPr>
            <p:ph type="sldNum" sz="quarter" idx="12"/>
          </p:nvPr>
        </p:nvSpPr>
        <p:spPr>
          <a:xfrm>
            <a:off x="4114800" y="4800600"/>
            <a:ext cx="914400" cy="213122"/>
          </a:xfrm>
        </p:spPr>
        <p:txBody>
          <a:bodyPr/>
          <a:lstStyle>
            <a:lvl1pPr>
              <a:defRPr/>
            </a:lvl1pPr>
          </a:lstStyle>
          <a:p>
            <a:pPr>
              <a:defRPr/>
            </a:pPr>
            <a:fld id="{3EF38C25-3512-45A7-9461-F28563F0A923}" type="slidenum">
              <a:rPr lang="en-US" altLang="zh-CN"/>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160735"/>
            <a:ext cx="7793037" cy="1096565"/>
          </a:xfrm>
        </p:spPr>
        <p:txBody>
          <a:bodyPr/>
          <a:lstStyle/>
          <a:p>
            <a:r>
              <a:rPr lang="en-US"/>
              <a:t>Click to edit Master title style</a:t>
            </a:r>
          </a:p>
        </p:txBody>
      </p:sp>
      <p:sp>
        <p:nvSpPr>
          <p:cNvPr id="3" name="Content Placeholder 2"/>
          <p:cNvSpPr>
            <a:spLocks noGrp="1"/>
          </p:cNvSpPr>
          <p:nvPr>
            <p:ph idx="1"/>
          </p:nvPr>
        </p:nvSpPr>
        <p:spPr>
          <a:xfrm>
            <a:off x="1042988" y="1329929"/>
            <a:ext cx="7772400" cy="3086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xfrm>
            <a:off x="1162050" y="4682729"/>
            <a:ext cx="1905000" cy="342900"/>
          </a:xfrm>
        </p:spPr>
        <p:txBody>
          <a:bodyPr/>
          <a:lstStyle>
            <a:lvl1pPr>
              <a:defRPr>
                <a:latin typeface="Arial" charset="0"/>
              </a:defRPr>
            </a:lvl1pPr>
          </a:lstStyle>
          <a:p>
            <a:endParaRPr lang="en-US" altLang="zh-CN"/>
          </a:p>
        </p:txBody>
      </p:sp>
      <p:sp>
        <p:nvSpPr>
          <p:cNvPr id="5" name="Rectangle 12"/>
          <p:cNvSpPr>
            <a:spLocks noGrp="1" noChangeArrowheads="1"/>
          </p:cNvSpPr>
          <p:nvPr>
            <p:ph type="ftr" sz="quarter" idx="11"/>
          </p:nvPr>
        </p:nvSpPr>
        <p:spPr>
          <a:xfrm>
            <a:off x="6248400" y="4677966"/>
            <a:ext cx="2895600" cy="342900"/>
          </a:xfrm>
        </p:spPr>
        <p:txBody>
          <a:bodyPr/>
          <a:lstStyle>
            <a:lvl1pPr>
              <a:defRPr>
                <a:latin typeface="Arial" charset="0"/>
              </a:defRPr>
            </a:lvl1pPr>
          </a:lstStyle>
          <a:p>
            <a:r>
              <a:rPr lang="zh-CN" altLang="en-US"/>
              <a:t>计算机学院：王小茹</a:t>
            </a:r>
            <a:endParaRPr lang="en-US" altLang="zh-CN"/>
          </a:p>
        </p:txBody>
      </p:sp>
      <p:sp>
        <p:nvSpPr>
          <p:cNvPr id="6" name="Rectangle 13"/>
          <p:cNvSpPr>
            <a:spLocks noGrp="1" noChangeArrowheads="1"/>
          </p:cNvSpPr>
          <p:nvPr>
            <p:ph type="sldNum" sz="quarter" idx="12"/>
          </p:nvPr>
        </p:nvSpPr>
        <p:spPr>
          <a:xfrm>
            <a:off x="7042150" y="4682729"/>
            <a:ext cx="1905000" cy="342900"/>
          </a:xfrm>
        </p:spPr>
        <p:txBody>
          <a:bodyPr/>
          <a:lstStyle>
            <a:lvl1pPr>
              <a:defRPr>
                <a:latin typeface="Arial" charset="0"/>
              </a:defRPr>
            </a:lvl1pPr>
          </a:lstStyle>
          <a:p>
            <a:fld id="{F111DDBE-7499-4435-85E9-05EFE58A0225}"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914400"/>
            <a:ext cx="7924800" cy="6858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
        <p:nvSpPr>
          <p:cNvPr id="5" name="Line 8"/>
          <p:cNvSpPr>
            <a:spLocks noChangeShapeType="1"/>
          </p:cNvSpPr>
          <p:nvPr/>
        </p:nvSpPr>
        <p:spPr bwMode="auto">
          <a:xfrm>
            <a:off x="1981201" y="2971800"/>
            <a:ext cx="6511925" cy="0"/>
          </a:xfrm>
          <a:prstGeom prst="line">
            <a:avLst/>
          </a:prstGeom>
          <a:noFill/>
          <a:ln w="19050">
            <a:solidFill>
              <a:schemeClr val="accent1"/>
            </a:solidFill>
            <a:round/>
            <a:headEnd/>
            <a:tailEnd/>
          </a:ln>
          <a:effectLst/>
        </p:spPr>
        <p:txBody>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zh-CN" altLang="en-US" sz="135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
        <p:nvSpPr>
          <p:cNvPr id="346114" name="Rectangle 2"/>
          <p:cNvSpPr>
            <a:spLocks noGrp="1" noChangeArrowheads="1"/>
          </p:cNvSpPr>
          <p:nvPr>
            <p:ph type="ctrTitle"/>
          </p:nvPr>
        </p:nvSpPr>
        <p:spPr>
          <a:xfrm>
            <a:off x="914401" y="1143000"/>
            <a:ext cx="7623175" cy="1314450"/>
          </a:xfrm>
        </p:spPr>
        <p:txBody>
          <a:bodyPr/>
          <a:lstStyle>
            <a:lvl1pPr>
              <a:defRPr sz="3750"/>
            </a:lvl1pPr>
          </a:lstStyle>
          <a:p>
            <a:pPr lvl="0"/>
            <a:r>
              <a:rPr lang="en-US" altLang="zh-CN" noProof="0"/>
              <a:t>单击此处编辑母版标题样式</a:t>
            </a:r>
          </a:p>
        </p:txBody>
      </p:sp>
      <p:sp>
        <p:nvSpPr>
          <p:cNvPr id="346115" name="Rectangle 3"/>
          <p:cNvSpPr>
            <a:spLocks noGrp="1" noChangeArrowheads="1"/>
          </p:cNvSpPr>
          <p:nvPr>
            <p:ph type="subTitle" idx="1"/>
          </p:nvPr>
        </p:nvSpPr>
        <p:spPr>
          <a:xfrm>
            <a:off x="1981200" y="2971800"/>
            <a:ext cx="6553200" cy="1314450"/>
          </a:xfrm>
        </p:spPr>
        <p:txBody>
          <a:bodyPr/>
          <a:lstStyle>
            <a:lvl1pPr marL="0" indent="0">
              <a:buFont typeface="Wingdings" pitchFamily="2" charset="2"/>
              <a:buNone/>
              <a:defRPr sz="2100"/>
            </a:lvl1pPr>
          </a:lstStyle>
          <a:p>
            <a:pPr lvl="0"/>
            <a:r>
              <a:rPr lang="en-US" altLang="zh-CN" noProof="0"/>
              <a:t>单击此处编辑母版副标题样式</a:t>
            </a:r>
          </a:p>
        </p:txBody>
      </p:sp>
      <p:sp>
        <p:nvSpPr>
          <p:cNvPr id="6" name="Rectangle 5"/>
          <p:cNvSpPr>
            <a:spLocks noGrp="1" noChangeArrowheads="1"/>
          </p:cNvSpPr>
          <p:nvPr>
            <p:ph type="ftr" sz="quarter" idx="10"/>
          </p:nvPr>
        </p:nvSpPr>
        <p:spPr>
          <a:xfrm>
            <a:off x="3124200" y="4682729"/>
            <a:ext cx="2895600" cy="342900"/>
          </a:xfrm>
        </p:spPr>
        <p:txBody>
          <a:bodyPr/>
          <a:lstStyle>
            <a:lvl1pPr>
              <a:defRPr/>
            </a:lvl1pPr>
          </a:lstStyle>
          <a:p>
            <a:pPr defTabSz="685800" fontAlgn="base">
              <a:spcBef>
                <a:spcPct val="0"/>
              </a:spcBef>
              <a:spcAft>
                <a:spcPct val="0"/>
              </a:spcAft>
              <a:defRPr/>
            </a:pPr>
            <a:endParaRPr lang="zh-CN" altLang="en-US">
              <a:solidFill>
                <a:srgbClr val="000000"/>
              </a:solidFill>
            </a:endParaRPr>
          </a:p>
        </p:txBody>
      </p:sp>
      <p:sp>
        <p:nvSpPr>
          <p:cNvPr id="7" name="Rectangle 6"/>
          <p:cNvSpPr>
            <a:spLocks noGrp="1" noChangeArrowheads="1"/>
          </p:cNvSpPr>
          <p:nvPr>
            <p:ph type="sldNum" sz="quarter" idx="11"/>
          </p:nvPr>
        </p:nvSpPr>
        <p:spPr/>
        <p:txBody>
          <a:bodyPr/>
          <a:lstStyle>
            <a:lvl1pPr>
              <a:defRPr/>
            </a:lvl1pPr>
          </a:lstStyle>
          <a:p>
            <a:pPr defTabSz="685800" fontAlgn="base">
              <a:spcBef>
                <a:spcPct val="0"/>
              </a:spcBef>
              <a:spcAft>
                <a:spcPct val="0"/>
              </a:spcAft>
            </a:pPr>
            <a:fld id="{97E82479-63BE-4469-9D99-FE2777DF071A}" type="slidenum">
              <a:rPr lang="en-US" altLang="zh-CN" smtClean="0">
                <a:solidFill>
                  <a:srgbClr val="000000"/>
                </a:solidFill>
              </a:rPr>
              <a:pPr defTabSz="685800"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2935479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defTabSz="685800" fontAlgn="base">
              <a:spcBef>
                <a:spcPct val="0"/>
              </a:spcBef>
              <a:spcAft>
                <a:spcPct val="0"/>
              </a:spcAft>
              <a:defRPr/>
            </a:pPr>
            <a:endParaRPr lang="zh-CN" altLang="en-US">
              <a:solidFill>
                <a:srgbClr val="000000"/>
              </a:solidFill>
            </a:endParaRPr>
          </a:p>
        </p:txBody>
      </p:sp>
      <p:sp>
        <p:nvSpPr>
          <p:cNvPr id="5" name="Rectangle 6"/>
          <p:cNvSpPr>
            <a:spLocks noGrp="1" noChangeArrowheads="1"/>
          </p:cNvSpPr>
          <p:nvPr>
            <p:ph type="sldNum" sz="quarter" idx="11"/>
          </p:nvPr>
        </p:nvSpPr>
        <p:spPr>
          <a:ln/>
        </p:spPr>
        <p:txBody>
          <a:bodyPr/>
          <a:lstStyle>
            <a:lvl1pPr>
              <a:defRPr/>
            </a:lvl1pPr>
          </a:lstStyle>
          <a:p>
            <a:pPr defTabSz="685800" fontAlgn="base">
              <a:spcBef>
                <a:spcPct val="0"/>
              </a:spcBef>
              <a:spcAft>
                <a:spcPct val="0"/>
              </a:spcAft>
            </a:pPr>
            <a:fld id="{36CD4979-3190-4CB6-BCE5-8DE0540F3A1E}" type="slidenum">
              <a:rPr lang="en-US" altLang="zh-CN" smtClean="0">
                <a:solidFill>
                  <a:srgbClr val="000000"/>
                </a:solidFill>
              </a:rPr>
              <a:pPr defTabSz="685800"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36237981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4" name="Rectangle 5"/>
          <p:cNvSpPr>
            <a:spLocks noGrp="1" noChangeArrowheads="1"/>
          </p:cNvSpPr>
          <p:nvPr>
            <p:ph type="ftr" sz="quarter" idx="10"/>
          </p:nvPr>
        </p:nvSpPr>
        <p:spPr>
          <a:ln/>
        </p:spPr>
        <p:txBody>
          <a:bodyPr/>
          <a:lstStyle>
            <a:lvl1pPr>
              <a:defRPr/>
            </a:lvl1pPr>
          </a:lstStyle>
          <a:p>
            <a:pPr defTabSz="685800" fontAlgn="base">
              <a:spcBef>
                <a:spcPct val="0"/>
              </a:spcBef>
              <a:spcAft>
                <a:spcPct val="0"/>
              </a:spcAft>
              <a:defRPr/>
            </a:pPr>
            <a:endParaRPr lang="zh-CN" altLang="en-US">
              <a:solidFill>
                <a:srgbClr val="000000"/>
              </a:solidFill>
            </a:endParaRPr>
          </a:p>
        </p:txBody>
      </p:sp>
      <p:sp>
        <p:nvSpPr>
          <p:cNvPr id="5" name="Rectangle 6"/>
          <p:cNvSpPr>
            <a:spLocks noGrp="1" noChangeArrowheads="1"/>
          </p:cNvSpPr>
          <p:nvPr>
            <p:ph type="sldNum" sz="quarter" idx="11"/>
          </p:nvPr>
        </p:nvSpPr>
        <p:spPr>
          <a:ln/>
        </p:spPr>
        <p:txBody>
          <a:bodyPr/>
          <a:lstStyle>
            <a:lvl1pPr>
              <a:defRPr/>
            </a:lvl1pPr>
          </a:lstStyle>
          <a:p>
            <a:pPr defTabSz="685800" fontAlgn="base">
              <a:spcBef>
                <a:spcPct val="0"/>
              </a:spcBef>
              <a:spcAft>
                <a:spcPct val="0"/>
              </a:spcAft>
            </a:pPr>
            <a:fld id="{AF24F7B7-5161-4370-AF53-C29446987F1A}" type="slidenum">
              <a:rPr lang="en-US" altLang="zh-CN" smtClean="0">
                <a:solidFill>
                  <a:srgbClr val="000000"/>
                </a:solidFill>
              </a:rPr>
              <a:pPr defTabSz="685800"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13154017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0"/>
            <a:ext cx="4038600" cy="3398044"/>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0"/>
            <a:ext cx="4038600" cy="3398044"/>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ftr" sz="quarter" idx="10"/>
          </p:nvPr>
        </p:nvSpPr>
        <p:spPr>
          <a:ln/>
        </p:spPr>
        <p:txBody>
          <a:bodyPr/>
          <a:lstStyle>
            <a:lvl1pPr>
              <a:defRPr/>
            </a:lvl1pPr>
          </a:lstStyle>
          <a:p>
            <a:pPr defTabSz="685800" fontAlgn="base">
              <a:spcBef>
                <a:spcPct val="0"/>
              </a:spcBef>
              <a:spcAft>
                <a:spcPct val="0"/>
              </a:spcAft>
              <a:defRPr/>
            </a:pPr>
            <a:endParaRPr lang="zh-CN" altLang="en-US">
              <a:solidFill>
                <a:srgbClr val="000000"/>
              </a:solidFill>
            </a:endParaRPr>
          </a:p>
        </p:txBody>
      </p:sp>
      <p:sp>
        <p:nvSpPr>
          <p:cNvPr id="6" name="Rectangle 6"/>
          <p:cNvSpPr>
            <a:spLocks noGrp="1" noChangeArrowheads="1"/>
          </p:cNvSpPr>
          <p:nvPr>
            <p:ph type="sldNum" sz="quarter" idx="11"/>
          </p:nvPr>
        </p:nvSpPr>
        <p:spPr>
          <a:ln/>
        </p:spPr>
        <p:txBody>
          <a:bodyPr/>
          <a:lstStyle>
            <a:lvl1pPr>
              <a:defRPr/>
            </a:lvl1pPr>
          </a:lstStyle>
          <a:p>
            <a:pPr defTabSz="685800" fontAlgn="base">
              <a:spcBef>
                <a:spcPct val="0"/>
              </a:spcBef>
              <a:spcAft>
                <a:spcPct val="0"/>
              </a:spcAft>
            </a:pPr>
            <a:fld id="{01EDDD02-D143-4780-A4A2-A5CC551E48C4}" type="slidenum">
              <a:rPr lang="en-US" altLang="zh-CN" smtClean="0">
                <a:solidFill>
                  <a:srgbClr val="000000"/>
                </a:solidFill>
              </a:rPr>
              <a:pPr defTabSz="685800"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15465738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ftr" sz="quarter" idx="10"/>
          </p:nvPr>
        </p:nvSpPr>
        <p:spPr>
          <a:ln/>
        </p:spPr>
        <p:txBody>
          <a:bodyPr/>
          <a:lstStyle>
            <a:lvl1pPr>
              <a:defRPr/>
            </a:lvl1pPr>
          </a:lstStyle>
          <a:p>
            <a:pPr defTabSz="685800" fontAlgn="base">
              <a:spcBef>
                <a:spcPct val="0"/>
              </a:spcBef>
              <a:spcAft>
                <a:spcPct val="0"/>
              </a:spcAft>
              <a:defRPr/>
            </a:pPr>
            <a:endParaRPr lang="zh-CN" altLang="en-US">
              <a:solidFill>
                <a:srgbClr val="000000"/>
              </a:solidFill>
            </a:endParaRPr>
          </a:p>
        </p:txBody>
      </p:sp>
      <p:sp>
        <p:nvSpPr>
          <p:cNvPr id="8" name="Rectangle 6"/>
          <p:cNvSpPr>
            <a:spLocks noGrp="1" noChangeArrowheads="1"/>
          </p:cNvSpPr>
          <p:nvPr>
            <p:ph type="sldNum" sz="quarter" idx="11"/>
          </p:nvPr>
        </p:nvSpPr>
        <p:spPr>
          <a:ln/>
        </p:spPr>
        <p:txBody>
          <a:bodyPr/>
          <a:lstStyle>
            <a:lvl1pPr>
              <a:defRPr/>
            </a:lvl1pPr>
          </a:lstStyle>
          <a:p>
            <a:pPr defTabSz="685800" fontAlgn="base">
              <a:spcBef>
                <a:spcPct val="0"/>
              </a:spcBef>
              <a:spcAft>
                <a:spcPct val="0"/>
              </a:spcAft>
            </a:pPr>
            <a:fld id="{565EC241-D875-4F2C-B17A-C155FD398757}" type="slidenum">
              <a:rPr lang="en-US" altLang="zh-CN" smtClean="0">
                <a:solidFill>
                  <a:srgbClr val="000000"/>
                </a:solidFill>
              </a:rPr>
              <a:pPr defTabSz="685800"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34364631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ftr" sz="quarter" idx="10"/>
          </p:nvPr>
        </p:nvSpPr>
        <p:spPr>
          <a:ln/>
        </p:spPr>
        <p:txBody>
          <a:bodyPr/>
          <a:lstStyle>
            <a:lvl1pPr>
              <a:defRPr/>
            </a:lvl1pPr>
          </a:lstStyle>
          <a:p>
            <a:pPr defTabSz="685800" fontAlgn="base">
              <a:spcBef>
                <a:spcPct val="0"/>
              </a:spcBef>
              <a:spcAft>
                <a:spcPct val="0"/>
              </a:spcAft>
              <a:defRPr/>
            </a:pPr>
            <a:endParaRPr lang="zh-CN" altLang="en-US">
              <a:solidFill>
                <a:srgbClr val="000000"/>
              </a:solidFill>
            </a:endParaRPr>
          </a:p>
        </p:txBody>
      </p:sp>
      <p:sp>
        <p:nvSpPr>
          <p:cNvPr id="4" name="Rectangle 6"/>
          <p:cNvSpPr>
            <a:spLocks noGrp="1" noChangeArrowheads="1"/>
          </p:cNvSpPr>
          <p:nvPr>
            <p:ph type="sldNum" sz="quarter" idx="11"/>
          </p:nvPr>
        </p:nvSpPr>
        <p:spPr>
          <a:ln/>
        </p:spPr>
        <p:txBody>
          <a:bodyPr/>
          <a:lstStyle>
            <a:lvl1pPr>
              <a:defRPr/>
            </a:lvl1pPr>
          </a:lstStyle>
          <a:p>
            <a:pPr defTabSz="685800" fontAlgn="base">
              <a:spcBef>
                <a:spcPct val="0"/>
              </a:spcBef>
              <a:spcAft>
                <a:spcPct val="0"/>
              </a:spcAft>
            </a:pPr>
            <a:fld id="{D573100A-8E18-4DE1-A1B7-F820A04F7D1F}" type="slidenum">
              <a:rPr lang="en-US" altLang="zh-CN" smtClean="0">
                <a:solidFill>
                  <a:srgbClr val="000000"/>
                </a:solidFill>
              </a:rPr>
              <a:pPr defTabSz="685800"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18131482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defTabSz="685800" fontAlgn="base">
              <a:spcBef>
                <a:spcPct val="0"/>
              </a:spcBef>
              <a:spcAft>
                <a:spcPct val="0"/>
              </a:spcAft>
              <a:defRPr/>
            </a:pPr>
            <a:endParaRPr lang="zh-CN" altLang="en-US">
              <a:solidFill>
                <a:srgbClr val="000000"/>
              </a:solidFill>
            </a:endParaRPr>
          </a:p>
        </p:txBody>
      </p:sp>
      <p:sp>
        <p:nvSpPr>
          <p:cNvPr id="3" name="Rectangle 6"/>
          <p:cNvSpPr>
            <a:spLocks noGrp="1" noChangeArrowheads="1"/>
          </p:cNvSpPr>
          <p:nvPr>
            <p:ph type="sldNum" sz="quarter" idx="11"/>
          </p:nvPr>
        </p:nvSpPr>
        <p:spPr>
          <a:ln/>
        </p:spPr>
        <p:txBody>
          <a:bodyPr/>
          <a:lstStyle>
            <a:lvl1pPr>
              <a:defRPr/>
            </a:lvl1pPr>
          </a:lstStyle>
          <a:p>
            <a:pPr defTabSz="685800" fontAlgn="base">
              <a:spcBef>
                <a:spcPct val="0"/>
              </a:spcBef>
              <a:spcAft>
                <a:spcPct val="0"/>
              </a:spcAft>
            </a:pPr>
            <a:fld id="{AE6FB932-C837-422D-8D36-783BA515CDCF}" type="slidenum">
              <a:rPr lang="en-US" altLang="zh-CN" smtClean="0">
                <a:solidFill>
                  <a:srgbClr val="000000"/>
                </a:solidFill>
              </a:rPr>
              <a:pPr defTabSz="685800"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31537139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defTabSz="685800" fontAlgn="base">
              <a:spcBef>
                <a:spcPct val="0"/>
              </a:spcBef>
              <a:spcAft>
                <a:spcPct val="0"/>
              </a:spcAft>
              <a:defRPr/>
            </a:pPr>
            <a:endParaRPr lang="zh-CN" altLang="en-US">
              <a:solidFill>
                <a:srgbClr val="000000"/>
              </a:solidFill>
            </a:endParaRPr>
          </a:p>
        </p:txBody>
      </p:sp>
      <p:sp>
        <p:nvSpPr>
          <p:cNvPr id="6" name="Rectangle 6"/>
          <p:cNvSpPr>
            <a:spLocks noGrp="1" noChangeArrowheads="1"/>
          </p:cNvSpPr>
          <p:nvPr>
            <p:ph type="sldNum" sz="quarter" idx="11"/>
          </p:nvPr>
        </p:nvSpPr>
        <p:spPr>
          <a:ln/>
        </p:spPr>
        <p:txBody>
          <a:bodyPr/>
          <a:lstStyle>
            <a:lvl1pPr>
              <a:defRPr/>
            </a:lvl1pPr>
          </a:lstStyle>
          <a:p>
            <a:pPr defTabSz="685800" fontAlgn="base">
              <a:spcBef>
                <a:spcPct val="0"/>
              </a:spcBef>
              <a:spcAft>
                <a:spcPct val="0"/>
              </a:spcAft>
            </a:pPr>
            <a:fld id="{FB464546-ABBA-4768-A49C-D6533F566DF6}" type="slidenum">
              <a:rPr lang="en-US" altLang="zh-CN" smtClean="0">
                <a:solidFill>
                  <a:srgbClr val="000000"/>
                </a:solidFill>
              </a:rPr>
              <a:pPr defTabSz="685800"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16774436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Rectangle 5"/>
          <p:cNvSpPr>
            <a:spLocks noGrp="1" noChangeArrowheads="1"/>
          </p:cNvSpPr>
          <p:nvPr>
            <p:ph type="ftr" sz="quarter" idx="10"/>
          </p:nvPr>
        </p:nvSpPr>
        <p:spPr>
          <a:ln/>
        </p:spPr>
        <p:txBody>
          <a:bodyPr/>
          <a:lstStyle>
            <a:lvl1pPr>
              <a:defRPr/>
            </a:lvl1pPr>
          </a:lstStyle>
          <a:p>
            <a:pPr defTabSz="685800" fontAlgn="base">
              <a:spcBef>
                <a:spcPct val="0"/>
              </a:spcBef>
              <a:spcAft>
                <a:spcPct val="0"/>
              </a:spcAft>
              <a:defRPr/>
            </a:pPr>
            <a:endParaRPr lang="zh-CN" altLang="en-US">
              <a:solidFill>
                <a:srgbClr val="000000"/>
              </a:solidFill>
            </a:endParaRPr>
          </a:p>
        </p:txBody>
      </p:sp>
      <p:sp>
        <p:nvSpPr>
          <p:cNvPr id="6" name="Rectangle 6"/>
          <p:cNvSpPr>
            <a:spLocks noGrp="1" noChangeArrowheads="1"/>
          </p:cNvSpPr>
          <p:nvPr>
            <p:ph type="sldNum" sz="quarter" idx="11"/>
          </p:nvPr>
        </p:nvSpPr>
        <p:spPr>
          <a:ln/>
        </p:spPr>
        <p:txBody>
          <a:bodyPr/>
          <a:lstStyle>
            <a:lvl1pPr>
              <a:defRPr/>
            </a:lvl1pPr>
          </a:lstStyle>
          <a:p>
            <a:pPr defTabSz="685800" fontAlgn="base">
              <a:spcBef>
                <a:spcPct val="0"/>
              </a:spcBef>
              <a:spcAft>
                <a:spcPct val="0"/>
              </a:spcAft>
            </a:pPr>
            <a:fld id="{398C6C98-97C4-4A7D-A805-28A631560874}" type="slidenum">
              <a:rPr lang="en-US" altLang="zh-CN" smtClean="0">
                <a:solidFill>
                  <a:srgbClr val="000000"/>
                </a:solidFill>
              </a:rPr>
              <a:pPr defTabSz="685800"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25847938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defTabSz="685800" fontAlgn="base">
              <a:spcBef>
                <a:spcPct val="0"/>
              </a:spcBef>
              <a:spcAft>
                <a:spcPct val="0"/>
              </a:spcAft>
              <a:defRPr/>
            </a:pPr>
            <a:endParaRPr lang="zh-CN" altLang="en-US">
              <a:solidFill>
                <a:srgbClr val="000000"/>
              </a:solidFill>
            </a:endParaRPr>
          </a:p>
        </p:txBody>
      </p:sp>
      <p:sp>
        <p:nvSpPr>
          <p:cNvPr id="5" name="Rectangle 6"/>
          <p:cNvSpPr>
            <a:spLocks noGrp="1" noChangeArrowheads="1"/>
          </p:cNvSpPr>
          <p:nvPr>
            <p:ph type="sldNum" sz="quarter" idx="11"/>
          </p:nvPr>
        </p:nvSpPr>
        <p:spPr>
          <a:ln/>
        </p:spPr>
        <p:txBody>
          <a:bodyPr/>
          <a:lstStyle>
            <a:lvl1pPr>
              <a:defRPr/>
            </a:lvl1pPr>
          </a:lstStyle>
          <a:p>
            <a:pPr defTabSz="685800" fontAlgn="base">
              <a:spcBef>
                <a:spcPct val="0"/>
              </a:spcBef>
              <a:spcAft>
                <a:spcPct val="0"/>
              </a:spcAft>
            </a:pPr>
            <a:fld id="{57F4A57B-4A00-4CCB-A80C-5991BE391DAE}" type="slidenum">
              <a:rPr lang="en-US" altLang="zh-CN" smtClean="0">
                <a:solidFill>
                  <a:srgbClr val="000000"/>
                </a:solidFill>
              </a:rPr>
              <a:pPr defTabSz="685800"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17553582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8360"/>
            <a:ext cx="2057400" cy="438983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8360"/>
            <a:ext cx="6019800" cy="438983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ftr" sz="quarter" idx="10"/>
          </p:nvPr>
        </p:nvSpPr>
        <p:spPr>
          <a:ln/>
        </p:spPr>
        <p:txBody>
          <a:bodyPr/>
          <a:lstStyle>
            <a:lvl1pPr>
              <a:defRPr/>
            </a:lvl1pPr>
          </a:lstStyle>
          <a:p>
            <a:pPr defTabSz="685800" fontAlgn="base">
              <a:spcBef>
                <a:spcPct val="0"/>
              </a:spcBef>
              <a:spcAft>
                <a:spcPct val="0"/>
              </a:spcAft>
              <a:defRPr/>
            </a:pPr>
            <a:endParaRPr lang="zh-CN" altLang="en-US">
              <a:solidFill>
                <a:srgbClr val="000000"/>
              </a:solidFill>
            </a:endParaRPr>
          </a:p>
        </p:txBody>
      </p:sp>
      <p:sp>
        <p:nvSpPr>
          <p:cNvPr id="5" name="Rectangle 6"/>
          <p:cNvSpPr>
            <a:spLocks noGrp="1" noChangeArrowheads="1"/>
          </p:cNvSpPr>
          <p:nvPr>
            <p:ph type="sldNum" sz="quarter" idx="11"/>
          </p:nvPr>
        </p:nvSpPr>
        <p:spPr>
          <a:ln/>
        </p:spPr>
        <p:txBody>
          <a:bodyPr/>
          <a:lstStyle>
            <a:lvl1pPr>
              <a:defRPr/>
            </a:lvl1pPr>
          </a:lstStyle>
          <a:p>
            <a:pPr defTabSz="685800" fontAlgn="base">
              <a:spcBef>
                <a:spcPct val="0"/>
              </a:spcBef>
              <a:spcAft>
                <a:spcPct val="0"/>
              </a:spcAft>
            </a:pPr>
            <a:fld id="{34F0F8BD-989D-4AF4-A4EA-D98DD06A59D3}" type="slidenum">
              <a:rPr lang="en-US" altLang="zh-CN" smtClean="0">
                <a:solidFill>
                  <a:srgbClr val="000000"/>
                </a:solidFill>
              </a:rPr>
              <a:pPr defTabSz="685800"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12352233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8360"/>
            <a:ext cx="8229600" cy="854869"/>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200150"/>
            <a:ext cx="4038600" cy="339804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0"/>
            <a:ext cx="4038600" cy="339804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ftr" sz="quarter" idx="10"/>
          </p:nvPr>
        </p:nvSpPr>
        <p:spPr>
          <a:ln/>
        </p:spPr>
        <p:txBody>
          <a:bodyPr/>
          <a:lstStyle>
            <a:lvl1pPr>
              <a:defRPr/>
            </a:lvl1pPr>
          </a:lstStyle>
          <a:p>
            <a:pPr defTabSz="685800" fontAlgn="base">
              <a:spcBef>
                <a:spcPct val="0"/>
              </a:spcBef>
              <a:spcAft>
                <a:spcPct val="0"/>
              </a:spcAft>
              <a:defRPr/>
            </a:pPr>
            <a:endParaRPr lang="zh-CN" altLang="en-US">
              <a:solidFill>
                <a:srgbClr val="000000"/>
              </a:solidFill>
            </a:endParaRPr>
          </a:p>
        </p:txBody>
      </p:sp>
      <p:sp>
        <p:nvSpPr>
          <p:cNvPr id="6" name="Rectangle 6"/>
          <p:cNvSpPr>
            <a:spLocks noGrp="1" noChangeArrowheads="1"/>
          </p:cNvSpPr>
          <p:nvPr>
            <p:ph type="sldNum" sz="quarter" idx="11"/>
          </p:nvPr>
        </p:nvSpPr>
        <p:spPr>
          <a:ln/>
        </p:spPr>
        <p:txBody>
          <a:bodyPr/>
          <a:lstStyle>
            <a:lvl1pPr>
              <a:defRPr/>
            </a:lvl1pPr>
          </a:lstStyle>
          <a:p>
            <a:pPr defTabSz="685800" fontAlgn="base">
              <a:spcBef>
                <a:spcPct val="0"/>
              </a:spcBef>
              <a:spcAft>
                <a:spcPct val="0"/>
              </a:spcAft>
            </a:pPr>
            <a:fld id="{0B432074-EB8A-4E99-A989-A564502246E6}" type="slidenum">
              <a:rPr lang="en-US" altLang="zh-CN" smtClean="0">
                <a:solidFill>
                  <a:srgbClr val="000000"/>
                </a:solidFill>
              </a:rPr>
              <a:pPr defTabSz="685800"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6497965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8360"/>
            <a:ext cx="8229600" cy="854869"/>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200150"/>
            <a:ext cx="4038600" cy="339804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200151"/>
            <a:ext cx="4038600" cy="164187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2956322"/>
            <a:ext cx="4038600" cy="164187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5"/>
          <p:cNvSpPr>
            <a:spLocks noGrp="1" noChangeArrowheads="1"/>
          </p:cNvSpPr>
          <p:nvPr>
            <p:ph type="ftr" sz="quarter" idx="10"/>
          </p:nvPr>
        </p:nvSpPr>
        <p:spPr>
          <a:ln/>
        </p:spPr>
        <p:txBody>
          <a:bodyPr/>
          <a:lstStyle>
            <a:lvl1pPr>
              <a:defRPr/>
            </a:lvl1pPr>
          </a:lstStyle>
          <a:p>
            <a:pPr defTabSz="685800" fontAlgn="base">
              <a:spcBef>
                <a:spcPct val="0"/>
              </a:spcBef>
              <a:spcAft>
                <a:spcPct val="0"/>
              </a:spcAft>
              <a:defRPr/>
            </a:pPr>
            <a:endParaRPr lang="zh-CN" altLang="en-US">
              <a:solidFill>
                <a:srgbClr val="000000"/>
              </a:solidFill>
            </a:endParaRPr>
          </a:p>
        </p:txBody>
      </p:sp>
      <p:sp>
        <p:nvSpPr>
          <p:cNvPr id="7" name="Rectangle 6"/>
          <p:cNvSpPr>
            <a:spLocks noGrp="1" noChangeArrowheads="1"/>
          </p:cNvSpPr>
          <p:nvPr>
            <p:ph type="sldNum" sz="quarter" idx="11"/>
          </p:nvPr>
        </p:nvSpPr>
        <p:spPr>
          <a:ln/>
        </p:spPr>
        <p:txBody>
          <a:bodyPr/>
          <a:lstStyle>
            <a:lvl1pPr>
              <a:defRPr/>
            </a:lvl1pPr>
          </a:lstStyle>
          <a:p>
            <a:pPr defTabSz="685800" fontAlgn="base">
              <a:spcBef>
                <a:spcPct val="0"/>
              </a:spcBef>
              <a:spcAft>
                <a:spcPct val="0"/>
              </a:spcAft>
            </a:pPr>
            <a:fld id="{88C427DA-7FB1-4582-8B6B-238A906E4413}" type="slidenum">
              <a:rPr lang="en-US" altLang="zh-CN" smtClean="0">
                <a:solidFill>
                  <a:srgbClr val="000000"/>
                </a:solidFill>
              </a:rPr>
              <a:pPr defTabSz="685800"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32728396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67586" name="Rectangle 2"/>
          <p:cNvSpPr>
            <a:spLocks noGrp="1" noRot="1" noChangeArrowheads="1"/>
          </p:cNvSpPr>
          <p:nvPr>
            <p:ph type="ctrTitle"/>
          </p:nvPr>
        </p:nvSpPr>
        <p:spPr>
          <a:xfrm>
            <a:off x="685800" y="1714500"/>
            <a:ext cx="7772400" cy="857250"/>
          </a:xfrm>
        </p:spPr>
        <p:txBody>
          <a:bodyPr/>
          <a:lstStyle>
            <a:lvl1pPr>
              <a:defRPr/>
            </a:lvl1pPr>
          </a:lstStyle>
          <a:p>
            <a:pPr lvl="0"/>
            <a:r>
              <a:rPr lang="zh-CN" altLang="en-US" noProof="0"/>
              <a:t>单击此处编辑母版标题样式</a:t>
            </a:r>
          </a:p>
        </p:txBody>
      </p:sp>
      <p:sp>
        <p:nvSpPr>
          <p:cNvPr id="67587" name="Rectangle 3"/>
          <p:cNvSpPr>
            <a:spLocks noGrp="1" noRot="1" noChangeArrowheads="1"/>
          </p:cNvSpPr>
          <p:nvPr>
            <p:ph type="subTitle" idx="1"/>
          </p:nvPr>
        </p:nvSpPr>
        <p:spPr>
          <a:xfrm>
            <a:off x="1371600" y="2914650"/>
            <a:ext cx="6400800" cy="131445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4" name="Rectangle 4">
            <a:extLst>
              <a:ext uri="{FF2B5EF4-FFF2-40B4-BE49-F238E27FC236}">
                <a16:creationId xmlns:a16="http://schemas.microsoft.com/office/drawing/2014/main" id="{088D514D-7291-4019-8453-4F391835C74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C7CFF91-1924-4E75-A316-255B6F05153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D6A77E4-3F42-4BBA-9F6B-B453D400F577}"/>
              </a:ext>
            </a:extLst>
          </p:cNvPr>
          <p:cNvSpPr>
            <a:spLocks noGrp="1" noChangeArrowheads="1"/>
          </p:cNvSpPr>
          <p:nvPr>
            <p:ph type="sldNum" sz="quarter" idx="12"/>
          </p:nvPr>
        </p:nvSpPr>
        <p:spPr>
          <a:ln/>
        </p:spPr>
        <p:txBody>
          <a:bodyPr/>
          <a:lstStyle>
            <a:lvl1pPr>
              <a:defRPr/>
            </a:lvl1pPr>
          </a:lstStyle>
          <a:p>
            <a:fld id="{A33EA204-2E14-44FD-8D9D-4ABC89E9D988}" type="slidenum">
              <a:rPr lang="en-US" altLang="zh-CN"/>
              <a:pPr/>
              <a:t>‹#›</a:t>
            </a:fld>
            <a:endParaRPr lang="en-US" altLang="zh-CN"/>
          </a:p>
        </p:txBody>
      </p:sp>
    </p:spTree>
    <p:extLst>
      <p:ext uri="{BB962C8B-B14F-4D97-AF65-F5344CB8AC3E}">
        <p14:creationId xmlns:p14="http://schemas.microsoft.com/office/powerpoint/2010/main" val="2542367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A6C8375-79D2-4BAA-AF6B-9BF8B894971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936C311-415A-4B6D-A9A6-9BFD21E909E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ECB150A-B4F8-4635-9AB1-02F97E9DE09F}"/>
              </a:ext>
            </a:extLst>
          </p:cNvPr>
          <p:cNvSpPr>
            <a:spLocks noGrp="1" noChangeArrowheads="1"/>
          </p:cNvSpPr>
          <p:nvPr>
            <p:ph type="sldNum" sz="quarter" idx="12"/>
          </p:nvPr>
        </p:nvSpPr>
        <p:spPr>
          <a:ln/>
        </p:spPr>
        <p:txBody>
          <a:bodyPr/>
          <a:lstStyle>
            <a:lvl1pPr>
              <a:defRPr/>
            </a:lvl1pPr>
          </a:lstStyle>
          <a:p>
            <a:fld id="{B5610EF2-B458-488F-B734-AE096F4061E8}" type="slidenum">
              <a:rPr lang="en-US" altLang="zh-CN"/>
              <a:pPr/>
              <a:t>‹#›</a:t>
            </a:fld>
            <a:endParaRPr lang="en-US" altLang="zh-CN"/>
          </a:p>
        </p:txBody>
      </p:sp>
    </p:spTree>
    <p:extLst>
      <p:ext uri="{BB962C8B-B14F-4D97-AF65-F5344CB8AC3E}">
        <p14:creationId xmlns:p14="http://schemas.microsoft.com/office/powerpoint/2010/main" val="24752608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4" name="Rectangle 4">
            <a:extLst>
              <a:ext uri="{FF2B5EF4-FFF2-40B4-BE49-F238E27FC236}">
                <a16:creationId xmlns:a16="http://schemas.microsoft.com/office/drawing/2014/main" id="{3DF625CE-0A66-4547-9210-C7A51FED39C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3792A74E-850D-46EB-99BC-D8176BE0C03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E7EF07B-178E-4189-90D9-9E8C1280C433}"/>
              </a:ext>
            </a:extLst>
          </p:cNvPr>
          <p:cNvSpPr>
            <a:spLocks noGrp="1" noChangeArrowheads="1"/>
          </p:cNvSpPr>
          <p:nvPr>
            <p:ph type="sldNum" sz="quarter" idx="12"/>
          </p:nvPr>
        </p:nvSpPr>
        <p:spPr>
          <a:ln/>
        </p:spPr>
        <p:txBody>
          <a:bodyPr/>
          <a:lstStyle>
            <a:lvl1pPr>
              <a:defRPr/>
            </a:lvl1pPr>
          </a:lstStyle>
          <a:p>
            <a:fld id="{3D408CC0-117B-4B03-BA03-490DE55B26EE}" type="slidenum">
              <a:rPr lang="en-US" altLang="zh-CN"/>
              <a:pPr/>
              <a:t>‹#›</a:t>
            </a:fld>
            <a:endParaRPr lang="en-US" altLang="zh-CN"/>
          </a:p>
        </p:txBody>
      </p:sp>
    </p:spTree>
    <p:extLst>
      <p:ext uri="{BB962C8B-B14F-4D97-AF65-F5344CB8AC3E}">
        <p14:creationId xmlns:p14="http://schemas.microsoft.com/office/powerpoint/2010/main" val="22015350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1626" y="1428751"/>
            <a:ext cx="4194175" cy="3145631"/>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1" y="1428751"/>
            <a:ext cx="4194175" cy="3145631"/>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31199445-FEAE-4FAB-93E7-63D23F41A57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084139D7-E4F9-4525-A830-55D0C2874BF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C7E20211-B495-4365-98A3-BC61B1BDB7F8}"/>
              </a:ext>
            </a:extLst>
          </p:cNvPr>
          <p:cNvSpPr>
            <a:spLocks noGrp="1" noChangeArrowheads="1"/>
          </p:cNvSpPr>
          <p:nvPr>
            <p:ph type="sldNum" sz="quarter" idx="12"/>
          </p:nvPr>
        </p:nvSpPr>
        <p:spPr>
          <a:ln/>
        </p:spPr>
        <p:txBody>
          <a:bodyPr/>
          <a:lstStyle>
            <a:lvl1pPr>
              <a:defRPr/>
            </a:lvl1pPr>
          </a:lstStyle>
          <a:p>
            <a:fld id="{039C522A-1CD4-48F6-BBC6-C878422CE22E}" type="slidenum">
              <a:rPr lang="en-US" altLang="zh-CN"/>
              <a:pPr/>
              <a:t>‹#›</a:t>
            </a:fld>
            <a:endParaRPr lang="en-US" altLang="zh-CN"/>
          </a:p>
        </p:txBody>
      </p:sp>
    </p:spTree>
    <p:extLst>
      <p:ext uri="{BB962C8B-B14F-4D97-AF65-F5344CB8AC3E}">
        <p14:creationId xmlns:p14="http://schemas.microsoft.com/office/powerpoint/2010/main" val="551391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60A66D6D-F8C9-4157-BCF9-865E3434B34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ED0C64AD-639D-4935-95D6-F76C7AE13AF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A0C8B95D-3B4B-40BB-968F-97797A7C0B29}"/>
              </a:ext>
            </a:extLst>
          </p:cNvPr>
          <p:cNvSpPr>
            <a:spLocks noGrp="1" noChangeArrowheads="1"/>
          </p:cNvSpPr>
          <p:nvPr>
            <p:ph type="sldNum" sz="quarter" idx="12"/>
          </p:nvPr>
        </p:nvSpPr>
        <p:spPr>
          <a:ln/>
        </p:spPr>
        <p:txBody>
          <a:bodyPr/>
          <a:lstStyle>
            <a:lvl1pPr>
              <a:defRPr/>
            </a:lvl1pPr>
          </a:lstStyle>
          <a:p>
            <a:fld id="{27E80882-9864-42C3-86E8-E9D956030843}" type="slidenum">
              <a:rPr lang="en-US" altLang="zh-CN"/>
              <a:pPr/>
              <a:t>‹#›</a:t>
            </a:fld>
            <a:endParaRPr lang="en-US" altLang="zh-CN"/>
          </a:p>
        </p:txBody>
      </p:sp>
    </p:spTree>
    <p:extLst>
      <p:ext uri="{BB962C8B-B14F-4D97-AF65-F5344CB8AC3E}">
        <p14:creationId xmlns:p14="http://schemas.microsoft.com/office/powerpoint/2010/main" val="32493273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94E178A7-4398-42E7-8005-EC09DC8D66F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B335B515-6B5C-404A-83D8-55DA40A3B7A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CDDD1734-EF74-48FB-9C47-B34598D11B6E}"/>
              </a:ext>
            </a:extLst>
          </p:cNvPr>
          <p:cNvSpPr>
            <a:spLocks noGrp="1" noChangeArrowheads="1"/>
          </p:cNvSpPr>
          <p:nvPr>
            <p:ph type="sldNum" sz="quarter" idx="12"/>
          </p:nvPr>
        </p:nvSpPr>
        <p:spPr>
          <a:ln/>
        </p:spPr>
        <p:txBody>
          <a:bodyPr/>
          <a:lstStyle>
            <a:lvl1pPr>
              <a:defRPr/>
            </a:lvl1pPr>
          </a:lstStyle>
          <a:p>
            <a:fld id="{4234939C-F7F6-4A94-9A3C-83F376C937C8}" type="slidenum">
              <a:rPr lang="en-US" altLang="zh-CN"/>
              <a:pPr/>
              <a:t>‹#›</a:t>
            </a:fld>
            <a:endParaRPr lang="en-US" altLang="zh-CN"/>
          </a:p>
        </p:txBody>
      </p:sp>
    </p:spTree>
    <p:extLst>
      <p:ext uri="{BB962C8B-B14F-4D97-AF65-F5344CB8AC3E}">
        <p14:creationId xmlns:p14="http://schemas.microsoft.com/office/powerpoint/2010/main" val="32418740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C550C28-728E-48C2-85F1-89F1DCE0D8F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ADBC949B-6858-47CD-8572-2736460E69E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06D78237-306A-4464-A091-78A13F1AF9D2}"/>
              </a:ext>
            </a:extLst>
          </p:cNvPr>
          <p:cNvSpPr>
            <a:spLocks noGrp="1" noChangeArrowheads="1"/>
          </p:cNvSpPr>
          <p:nvPr>
            <p:ph type="sldNum" sz="quarter" idx="12"/>
          </p:nvPr>
        </p:nvSpPr>
        <p:spPr>
          <a:ln/>
        </p:spPr>
        <p:txBody>
          <a:bodyPr/>
          <a:lstStyle>
            <a:lvl1pPr>
              <a:defRPr/>
            </a:lvl1pPr>
          </a:lstStyle>
          <a:p>
            <a:fld id="{87D966E6-E013-4995-9E00-45FF5635C098}" type="slidenum">
              <a:rPr lang="en-US" altLang="zh-CN"/>
              <a:pPr/>
              <a:t>‹#›</a:t>
            </a:fld>
            <a:endParaRPr lang="en-US" altLang="zh-CN"/>
          </a:p>
        </p:txBody>
      </p:sp>
    </p:spTree>
    <p:extLst>
      <p:ext uri="{BB962C8B-B14F-4D97-AF65-F5344CB8AC3E}">
        <p14:creationId xmlns:p14="http://schemas.microsoft.com/office/powerpoint/2010/main" val="2171076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Rectangle 4">
            <a:extLst>
              <a:ext uri="{FF2B5EF4-FFF2-40B4-BE49-F238E27FC236}">
                <a16:creationId xmlns:a16="http://schemas.microsoft.com/office/drawing/2014/main" id="{BA1E857B-1EDC-4DFE-84E8-8E8460A8EF0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F1B4CADF-D5D0-403C-9253-B2A17442D0A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B55CBE7F-FB88-41FE-9F03-8DDC3C7FC5DD}"/>
              </a:ext>
            </a:extLst>
          </p:cNvPr>
          <p:cNvSpPr>
            <a:spLocks noGrp="1" noChangeArrowheads="1"/>
          </p:cNvSpPr>
          <p:nvPr>
            <p:ph type="sldNum" sz="quarter" idx="12"/>
          </p:nvPr>
        </p:nvSpPr>
        <p:spPr>
          <a:ln/>
        </p:spPr>
        <p:txBody>
          <a:bodyPr/>
          <a:lstStyle>
            <a:lvl1pPr>
              <a:defRPr/>
            </a:lvl1pPr>
          </a:lstStyle>
          <a:p>
            <a:fld id="{7E51FD7D-E8F8-4616-964E-578FE249083B}" type="slidenum">
              <a:rPr lang="en-US" altLang="zh-CN"/>
              <a:pPr/>
              <a:t>‹#›</a:t>
            </a:fld>
            <a:endParaRPr lang="en-US" altLang="zh-CN"/>
          </a:p>
        </p:txBody>
      </p:sp>
    </p:spTree>
    <p:extLst>
      <p:ext uri="{BB962C8B-B14F-4D97-AF65-F5344CB8AC3E}">
        <p14:creationId xmlns:p14="http://schemas.microsoft.com/office/powerpoint/2010/main" val="11283867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Rectangle 4">
            <a:extLst>
              <a:ext uri="{FF2B5EF4-FFF2-40B4-BE49-F238E27FC236}">
                <a16:creationId xmlns:a16="http://schemas.microsoft.com/office/drawing/2014/main" id="{A57FE12F-ECE9-4D62-84AC-F233D7A2083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95C9E586-1938-4364-B3A0-0671A44FD20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2559EBC4-CB79-4994-87BF-AAD3DA27E0C1}"/>
              </a:ext>
            </a:extLst>
          </p:cNvPr>
          <p:cNvSpPr>
            <a:spLocks noGrp="1" noChangeArrowheads="1"/>
          </p:cNvSpPr>
          <p:nvPr>
            <p:ph type="sldNum" sz="quarter" idx="12"/>
          </p:nvPr>
        </p:nvSpPr>
        <p:spPr>
          <a:ln/>
        </p:spPr>
        <p:txBody>
          <a:bodyPr/>
          <a:lstStyle>
            <a:lvl1pPr>
              <a:defRPr/>
            </a:lvl1pPr>
          </a:lstStyle>
          <a:p>
            <a:fld id="{FCF7F96C-4915-4631-8A48-B375F51EA984}" type="slidenum">
              <a:rPr lang="en-US" altLang="zh-CN"/>
              <a:pPr/>
              <a:t>‹#›</a:t>
            </a:fld>
            <a:endParaRPr lang="en-US" altLang="zh-CN"/>
          </a:p>
        </p:txBody>
      </p:sp>
    </p:spTree>
    <p:extLst>
      <p:ext uri="{BB962C8B-B14F-4D97-AF65-F5344CB8AC3E}">
        <p14:creationId xmlns:p14="http://schemas.microsoft.com/office/powerpoint/2010/main" val="38036034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4A2E35EF-C37B-4EC2-ADFD-523FA442616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3DFC239-AD4B-4F4D-80AC-0A7200EE631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66C6CA1-4686-43E2-8585-9D802EB39C51}"/>
              </a:ext>
            </a:extLst>
          </p:cNvPr>
          <p:cNvSpPr>
            <a:spLocks noGrp="1" noChangeArrowheads="1"/>
          </p:cNvSpPr>
          <p:nvPr>
            <p:ph type="sldNum" sz="quarter" idx="12"/>
          </p:nvPr>
        </p:nvSpPr>
        <p:spPr>
          <a:ln/>
        </p:spPr>
        <p:txBody>
          <a:bodyPr/>
          <a:lstStyle>
            <a:lvl1pPr>
              <a:defRPr/>
            </a:lvl1pPr>
          </a:lstStyle>
          <a:p>
            <a:fld id="{1B5ADBC6-A7F1-43D3-A168-2D3B1B5E9879}" type="slidenum">
              <a:rPr lang="en-US" altLang="zh-CN"/>
              <a:pPr/>
              <a:t>‹#›</a:t>
            </a:fld>
            <a:endParaRPr lang="en-US" altLang="zh-CN"/>
          </a:p>
        </p:txBody>
      </p:sp>
    </p:spTree>
    <p:extLst>
      <p:ext uri="{BB962C8B-B14F-4D97-AF65-F5344CB8AC3E}">
        <p14:creationId xmlns:p14="http://schemas.microsoft.com/office/powerpoint/2010/main" val="6670401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9" y="457201"/>
            <a:ext cx="2135187" cy="4117181"/>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1626" y="457201"/>
            <a:ext cx="6253163" cy="411718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99635249-A128-4B8E-818D-8471EA5F612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EC0AFB97-B1FB-483A-A9EB-A647BEA68B4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FCD2018-EE3A-4966-B26F-EC4F7BA666F6}"/>
              </a:ext>
            </a:extLst>
          </p:cNvPr>
          <p:cNvSpPr>
            <a:spLocks noGrp="1" noChangeArrowheads="1"/>
          </p:cNvSpPr>
          <p:nvPr>
            <p:ph type="sldNum" sz="quarter" idx="12"/>
          </p:nvPr>
        </p:nvSpPr>
        <p:spPr>
          <a:ln/>
        </p:spPr>
        <p:txBody>
          <a:bodyPr/>
          <a:lstStyle>
            <a:lvl1pPr>
              <a:defRPr/>
            </a:lvl1pPr>
          </a:lstStyle>
          <a:p>
            <a:fld id="{F4E2F45C-9976-4643-8363-25A81F27EBC5}" type="slidenum">
              <a:rPr lang="en-US" altLang="zh-CN"/>
              <a:pPr/>
              <a:t>‹#›</a:t>
            </a:fld>
            <a:endParaRPr lang="en-US" altLang="zh-CN"/>
          </a:p>
        </p:txBody>
      </p:sp>
    </p:spTree>
    <p:extLst>
      <p:ext uri="{BB962C8B-B14F-4D97-AF65-F5344CB8AC3E}">
        <p14:creationId xmlns:p14="http://schemas.microsoft.com/office/powerpoint/2010/main" val="297089184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457200"/>
            <a:ext cx="8540750" cy="857250"/>
          </a:xfrm>
        </p:spPr>
        <p:txBody>
          <a:bodyPr/>
          <a:lstStyle/>
          <a:p>
            <a:r>
              <a:rPr lang="zh-CN" altLang="en-US"/>
              <a:t>单击此处编辑母版标题样式</a:t>
            </a:r>
          </a:p>
        </p:txBody>
      </p:sp>
      <p:sp>
        <p:nvSpPr>
          <p:cNvPr id="3" name="文本占位符 2"/>
          <p:cNvSpPr>
            <a:spLocks noGrp="1"/>
          </p:cNvSpPr>
          <p:nvPr>
            <p:ph type="body" sz="half" idx="1"/>
          </p:nvPr>
        </p:nvSpPr>
        <p:spPr>
          <a:xfrm>
            <a:off x="301626" y="1428751"/>
            <a:ext cx="4194175" cy="314563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1" y="1428751"/>
            <a:ext cx="4194175" cy="314563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E7D4A182-03A3-4FC6-B56E-B47116BB8A6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871D9742-87BA-4653-9E48-0E598F8E3A1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3689BBD-9DD5-4606-92D3-D42E32F1669D}"/>
              </a:ext>
            </a:extLst>
          </p:cNvPr>
          <p:cNvSpPr>
            <a:spLocks noGrp="1" noChangeArrowheads="1"/>
          </p:cNvSpPr>
          <p:nvPr>
            <p:ph type="sldNum" sz="quarter" idx="12"/>
          </p:nvPr>
        </p:nvSpPr>
        <p:spPr>
          <a:ln/>
        </p:spPr>
        <p:txBody>
          <a:bodyPr/>
          <a:lstStyle>
            <a:lvl1pPr>
              <a:defRPr/>
            </a:lvl1pPr>
          </a:lstStyle>
          <a:p>
            <a:fld id="{2CFC3C66-31CD-4D0F-847A-B0CFED2C0EA3}" type="slidenum">
              <a:rPr lang="en-US" altLang="zh-CN"/>
              <a:pPr/>
              <a:t>‹#›</a:t>
            </a:fld>
            <a:endParaRPr lang="en-US" altLang="zh-CN"/>
          </a:p>
        </p:txBody>
      </p:sp>
    </p:spTree>
    <p:extLst>
      <p:ext uri="{BB962C8B-B14F-4D97-AF65-F5344CB8AC3E}">
        <p14:creationId xmlns:p14="http://schemas.microsoft.com/office/powerpoint/2010/main" val="15476940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01625" y="457201"/>
            <a:ext cx="8540750" cy="411718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75D41886-CF6B-4272-9BBF-DC4852F9C5E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542307DA-CABA-40AB-B329-F4BF03131FF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19BB0438-FF35-4D7D-9D10-74990A6C84F0}"/>
              </a:ext>
            </a:extLst>
          </p:cNvPr>
          <p:cNvSpPr>
            <a:spLocks noGrp="1" noChangeArrowheads="1"/>
          </p:cNvSpPr>
          <p:nvPr>
            <p:ph type="sldNum" sz="quarter" idx="12"/>
          </p:nvPr>
        </p:nvSpPr>
        <p:spPr>
          <a:ln/>
        </p:spPr>
        <p:txBody>
          <a:bodyPr/>
          <a:lstStyle>
            <a:lvl1pPr>
              <a:defRPr/>
            </a:lvl1pPr>
          </a:lstStyle>
          <a:p>
            <a:fld id="{258CC4AC-7BD1-4AA2-8037-47DC1653E11E}" type="slidenum">
              <a:rPr lang="en-US" altLang="zh-CN"/>
              <a:pPr/>
              <a:t>‹#›</a:t>
            </a:fld>
            <a:endParaRPr lang="en-US" altLang="zh-CN"/>
          </a:p>
        </p:txBody>
      </p:sp>
    </p:spTree>
    <p:extLst>
      <p:ext uri="{BB962C8B-B14F-4D97-AF65-F5344CB8AC3E}">
        <p14:creationId xmlns:p14="http://schemas.microsoft.com/office/powerpoint/2010/main" val="41512125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457200"/>
            <a:ext cx="8540750" cy="857250"/>
          </a:xfrm>
        </p:spPr>
        <p:txBody>
          <a:bodyPr/>
          <a:lstStyle/>
          <a:p>
            <a:r>
              <a:rPr lang="zh-CN" altLang="en-US"/>
              <a:t>单击此处编辑母版标题样式</a:t>
            </a:r>
          </a:p>
        </p:txBody>
      </p:sp>
      <p:sp>
        <p:nvSpPr>
          <p:cNvPr id="3" name="文本占位符 2"/>
          <p:cNvSpPr>
            <a:spLocks noGrp="1"/>
          </p:cNvSpPr>
          <p:nvPr>
            <p:ph type="body" sz="half" idx="1"/>
          </p:nvPr>
        </p:nvSpPr>
        <p:spPr>
          <a:xfrm>
            <a:off x="301626" y="1428751"/>
            <a:ext cx="4194175" cy="314563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1" y="1428750"/>
            <a:ext cx="4194175" cy="151566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1" y="3058717"/>
            <a:ext cx="4194175" cy="151566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72CE75E4-22C8-4426-B11A-E99181A7253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F444C7E7-602F-4734-B09C-2E73D2C4627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52FEFD7C-86B4-4A60-B43B-D92413A9B3A8}"/>
              </a:ext>
            </a:extLst>
          </p:cNvPr>
          <p:cNvSpPr>
            <a:spLocks noGrp="1" noChangeArrowheads="1"/>
          </p:cNvSpPr>
          <p:nvPr>
            <p:ph type="sldNum" sz="quarter" idx="12"/>
          </p:nvPr>
        </p:nvSpPr>
        <p:spPr>
          <a:ln/>
        </p:spPr>
        <p:txBody>
          <a:bodyPr/>
          <a:lstStyle>
            <a:lvl1pPr>
              <a:defRPr/>
            </a:lvl1pPr>
          </a:lstStyle>
          <a:p>
            <a:fld id="{5E74218F-B631-477E-875F-90733AC16F77}" type="slidenum">
              <a:rPr lang="en-US" altLang="zh-CN"/>
              <a:pPr/>
              <a:t>‹#›</a:t>
            </a:fld>
            <a:endParaRPr lang="en-US" altLang="zh-CN"/>
          </a:p>
        </p:txBody>
      </p:sp>
    </p:spTree>
    <p:extLst>
      <p:ext uri="{BB962C8B-B14F-4D97-AF65-F5344CB8AC3E}">
        <p14:creationId xmlns:p14="http://schemas.microsoft.com/office/powerpoint/2010/main" val="21996995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457200"/>
            <a:ext cx="8540750" cy="857250"/>
          </a:xfrm>
        </p:spPr>
        <p:txBody>
          <a:bodyPr/>
          <a:lstStyle/>
          <a:p>
            <a:r>
              <a:rPr lang="zh-CN" altLang="en-US"/>
              <a:t>单击此处编辑母版标题样式</a:t>
            </a:r>
          </a:p>
        </p:txBody>
      </p:sp>
      <p:sp>
        <p:nvSpPr>
          <p:cNvPr id="3" name="内容占位符 2"/>
          <p:cNvSpPr>
            <a:spLocks noGrp="1"/>
          </p:cNvSpPr>
          <p:nvPr>
            <p:ph sz="half" idx="1"/>
          </p:nvPr>
        </p:nvSpPr>
        <p:spPr>
          <a:xfrm>
            <a:off x="301626" y="1428751"/>
            <a:ext cx="4194175" cy="314563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1" y="1428750"/>
            <a:ext cx="4194175" cy="151566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1" y="3058717"/>
            <a:ext cx="4194175" cy="151566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336720DF-C50B-4A42-811B-E9B685C2B8B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76D11667-DDDF-4106-BC6B-991BED8310B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18D8E294-BDDA-4B26-BF1A-A46BAF9ABA50}"/>
              </a:ext>
            </a:extLst>
          </p:cNvPr>
          <p:cNvSpPr>
            <a:spLocks noGrp="1" noChangeArrowheads="1"/>
          </p:cNvSpPr>
          <p:nvPr>
            <p:ph type="sldNum" sz="quarter" idx="12"/>
          </p:nvPr>
        </p:nvSpPr>
        <p:spPr>
          <a:ln/>
        </p:spPr>
        <p:txBody>
          <a:bodyPr/>
          <a:lstStyle>
            <a:lvl1pPr>
              <a:defRPr/>
            </a:lvl1pPr>
          </a:lstStyle>
          <a:p>
            <a:fld id="{DBAA0DBE-F80B-4673-BD99-B68491D7446E}" type="slidenum">
              <a:rPr lang="en-US" altLang="zh-CN"/>
              <a:pPr/>
              <a:t>‹#›</a:t>
            </a:fld>
            <a:endParaRPr lang="en-US" altLang="zh-CN"/>
          </a:p>
        </p:txBody>
      </p:sp>
    </p:spTree>
    <p:extLst>
      <p:ext uri="{BB962C8B-B14F-4D97-AF65-F5344CB8AC3E}">
        <p14:creationId xmlns:p14="http://schemas.microsoft.com/office/powerpoint/2010/main" val="2342728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6" Type="http://schemas.openxmlformats.org/officeDocument/2006/relationships/theme" Target="../theme/theme3.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bwMode="auto">
          <a:xfrm>
            <a:off x="457200" y="208360"/>
            <a:ext cx="8229600" cy="854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单击此处编辑母版标题样式</a:t>
            </a:r>
          </a:p>
        </p:txBody>
      </p:sp>
      <p:sp>
        <p:nvSpPr>
          <p:cNvPr id="67587" name="Rectangle 3"/>
          <p:cNvSpPr>
            <a:spLocks noGrp="1" noChangeArrowheads="1"/>
          </p:cNvSpPr>
          <p:nvPr>
            <p:ph type="body" idx="1"/>
          </p:nvPr>
        </p:nvSpPr>
        <p:spPr bwMode="auto">
          <a:xfrm>
            <a:off x="457200" y="1200150"/>
            <a:ext cx="8229600" cy="3398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单击此处编辑母版文本样式</a:t>
            </a:r>
          </a:p>
          <a:p>
            <a:pPr lvl="1"/>
            <a:r>
              <a:rPr lang="en-US" altLang="zh-CN"/>
              <a:t>第二级</a:t>
            </a:r>
          </a:p>
          <a:p>
            <a:pPr lvl="2"/>
            <a:r>
              <a:rPr lang="en-US" altLang="zh-CN"/>
              <a:t>第三级</a:t>
            </a:r>
          </a:p>
          <a:p>
            <a:pPr lvl="3"/>
            <a:r>
              <a:rPr lang="en-US" altLang="zh-CN"/>
              <a:t>第四级</a:t>
            </a:r>
          </a:p>
          <a:p>
            <a:pPr lvl="4"/>
            <a:r>
              <a:rPr lang="en-US" altLang="zh-CN"/>
              <a:t>第五级</a:t>
            </a:r>
          </a:p>
        </p:txBody>
      </p:sp>
      <p:sp>
        <p:nvSpPr>
          <p:cNvPr id="345093" name="Rectangle 5"/>
          <p:cNvSpPr>
            <a:spLocks noGrp="1" noChangeArrowheads="1"/>
          </p:cNvSpPr>
          <p:nvPr>
            <p:ph type="ftr" sz="quarter" idx="3"/>
          </p:nvPr>
        </p:nvSpPr>
        <p:spPr bwMode="auto">
          <a:xfrm>
            <a:off x="3124200" y="4686300"/>
            <a:ext cx="2895600" cy="3429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a:defRPr sz="900">
                <a:latin typeface="+mj-lt"/>
              </a:defRPr>
            </a:lvl1pPr>
          </a:lstStyle>
          <a:p>
            <a:pPr defTabSz="685800" fontAlgn="base">
              <a:spcBef>
                <a:spcPct val="0"/>
              </a:spcBef>
              <a:spcAft>
                <a:spcPct val="0"/>
              </a:spcAft>
              <a:defRPr/>
            </a:pPr>
            <a:endParaRPr lang="zh-CN" altLang="en-US">
              <a:solidFill>
                <a:srgbClr val="000000"/>
              </a:solidFill>
            </a:endParaRPr>
          </a:p>
        </p:txBody>
      </p:sp>
      <p:sp>
        <p:nvSpPr>
          <p:cNvPr id="345094" name="Rectangle 6"/>
          <p:cNvSpPr>
            <a:spLocks noGrp="1" noChangeArrowheads="1"/>
          </p:cNvSpPr>
          <p:nvPr>
            <p:ph type="sldNum" sz="quarter" idx="4"/>
          </p:nvPr>
        </p:nvSpPr>
        <p:spPr bwMode="auto">
          <a:xfrm>
            <a:off x="6553200" y="4682729"/>
            <a:ext cx="2133600" cy="3429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900">
                <a:latin typeface="Garamond" panose="02020404030301010803" pitchFamily="18" charset="0"/>
              </a:defRPr>
            </a:lvl1pPr>
          </a:lstStyle>
          <a:p>
            <a:pPr defTabSz="685800" fontAlgn="base">
              <a:spcBef>
                <a:spcPct val="0"/>
              </a:spcBef>
              <a:spcAft>
                <a:spcPct val="0"/>
              </a:spcAft>
            </a:pPr>
            <a:fld id="{D9AA458D-B77D-47A9-956F-B0CAFBE241C0}" type="slidenum">
              <a:rPr lang="en-US" altLang="zh-CN" smtClean="0">
                <a:solidFill>
                  <a:srgbClr val="000000"/>
                </a:solidFill>
              </a:rPr>
              <a:pPr defTabSz="685800"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554226048"/>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hf hdr="0" ftr="0" dt="0"/>
  <p:txStyles>
    <p:titleStyle>
      <a:lvl1pPr algn="l" rtl="0" eaLnBrk="0" fontAlgn="base" hangingPunct="0">
        <a:spcBef>
          <a:spcPct val="0"/>
        </a:spcBef>
        <a:spcAft>
          <a:spcPct val="0"/>
        </a:spcAft>
        <a:defRPr sz="3150">
          <a:solidFill>
            <a:schemeClr val="tx2"/>
          </a:solidFill>
          <a:latin typeface="+mj-lt"/>
          <a:ea typeface="+mj-ea"/>
          <a:cs typeface="+mj-cs"/>
        </a:defRPr>
      </a:lvl1pPr>
      <a:lvl2pPr algn="l" rtl="0" eaLnBrk="0" fontAlgn="base" hangingPunct="0">
        <a:spcBef>
          <a:spcPct val="0"/>
        </a:spcBef>
        <a:spcAft>
          <a:spcPct val="0"/>
        </a:spcAft>
        <a:defRPr sz="3150">
          <a:solidFill>
            <a:schemeClr val="tx2"/>
          </a:solidFill>
          <a:latin typeface="Garamond" pitchFamily="18" charset="0"/>
          <a:ea typeface="宋体" pitchFamily="2" charset="-122"/>
        </a:defRPr>
      </a:lvl2pPr>
      <a:lvl3pPr algn="l" rtl="0" eaLnBrk="0" fontAlgn="base" hangingPunct="0">
        <a:spcBef>
          <a:spcPct val="0"/>
        </a:spcBef>
        <a:spcAft>
          <a:spcPct val="0"/>
        </a:spcAft>
        <a:defRPr sz="3150">
          <a:solidFill>
            <a:schemeClr val="tx2"/>
          </a:solidFill>
          <a:latin typeface="Garamond" pitchFamily="18" charset="0"/>
          <a:ea typeface="宋体" pitchFamily="2" charset="-122"/>
        </a:defRPr>
      </a:lvl3pPr>
      <a:lvl4pPr algn="l" rtl="0" eaLnBrk="0" fontAlgn="base" hangingPunct="0">
        <a:spcBef>
          <a:spcPct val="0"/>
        </a:spcBef>
        <a:spcAft>
          <a:spcPct val="0"/>
        </a:spcAft>
        <a:defRPr sz="3150">
          <a:solidFill>
            <a:schemeClr val="tx2"/>
          </a:solidFill>
          <a:latin typeface="Garamond" pitchFamily="18" charset="0"/>
          <a:ea typeface="宋体" pitchFamily="2" charset="-122"/>
        </a:defRPr>
      </a:lvl4pPr>
      <a:lvl5pPr algn="l" rtl="0" eaLnBrk="0" fontAlgn="base" hangingPunct="0">
        <a:spcBef>
          <a:spcPct val="0"/>
        </a:spcBef>
        <a:spcAft>
          <a:spcPct val="0"/>
        </a:spcAft>
        <a:defRPr sz="3150">
          <a:solidFill>
            <a:schemeClr val="tx2"/>
          </a:solidFill>
          <a:latin typeface="Garamond" pitchFamily="18" charset="0"/>
          <a:ea typeface="宋体" pitchFamily="2" charset="-122"/>
        </a:defRPr>
      </a:lvl5pPr>
      <a:lvl6pPr marL="342900" algn="l" rtl="0" fontAlgn="base">
        <a:spcBef>
          <a:spcPct val="0"/>
        </a:spcBef>
        <a:spcAft>
          <a:spcPct val="0"/>
        </a:spcAft>
        <a:defRPr sz="3150">
          <a:solidFill>
            <a:schemeClr val="tx2"/>
          </a:solidFill>
          <a:latin typeface="Garamond" pitchFamily="18" charset="0"/>
          <a:ea typeface="宋体" pitchFamily="2" charset="-122"/>
        </a:defRPr>
      </a:lvl6pPr>
      <a:lvl7pPr marL="685800" algn="l" rtl="0" fontAlgn="base">
        <a:spcBef>
          <a:spcPct val="0"/>
        </a:spcBef>
        <a:spcAft>
          <a:spcPct val="0"/>
        </a:spcAft>
        <a:defRPr sz="3150">
          <a:solidFill>
            <a:schemeClr val="tx2"/>
          </a:solidFill>
          <a:latin typeface="Garamond" pitchFamily="18" charset="0"/>
          <a:ea typeface="宋体" pitchFamily="2" charset="-122"/>
        </a:defRPr>
      </a:lvl7pPr>
      <a:lvl8pPr marL="1028700" algn="l" rtl="0" fontAlgn="base">
        <a:spcBef>
          <a:spcPct val="0"/>
        </a:spcBef>
        <a:spcAft>
          <a:spcPct val="0"/>
        </a:spcAft>
        <a:defRPr sz="3150">
          <a:solidFill>
            <a:schemeClr val="tx2"/>
          </a:solidFill>
          <a:latin typeface="Garamond" pitchFamily="18" charset="0"/>
          <a:ea typeface="宋体" pitchFamily="2" charset="-122"/>
        </a:defRPr>
      </a:lvl8pPr>
      <a:lvl9pPr marL="1371600" algn="l" rtl="0" fontAlgn="base">
        <a:spcBef>
          <a:spcPct val="0"/>
        </a:spcBef>
        <a:spcAft>
          <a:spcPct val="0"/>
        </a:spcAft>
        <a:defRPr sz="3150">
          <a:solidFill>
            <a:schemeClr val="tx2"/>
          </a:solidFill>
          <a:latin typeface="Garamond" pitchFamily="18" charset="0"/>
          <a:ea typeface="宋体" pitchFamily="2" charset="-122"/>
        </a:defRPr>
      </a:lvl9pPr>
    </p:titleStyle>
    <p:bodyStyle>
      <a:lvl1pPr marL="257175" indent="-257175" algn="l" rtl="0" eaLnBrk="0" fontAlgn="base" hangingPunct="0">
        <a:spcBef>
          <a:spcPct val="20000"/>
        </a:spcBef>
        <a:spcAft>
          <a:spcPct val="0"/>
        </a:spcAft>
        <a:buClr>
          <a:schemeClr val="accent1"/>
        </a:buClr>
        <a:buSzPct val="65000"/>
        <a:buFont typeface="Wingdings" panose="05000000000000000000" pitchFamily="2" charset="2"/>
        <a:buChar char="n"/>
        <a:defRPr sz="2250">
          <a:solidFill>
            <a:schemeClr val="tx1"/>
          </a:solidFill>
          <a:latin typeface="+mn-lt"/>
          <a:ea typeface="+mn-ea"/>
          <a:cs typeface="+mn-cs"/>
        </a:defRPr>
      </a:lvl1pPr>
      <a:lvl2pPr marL="502444" indent="-244079" algn="l" rtl="0" eaLnBrk="0" fontAlgn="base" hangingPunct="0">
        <a:spcBef>
          <a:spcPct val="20000"/>
        </a:spcBef>
        <a:spcAft>
          <a:spcPct val="0"/>
        </a:spcAft>
        <a:buClr>
          <a:schemeClr val="accent2"/>
        </a:buClr>
        <a:buSzPct val="60000"/>
        <a:buFont typeface="Wingdings" panose="05000000000000000000" pitchFamily="2" charset="2"/>
        <a:buChar char="q"/>
        <a:defRPr sz="1950">
          <a:solidFill>
            <a:schemeClr val="tx1"/>
          </a:solidFill>
          <a:latin typeface="+mn-lt"/>
          <a:ea typeface="+mn-ea"/>
        </a:defRPr>
      </a:lvl2pPr>
      <a:lvl3pPr marL="766763" indent="-263129" algn="l" rtl="0" eaLnBrk="0" fontAlgn="base" hangingPunct="0">
        <a:spcBef>
          <a:spcPct val="20000"/>
        </a:spcBef>
        <a:spcAft>
          <a:spcPct val="0"/>
        </a:spcAft>
        <a:buClr>
          <a:schemeClr val="accent1"/>
        </a:buClr>
        <a:buSzPct val="65000"/>
        <a:buFont typeface="Wingdings" panose="05000000000000000000" pitchFamily="2" charset="2"/>
        <a:buChar char="n"/>
        <a:defRPr sz="1650">
          <a:solidFill>
            <a:schemeClr val="tx1"/>
          </a:solidFill>
          <a:latin typeface="+mn-lt"/>
          <a:ea typeface="+mn-ea"/>
        </a:defRPr>
      </a:lvl3pPr>
      <a:lvl4pPr marL="1004888" indent="-236935" algn="l" rtl="0" eaLnBrk="0" fontAlgn="base" hangingPunct="0">
        <a:spcBef>
          <a:spcPct val="20000"/>
        </a:spcBef>
        <a:spcAft>
          <a:spcPct val="0"/>
        </a:spcAft>
        <a:buClr>
          <a:schemeClr val="accent2"/>
        </a:buClr>
        <a:buSzPct val="70000"/>
        <a:buFont typeface="Wingdings" panose="05000000000000000000" pitchFamily="2" charset="2"/>
        <a:buChar char="q"/>
        <a:defRPr sz="1500">
          <a:solidFill>
            <a:schemeClr val="tx1"/>
          </a:solidFill>
          <a:latin typeface="+mn-lt"/>
          <a:ea typeface="+mn-ea"/>
        </a:defRPr>
      </a:lvl4pPr>
      <a:lvl5pPr marL="1260872" indent="-254794" algn="l" rtl="0" eaLnBrk="0" fontAlgn="base" hangingPunct="0">
        <a:spcBef>
          <a:spcPct val="20000"/>
        </a:spcBef>
        <a:spcAft>
          <a:spcPct val="0"/>
        </a:spcAft>
        <a:buClr>
          <a:schemeClr val="accent1"/>
        </a:buClr>
        <a:buSzPct val="75000"/>
        <a:buFont typeface="Wingdings" panose="05000000000000000000" pitchFamily="2" charset="2"/>
        <a:buChar char="§"/>
        <a:defRPr sz="1500">
          <a:solidFill>
            <a:schemeClr val="tx1"/>
          </a:solidFill>
          <a:latin typeface="+mn-lt"/>
          <a:ea typeface="+mn-ea"/>
        </a:defRPr>
      </a:lvl5pPr>
      <a:lvl6pPr marL="1603772" indent="-254794" algn="l" rtl="0" fontAlgn="base">
        <a:spcBef>
          <a:spcPct val="20000"/>
        </a:spcBef>
        <a:spcAft>
          <a:spcPct val="0"/>
        </a:spcAft>
        <a:buClr>
          <a:schemeClr val="accent1"/>
        </a:buClr>
        <a:buSzPct val="75000"/>
        <a:buFont typeface="Wingdings" pitchFamily="2" charset="2"/>
        <a:buChar char="§"/>
        <a:defRPr sz="1500">
          <a:solidFill>
            <a:schemeClr val="tx1"/>
          </a:solidFill>
          <a:latin typeface="+mn-lt"/>
          <a:ea typeface="+mn-ea"/>
        </a:defRPr>
      </a:lvl6pPr>
      <a:lvl7pPr marL="1946672" indent="-254794" algn="l" rtl="0" fontAlgn="base">
        <a:spcBef>
          <a:spcPct val="20000"/>
        </a:spcBef>
        <a:spcAft>
          <a:spcPct val="0"/>
        </a:spcAft>
        <a:buClr>
          <a:schemeClr val="accent1"/>
        </a:buClr>
        <a:buSzPct val="75000"/>
        <a:buFont typeface="Wingdings" pitchFamily="2" charset="2"/>
        <a:buChar char="§"/>
        <a:defRPr sz="1500">
          <a:solidFill>
            <a:schemeClr val="tx1"/>
          </a:solidFill>
          <a:latin typeface="+mn-lt"/>
          <a:ea typeface="+mn-ea"/>
        </a:defRPr>
      </a:lvl7pPr>
      <a:lvl8pPr marL="2289572" indent="-254794" algn="l" rtl="0" fontAlgn="base">
        <a:spcBef>
          <a:spcPct val="20000"/>
        </a:spcBef>
        <a:spcAft>
          <a:spcPct val="0"/>
        </a:spcAft>
        <a:buClr>
          <a:schemeClr val="accent1"/>
        </a:buClr>
        <a:buSzPct val="75000"/>
        <a:buFont typeface="Wingdings" pitchFamily="2" charset="2"/>
        <a:buChar char="§"/>
        <a:defRPr sz="1500">
          <a:solidFill>
            <a:schemeClr val="tx1"/>
          </a:solidFill>
          <a:latin typeface="+mn-lt"/>
          <a:ea typeface="+mn-ea"/>
        </a:defRPr>
      </a:lvl8pPr>
      <a:lvl9pPr marL="2632472" indent="-254794" algn="l" rtl="0" fontAlgn="base">
        <a:spcBef>
          <a:spcPct val="20000"/>
        </a:spcBef>
        <a:spcAft>
          <a:spcPct val="0"/>
        </a:spcAft>
        <a:buClr>
          <a:schemeClr val="accent1"/>
        </a:buClr>
        <a:buSzPct val="75000"/>
        <a:buFont typeface="Wingdings" pitchFamily="2" charset="2"/>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AAC8AC2-D358-4F26-BBB2-3902643482D7}"/>
              </a:ext>
            </a:extLst>
          </p:cNvPr>
          <p:cNvSpPr>
            <a:spLocks noGrp="1" noRot="1" noChangeArrowheads="1"/>
          </p:cNvSpPr>
          <p:nvPr>
            <p:ph type="title"/>
          </p:nvPr>
        </p:nvSpPr>
        <p:spPr bwMode="auto">
          <a:xfrm>
            <a:off x="301625" y="457200"/>
            <a:ext cx="854075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23F71BA6-63E5-430C-8F26-79A625A90F71}"/>
              </a:ext>
            </a:extLst>
          </p:cNvPr>
          <p:cNvSpPr>
            <a:spLocks noGrp="1" noRot="1" noChangeArrowheads="1"/>
          </p:cNvSpPr>
          <p:nvPr>
            <p:ph type="body" idx="1"/>
          </p:nvPr>
        </p:nvSpPr>
        <p:spPr bwMode="auto">
          <a:xfrm>
            <a:off x="301625" y="1428751"/>
            <a:ext cx="8540750" cy="3145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6564" name="Rectangle 4">
            <a:extLst>
              <a:ext uri="{FF2B5EF4-FFF2-40B4-BE49-F238E27FC236}">
                <a16:creationId xmlns:a16="http://schemas.microsoft.com/office/drawing/2014/main" id="{5EF6019E-72EE-4106-9440-57B49ECF1C86}"/>
              </a:ext>
            </a:extLst>
          </p:cNvPr>
          <p:cNvSpPr>
            <a:spLocks noGrp="1" noChangeArrowheads="1"/>
          </p:cNvSpPr>
          <p:nvPr>
            <p:ph type="dt" sz="half" idx="2"/>
          </p:nvPr>
        </p:nvSpPr>
        <p:spPr bwMode="auto">
          <a:xfrm>
            <a:off x="301626" y="4683919"/>
            <a:ext cx="2289175"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50">
                <a:latin typeface="Arial" charset="0"/>
                <a:ea typeface="宋体" charset="-122"/>
              </a:defRPr>
            </a:lvl1pPr>
          </a:lstStyle>
          <a:p>
            <a:pPr>
              <a:defRPr/>
            </a:pPr>
            <a:endParaRPr lang="en-US" altLang="zh-CN"/>
          </a:p>
        </p:txBody>
      </p:sp>
      <p:sp>
        <p:nvSpPr>
          <p:cNvPr id="66565" name="Rectangle 5">
            <a:extLst>
              <a:ext uri="{FF2B5EF4-FFF2-40B4-BE49-F238E27FC236}">
                <a16:creationId xmlns:a16="http://schemas.microsoft.com/office/drawing/2014/main" id="{77807566-5890-46C1-9A59-2CE0CB370F65}"/>
              </a:ext>
            </a:extLst>
          </p:cNvPr>
          <p:cNvSpPr>
            <a:spLocks noGrp="1" noChangeArrowheads="1"/>
          </p:cNvSpPr>
          <p:nvPr>
            <p:ph type="ftr" sz="quarter" idx="3"/>
          </p:nvPr>
        </p:nvSpPr>
        <p:spPr bwMode="auto">
          <a:xfrm>
            <a:off x="3124200" y="4683919"/>
            <a:ext cx="289560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50">
                <a:latin typeface="Arial" charset="0"/>
                <a:ea typeface="宋体" charset="-122"/>
              </a:defRPr>
            </a:lvl1pPr>
          </a:lstStyle>
          <a:p>
            <a:pPr>
              <a:defRPr/>
            </a:pPr>
            <a:endParaRPr lang="en-US" altLang="zh-CN"/>
          </a:p>
        </p:txBody>
      </p:sp>
      <p:sp>
        <p:nvSpPr>
          <p:cNvPr id="66566" name="Rectangle 6">
            <a:extLst>
              <a:ext uri="{FF2B5EF4-FFF2-40B4-BE49-F238E27FC236}">
                <a16:creationId xmlns:a16="http://schemas.microsoft.com/office/drawing/2014/main" id="{5FF57C92-F27C-4AEB-AA87-817F325AE846}"/>
              </a:ext>
            </a:extLst>
          </p:cNvPr>
          <p:cNvSpPr>
            <a:spLocks noGrp="1" noChangeArrowheads="1"/>
          </p:cNvSpPr>
          <p:nvPr>
            <p:ph type="sldNum" sz="quarter" idx="4"/>
          </p:nvPr>
        </p:nvSpPr>
        <p:spPr bwMode="auto">
          <a:xfrm>
            <a:off x="6553201" y="4683919"/>
            <a:ext cx="2289175"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50"/>
            </a:lvl1pPr>
          </a:lstStyle>
          <a:p>
            <a:fld id="{3C80B315-786D-4781-87C3-F3D72A37E37D}" type="slidenum">
              <a:rPr lang="en-US" altLang="zh-CN"/>
              <a:pPr/>
              <a:t>‹#›</a:t>
            </a:fld>
            <a:endParaRPr lang="en-US" altLang="zh-CN"/>
          </a:p>
        </p:txBody>
      </p:sp>
    </p:spTree>
    <p:extLst>
      <p:ext uri="{BB962C8B-B14F-4D97-AF65-F5344CB8AC3E}">
        <p14:creationId xmlns:p14="http://schemas.microsoft.com/office/powerpoint/2010/main" val="408955597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Lst>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ea typeface="宋体" charset="-122"/>
        </a:defRPr>
      </a:lvl2pPr>
      <a:lvl3pPr algn="ctr" rtl="0" eaLnBrk="0" fontAlgn="base" hangingPunct="0">
        <a:spcBef>
          <a:spcPct val="0"/>
        </a:spcBef>
        <a:spcAft>
          <a:spcPct val="0"/>
        </a:spcAft>
        <a:defRPr sz="3300">
          <a:solidFill>
            <a:schemeClr val="tx2"/>
          </a:solidFill>
          <a:latin typeface="Arial" charset="0"/>
          <a:ea typeface="宋体" charset="-122"/>
        </a:defRPr>
      </a:lvl3pPr>
      <a:lvl4pPr algn="ctr" rtl="0" eaLnBrk="0" fontAlgn="base" hangingPunct="0">
        <a:spcBef>
          <a:spcPct val="0"/>
        </a:spcBef>
        <a:spcAft>
          <a:spcPct val="0"/>
        </a:spcAft>
        <a:defRPr sz="3300">
          <a:solidFill>
            <a:schemeClr val="tx2"/>
          </a:solidFill>
          <a:latin typeface="Arial" charset="0"/>
          <a:ea typeface="宋体" charset="-122"/>
        </a:defRPr>
      </a:lvl4pPr>
      <a:lvl5pPr algn="ctr" rtl="0" eaLnBrk="0" fontAlgn="base" hangingPunct="0">
        <a:spcBef>
          <a:spcPct val="0"/>
        </a:spcBef>
        <a:spcAft>
          <a:spcPct val="0"/>
        </a:spcAft>
        <a:defRPr sz="3300">
          <a:solidFill>
            <a:schemeClr val="tx2"/>
          </a:solidFill>
          <a:latin typeface="Arial" charset="0"/>
          <a:ea typeface="宋体" charset="-122"/>
        </a:defRPr>
      </a:lvl5pPr>
      <a:lvl6pPr marL="342900" algn="ctr" rtl="0" fontAlgn="base">
        <a:spcBef>
          <a:spcPct val="0"/>
        </a:spcBef>
        <a:spcAft>
          <a:spcPct val="0"/>
        </a:spcAft>
        <a:defRPr sz="3300">
          <a:solidFill>
            <a:schemeClr val="tx2"/>
          </a:solidFill>
          <a:latin typeface="Arial" charset="0"/>
          <a:ea typeface="宋体" charset="-122"/>
        </a:defRPr>
      </a:lvl6pPr>
      <a:lvl7pPr marL="685800" algn="ctr" rtl="0" fontAlgn="base">
        <a:spcBef>
          <a:spcPct val="0"/>
        </a:spcBef>
        <a:spcAft>
          <a:spcPct val="0"/>
        </a:spcAft>
        <a:defRPr sz="3300">
          <a:solidFill>
            <a:schemeClr val="tx2"/>
          </a:solidFill>
          <a:latin typeface="Arial" charset="0"/>
          <a:ea typeface="宋体" charset="-122"/>
        </a:defRPr>
      </a:lvl7pPr>
      <a:lvl8pPr marL="1028700" algn="ctr" rtl="0" fontAlgn="base">
        <a:spcBef>
          <a:spcPct val="0"/>
        </a:spcBef>
        <a:spcAft>
          <a:spcPct val="0"/>
        </a:spcAft>
        <a:defRPr sz="3300">
          <a:solidFill>
            <a:schemeClr val="tx2"/>
          </a:solidFill>
          <a:latin typeface="Arial" charset="0"/>
          <a:ea typeface="宋体" charset="-122"/>
        </a:defRPr>
      </a:lvl8pPr>
      <a:lvl9pPr marL="1371600" algn="ctr" rtl="0" fontAlgn="base">
        <a:spcBef>
          <a:spcPct val="0"/>
        </a:spcBef>
        <a:spcAft>
          <a:spcPct val="0"/>
        </a:spcAft>
        <a:defRPr sz="3300">
          <a:solidFill>
            <a:schemeClr val="tx2"/>
          </a:solidFill>
          <a:latin typeface="Arial" charset="0"/>
          <a:ea typeface="宋体" charset="-122"/>
        </a:defRPr>
      </a:lvl9pPr>
    </p:titleStyle>
    <p:bodyStyle>
      <a:lvl1pPr marL="257175" indent="-257175" algn="l" rtl="0" eaLnBrk="0" fontAlgn="base" hangingPunct="0">
        <a:spcBef>
          <a:spcPct val="20000"/>
        </a:spcBef>
        <a:spcAft>
          <a:spcPct val="0"/>
        </a:spcAft>
        <a:buClr>
          <a:schemeClr val="hlink"/>
        </a:buClr>
        <a:buSzPct val="75000"/>
        <a:buFont typeface="Wingdings" panose="05000000000000000000" pitchFamily="2" charset="2"/>
        <a:buChar char="v"/>
        <a:defRPr sz="2400">
          <a:solidFill>
            <a:schemeClr val="tx1"/>
          </a:solidFill>
          <a:latin typeface="+mn-lt"/>
          <a:ea typeface="+mn-ea"/>
          <a:cs typeface="+mn-cs"/>
        </a:defRPr>
      </a:lvl1pPr>
      <a:lvl2pPr marL="557213" indent="-214313" algn="l" rtl="0" eaLnBrk="0" fontAlgn="base" hangingPunct="0">
        <a:spcBef>
          <a:spcPct val="20000"/>
        </a:spcBef>
        <a:spcAft>
          <a:spcPct val="0"/>
        </a:spcAft>
        <a:buClr>
          <a:schemeClr val="accent2"/>
        </a:buClr>
        <a:buSzPct val="85000"/>
        <a:buFont typeface="Wingdings" panose="05000000000000000000" pitchFamily="2" charset="2"/>
        <a:buChar char=""/>
        <a:defRPr sz="2100">
          <a:solidFill>
            <a:schemeClr val="tx1"/>
          </a:solidFill>
          <a:latin typeface="+mn-lt"/>
          <a:ea typeface="+mn-ea"/>
        </a:defRPr>
      </a:lvl2pPr>
      <a:lvl3pPr marL="857250" indent="-171450" algn="l" rtl="0" eaLnBrk="0" fontAlgn="base" hangingPunct="0">
        <a:spcBef>
          <a:spcPct val="20000"/>
        </a:spcBef>
        <a:spcAft>
          <a:spcPct val="0"/>
        </a:spcAft>
        <a:buClr>
          <a:schemeClr val="hlink"/>
        </a:buClr>
        <a:buSzPct val="85000"/>
        <a:buFont typeface="Wingdings" panose="05000000000000000000" pitchFamily="2" charset="2"/>
        <a:buChar char="v"/>
        <a:defRPr sz="1800">
          <a:solidFill>
            <a:schemeClr val="tx1"/>
          </a:solidFill>
          <a:latin typeface="+mn-lt"/>
          <a:ea typeface="+mn-ea"/>
        </a:defRPr>
      </a:lvl3pPr>
      <a:lvl4pPr marL="1200150" indent="-171450" algn="l" rtl="0" eaLnBrk="0" fontAlgn="base" hangingPunct="0">
        <a:spcBef>
          <a:spcPct val="20000"/>
        </a:spcBef>
        <a:spcAft>
          <a:spcPct val="0"/>
        </a:spcAft>
        <a:buClr>
          <a:schemeClr val="accent2"/>
        </a:buClr>
        <a:buSzPct val="90000"/>
        <a:buFont typeface="Wingdings" panose="05000000000000000000" pitchFamily="2" charset="2"/>
        <a:buChar char=""/>
        <a:defRPr sz="1500">
          <a:solidFill>
            <a:schemeClr val="tx1"/>
          </a:solidFill>
          <a:latin typeface="+mn-lt"/>
          <a:ea typeface="+mn-ea"/>
        </a:defRPr>
      </a:lvl4pPr>
      <a:lvl5pPr marL="1543050" indent="-171450" algn="l" rtl="0" eaLnBrk="0" fontAlgn="base" hangingPunct="0">
        <a:spcBef>
          <a:spcPct val="20000"/>
        </a:spcBef>
        <a:spcAft>
          <a:spcPct val="0"/>
        </a:spcAft>
        <a:buClr>
          <a:schemeClr val="hlink"/>
        </a:buClr>
        <a:buSzPct val="85000"/>
        <a:buFont typeface="Wingdings" panose="05000000000000000000" pitchFamily="2" charset="2"/>
        <a:buChar char="v"/>
        <a:defRPr sz="1500">
          <a:solidFill>
            <a:schemeClr val="tx1"/>
          </a:solidFill>
          <a:latin typeface="+mn-lt"/>
          <a:ea typeface="+mn-ea"/>
        </a:defRPr>
      </a:lvl5pPr>
      <a:lvl6pPr marL="1885950" indent="-171450" algn="l" rtl="0" fontAlgn="base">
        <a:spcBef>
          <a:spcPct val="20000"/>
        </a:spcBef>
        <a:spcAft>
          <a:spcPct val="0"/>
        </a:spcAft>
        <a:buClr>
          <a:schemeClr val="hlink"/>
        </a:buClr>
        <a:buSzPct val="85000"/>
        <a:buFont typeface="Wingdings" pitchFamily="2" charset="2"/>
        <a:buChar char="v"/>
        <a:defRPr sz="1500">
          <a:solidFill>
            <a:schemeClr val="tx1"/>
          </a:solidFill>
          <a:latin typeface="+mn-lt"/>
          <a:ea typeface="+mn-ea"/>
        </a:defRPr>
      </a:lvl6pPr>
      <a:lvl7pPr marL="2228850" indent="-171450" algn="l" rtl="0" fontAlgn="base">
        <a:spcBef>
          <a:spcPct val="20000"/>
        </a:spcBef>
        <a:spcAft>
          <a:spcPct val="0"/>
        </a:spcAft>
        <a:buClr>
          <a:schemeClr val="hlink"/>
        </a:buClr>
        <a:buSzPct val="85000"/>
        <a:buFont typeface="Wingdings" pitchFamily="2" charset="2"/>
        <a:buChar char="v"/>
        <a:defRPr sz="1500">
          <a:solidFill>
            <a:schemeClr val="tx1"/>
          </a:solidFill>
          <a:latin typeface="+mn-lt"/>
          <a:ea typeface="+mn-ea"/>
        </a:defRPr>
      </a:lvl7pPr>
      <a:lvl8pPr marL="2571750" indent="-171450" algn="l" rtl="0" fontAlgn="base">
        <a:spcBef>
          <a:spcPct val="20000"/>
        </a:spcBef>
        <a:spcAft>
          <a:spcPct val="0"/>
        </a:spcAft>
        <a:buClr>
          <a:schemeClr val="hlink"/>
        </a:buClr>
        <a:buSzPct val="85000"/>
        <a:buFont typeface="Wingdings" pitchFamily="2" charset="2"/>
        <a:buChar char="v"/>
        <a:defRPr sz="1500">
          <a:solidFill>
            <a:schemeClr val="tx1"/>
          </a:solidFill>
          <a:latin typeface="+mn-lt"/>
          <a:ea typeface="+mn-ea"/>
        </a:defRPr>
      </a:lvl8pPr>
      <a:lvl9pPr marL="2914650" indent="-171450" algn="l" rtl="0" fontAlgn="base">
        <a:spcBef>
          <a:spcPct val="20000"/>
        </a:spcBef>
        <a:spcAft>
          <a:spcPct val="0"/>
        </a:spcAft>
        <a:buClr>
          <a:schemeClr val="hlink"/>
        </a:buClr>
        <a:buSzPct val="85000"/>
        <a:buFont typeface="Wingdings" pitchFamily="2" charset="2"/>
        <a:buChar char="v"/>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hemeOverride" Target="../theme/themeOverr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7.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4.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6.wmf"/><Relationship Id="rId4" Type="http://schemas.openxmlformats.org/officeDocument/2006/relationships/image" Target="../media/image3.wmf"/><Relationship Id="rId9"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10.wmf"/><Relationship Id="rId4"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18.png"/><Relationship Id="rId5" Type="http://schemas.openxmlformats.org/officeDocument/2006/relationships/oleObject" Target="../embeddings/oleObject7.bin"/><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24.emf"/><Relationship Id="rId13" Type="http://schemas.openxmlformats.org/officeDocument/2006/relationships/oleObject" Target="../embeddings/oleObject13.bin"/><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26.wmf"/><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4.wmf"/><Relationship Id="rId11" Type="http://schemas.openxmlformats.org/officeDocument/2006/relationships/oleObject" Target="../embeddings/oleObject12.bin"/><Relationship Id="rId5" Type="http://schemas.openxmlformats.org/officeDocument/2006/relationships/oleObject" Target="../embeddings/oleObject9.bin"/><Relationship Id="rId10" Type="http://schemas.openxmlformats.org/officeDocument/2006/relationships/image" Target="../media/image25.wmf"/><Relationship Id="rId4" Type="http://schemas.openxmlformats.org/officeDocument/2006/relationships/image" Target="../media/image23.wmf"/><Relationship Id="rId9" Type="http://schemas.openxmlformats.org/officeDocument/2006/relationships/oleObject" Target="../embeddings/oleObject11.bin"/><Relationship Id="rId14" Type="http://schemas.openxmlformats.org/officeDocument/2006/relationships/image" Target="../media/image27.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xml"/><Relationship Id="rId1" Type="http://schemas.openxmlformats.org/officeDocument/2006/relationships/vmlDrawing" Target="../drawings/vmlDrawing5.vml"/><Relationship Id="rId4" Type="http://schemas.openxmlformats.org/officeDocument/2006/relationships/image" Target="../media/image34.wmf"/></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xml"/><Relationship Id="rId1" Type="http://schemas.openxmlformats.org/officeDocument/2006/relationships/vmlDrawing" Target="../drawings/vmlDrawing6.vml"/><Relationship Id="rId4" Type="http://schemas.openxmlformats.org/officeDocument/2006/relationships/image" Target="../media/image36.wmf"/></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xml"/><Relationship Id="rId1" Type="http://schemas.openxmlformats.org/officeDocument/2006/relationships/vmlDrawing" Target="../drawings/vmlDrawing7.vml"/><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46.png"/></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xml"/><Relationship Id="rId5" Type="http://schemas.openxmlformats.org/officeDocument/2006/relationships/image" Target="../media/image55.png"/><Relationship Id="rId4" Type="http://schemas.openxmlformats.org/officeDocument/2006/relationships/image" Target="../media/image54.png"/></Relationships>
</file>

<file path=ppt/slides/_rels/slide4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60.png"/></Relationships>
</file>

<file path=ppt/slides/_rels/slide5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5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7.png"/><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5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png"/><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vmlDrawing" Target="../drawings/vmlDrawing8.vml"/><Relationship Id="rId4" Type="http://schemas.openxmlformats.org/officeDocument/2006/relationships/image" Target="../media/image84.w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8.xml"/><Relationship Id="rId4" Type="http://schemas.openxmlformats.org/officeDocument/2006/relationships/image" Target="../media/image89.png"/></Relationships>
</file>

<file path=ppt/slides/_rels/slide8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8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0.png"/><Relationship Id="rId1" Type="http://schemas.openxmlformats.org/officeDocument/2006/relationships/slideLayout" Target="../slideLayouts/slideLayout1.xml"/><Relationship Id="rId5" Type="http://schemas.openxmlformats.org/officeDocument/2006/relationships/image" Target="../media/image91.png"/><Relationship Id="rId4" Type="http://schemas.openxmlformats.org/officeDocument/2006/relationships/image" Target="../media/image95.png"/></Relationships>
</file>

<file path=ppt/slides/_rels/slide8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8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1.xml"/><Relationship Id="rId4" Type="http://schemas.openxmlformats.org/officeDocument/2006/relationships/image" Target="../media/image109.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4.png"/></Relationships>
</file>

<file path=ppt/slides/_rels/slide102.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1.xml"/><Relationship Id="rId5" Type="http://schemas.openxmlformats.org/officeDocument/2006/relationships/image" Target="../media/image123.png"/><Relationship Id="rId4" Type="http://schemas.openxmlformats.org/officeDocument/2006/relationships/image" Target="../media/image12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xml"/><Relationship Id="rId1" Type="http://schemas.openxmlformats.org/officeDocument/2006/relationships/vmlDrawing" Target="../drawings/vmlDrawing9.vml"/><Relationship Id="rId4" Type="http://schemas.openxmlformats.org/officeDocument/2006/relationships/image" Target="../media/image126.wmf"/></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8" Type="http://schemas.openxmlformats.org/officeDocument/2006/relationships/image" Target="../media/image129.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1.xml"/><Relationship Id="rId1" Type="http://schemas.openxmlformats.org/officeDocument/2006/relationships/vmlDrawing" Target="../drawings/vmlDrawing10.vml"/><Relationship Id="rId6" Type="http://schemas.openxmlformats.org/officeDocument/2006/relationships/image" Target="../media/image128.wmf"/><Relationship Id="rId5" Type="http://schemas.openxmlformats.org/officeDocument/2006/relationships/oleObject" Target="../embeddings/oleObject19.bin"/><Relationship Id="rId10" Type="http://schemas.openxmlformats.org/officeDocument/2006/relationships/image" Target="../media/image130.wmf"/><Relationship Id="rId4" Type="http://schemas.openxmlformats.org/officeDocument/2006/relationships/image" Target="../media/image127.wmf"/><Relationship Id="rId9" Type="http://schemas.openxmlformats.org/officeDocument/2006/relationships/oleObject" Target="../embeddings/oleObject21.bin"/></Relationships>
</file>

<file path=ppt/slides/_rels/slide126.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xml"/><Relationship Id="rId1" Type="http://schemas.openxmlformats.org/officeDocument/2006/relationships/vmlDrawing" Target="../drawings/vmlDrawing11.vml"/><Relationship Id="rId6" Type="http://schemas.openxmlformats.org/officeDocument/2006/relationships/image" Target="../media/image132.wmf"/><Relationship Id="rId5" Type="http://schemas.openxmlformats.org/officeDocument/2006/relationships/oleObject" Target="../embeddings/oleObject23.bin"/><Relationship Id="rId4" Type="http://schemas.openxmlformats.org/officeDocument/2006/relationships/image" Target="../media/image131.wmf"/></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1.xml"/><Relationship Id="rId1" Type="http://schemas.openxmlformats.org/officeDocument/2006/relationships/vmlDrawing" Target="../drawings/vmlDrawing12.vml"/><Relationship Id="rId6" Type="http://schemas.openxmlformats.org/officeDocument/2006/relationships/image" Target="../media/image134.wmf"/><Relationship Id="rId5" Type="http://schemas.openxmlformats.org/officeDocument/2006/relationships/oleObject" Target="../embeddings/oleObject25.bin"/><Relationship Id="rId4" Type="http://schemas.openxmlformats.org/officeDocument/2006/relationships/image" Target="../media/image133.wmf"/></Relationships>
</file>

<file path=ppt/slides/_rels/slide130.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xml"/><Relationship Id="rId1" Type="http://schemas.openxmlformats.org/officeDocument/2006/relationships/vmlDrawing" Target="../drawings/vmlDrawing13.vml"/><Relationship Id="rId4" Type="http://schemas.openxmlformats.org/officeDocument/2006/relationships/image" Target="../media/image135.wmf"/></Relationships>
</file>

<file path=ppt/slides/_rels/slide131.xml.rels><?xml version="1.0" encoding="UTF-8" standalone="yes"?>
<Relationships xmlns="http://schemas.openxmlformats.org/package/2006/relationships"><Relationship Id="rId8" Type="http://schemas.openxmlformats.org/officeDocument/2006/relationships/image" Target="../media/image138.wmf"/><Relationship Id="rId3" Type="http://schemas.openxmlformats.org/officeDocument/2006/relationships/oleObject" Target="../embeddings/oleObject27.bin"/><Relationship Id="rId7" Type="http://schemas.openxmlformats.org/officeDocument/2006/relationships/oleObject" Target="../embeddings/oleObject29.bin"/><Relationship Id="rId2" Type="http://schemas.openxmlformats.org/officeDocument/2006/relationships/slideLayout" Target="../slideLayouts/slideLayout1.xml"/><Relationship Id="rId1" Type="http://schemas.openxmlformats.org/officeDocument/2006/relationships/vmlDrawing" Target="../drawings/vmlDrawing14.vml"/><Relationship Id="rId6" Type="http://schemas.openxmlformats.org/officeDocument/2006/relationships/image" Target="../media/image137.wmf"/><Relationship Id="rId5" Type="http://schemas.openxmlformats.org/officeDocument/2006/relationships/oleObject" Target="../embeddings/oleObject28.bin"/><Relationship Id="rId10" Type="http://schemas.openxmlformats.org/officeDocument/2006/relationships/image" Target="../media/image139.wmf"/><Relationship Id="rId4" Type="http://schemas.openxmlformats.org/officeDocument/2006/relationships/image" Target="../media/image136.wmf"/><Relationship Id="rId9" Type="http://schemas.openxmlformats.org/officeDocument/2006/relationships/oleObject" Target="../embeddings/oleObject30.bin"/></Relationships>
</file>

<file path=ppt/slides/_rels/slide13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xml"/><Relationship Id="rId1" Type="http://schemas.openxmlformats.org/officeDocument/2006/relationships/vmlDrawing" Target="../drawings/vmlDrawing15.vml"/><Relationship Id="rId4" Type="http://schemas.openxmlformats.org/officeDocument/2006/relationships/image" Target="../media/image140.wmf"/></Relationships>
</file>

<file path=ppt/slides/_rels/slide133.xml.rels><?xml version="1.0" encoding="UTF-8" standalone="yes"?>
<Relationships xmlns="http://schemas.openxmlformats.org/package/2006/relationships"><Relationship Id="rId2" Type="http://schemas.openxmlformats.org/officeDocument/2006/relationships/image" Target="../media/image141.jpeg"/><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6.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4.xml"/><Relationship Id="rId1" Type="http://schemas.openxmlformats.org/officeDocument/2006/relationships/vmlDrawing" Target="../drawings/vmlDrawing16.vml"/><Relationship Id="rId6" Type="http://schemas.openxmlformats.org/officeDocument/2006/relationships/image" Target="../media/image145.wmf"/><Relationship Id="rId5" Type="http://schemas.openxmlformats.org/officeDocument/2006/relationships/oleObject" Target="../embeddings/oleObject33.bin"/><Relationship Id="rId4" Type="http://schemas.openxmlformats.org/officeDocument/2006/relationships/image" Target="../media/image144.wmf"/></Relationships>
</file>

<file path=ppt/slides/_rels/slide137.xml.rels><?xml version="1.0" encoding="UTF-8" standalone="yes"?>
<Relationships xmlns="http://schemas.openxmlformats.org/package/2006/relationships"><Relationship Id="rId8" Type="http://schemas.openxmlformats.org/officeDocument/2006/relationships/image" Target="../media/image148.wmf"/><Relationship Id="rId3" Type="http://schemas.openxmlformats.org/officeDocument/2006/relationships/oleObject" Target="../embeddings/oleObject34.bin"/><Relationship Id="rId7" Type="http://schemas.openxmlformats.org/officeDocument/2006/relationships/oleObject" Target="../embeddings/oleObject36.bin"/><Relationship Id="rId12" Type="http://schemas.openxmlformats.org/officeDocument/2006/relationships/image" Target="../media/image150.wmf"/><Relationship Id="rId2" Type="http://schemas.openxmlformats.org/officeDocument/2006/relationships/slideLayout" Target="../slideLayouts/slideLayout24.xml"/><Relationship Id="rId1" Type="http://schemas.openxmlformats.org/officeDocument/2006/relationships/vmlDrawing" Target="../drawings/vmlDrawing17.vml"/><Relationship Id="rId6" Type="http://schemas.openxmlformats.org/officeDocument/2006/relationships/image" Target="../media/image147.wmf"/><Relationship Id="rId11" Type="http://schemas.openxmlformats.org/officeDocument/2006/relationships/oleObject" Target="../embeddings/oleObject38.bin"/><Relationship Id="rId5" Type="http://schemas.openxmlformats.org/officeDocument/2006/relationships/oleObject" Target="../embeddings/oleObject35.bin"/><Relationship Id="rId10" Type="http://schemas.openxmlformats.org/officeDocument/2006/relationships/image" Target="../media/image149.wmf"/><Relationship Id="rId4" Type="http://schemas.openxmlformats.org/officeDocument/2006/relationships/image" Target="../media/image146.wmf"/><Relationship Id="rId9" Type="http://schemas.openxmlformats.org/officeDocument/2006/relationships/oleObject" Target="../embeddings/oleObject37.bin"/></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9.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36.xml"/><Relationship Id="rId1" Type="http://schemas.openxmlformats.org/officeDocument/2006/relationships/vmlDrawing" Target="../drawings/vmlDrawing18.vml"/><Relationship Id="rId6" Type="http://schemas.openxmlformats.org/officeDocument/2006/relationships/image" Target="../media/image152.jpeg"/><Relationship Id="rId5" Type="http://schemas.openxmlformats.org/officeDocument/2006/relationships/hyperlink" Target="http://images.google.cn/imgres?imgurl=http://static16.photo.sina.com.cn/bmiddle/4dadea6f5ebf02dbbcd4f&amp;imgrefurl=http://blog.sina.com.cn/s/blog_4dadea6f01000ap2.html&amp;usg=__73CQJculHEsHZlevpTjWyqHTTx8=&amp;h=600&amp;w=470&amp;sz=30&amp;hl=zh-CN&amp;start=25&amp;um=1&amp;tbnid=XBPhhPZDInxoqM:&amp;tbnh=135&amp;tbnw=106&amp;prev=/images%3Fq%3D%25E6%2580%259D%25E8%2580%2583%25E8%2580%2585%25E5%259B%25BE%25E7%2589%2587%26ndsp%3D20%26hl%3Dzh-CN%26sa%3DN%26start%3D20%26um%3D1%26newwindow%3D1" TargetMode="External"/><Relationship Id="rId4" Type="http://schemas.openxmlformats.org/officeDocument/2006/relationships/image" Target="../media/image151.wmf"/></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1.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37.xml"/><Relationship Id="rId1" Type="http://schemas.openxmlformats.org/officeDocument/2006/relationships/vmlDrawing" Target="../drawings/vmlDrawing19.vml"/><Relationship Id="rId4" Type="http://schemas.openxmlformats.org/officeDocument/2006/relationships/image" Target="../media/image153.emf"/></Relationships>
</file>

<file path=ppt/slides/_rels/slide142.xml.rels><?xml version="1.0" encoding="UTF-8" standalone="yes"?>
<Relationships xmlns="http://schemas.openxmlformats.org/package/2006/relationships"><Relationship Id="rId2" Type="http://schemas.openxmlformats.org/officeDocument/2006/relationships/image" Target="../media/image154.jpeg"/><Relationship Id="rId1" Type="http://schemas.openxmlformats.org/officeDocument/2006/relationships/slideLayout" Target="../slideLayouts/slideLayout29.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5.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29.xml"/><Relationship Id="rId1" Type="http://schemas.openxmlformats.org/officeDocument/2006/relationships/vmlDrawing" Target="../drawings/vmlDrawing20.vml"/><Relationship Id="rId5" Type="http://schemas.openxmlformats.org/officeDocument/2006/relationships/slide" Target="slide9.xml"/><Relationship Id="rId4" Type="http://schemas.openxmlformats.org/officeDocument/2006/relationships/image" Target="../media/image155.wmf"/></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7.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24.xml"/></Relationships>
</file>

<file path=ppt/slides/_rels/slide148.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2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1.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24.xml"/></Relationships>
</file>

<file path=ppt/slides/_rels/slide152.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24.xml"/></Relationships>
</file>

<file path=ppt/slides/_rels/slide153.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36.xml"/><Relationship Id="rId1" Type="http://schemas.openxmlformats.org/officeDocument/2006/relationships/vmlDrawing" Target="../drawings/vmlDrawing21.vml"/><Relationship Id="rId6" Type="http://schemas.openxmlformats.org/officeDocument/2006/relationships/image" Target="../media/image161.wmf"/><Relationship Id="rId5" Type="http://schemas.openxmlformats.org/officeDocument/2006/relationships/oleObject" Target="../embeddings/oleObject43.bin"/><Relationship Id="rId4" Type="http://schemas.openxmlformats.org/officeDocument/2006/relationships/image" Target="../media/image160.wmf"/></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7.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1.xml"/><Relationship Id="rId4" Type="http://schemas.openxmlformats.org/officeDocument/2006/relationships/image" Target="../media/image165.png"/></Relationships>
</file>

<file path=ppt/slides/_rels/slide161.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1.xml"/><Relationship Id="rId4" Type="http://schemas.openxmlformats.org/officeDocument/2006/relationships/image" Target="../media/image168.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9.png"/><Relationship Id="rId1" Type="http://schemas.openxmlformats.org/officeDocument/2006/relationships/slideLayout" Target="../slideLayouts/slideLayout1.xml"/><Relationship Id="rId6" Type="http://schemas.openxmlformats.org/officeDocument/2006/relationships/image" Target="../media/image173.png"/><Relationship Id="rId5" Type="http://schemas.openxmlformats.org/officeDocument/2006/relationships/image" Target="../media/image172.png"/><Relationship Id="rId4" Type="http://schemas.openxmlformats.org/officeDocument/2006/relationships/image" Target="../media/image171.png"/></Relationships>
</file>

<file path=ppt/slides/_rels/slide164.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slideLayout" Target="../slideLayouts/slideLayout1.xml"/><Relationship Id="rId5" Type="http://schemas.openxmlformats.org/officeDocument/2006/relationships/image" Target="../media/image177.png"/><Relationship Id="rId4" Type="http://schemas.openxmlformats.org/officeDocument/2006/relationships/image" Target="../media/image176.png"/></Relationships>
</file>

<file path=ppt/slides/_rels/slide16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文本框 2"/>
          <p:cNvSpPr txBox="1"/>
          <p:nvPr/>
        </p:nvSpPr>
        <p:spPr>
          <a:xfrm>
            <a:off x="142611" y="728192"/>
            <a:ext cx="5806440" cy="1432560"/>
          </a:xfrm>
          <a:prstGeom prst="rect">
            <a:avLst/>
          </a:prstGeom>
          <a:noFill/>
        </p:spPr>
        <p:txBody>
          <a:bodyPr wrap="none" rtlCol="0">
            <a:spAutoFit/>
          </a:bodyPr>
          <a:lstStyle/>
          <a:p>
            <a:pPr algn="ctr" eaLnBrk="1" hangingPunct="1"/>
            <a:r>
              <a:rPr lang="zh-CN" altLang="en-US" sz="4400" b="1" dirty="0">
                <a:solidFill>
                  <a:srgbClr val="FF0000"/>
                </a:solidFill>
                <a:latin typeface="Times New Roman" pitchFamily="18" charset="0"/>
                <a:ea typeface="楷体" charset="0"/>
                <a:sym typeface="+mn-ea"/>
              </a:rPr>
              <a:t>第</a:t>
            </a:r>
            <a:r>
              <a:rPr lang="en-US" altLang="zh-CN" sz="4400" b="1" dirty="0">
                <a:solidFill>
                  <a:srgbClr val="FF0000"/>
                </a:solidFill>
                <a:latin typeface="Times New Roman" pitchFamily="18" charset="0"/>
                <a:ea typeface="楷体" charset="0"/>
                <a:sym typeface="+mn-ea"/>
              </a:rPr>
              <a:t>3</a:t>
            </a:r>
            <a:r>
              <a:rPr lang="zh-CN" altLang="en-US" sz="4000" b="1" dirty="0">
                <a:solidFill>
                  <a:srgbClr val="FF0000"/>
                </a:solidFill>
                <a:latin typeface="Times New Roman" pitchFamily="18" charset="0"/>
                <a:ea typeface="楷体" charset="0"/>
                <a:sym typeface="+mn-ea"/>
              </a:rPr>
              <a:t>章 动态规划</a:t>
            </a:r>
          </a:p>
          <a:p>
            <a:pPr algn="ctr" eaLnBrk="1" hangingPunct="1"/>
            <a:r>
              <a:rPr lang="en-US" altLang="zh-CN" sz="4400" b="1" dirty="0">
                <a:solidFill>
                  <a:srgbClr val="FF0000"/>
                </a:solidFill>
                <a:latin typeface="Times New Roman" pitchFamily="18" charset="0"/>
                <a:ea typeface="楷体" charset="0"/>
                <a:sym typeface="+mn-ea"/>
              </a:rPr>
              <a:t>Dynamic Programming</a:t>
            </a:r>
            <a:endParaRPr lang="en-US" altLang="zh-CN" sz="4400" b="1" dirty="0">
              <a:solidFill>
                <a:srgbClr val="FF0000"/>
              </a:solidFill>
              <a:latin typeface="Times New Roman" pitchFamily="18" charset="0"/>
              <a:ea typeface="楷体" charset="0"/>
              <a:cs typeface="+mn-ea"/>
              <a:sym typeface="+mn-ea"/>
            </a:endParaRPr>
          </a:p>
        </p:txBody>
      </p:sp>
      <p:sp>
        <p:nvSpPr>
          <p:cNvPr id="4" name="文本框 3"/>
          <p:cNvSpPr txBox="1"/>
          <p:nvPr/>
        </p:nvSpPr>
        <p:spPr>
          <a:xfrm>
            <a:off x="142875" y="2571750"/>
            <a:ext cx="4462145" cy="1767840"/>
          </a:xfrm>
          <a:prstGeom prst="rect">
            <a:avLst/>
          </a:prstGeom>
          <a:noFill/>
        </p:spPr>
        <p:txBody>
          <a:bodyPr wrap="square" rtlCol="0">
            <a:spAutoFit/>
          </a:bodyPr>
          <a:lstStyle/>
          <a:p>
            <a:pPr algn="ctr" fontAlgn="auto">
              <a:lnSpc>
                <a:spcPct val="150000"/>
              </a:lnSpc>
            </a:pPr>
            <a:r>
              <a:rPr lang="zh-CN" altLang="en-US" b="1" dirty="0">
                <a:solidFill>
                  <a:srgbClr val="000000"/>
                </a:solidFill>
                <a:latin typeface="楷体" charset="0"/>
                <a:ea typeface="楷体" charset="0"/>
                <a:cs typeface="+mn-ea"/>
                <a:sym typeface="Arial" pitchFamily="34" charset="0"/>
              </a:rPr>
              <a:t>王晓茹</a:t>
            </a:r>
          </a:p>
          <a:p>
            <a:pPr algn="ctr" fontAlgn="auto">
              <a:lnSpc>
                <a:spcPct val="150000"/>
              </a:lnSpc>
            </a:pPr>
            <a:r>
              <a:rPr lang="zh-CN" altLang="en-US" b="1" dirty="0">
                <a:solidFill>
                  <a:srgbClr val="000000"/>
                </a:solidFill>
                <a:latin typeface="楷体" charset="0"/>
                <a:ea typeface="楷体" charset="0"/>
                <a:cs typeface="+mn-ea"/>
                <a:sym typeface="Arial" pitchFamily="34" charset="0"/>
              </a:rPr>
              <a:t>北京邮电大学</a:t>
            </a:r>
          </a:p>
          <a:p>
            <a:pPr algn="ctr" fontAlgn="auto">
              <a:lnSpc>
                <a:spcPct val="150000"/>
              </a:lnSpc>
            </a:pPr>
            <a:r>
              <a:rPr lang="zh-CN" altLang="en-US" b="1" dirty="0">
                <a:solidFill>
                  <a:srgbClr val="000000"/>
                </a:solidFill>
                <a:latin typeface="楷体" charset="0"/>
                <a:ea typeface="楷体" charset="0"/>
                <a:cs typeface="+mn-ea"/>
                <a:sym typeface="Arial" pitchFamily="34" charset="0"/>
              </a:rPr>
              <a:t>计算机学院</a:t>
            </a:r>
          </a:p>
          <a:p>
            <a:pPr algn="ctr"/>
            <a:endParaRPr lang="zh-CN" altLang="en-US" b="1" dirty="0">
              <a:solidFill>
                <a:srgbClr val="000000"/>
              </a:solidFill>
              <a:latin typeface="楷体" charset="0"/>
              <a:ea typeface="楷体" charset="0"/>
              <a:cs typeface="+mn-ea"/>
              <a:sym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608955" y="1417320"/>
            <a:ext cx="3345815" cy="3442970"/>
            <a:chOff x="8833" y="1962"/>
            <a:chExt cx="5269" cy="5422"/>
          </a:xfrm>
        </p:grpSpPr>
        <p:grpSp>
          <p:nvGrpSpPr>
            <p:cNvPr id="78" name="Group 77"/>
            <p:cNvGrpSpPr/>
            <p:nvPr/>
          </p:nvGrpSpPr>
          <p:grpSpPr>
            <a:xfrm>
              <a:off x="10022" y="4291"/>
              <a:ext cx="1752" cy="1215"/>
              <a:chOff x="3362253" y="2517137"/>
              <a:chExt cx="1112458" cy="771294"/>
            </a:xfrm>
          </p:grpSpPr>
          <p:sp>
            <p:nvSpPr>
              <p:cNvPr id="79" name="Round Diagonal Corner Rectangle 78"/>
              <p:cNvSpPr/>
              <p:nvPr/>
            </p:nvSpPr>
            <p:spPr>
              <a:xfrm rot="10800000" flipH="1" flipV="1">
                <a:off x="3364530" y="2542534"/>
                <a:ext cx="1110181" cy="745897"/>
              </a:xfrm>
              <a:prstGeom prst="round2DiagRect">
                <a:avLst>
                  <a:gd name="adj1" fmla="val 39154"/>
                  <a:gd name="adj2" fmla="val 0"/>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sp>
            <p:nvSpPr>
              <p:cNvPr id="80" name="Round Diagonal Corner Rectangle 79"/>
              <p:cNvSpPr/>
              <p:nvPr/>
            </p:nvSpPr>
            <p:spPr>
              <a:xfrm rot="10800000" flipH="1" flipV="1">
                <a:off x="3362253" y="2517137"/>
                <a:ext cx="1110181" cy="745897"/>
              </a:xfrm>
              <a:prstGeom prst="round2DiagRect">
                <a:avLst>
                  <a:gd name="adj1" fmla="val 39154"/>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grpSp>
        <p:grpSp>
          <p:nvGrpSpPr>
            <p:cNvPr id="81" name="Group 80"/>
            <p:cNvGrpSpPr/>
            <p:nvPr/>
          </p:nvGrpSpPr>
          <p:grpSpPr>
            <a:xfrm>
              <a:off x="12033" y="4310"/>
              <a:ext cx="2069" cy="1480"/>
              <a:chOff x="4638997" y="2552242"/>
              <a:chExt cx="1314128" cy="939502"/>
            </a:xfrm>
          </p:grpSpPr>
          <p:sp>
            <p:nvSpPr>
              <p:cNvPr id="82" name="Round Diagonal Corner Rectangle 81"/>
              <p:cNvSpPr/>
              <p:nvPr/>
            </p:nvSpPr>
            <p:spPr>
              <a:xfrm rot="10800000" flipV="1">
                <a:off x="4638997" y="2577119"/>
                <a:ext cx="1314124" cy="914625"/>
              </a:xfrm>
              <a:prstGeom prst="round2DiagRect">
                <a:avLst>
                  <a:gd name="adj1" fmla="val 39154"/>
                  <a:gd name="adj2" fmla="val 0"/>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sp>
            <p:nvSpPr>
              <p:cNvPr id="83" name="Round Diagonal Corner Rectangle 82"/>
              <p:cNvSpPr/>
              <p:nvPr/>
            </p:nvSpPr>
            <p:spPr>
              <a:xfrm rot="10800000" flipV="1">
                <a:off x="4639001" y="2552242"/>
                <a:ext cx="1314124" cy="914625"/>
              </a:xfrm>
              <a:prstGeom prst="round2DiagRect">
                <a:avLst>
                  <a:gd name="adj1" fmla="val 39154"/>
                  <a:gd name="adj2"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grpSp>
        <p:grpSp>
          <p:nvGrpSpPr>
            <p:cNvPr id="84" name="Group 83"/>
            <p:cNvGrpSpPr/>
            <p:nvPr/>
          </p:nvGrpSpPr>
          <p:grpSpPr>
            <a:xfrm>
              <a:off x="11894" y="2673"/>
              <a:ext cx="2208" cy="1567"/>
              <a:chOff x="4550915" y="1512632"/>
              <a:chExt cx="1402210" cy="994985"/>
            </a:xfrm>
          </p:grpSpPr>
          <p:sp>
            <p:nvSpPr>
              <p:cNvPr id="85" name="Round Diagonal Corner Rectangle 84"/>
              <p:cNvSpPr/>
              <p:nvPr/>
            </p:nvSpPr>
            <p:spPr>
              <a:xfrm rot="10800000">
                <a:off x="4550915" y="1531687"/>
                <a:ext cx="1402206" cy="975930"/>
              </a:xfrm>
              <a:prstGeom prst="round2DiagRect">
                <a:avLst>
                  <a:gd name="adj1" fmla="val 39154"/>
                  <a:gd name="adj2" fmla="val 0"/>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sp>
            <p:nvSpPr>
              <p:cNvPr id="86" name="Round Diagonal Corner Rectangle 85"/>
              <p:cNvSpPr/>
              <p:nvPr/>
            </p:nvSpPr>
            <p:spPr>
              <a:xfrm rot="10800000">
                <a:off x="4550919" y="1512632"/>
                <a:ext cx="1402206" cy="975930"/>
              </a:xfrm>
              <a:prstGeom prst="round2DiagRect">
                <a:avLst>
                  <a:gd name="adj1" fmla="val 39154"/>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grpSp>
        <p:grpSp>
          <p:nvGrpSpPr>
            <p:cNvPr id="87" name="Group 86"/>
            <p:cNvGrpSpPr/>
            <p:nvPr/>
          </p:nvGrpSpPr>
          <p:grpSpPr>
            <a:xfrm>
              <a:off x="8833" y="1962"/>
              <a:ext cx="2899" cy="2141"/>
              <a:chOff x="2607467" y="1060892"/>
              <a:chExt cx="1841153" cy="1359852"/>
            </a:xfrm>
          </p:grpSpPr>
          <p:sp>
            <p:nvSpPr>
              <p:cNvPr id="88" name="Round Diagonal Corner Rectangle 87"/>
              <p:cNvSpPr/>
              <p:nvPr/>
            </p:nvSpPr>
            <p:spPr>
              <a:xfrm rot="10800000" flipH="1">
                <a:off x="2609055" y="1082809"/>
                <a:ext cx="1839565" cy="1337935"/>
              </a:xfrm>
              <a:prstGeom prst="round2DiagRect">
                <a:avLst>
                  <a:gd name="adj1" fmla="val 39154"/>
                  <a:gd name="adj2" fmla="val 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sp>
            <p:nvSpPr>
              <p:cNvPr id="89" name="Round Diagonal Corner Rectangle 88"/>
              <p:cNvSpPr/>
              <p:nvPr/>
            </p:nvSpPr>
            <p:spPr>
              <a:xfrm rot="10800000" flipH="1">
                <a:off x="2607467" y="1060892"/>
                <a:ext cx="1839565" cy="1337935"/>
              </a:xfrm>
              <a:prstGeom prst="round2DiagRect">
                <a:avLst>
                  <a:gd name="adj1" fmla="val 39154"/>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grpSp>
        <p:sp>
          <p:nvSpPr>
            <p:cNvPr id="77" name="Oval 76"/>
            <p:cNvSpPr/>
            <p:nvPr/>
          </p:nvSpPr>
          <p:spPr>
            <a:xfrm>
              <a:off x="11206" y="3535"/>
              <a:ext cx="1376" cy="1376"/>
            </a:xfrm>
            <a:prstGeom prst="ellipse">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sp>
          <p:nvSpPr>
            <p:cNvPr id="2053" name="Freeform 5"/>
            <p:cNvSpPr/>
            <p:nvPr/>
          </p:nvSpPr>
          <p:spPr bwMode="auto">
            <a:xfrm>
              <a:off x="11272" y="4210"/>
              <a:ext cx="1310" cy="3174"/>
            </a:xfrm>
            <a:custGeom>
              <a:avLst/>
              <a:gdLst/>
              <a:ahLst/>
              <a:cxnLst>
                <a:cxn ang="0">
                  <a:pos x="109" y="0"/>
                </a:cxn>
                <a:cxn ang="0">
                  <a:pos x="110" y="585"/>
                </a:cxn>
                <a:cxn ang="0">
                  <a:pos x="110" y="586"/>
                </a:cxn>
                <a:cxn ang="0">
                  <a:pos x="116" y="619"/>
                </a:cxn>
                <a:cxn ang="0">
                  <a:pos x="121" y="629"/>
                </a:cxn>
                <a:cxn ang="0">
                  <a:pos x="147" y="656"/>
                </a:cxn>
                <a:cxn ang="0">
                  <a:pos x="203" y="676"/>
                </a:cxn>
                <a:cxn ang="0">
                  <a:pos x="0" y="676"/>
                </a:cxn>
                <a:cxn ang="0">
                  <a:pos x="62" y="650"/>
                </a:cxn>
                <a:cxn ang="0">
                  <a:pos x="78" y="629"/>
                </a:cxn>
                <a:cxn ang="0">
                  <a:pos x="82" y="619"/>
                </a:cxn>
                <a:cxn ang="0">
                  <a:pos x="88" y="586"/>
                </a:cxn>
                <a:cxn ang="0">
                  <a:pos x="88" y="585"/>
                </a:cxn>
                <a:cxn ang="0">
                  <a:pos x="88" y="0"/>
                </a:cxn>
                <a:cxn ang="0">
                  <a:pos x="109" y="0"/>
                </a:cxn>
              </a:cxnLst>
              <a:rect l="0" t="0" r="r" b="b"/>
              <a:pathLst>
                <a:path w="203" h="676">
                  <a:moveTo>
                    <a:pt x="109" y="0"/>
                  </a:moveTo>
                  <a:cubicBezTo>
                    <a:pt x="110" y="585"/>
                    <a:pt x="110" y="585"/>
                    <a:pt x="110" y="585"/>
                  </a:cubicBezTo>
                  <a:cubicBezTo>
                    <a:pt x="110" y="586"/>
                    <a:pt x="110" y="586"/>
                    <a:pt x="110" y="586"/>
                  </a:cubicBezTo>
                  <a:cubicBezTo>
                    <a:pt x="110" y="598"/>
                    <a:pt x="112" y="609"/>
                    <a:pt x="116" y="619"/>
                  </a:cubicBezTo>
                  <a:cubicBezTo>
                    <a:pt x="117" y="622"/>
                    <a:pt x="119" y="626"/>
                    <a:pt x="121" y="629"/>
                  </a:cubicBezTo>
                  <a:cubicBezTo>
                    <a:pt x="127" y="637"/>
                    <a:pt x="136" y="646"/>
                    <a:pt x="147" y="656"/>
                  </a:cubicBezTo>
                  <a:cubicBezTo>
                    <a:pt x="164" y="669"/>
                    <a:pt x="182" y="676"/>
                    <a:pt x="203" y="676"/>
                  </a:cubicBezTo>
                  <a:cubicBezTo>
                    <a:pt x="0" y="676"/>
                    <a:pt x="0" y="676"/>
                    <a:pt x="0" y="676"/>
                  </a:cubicBezTo>
                  <a:cubicBezTo>
                    <a:pt x="24" y="676"/>
                    <a:pt x="45" y="667"/>
                    <a:pt x="62" y="650"/>
                  </a:cubicBezTo>
                  <a:cubicBezTo>
                    <a:pt x="68" y="643"/>
                    <a:pt x="74" y="636"/>
                    <a:pt x="78" y="629"/>
                  </a:cubicBezTo>
                  <a:cubicBezTo>
                    <a:pt x="79" y="626"/>
                    <a:pt x="81" y="622"/>
                    <a:pt x="82" y="619"/>
                  </a:cubicBezTo>
                  <a:cubicBezTo>
                    <a:pt x="86" y="609"/>
                    <a:pt x="88" y="598"/>
                    <a:pt x="88" y="586"/>
                  </a:cubicBezTo>
                  <a:cubicBezTo>
                    <a:pt x="88" y="586"/>
                    <a:pt x="88" y="586"/>
                    <a:pt x="88" y="585"/>
                  </a:cubicBezTo>
                  <a:cubicBezTo>
                    <a:pt x="88" y="0"/>
                    <a:pt x="88" y="0"/>
                    <a:pt x="88" y="0"/>
                  </a:cubicBezTo>
                  <a:lnTo>
                    <a:pt x="109" y="0"/>
                  </a:lnTo>
                  <a:close/>
                </a:path>
              </a:pathLst>
            </a:custGeom>
            <a:solidFill>
              <a:schemeClr val="bg1">
                <a:lumMod val="65000"/>
              </a:schemeClr>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63" name="Oval 62"/>
            <p:cNvSpPr/>
            <p:nvPr/>
          </p:nvSpPr>
          <p:spPr>
            <a:xfrm>
              <a:off x="11680" y="3983"/>
              <a:ext cx="454" cy="454"/>
            </a:xfrm>
            <a:prstGeom prst="ellipse">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grpSp>
          <p:nvGrpSpPr>
            <p:cNvPr id="90" name="Group 89"/>
            <p:cNvGrpSpPr/>
            <p:nvPr/>
          </p:nvGrpSpPr>
          <p:grpSpPr>
            <a:xfrm>
              <a:off x="10452" y="5751"/>
              <a:ext cx="1333" cy="929"/>
              <a:chOff x="3360240" y="2517137"/>
              <a:chExt cx="1112194" cy="774844"/>
            </a:xfrm>
          </p:grpSpPr>
          <p:sp>
            <p:nvSpPr>
              <p:cNvPr id="91" name="Round Diagonal Corner Rectangle 90"/>
              <p:cNvSpPr/>
              <p:nvPr/>
            </p:nvSpPr>
            <p:spPr>
              <a:xfrm rot="10800000" flipH="1" flipV="1">
                <a:off x="3360240" y="2546083"/>
                <a:ext cx="1110180" cy="745898"/>
              </a:xfrm>
              <a:prstGeom prst="round2DiagRect">
                <a:avLst>
                  <a:gd name="adj1" fmla="val 39154"/>
                  <a:gd name="adj2" fmla="val 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sp>
            <p:nvSpPr>
              <p:cNvPr id="92" name="Round Diagonal Corner Rectangle 91"/>
              <p:cNvSpPr/>
              <p:nvPr/>
            </p:nvSpPr>
            <p:spPr>
              <a:xfrm rot="10800000" flipH="1" flipV="1">
                <a:off x="3362253" y="2517137"/>
                <a:ext cx="1110181" cy="745897"/>
              </a:xfrm>
              <a:prstGeom prst="round2DiagRect">
                <a:avLst>
                  <a:gd name="adj1" fmla="val 39154"/>
                  <a:gd name="adj2"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grpSp>
        <p:grpSp>
          <p:nvGrpSpPr>
            <p:cNvPr id="108" name="Group 107"/>
            <p:cNvGrpSpPr/>
            <p:nvPr/>
          </p:nvGrpSpPr>
          <p:grpSpPr>
            <a:xfrm>
              <a:off x="9752" y="2300"/>
              <a:ext cx="1044" cy="1436"/>
              <a:chOff x="8597901" y="2862263"/>
              <a:chExt cx="571500" cy="785813"/>
            </a:xfrm>
            <a:solidFill>
              <a:schemeClr val="bg1"/>
            </a:solidFill>
          </p:grpSpPr>
          <p:sp>
            <p:nvSpPr>
              <p:cNvPr id="109" name="Freeform 105"/>
              <p:cNvSpPr>
                <a:spLocks noEditPoints="1"/>
              </p:cNvSpPr>
              <p:nvPr/>
            </p:nvSpPr>
            <p:spPr bwMode="auto">
              <a:xfrm>
                <a:off x="8832851" y="3132138"/>
                <a:ext cx="98425" cy="96838"/>
              </a:xfrm>
              <a:custGeom>
                <a:avLst/>
                <a:gdLst/>
                <a:ahLst/>
                <a:cxnLst>
                  <a:cxn ang="0">
                    <a:pos x="34" y="16"/>
                  </a:cxn>
                  <a:cxn ang="0">
                    <a:pos x="17" y="33"/>
                  </a:cxn>
                  <a:cxn ang="0">
                    <a:pos x="0" y="16"/>
                  </a:cxn>
                  <a:cxn ang="0">
                    <a:pos x="17" y="0"/>
                  </a:cxn>
                  <a:cxn ang="0">
                    <a:pos x="34" y="16"/>
                  </a:cxn>
                  <a:cxn ang="0">
                    <a:pos x="34" y="16"/>
                  </a:cxn>
                  <a:cxn ang="0">
                    <a:pos x="34" y="16"/>
                  </a:cxn>
                </a:cxnLst>
                <a:rect l="0" t="0" r="r" b="b"/>
                <a:pathLst>
                  <a:path w="34" h="33">
                    <a:moveTo>
                      <a:pt x="34" y="16"/>
                    </a:moveTo>
                    <a:cubicBezTo>
                      <a:pt x="34" y="26"/>
                      <a:pt x="27" y="33"/>
                      <a:pt x="17" y="33"/>
                    </a:cubicBezTo>
                    <a:cubicBezTo>
                      <a:pt x="8" y="33"/>
                      <a:pt x="0" y="26"/>
                      <a:pt x="0" y="16"/>
                    </a:cubicBezTo>
                    <a:cubicBezTo>
                      <a:pt x="0" y="7"/>
                      <a:pt x="8" y="0"/>
                      <a:pt x="17" y="0"/>
                    </a:cubicBezTo>
                    <a:cubicBezTo>
                      <a:pt x="27" y="0"/>
                      <a:pt x="34" y="7"/>
                      <a:pt x="34" y="16"/>
                    </a:cubicBezTo>
                    <a:close/>
                    <a:moveTo>
                      <a:pt x="34" y="16"/>
                    </a:moveTo>
                    <a:cubicBezTo>
                      <a:pt x="34" y="16"/>
                      <a:pt x="34" y="16"/>
                      <a:pt x="34" y="16"/>
                    </a:cubicBezTo>
                  </a:path>
                </a:pathLst>
              </a:custGeom>
              <a:grp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110" name="Freeform 106"/>
              <p:cNvSpPr>
                <a:spLocks noEditPoints="1"/>
              </p:cNvSpPr>
              <p:nvPr/>
            </p:nvSpPr>
            <p:spPr bwMode="auto">
              <a:xfrm>
                <a:off x="8836026" y="2862263"/>
                <a:ext cx="92075" cy="261938"/>
              </a:xfrm>
              <a:custGeom>
                <a:avLst/>
                <a:gdLst/>
                <a:ahLst/>
                <a:cxnLst>
                  <a:cxn ang="0">
                    <a:pos x="32" y="90"/>
                  </a:cxn>
                  <a:cxn ang="0">
                    <a:pos x="16" y="0"/>
                  </a:cxn>
                  <a:cxn ang="0">
                    <a:pos x="0" y="90"/>
                  </a:cxn>
                  <a:cxn ang="0">
                    <a:pos x="16" y="84"/>
                  </a:cxn>
                  <a:cxn ang="0">
                    <a:pos x="32" y="90"/>
                  </a:cxn>
                  <a:cxn ang="0">
                    <a:pos x="32" y="90"/>
                  </a:cxn>
                  <a:cxn ang="0">
                    <a:pos x="32" y="90"/>
                  </a:cxn>
                </a:cxnLst>
                <a:rect l="0" t="0" r="r" b="b"/>
                <a:pathLst>
                  <a:path w="32" h="90">
                    <a:moveTo>
                      <a:pt x="32" y="90"/>
                    </a:moveTo>
                    <a:cubicBezTo>
                      <a:pt x="30" y="63"/>
                      <a:pt x="23" y="0"/>
                      <a:pt x="16" y="0"/>
                    </a:cubicBezTo>
                    <a:cubicBezTo>
                      <a:pt x="10" y="0"/>
                      <a:pt x="3" y="63"/>
                      <a:pt x="0" y="90"/>
                    </a:cubicBezTo>
                    <a:cubicBezTo>
                      <a:pt x="5" y="86"/>
                      <a:pt x="10" y="84"/>
                      <a:pt x="16" y="84"/>
                    </a:cubicBezTo>
                    <a:cubicBezTo>
                      <a:pt x="22" y="84"/>
                      <a:pt x="28" y="86"/>
                      <a:pt x="32" y="90"/>
                    </a:cubicBezTo>
                    <a:close/>
                    <a:moveTo>
                      <a:pt x="32" y="90"/>
                    </a:moveTo>
                    <a:cubicBezTo>
                      <a:pt x="32" y="90"/>
                      <a:pt x="32" y="90"/>
                      <a:pt x="32" y="90"/>
                    </a:cubicBezTo>
                  </a:path>
                </a:pathLst>
              </a:custGeom>
              <a:grp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111" name="Freeform 107"/>
              <p:cNvSpPr>
                <a:spLocks noEditPoints="1"/>
              </p:cNvSpPr>
              <p:nvPr/>
            </p:nvSpPr>
            <p:spPr bwMode="auto">
              <a:xfrm>
                <a:off x="8597901" y="3170238"/>
                <a:ext cx="571500" cy="477838"/>
              </a:xfrm>
              <a:custGeom>
                <a:avLst/>
                <a:gdLst/>
                <a:ahLst/>
                <a:cxnLst>
                  <a:cxn ang="0">
                    <a:pos x="123" y="0"/>
                  </a:cxn>
                  <a:cxn ang="0">
                    <a:pos x="124" y="3"/>
                  </a:cxn>
                  <a:cxn ang="0">
                    <a:pos x="98" y="29"/>
                  </a:cxn>
                  <a:cxn ang="0">
                    <a:pos x="73" y="3"/>
                  </a:cxn>
                  <a:cxn ang="0">
                    <a:pos x="73" y="0"/>
                  </a:cxn>
                  <a:cxn ang="0">
                    <a:pos x="3" y="58"/>
                  </a:cxn>
                  <a:cxn ang="0">
                    <a:pos x="89" y="27"/>
                  </a:cxn>
                  <a:cxn ang="0">
                    <a:pos x="81" y="155"/>
                  </a:cxn>
                  <a:cxn ang="0">
                    <a:pos x="98" y="164"/>
                  </a:cxn>
                  <a:cxn ang="0">
                    <a:pos x="115" y="155"/>
                  </a:cxn>
                  <a:cxn ang="0">
                    <a:pos x="108" y="27"/>
                  </a:cxn>
                  <a:cxn ang="0">
                    <a:pos x="193" y="58"/>
                  </a:cxn>
                  <a:cxn ang="0">
                    <a:pos x="123" y="0"/>
                  </a:cxn>
                  <a:cxn ang="0">
                    <a:pos x="123" y="0"/>
                  </a:cxn>
                  <a:cxn ang="0">
                    <a:pos x="123" y="0"/>
                  </a:cxn>
                </a:cxnLst>
                <a:rect l="0" t="0" r="r" b="b"/>
                <a:pathLst>
                  <a:path w="197" h="164">
                    <a:moveTo>
                      <a:pt x="123" y="0"/>
                    </a:moveTo>
                    <a:cubicBezTo>
                      <a:pt x="124" y="1"/>
                      <a:pt x="124" y="2"/>
                      <a:pt x="124" y="3"/>
                    </a:cubicBezTo>
                    <a:cubicBezTo>
                      <a:pt x="124" y="17"/>
                      <a:pt x="112" y="29"/>
                      <a:pt x="98" y="29"/>
                    </a:cubicBezTo>
                    <a:cubicBezTo>
                      <a:pt x="84" y="29"/>
                      <a:pt x="73" y="17"/>
                      <a:pt x="73" y="3"/>
                    </a:cubicBezTo>
                    <a:cubicBezTo>
                      <a:pt x="73" y="2"/>
                      <a:pt x="73" y="1"/>
                      <a:pt x="73" y="0"/>
                    </a:cubicBezTo>
                    <a:cubicBezTo>
                      <a:pt x="52" y="15"/>
                      <a:pt x="0" y="53"/>
                      <a:pt x="3" y="58"/>
                    </a:cubicBezTo>
                    <a:cubicBezTo>
                      <a:pt x="7" y="64"/>
                      <a:pt x="65" y="38"/>
                      <a:pt x="89" y="27"/>
                    </a:cubicBezTo>
                    <a:cubicBezTo>
                      <a:pt x="81" y="155"/>
                      <a:pt x="81" y="155"/>
                      <a:pt x="81" y="155"/>
                    </a:cubicBezTo>
                    <a:cubicBezTo>
                      <a:pt x="81" y="155"/>
                      <a:pt x="86" y="164"/>
                      <a:pt x="98" y="164"/>
                    </a:cubicBezTo>
                    <a:cubicBezTo>
                      <a:pt x="111" y="164"/>
                      <a:pt x="115" y="155"/>
                      <a:pt x="115" y="155"/>
                    </a:cubicBezTo>
                    <a:cubicBezTo>
                      <a:pt x="108" y="27"/>
                      <a:pt x="108" y="27"/>
                      <a:pt x="108" y="27"/>
                    </a:cubicBezTo>
                    <a:cubicBezTo>
                      <a:pt x="132" y="38"/>
                      <a:pt x="190" y="64"/>
                      <a:pt x="193" y="58"/>
                    </a:cubicBezTo>
                    <a:cubicBezTo>
                      <a:pt x="197" y="53"/>
                      <a:pt x="145" y="15"/>
                      <a:pt x="123" y="0"/>
                    </a:cubicBezTo>
                    <a:close/>
                    <a:moveTo>
                      <a:pt x="123" y="0"/>
                    </a:moveTo>
                    <a:cubicBezTo>
                      <a:pt x="123" y="0"/>
                      <a:pt x="123" y="0"/>
                      <a:pt x="123" y="0"/>
                    </a:cubicBezTo>
                  </a:path>
                </a:pathLst>
              </a:custGeom>
              <a:grp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grpSp>
        <p:grpSp>
          <p:nvGrpSpPr>
            <p:cNvPr id="113" name="Group 112"/>
            <p:cNvGrpSpPr/>
            <p:nvPr/>
          </p:nvGrpSpPr>
          <p:grpSpPr>
            <a:xfrm>
              <a:off x="12599" y="3019"/>
              <a:ext cx="870" cy="870"/>
              <a:chOff x="3119438" y="3767138"/>
              <a:chExt cx="552450" cy="552450"/>
            </a:xfrm>
            <a:solidFill>
              <a:schemeClr val="bg1"/>
            </a:solidFill>
          </p:grpSpPr>
          <p:sp>
            <p:nvSpPr>
              <p:cNvPr id="114" name="Freeform 82"/>
              <p:cNvSpPr>
                <a:spLocks noEditPoints="1"/>
              </p:cNvSpPr>
              <p:nvPr/>
            </p:nvSpPr>
            <p:spPr bwMode="auto">
              <a:xfrm>
                <a:off x="3119438" y="3767138"/>
                <a:ext cx="552450" cy="552450"/>
              </a:xfrm>
              <a:custGeom>
                <a:avLst/>
                <a:gdLst/>
                <a:ahLst/>
                <a:cxnLst>
                  <a:cxn ang="0">
                    <a:pos x="30" y="162"/>
                  </a:cxn>
                  <a:cxn ang="0">
                    <a:pos x="72" y="150"/>
                  </a:cxn>
                  <a:cxn ang="0">
                    <a:pos x="95" y="190"/>
                  </a:cxn>
                  <a:cxn ang="0">
                    <a:pos x="117" y="152"/>
                  </a:cxn>
                  <a:cxn ang="0">
                    <a:pos x="161" y="164"/>
                  </a:cxn>
                  <a:cxn ang="0">
                    <a:pos x="150" y="121"/>
                  </a:cxn>
                  <a:cxn ang="0">
                    <a:pos x="190" y="98"/>
                  </a:cxn>
                  <a:cxn ang="0">
                    <a:pos x="151" y="75"/>
                  </a:cxn>
                  <a:cxn ang="0">
                    <a:pos x="164" y="30"/>
                  </a:cxn>
                  <a:cxn ang="0">
                    <a:pos x="120" y="41"/>
                  </a:cxn>
                  <a:cxn ang="0">
                    <a:pos x="96" y="0"/>
                  </a:cxn>
                  <a:cxn ang="0">
                    <a:pos x="72" y="41"/>
                  </a:cxn>
                  <a:cxn ang="0">
                    <a:pos x="29" y="30"/>
                  </a:cxn>
                  <a:cxn ang="0">
                    <a:pos x="41" y="73"/>
                  </a:cxn>
                  <a:cxn ang="0">
                    <a:pos x="0" y="96"/>
                  </a:cxn>
                  <a:cxn ang="0">
                    <a:pos x="41" y="120"/>
                  </a:cxn>
                  <a:cxn ang="0">
                    <a:pos x="30" y="162"/>
                  </a:cxn>
                  <a:cxn ang="0">
                    <a:pos x="96" y="43"/>
                  </a:cxn>
                  <a:cxn ang="0">
                    <a:pos x="150" y="97"/>
                  </a:cxn>
                  <a:cxn ang="0">
                    <a:pos x="96" y="151"/>
                  </a:cxn>
                  <a:cxn ang="0">
                    <a:pos x="41" y="97"/>
                  </a:cxn>
                  <a:cxn ang="0">
                    <a:pos x="96" y="43"/>
                  </a:cxn>
                  <a:cxn ang="0">
                    <a:pos x="96" y="43"/>
                  </a:cxn>
                  <a:cxn ang="0">
                    <a:pos x="96" y="43"/>
                  </a:cxn>
                </a:cxnLst>
                <a:rect l="0" t="0" r="r" b="b"/>
                <a:pathLst>
                  <a:path w="190" h="190">
                    <a:moveTo>
                      <a:pt x="30" y="162"/>
                    </a:moveTo>
                    <a:cubicBezTo>
                      <a:pt x="72" y="150"/>
                      <a:pt x="72" y="150"/>
                      <a:pt x="72" y="150"/>
                    </a:cubicBezTo>
                    <a:cubicBezTo>
                      <a:pt x="95" y="190"/>
                      <a:pt x="95" y="190"/>
                      <a:pt x="95" y="190"/>
                    </a:cubicBezTo>
                    <a:cubicBezTo>
                      <a:pt x="117" y="152"/>
                      <a:pt x="117" y="152"/>
                      <a:pt x="117" y="152"/>
                    </a:cubicBezTo>
                    <a:cubicBezTo>
                      <a:pt x="161" y="164"/>
                      <a:pt x="161" y="164"/>
                      <a:pt x="161" y="164"/>
                    </a:cubicBezTo>
                    <a:cubicBezTo>
                      <a:pt x="150" y="121"/>
                      <a:pt x="150" y="121"/>
                      <a:pt x="150" y="121"/>
                    </a:cubicBezTo>
                    <a:cubicBezTo>
                      <a:pt x="190" y="98"/>
                      <a:pt x="190" y="98"/>
                      <a:pt x="190" y="98"/>
                    </a:cubicBezTo>
                    <a:cubicBezTo>
                      <a:pt x="151" y="75"/>
                      <a:pt x="151" y="75"/>
                      <a:pt x="151" y="75"/>
                    </a:cubicBezTo>
                    <a:cubicBezTo>
                      <a:pt x="164" y="30"/>
                      <a:pt x="164" y="30"/>
                      <a:pt x="164" y="30"/>
                    </a:cubicBezTo>
                    <a:cubicBezTo>
                      <a:pt x="120" y="41"/>
                      <a:pt x="120" y="41"/>
                      <a:pt x="120" y="41"/>
                    </a:cubicBezTo>
                    <a:cubicBezTo>
                      <a:pt x="96" y="0"/>
                      <a:pt x="96" y="0"/>
                      <a:pt x="96" y="0"/>
                    </a:cubicBezTo>
                    <a:cubicBezTo>
                      <a:pt x="72" y="41"/>
                      <a:pt x="72" y="41"/>
                      <a:pt x="72" y="41"/>
                    </a:cubicBezTo>
                    <a:cubicBezTo>
                      <a:pt x="29" y="30"/>
                      <a:pt x="29" y="30"/>
                      <a:pt x="29" y="30"/>
                    </a:cubicBezTo>
                    <a:cubicBezTo>
                      <a:pt x="41" y="73"/>
                      <a:pt x="41" y="73"/>
                      <a:pt x="41" y="73"/>
                    </a:cubicBezTo>
                    <a:cubicBezTo>
                      <a:pt x="0" y="96"/>
                      <a:pt x="0" y="96"/>
                      <a:pt x="0" y="96"/>
                    </a:cubicBezTo>
                    <a:cubicBezTo>
                      <a:pt x="41" y="120"/>
                      <a:pt x="41" y="120"/>
                      <a:pt x="41" y="120"/>
                    </a:cubicBezTo>
                    <a:lnTo>
                      <a:pt x="30" y="162"/>
                    </a:lnTo>
                    <a:close/>
                    <a:moveTo>
                      <a:pt x="96" y="43"/>
                    </a:moveTo>
                    <a:cubicBezTo>
                      <a:pt x="125" y="43"/>
                      <a:pt x="150" y="67"/>
                      <a:pt x="150" y="97"/>
                    </a:cubicBezTo>
                    <a:cubicBezTo>
                      <a:pt x="150" y="127"/>
                      <a:pt x="125" y="151"/>
                      <a:pt x="96" y="151"/>
                    </a:cubicBezTo>
                    <a:cubicBezTo>
                      <a:pt x="66" y="151"/>
                      <a:pt x="41" y="127"/>
                      <a:pt x="41" y="97"/>
                    </a:cubicBezTo>
                    <a:cubicBezTo>
                      <a:pt x="41" y="67"/>
                      <a:pt x="66" y="43"/>
                      <a:pt x="96" y="43"/>
                    </a:cubicBezTo>
                    <a:close/>
                    <a:moveTo>
                      <a:pt x="96" y="43"/>
                    </a:moveTo>
                    <a:cubicBezTo>
                      <a:pt x="96" y="43"/>
                      <a:pt x="96" y="43"/>
                      <a:pt x="96" y="43"/>
                    </a:cubicBezTo>
                  </a:path>
                </a:pathLst>
              </a:custGeom>
              <a:grp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115" name="Freeform 83"/>
              <p:cNvSpPr>
                <a:spLocks noEditPoints="1"/>
              </p:cNvSpPr>
              <p:nvPr/>
            </p:nvSpPr>
            <p:spPr bwMode="auto">
              <a:xfrm>
                <a:off x="3259138" y="3910013"/>
                <a:ext cx="276225" cy="279400"/>
              </a:xfrm>
              <a:custGeom>
                <a:avLst/>
                <a:gdLst/>
                <a:ahLst/>
                <a:cxnLst>
                  <a:cxn ang="0">
                    <a:pos x="48" y="96"/>
                  </a:cxn>
                  <a:cxn ang="0">
                    <a:pos x="95" y="48"/>
                  </a:cxn>
                  <a:cxn ang="0">
                    <a:pos x="48" y="0"/>
                  </a:cxn>
                  <a:cxn ang="0">
                    <a:pos x="0" y="48"/>
                  </a:cxn>
                  <a:cxn ang="0">
                    <a:pos x="48" y="96"/>
                  </a:cxn>
                  <a:cxn ang="0">
                    <a:pos x="48" y="96"/>
                  </a:cxn>
                  <a:cxn ang="0">
                    <a:pos x="48" y="96"/>
                  </a:cxn>
                </a:cxnLst>
                <a:rect l="0" t="0" r="r" b="b"/>
                <a:pathLst>
                  <a:path w="95" h="96">
                    <a:moveTo>
                      <a:pt x="48" y="96"/>
                    </a:moveTo>
                    <a:cubicBezTo>
                      <a:pt x="74" y="96"/>
                      <a:pt x="95" y="74"/>
                      <a:pt x="95" y="48"/>
                    </a:cubicBezTo>
                    <a:cubicBezTo>
                      <a:pt x="95" y="22"/>
                      <a:pt x="74" y="0"/>
                      <a:pt x="48" y="0"/>
                    </a:cubicBezTo>
                    <a:cubicBezTo>
                      <a:pt x="21" y="0"/>
                      <a:pt x="0" y="22"/>
                      <a:pt x="0" y="48"/>
                    </a:cubicBezTo>
                    <a:cubicBezTo>
                      <a:pt x="0" y="74"/>
                      <a:pt x="21" y="96"/>
                      <a:pt x="48" y="96"/>
                    </a:cubicBezTo>
                    <a:close/>
                    <a:moveTo>
                      <a:pt x="48" y="96"/>
                    </a:moveTo>
                    <a:cubicBezTo>
                      <a:pt x="48" y="96"/>
                      <a:pt x="48" y="96"/>
                      <a:pt x="48" y="96"/>
                    </a:cubicBezTo>
                  </a:path>
                </a:pathLst>
              </a:custGeom>
              <a:grp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grpSp>
        <p:sp>
          <p:nvSpPr>
            <p:cNvPr id="116" name="Freeform 8"/>
            <p:cNvSpPr>
              <a:spLocks noEditPoints="1"/>
            </p:cNvSpPr>
            <p:nvPr/>
          </p:nvSpPr>
          <p:spPr bwMode="auto">
            <a:xfrm>
              <a:off x="10518" y="4548"/>
              <a:ext cx="713" cy="723"/>
            </a:xfrm>
            <a:custGeom>
              <a:avLst/>
              <a:gdLst/>
              <a:ahLst/>
              <a:cxnLst>
                <a:cxn ang="0">
                  <a:pos x="152" y="51"/>
                </a:cxn>
                <a:cxn ang="0">
                  <a:pos x="116" y="30"/>
                </a:cxn>
                <a:cxn ang="0">
                  <a:pos x="74" y="60"/>
                </a:cxn>
                <a:cxn ang="0">
                  <a:pos x="73" y="59"/>
                </a:cxn>
                <a:cxn ang="0">
                  <a:pos x="54" y="12"/>
                </a:cxn>
                <a:cxn ang="0">
                  <a:pos x="12" y="11"/>
                </a:cxn>
                <a:cxn ang="0">
                  <a:pos x="11" y="53"/>
                </a:cxn>
                <a:cxn ang="0">
                  <a:pos x="54" y="74"/>
                </a:cxn>
                <a:cxn ang="0">
                  <a:pos x="55" y="79"/>
                </a:cxn>
                <a:cxn ang="0">
                  <a:pos x="29" y="119"/>
                </a:cxn>
                <a:cxn ang="0">
                  <a:pos x="51" y="155"/>
                </a:cxn>
                <a:cxn ang="0">
                  <a:pos x="86" y="133"/>
                </a:cxn>
                <a:cxn ang="0">
                  <a:pos x="80" y="85"/>
                </a:cxn>
                <a:cxn ang="0">
                  <a:pos x="82" y="82"/>
                </a:cxn>
                <a:cxn ang="0">
                  <a:pos x="130" y="87"/>
                </a:cxn>
                <a:cxn ang="0">
                  <a:pos x="152" y="51"/>
                </a:cxn>
                <a:cxn ang="0">
                  <a:pos x="70" y="88"/>
                </a:cxn>
                <a:cxn ang="0">
                  <a:pos x="55" y="74"/>
                </a:cxn>
                <a:cxn ang="0">
                  <a:pos x="70" y="60"/>
                </a:cxn>
                <a:cxn ang="0">
                  <a:pos x="84" y="74"/>
                </a:cxn>
                <a:cxn ang="0">
                  <a:pos x="70" y="88"/>
                </a:cxn>
                <a:cxn ang="0">
                  <a:pos x="70" y="88"/>
                </a:cxn>
                <a:cxn ang="0">
                  <a:pos x="70" y="88"/>
                </a:cxn>
              </a:cxnLst>
              <a:rect l="0" t="0" r="r" b="b"/>
              <a:pathLst>
                <a:path w="156" h="158">
                  <a:moveTo>
                    <a:pt x="152" y="51"/>
                  </a:moveTo>
                  <a:cubicBezTo>
                    <a:pt x="148" y="36"/>
                    <a:pt x="132" y="26"/>
                    <a:pt x="116" y="30"/>
                  </a:cubicBezTo>
                  <a:cubicBezTo>
                    <a:pt x="104" y="33"/>
                    <a:pt x="82" y="46"/>
                    <a:pt x="74" y="60"/>
                  </a:cubicBezTo>
                  <a:cubicBezTo>
                    <a:pt x="74" y="59"/>
                    <a:pt x="74" y="59"/>
                    <a:pt x="73" y="59"/>
                  </a:cubicBezTo>
                  <a:cubicBezTo>
                    <a:pt x="73" y="44"/>
                    <a:pt x="62" y="21"/>
                    <a:pt x="54" y="12"/>
                  </a:cubicBezTo>
                  <a:cubicBezTo>
                    <a:pt x="42" y="1"/>
                    <a:pt x="24" y="0"/>
                    <a:pt x="12" y="11"/>
                  </a:cubicBezTo>
                  <a:cubicBezTo>
                    <a:pt x="0" y="23"/>
                    <a:pt x="0" y="41"/>
                    <a:pt x="11" y="53"/>
                  </a:cubicBezTo>
                  <a:cubicBezTo>
                    <a:pt x="19" y="61"/>
                    <a:pt x="39" y="72"/>
                    <a:pt x="54" y="74"/>
                  </a:cubicBezTo>
                  <a:cubicBezTo>
                    <a:pt x="54" y="76"/>
                    <a:pt x="54" y="77"/>
                    <a:pt x="55" y="79"/>
                  </a:cubicBezTo>
                  <a:cubicBezTo>
                    <a:pt x="43" y="88"/>
                    <a:pt x="31" y="108"/>
                    <a:pt x="29" y="119"/>
                  </a:cubicBezTo>
                  <a:cubicBezTo>
                    <a:pt x="25" y="135"/>
                    <a:pt x="35" y="151"/>
                    <a:pt x="51" y="155"/>
                  </a:cubicBezTo>
                  <a:cubicBezTo>
                    <a:pt x="67" y="158"/>
                    <a:pt x="82" y="148"/>
                    <a:pt x="86" y="133"/>
                  </a:cubicBezTo>
                  <a:cubicBezTo>
                    <a:pt x="89" y="121"/>
                    <a:pt x="87" y="98"/>
                    <a:pt x="80" y="85"/>
                  </a:cubicBezTo>
                  <a:cubicBezTo>
                    <a:pt x="81" y="84"/>
                    <a:pt x="82" y="83"/>
                    <a:pt x="82" y="82"/>
                  </a:cubicBezTo>
                  <a:cubicBezTo>
                    <a:pt x="96" y="89"/>
                    <a:pt x="119" y="90"/>
                    <a:pt x="130" y="87"/>
                  </a:cubicBezTo>
                  <a:cubicBezTo>
                    <a:pt x="146" y="83"/>
                    <a:pt x="156" y="67"/>
                    <a:pt x="152" y="51"/>
                  </a:cubicBezTo>
                  <a:close/>
                  <a:moveTo>
                    <a:pt x="70" y="88"/>
                  </a:moveTo>
                  <a:cubicBezTo>
                    <a:pt x="62" y="88"/>
                    <a:pt x="55" y="82"/>
                    <a:pt x="55" y="74"/>
                  </a:cubicBezTo>
                  <a:cubicBezTo>
                    <a:pt x="55" y="66"/>
                    <a:pt x="62" y="60"/>
                    <a:pt x="70" y="60"/>
                  </a:cubicBezTo>
                  <a:cubicBezTo>
                    <a:pt x="78" y="60"/>
                    <a:pt x="84" y="66"/>
                    <a:pt x="84" y="74"/>
                  </a:cubicBezTo>
                  <a:cubicBezTo>
                    <a:pt x="84" y="82"/>
                    <a:pt x="78" y="88"/>
                    <a:pt x="70" y="88"/>
                  </a:cubicBezTo>
                  <a:close/>
                  <a:moveTo>
                    <a:pt x="70" y="88"/>
                  </a:moveTo>
                  <a:cubicBezTo>
                    <a:pt x="70" y="88"/>
                    <a:pt x="70" y="88"/>
                    <a:pt x="70" y="88"/>
                  </a:cubicBezTo>
                </a:path>
              </a:pathLst>
            </a:custGeom>
            <a:solidFill>
              <a:schemeClr val="bg1"/>
            </a:solidFill>
            <a:ln w="9525">
              <a:noFill/>
              <a:round/>
            </a:ln>
          </p:spPr>
          <p:txBody>
            <a:bodyPr vert="horz" wrap="square" lIns="91440" tIns="45720" rIns="91440" bIns="45720" numCol="1" anchor="t" anchorCtr="0" compatLnSpc="1"/>
            <a:lstStyle/>
            <a:p>
              <a:pPr algn="r" rtl="1"/>
              <a:endParaRPr lang="en-US" dirty="0">
                <a:latin typeface="Arial" pitchFamily="34" charset="0"/>
                <a:ea typeface="微软雅黑" pitchFamily="34" charset="-122"/>
                <a:sym typeface="Arial" pitchFamily="34" charset="0"/>
              </a:endParaRPr>
            </a:p>
          </p:txBody>
        </p:sp>
        <p:sp>
          <p:nvSpPr>
            <p:cNvPr id="117" name="Freeform 38"/>
            <p:cNvSpPr>
              <a:spLocks noEditPoints="1"/>
            </p:cNvSpPr>
            <p:nvPr/>
          </p:nvSpPr>
          <p:spPr bwMode="auto">
            <a:xfrm>
              <a:off x="12772" y="4555"/>
              <a:ext cx="660" cy="964"/>
            </a:xfrm>
            <a:custGeom>
              <a:avLst/>
              <a:gdLst/>
              <a:ahLst/>
              <a:cxnLst>
                <a:cxn ang="0">
                  <a:pos x="35" y="0"/>
                </a:cxn>
                <a:cxn ang="0">
                  <a:pos x="0" y="35"/>
                </a:cxn>
                <a:cxn ang="0">
                  <a:pos x="16" y="74"/>
                </a:cxn>
                <a:cxn ang="0">
                  <a:pos x="35" y="102"/>
                </a:cxn>
                <a:cxn ang="0">
                  <a:pos x="54" y="74"/>
                </a:cxn>
                <a:cxn ang="0">
                  <a:pos x="70" y="35"/>
                </a:cxn>
                <a:cxn ang="0">
                  <a:pos x="35" y="0"/>
                </a:cxn>
                <a:cxn ang="0">
                  <a:pos x="43" y="87"/>
                </a:cxn>
                <a:cxn ang="0">
                  <a:pos x="27" y="89"/>
                </a:cxn>
                <a:cxn ang="0">
                  <a:pos x="26" y="83"/>
                </a:cxn>
                <a:cxn ang="0">
                  <a:pos x="26" y="83"/>
                </a:cxn>
                <a:cxn ang="0">
                  <a:pos x="45" y="80"/>
                </a:cxn>
                <a:cxn ang="0">
                  <a:pos x="44" y="83"/>
                </a:cxn>
                <a:cxn ang="0">
                  <a:pos x="43" y="87"/>
                </a:cxn>
                <a:cxn ang="0">
                  <a:pos x="25" y="79"/>
                </a:cxn>
                <a:cxn ang="0">
                  <a:pos x="23" y="73"/>
                </a:cxn>
                <a:cxn ang="0">
                  <a:pos x="47" y="73"/>
                </a:cxn>
                <a:cxn ang="0">
                  <a:pos x="46" y="77"/>
                </a:cxn>
                <a:cxn ang="0">
                  <a:pos x="25" y="79"/>
                </a:cxn>
                <a:cxn ang="0">
                  <a:pos x="35" y="96"/>
                </a:cxn>
                <a:cxn ang="0">
                  <a:pos x="29" y="92"/>
                </a:cxn>
                <a:cxn ang="0">
                  <a:pos x="42" y="90"/>
                </a:cxn>
                <a:cxn ang="0">
                  <a:pos x="35" y="96"/>
                </a:cxn>
                <a:cxn ang="0">
                  <a:pos x="50" y="67"/>
                </a:cxn>
                <a:cxn ang="0">
                  <a:pos x="20" y="67"/>
                </a:cxn>
                <a:cxn ang="0">
                  <a:pos x="15" y="57"/>
                </a:cxn>
                <a:cxn ang="0">
                  <a:pos x="6" y="35"/>
                </a:cxn>
                <a:cxn ang="0">
                  <a:pos x="35" y="6"/>
                </a:cxn>
                <a:cxn ang="0">
                  <a:pos x="64" y="35"/>
                </a:cxn>
                <a:cxn ang="0">
                  <a:pos x="55" y="57"/>
                </a:cxn>
                <a:cxn ang="0">
                  <a:pos x="50" y="67"/>
                </a:cxn>
                <a:cxn ang="0">
                  <a:pos x="50" y="67"/>
                </a:cxn>
                <a:cxn ang="0">
                  <a:pos x="50" y="67"/>
                </a:cxn>
              </a:cxnLst>
              <a:rect l="0" t="0" r="r" b="b"/>
              <a:pathLst>
                <a:path w="70" h="102">
                  <a:moveTo>
                    <a:pt x="35" y="0"/>
                  </a:moveTo>
                  <a:cubicBezTo>
                    <a:pt x="16" y="0"/>
                    <a:pt x="0" y="16"/>
                    <a:pt x="0" y="35"/>
                  </a:cubicBezTo>
                  <a:cubicBezTo>
                    <a:pt x="0" y="48"/>
                    <a:pt x="12" y="62"/>
                    <a:pt x="16" y="74"/>
                  </a:cubicBezTo>
                  <a:cubicBezTo>
                    <a:pt x="22" y="91"/>
                    <a:pt x="22" y="102"/>
                    <a:pt x="35" y="102"/>
                  </a:cubicBezTo>
                  <a:cubicBezTo>
                    <a:pt x="49" y="102"/>
                    <a:pt x="48" y="92"/>
                    <a:pt x="54" y="74"/>
                  </a:cubicBezTo>
                  <a:cubicBezTo>
                    <a:pt x="58" y="62"/>
                    <a:pt x="70" y="48"/>
                    <a:pt x="70" y="35"/>
                  </a:cubicBezTo>
                  <a:cubicBezTo>
                    <a:pt x="70" y="16"/>
                    <a:pt x="54" y="0"/>
                    <a:pt x="35" y="0"/>
                  </a:cubicBezTo>
                  <a:close/>
                  <a:moveTo>
                    <a:pt x="43" y="87"/>
                  </a:moveTo>
                  <a:cubicBezTo>
                    <a:pt x="27" y="89"/>
                    <a:pt x="27" y="89"/>
                    <a:pt x="27" y="89"/>
                  </a:cubicBezTo>
                  <a:cubicBezTo>
                    <a:pt x="27" y="87"/>
                    <a:pt x="26" y="85"/>
                    <a:pt x="26" y="83"/>
                  </a:cubicBezTo>
                  <a:cubicBezTo>
                    <a:pt x="26" y="83"/>
                    <a:pt x="26" y="83"/>
                    <a:pt x="26" y="83"/>
                  </a:cubicBezTo>
                  <a:cubicBezTo>
                    <a:pt x="45" y="80"/>
                    <a:pt x="45" y="80"/>
                    <a:pt x="45" y="80"/>
                  </a:cubicBezTo>
                  <a:cubicBezTo>
                    <a:pt x="45" y="81"/>
                    <a:pt x="45" y="82"/>
                    <a:pt x="44" y="83"/>
                  </a:cubicBezTo>
                  <a:cubicBezTo>
                    <a:pt x="44" y="84"/>
                    <a:pt x="44" y="86"/>
                    <a:pt x="43" y="87"/>
                  </a:cubicBezTo>
                  <a:close/>
                  <a:moveTo>
                    <a:pt x="25" y="79"/>
                  </a:moveTo>
                  <a:cubicBezTo>
                    <a:pt x="24" y="78"/>
                    <a:pt x="23" y="76"/>
                    <a:pt x="23" y="73"/>
                  </a:cubicBezTo>
                  <a:cubicBezTo>
                    <a:pt x="47" y="73"/>
                    <a:pt x="47" y="73"/>
                    <a:pt x="47" y="73"/>
                  </a:cubicBezTo>
                  <a:cubicBezTo>
                    <a:pt x="47" y="75"/>
                    <a:pt x="47" y="76"/>
                    <a:pt x="46" y="77"/>
                  </a:cubicBezTo>
                  <a:lnTo>
                    <a:pt x="25" y="79"/>
                  </a:lnTo>
                  <a:close/>
                  <a:moveTo>
                    <a:pt x="35" y="96"/>
                  </a:moveTo>
                  <a:cubicBezTo>
                    <a:pt x="32" y="96"/>
                    <a:pt x="30" y="95"/>
                    <a:pt x="29" y="92"/>
                  </a:cubicBezTo>
                  <a:cubicBezTo>
                    <a:pt x="42" y="90"/>
                    <a:pt x="42" y="90"/>
                    <a:pt x="42" y="90"/>
                  </a:cubicBezTo>
                  <a:cubicBezTo>
                    <a:pt x="40" y="95"/>
                    <a:pt x="39" y="96"/>
                    <a:pt x="35" y="96"/>
                  </a:cubicBezTo>
                  <a:close/>
                  <a:moveTo>
                    <a:pt x="50" y="67"/>
                  </a:moveTo>
                  <a:cubicBezTo>
                    <a:pt x="20" y="67"/>
                    <a:pt x="20" y="67"/>
                    <a:pt x="20" y="67"/>
                  </a:cubicBezTo>
                  <a:cubicBezTo>
                    <a:pt x="19" y="64"/>
                    <a:pt x="17" y="60"/>
                    <a:pt x="15" y="57"/>
                  </a:cubicBezTo>
                  <a:cubicBezTo>
                    <a:pt x="11" y="49"/>
                    <a:pt x="6" y="41"/>
                    <a:pt x="6" y="35"/>
                  </a:cubicBezTo>
                  <a:cubicBezTo>
                    <a:pt x="6" y="19"/>
                    <a:pt x="19" y="6"/>
                    <a:pt x="35" y="6"/>
                  </a:cubicBezTo>
                  <a:cubicBezTo>
                    <a:pt x="51" y="6"/>
                    <a:pt x="64" y="19"/>
                    <a:pt x="64" y="35"/>
                  </a:cubicBezTo>
                  <a:cubicBezTo>
                    <a:pt x="64" y="41"/>
                    <a:pt x="60" y="49"/>
                    <a:pt x="55" y="57"/>
                  </a:cubicBezTo>
                  <a:cubicBezTo>
                    <a:pt x="53" y="60"/>
                    <a:pt x="52" y="64"/>
                    <a:pt x="50" y="67"/>
                  </a:cubicBezTo>
                  <a:close/>
                  <a:moveTo>
                    <a:pt x="50" y="67"/>
                  </a:moveTo>
                  <a:cubicBezTo>
                    <a:pt x="50" y="67"/>
                    <a:pt x="50" y="67"/>
                    <a:pt x="50" y="67"/>
                  </a:cubicBezTo>
                </a:path>
              </a:pathLst>
            </a:custGeom>
            <a:solidFill>
              <a:schemeClr val="bg1"/>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grpSp>
          <p:nvGrpSpPr>
            <p:cNvPr id="118" name="Group 117"/>
            <p:cNvGrpSpPr/>
            <p:nvPr/>
          </p:nvGrpSpPr>
          <p:grpSpPr>
            <a:xfrm>
              <a:off x="10791" y="5978"/>
              <a:ext cx="655" cy="435"/>
              <a:chOff x="8291513" y="4287838"/>
              <a:chExt cx="415925" cy="276225"/>
            </a:xfrm>
            <a:solidFill>
              <a:schemeClr val="bg1"/>
            </a:solidFill>
          </p:grpSpPr>
          <p:sp>
            <p:nvSpPr>
              <p:cNvPr id="119" name="Freeform 6"/>
              <p:cNvSpPr>
                <a:spLocks noEditPoints="1"/>
              </p:cNvSpPr>
              <p:nvPr/>
            </p:nvSpPr>
            <p:spPr bwMode="auto">
              <a:xfrm>
                <a:off x="8291513" y="4287838"/>
                <a:ext cx="415925" cy="276225"/>
              </a:xfrm>
              <a:custGeom>
                <a:avLst/>
                <a:gdLst/>
                <a:ahLst/>
                <a:cxnLst>
                  <a:cxn ang="0">
                    <a:pos x="145" y="134"/>
                  </a:cxn>
                  <a:cxn ang="0">
                    <a:pos x="262" y="134"/>
                  </a:cxn>
                  <a:cxn ang="0">
                    <a:pos x="216" y="0"/>
                  </a:cxn>
                  <a:cxn ang="0">
                    <a:pos x="46" y="0"/>
                  </a:cxn>
                  <a:cxn ang="0">
                    <a:pos x="0" y="134"/>
                  </a:cxn>
                  <a:cxn ang="0">
                    <a:pos x="112" y="134"/>
                  </a:cxn>
                  <a:cxn ang="0">
                    <a:pos x="112" y="159"/>
                  </a:cxn>
                  <a:cxn ang="0">
                    <a:pos x="79" y="159"/>
                  </a:cxn>
                  <a:cxn ang="0">
                    <a:pos x="79" y="174"/>
                  </a:cxn>
                  <a:cxn ang="0">
                    <a:pos x="172" y="174"/>
                  </a:cxn>
                  <a:cxn ang="0">
                    <a:pos x="172" y="159"/>
                  </a:cxn>
                  <a:cxn ang="0">
                    <a:pos x="145" y="159"/>
                  </a:cxn>
                  <a:cxn ang="0">
                    <a:pos x="145" y="134"/>
                  </a:cxn>
                  <a:cxn ang="0">
                    <a:pos x="134" y="64"/>
                  </a:cxn>
                  <a:cxn ang="0">
                    <a:pos x="134" y="11"/>
                  </a:cxn>
                  <a:cxn ang="0">
                    <a:pos x="171" y="11"/>
                  </a:cxn>
                  <a:cxn ang="0">
                    <a:pos x="180" y="64"/>
                  </a:cxn>
                  <a:cxn ang="0">
                    <a:pos x="134" y="64"/>
                  </a:cxn>
                  <a:cxn ang="0">
                    <a:pos x="182" y="70"/>
                  </a:cxn>
                  <a:cxn ang="0">
                    <a:pos x="191" y="123"/>
                  </a:cxn>
                  <a:cxn ang="0">
                    <a:pos x="134" y="123"/>
                  </a:cxn>
                  <a:cxn ang="0">
                    <a:pos x="134" y="70"/>
                  </a:cxn>
                  <a:cxn ang="0">
                    <a:pos x="182" y="70"/>
                  </a:cxn>
                  <a:cxn ang="0">
                    <a:pos x="129" y="64"/>
                  </a:cxn>
                  <a:cxn ang="0">
                    <a:pos x="85" y="64"/>
                  </a:cxn>
                  <a:cxn ang="0">
                    <a:pos x="94" y="11"/>
                  </a:cxn>
                  <a:cxn ang="0">
                    <a:pos x="129" y="11"/>
                  </a:cxn>
                  <a:cxn ang="0">
                    <a:pos x="129" y="64"/>
                  </a:cxn>
                  <a:cxn ang="0">
                    <a:pos x="129" y="70"/>
                  </a:cxn>
                  <a:cxn ang="0">
                    <a:pos x="129" y="123"/>
                  </a:cxn>
                  <a:cxn ang="0">
                    <a:pos x="74" y="123"/>
                  </a:cxn>
                  <a:cxn ang="0">
                    <a:pos x="83" y="70"/>
                  </a:cxn>
                  <a:cxn ang="0">
                    <a:pos x="129" y="70"/>
                  </a:cxn>
                  <a:cxn ang="0">
                    <a:pos x="196" y="123"/>
                  </a:cxn>
                  <a:cxn ang="0">
                    <a:pos x="187" y="70"/>
                  </a:cxn>
                  <a:cxn ang="0">
                    <a:pos x="229" y="70"/>
                  </a:cxn>
                  <a:cxn ang="0">
                    <a:pos x="246" y="123"/>
                  </a:cxn>
                  <a:cxn ang="0">
                    <a:pos x="196" y="123"/>
                  </a:cxn>
                  <a:cxn ang="0">
                    <a:pos x="226" y="64"/>
                  </a:cxn>
                  <a:cxn ang="0">
                    <a:pos x="185" y="64"/>
                  </a:cxn>
                  <a:cxn ang="0">
                    <a:pos x="176" y="11"/>
                  </a:cxn>
                  <a:cxn ang="0">
                    <a:pos x="209" y="11"/>
                  </a:cxn>
                  <a:cxn ang="0">
                    <a:pos x="226" y="64"/>
                  </a:cxn>
                  <a:cxn ang="0">
                    <a:pos x="54" y="11"/>
                  </a:cxn>
                  <a:cxn ang="0">
                    <a:pos x="88" y="11"/>
                  </a:cxn>
                  <a:cxn ang="0">
                    <a:pos x="79" y="64"/>
                  </a:cxn>
                  <a:cxn ang="0">
                    <a:pos x="37" y="64"/>
                  </a:cxn>
                  <a:cxn ang="0">
                    <a:pos x="54" y="11"/>
                  </a:cxn>
                  <a:cxn ang="0">
                    <a:pos x="35" y="70"/>
                  </a:cxn>
                  <a:cxn ang="0">
                    <a:pos x="77" y="70"/>
                  </a:cxn>
                  <a:cxn ang="0">
                    <a:pos x="68" y="123"/>
                  </a:cxn>
                  <a:cxn ang="0">
                    <a:pos x="17" y="123"/>
                  </a:cxn>
                  <a:cxn ang="0">
                    <a:pos x="35" y="70"/>
                  </a:cxn>
                  <a:cxn ang="0">
                    <a:pos x="35" y="70"/>
                  </a:cxn>
                  <a:cxn ang="0">
                    <a:pos x="35" y="70"/>
                  </a:cxn>
                </a:cxnLst>
                <a:rect l="0" t="0" r="r" b="b"/>
                <a:pathLst>
                  <a:path w="262" h="174">
                    <a:moveTo>
                      <a:pt x="145" y="134"/>
                    </a:moveTo>
                    <a:lnTo>
                      <a:pt x="262" y="134"/>
                    </a:lnTo>
                    <a:lnTo>
                      <a:pt x="216" y="0"/>
                    </a:lnTo>
                    <a:lnTo>
                      <a:pt x="46" y="0"/>
                    </a:lnTo>
                    <a:lnTo>
                      <a:pt x="0" y="134"/>
                    </a:lnTo>
                    <a:lnTo>
                      <a:pt x="112" y="134"/>
                    </a:lnTo>
                    <a:lnTo>
                      <a:pt x="112" y="159"/>
                    </a:lnTo>
                    <a:lnTo>
                      <a:pt x="79" y="159"/>
                    </a:lnTo>
                    <a:lnTo>
                      <a:pt x="79" y="174"/>
                    </a:lnTo>
                    <a:lnTo>
                      <a:pt x="172" y="174"/>
                    </a:lnTo>
                    <a:lnTo>
                      <a:pt x="172" y="159"/>
                    </a:lnTo>
                    <a:lnTo>
                      <a:pt x="145" y="159"/>
                    </a:lnTo>
                    <a:lnTo>
                      <a:pt x="145" y="134"/>
                    </a:lnTo>
                    <a:close/>
                    <a:moveTo>
                      <a:pt x="134" y="64"/>
                    </a:moveTo>
                    <a:lnTo>
                      <a:pt x="134" y="11"/>
                    </a:lnTo>
                    <a:lnTo>
                      <a:pt x="171" y="11"/>
                    </a:lnTo>
                    <a:lnTo>
                      <a:pt x="180" y="64"/>
                    </a:lnTo>
                    <a:lnTo>
                      <a:pt x="134" y="64"/>
                    </a:lnTo>
                    <a:close/>
                    <a:moveTo>
                      <a:pt x="182" y="70"/>
                    </a:moveTo>
                    <a:lnTo>
                      <a:pt x="191" y="123"/>
                    </a:lnTo>
                    <a:lnTo>
                      <a:pt x="134" y="123"/>
                    </a:lnTo>
                    <a:lnTo>
                      <a:pt x="134" y="70"/>
                    </a:lnTo>
                    <a:lnTo>
                      <a:pt x="182" y="70"/>
                    </a:lnTo>
                    <a:close/>
                    <a:moveTo>
                      <a:pt x="129" y="64"/>
                    </a:moveTo>
                    <a:lnTo>
                      <a:pt x="85" y="64"/>
                    </a:lnTo>
                    <a:lnTo>
                      <a:pt x="94" y="11"/>
                    </a:lnTo>
                    <a:lnTo>
                      <a:pt x="129" y="11"/>
                    </a:lnTo>
                    <a:lnTo>
                      <a:pt x="129" y="64"/>
                    </a:lnTo>
                    <a:close/>
                    <a:moveTo>
                      <a:pt x="129" y="70"/>
                    </a:moveTo>
                    <a:lnTo>
                      <a:pt x="129" y="123"/>
                    </a:lnTo>
                    <a:lnTo>
                      <a:pt x="74" y="123"/>
                    </a:lnTo>
                    <a:lnTo>
                      <a:pt x="83" y="70"/>
                    </a:lnTo>
                    <a:lnTo>
                      <a:pt x="129" y="70"/>
                    </a:lnTo>
                    <a:close/>
                    <a:moveTo>
                      <a:pt x="196" y="123"/>
                    </a:moveTo>
                    <a:lnTo>
                      <a:pt x="187" y="70"/>
                    </a:lnTo>
                    <a:lnTo>
                      <a:pt x="229" y="70"/>
                    </a:lnTo>
                    <a:lnTo>
                      <a:pt x="246" y="123"/>
                    </a:lnTo>
                    <a:lnTo>
                      <a:pt x="196" y="123"/>
                    </a:lnTo>
                    <a:close/>
                    <a:moveTo>
                      <a:pt x="226" y="64"/>
                    </a:moveTo>
                    <a:lnTo>
                      <a:pt x="185" y="64"/>
                    </a:lnTo>
                    <a:lnTo>
                      <a:pt x="176" y="11"/>
                    </a:lnTo>
                    <a:lnTo>
                      <a:pt x="209" y="11"/>
                    </a:lnTo>
                    <a:lnTo>
                      <a:pt x="226" y="64"/>
                    </a:lnTo>
                    <a:close/>
                    <a:moveTo>
                      <a:pt x="54" y="11"/>
                    </a:moveTo>
                    <a:lnTo>
                      <a:pt x="88" y="11"/>
                    </a:lnTo>
                    <a:lnTo>
                      <a:pt x="79" y="64"/>
                    </a:lnTo>
                    <a:lnTo>
                      <a:pt x="37" y="64"/>
                    </a:lnTo>
                    <a:lnTo>
                      <a:pt x="54" y="11"/>
                    </a:lnTo>
                    <a:close/>
                    <a:moveTo>
                      <a:pt x="35" y="70"/>
                    </a:moveTo>
                    <a:lnTo>
                      <a:pt x="77" y="70"/>
                    </a:lnTo>
                    <a:lnTo>
                      <a:pt x="68" y="123"/>
                    </a:lnTo>
                    <a:lnTo>
                      <a:pt x="17" y="123"/>
                    </a:lnTo>
                    <a:lnTo>
                      <a:pt x="35" y="70"/>
                    </a:lnTo>
                    <a:close/>
                    <a:moveTo>
                      <a:pt x="35" y="70"/>
                    </a:moveTo>
                    <a:lnTo>
                      <a:pt x="35" y="70"/>
                    </a:lnTo>
                    <a:close/>
                  </a:path>
                </a:pathLst>
              </a:custGeom>
              <a:grp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120" name="Freeform 7"/>
              <p:cNvSpPr>
                <a:spLocks noEditPoints="1"/>
              </p:cNvSpPr>
              <p:nvPr/>
            </p:nvSpPr>
            <p:spPr bwMode="auto">
              <a:xfrm>
                <a:off x="8291513" y="4287838"/>
                <a:ext cx="415925" cy="276225"/>
              </a:xfrm>
              <a:custGeom>
                <a:avLst/>
                <a:gdLst/>
                <a:ahLst/>
                <a:cxnLst>
                  <a:cxn ang="0">
                    <a:pos x="145" y="134"/>
                  </a:cxn>
                  <a:cxn ang="0">
                    <a:pos x="262" y="134"/>
                  </a:cxn>
                  <a:cxn ang="0">
                    <a:pos x="216" y="0"/>
                  </a:cxn>
                  <a:cxn ang="0">
                    <a:pos x="46" y="0"/>
                  </a:cxn>
                  <a:cxn ang="0">
                    <a:pos x="0" y="134"/>
                  </a:cxn>
                  <a:cxn ang="0">
                    <a:pos x="112" y="134"/>
                  </a:cxn>
                  <a:cxn ang="0">
                    <a:pos x="112" y="159"/>
                  </a:cxn>
                  <a:cxn ang="0">
                    <a:pos x="79" y="159"/>
                  </a:cxn>
                  <a:cxn ang="0">
                    <a:pos x="79" y="174"/>
                  </a:cxn>
                  <a:cxn ang="0">
                    <a:pos x="172" y="174"/>
                  </a:cxn>
                  <a:cxn ang="0">
                    <a:pos x="172" y="159"/>
                  </a:cxn>
                  <a:cxn ang="0">
                    <a:pos x="145" y="159"/>
                  </a:cxn>
                  <a:cxn ang="0">
                    <a:pos x="145" y="134"/>
                  </a:cxn>
                  <a:cxn ang="0">
                    <a:pos x="134" y="64"/>
                  </a:cxn>
                  <a:cxn ang="0">
                    <a:pos x="134" y="11"/>
                  </a:cxn>
                  <a:cxn ang="0">
                    <a:pos x="171" y="11"/>
                  </a:cxn>
                  <a:cxn ang="0">
                    <a:pos x="180" y="64"/>
                  </a:cxn>
                  <a:cxn ang="0">
                    <a:pos x="134" y="64"/>
                  </a:cxn>
                  <a:cxn ang="0">
                    <a:pos x="182" y="70"/>
                  </a:cxn>
                  <a:cxn ang="0">
                    <a:pos x="191" y="123"/>
                  </a:cxn>
                  <a:cxn ang="0">
                    <a:pos x="134" y="123"/>
                  </a:cxn>
                  <a:cxn ang="0">
                    <a:pos x="134" y="70"/>
                  </a:cxn>
                  <a:cxn ang="0">
                    <a:pos x="182" y="70"/>
                  </a:cxn>
                  <a:cxn ang="0">
                    <a:pos x="129" y="64"/>
                  </a:cxn>
                  <a:cxn ang="0">
                    <a:pos x="85" y="64"/>
                  </a:cxn>
                  <a:cxn ang="0">
                    <a:pos x="94" y="11"/>
                  </a:cxn>
                  <a:cxn ang="0">
                    <a:pos x="129" y="11"/>
                  </a:cxn>
                  <a:cxn ang="0">
                    <a:pos x="129" y="64"/>
                  </a:cxn>
                  <a:cxn ang="0">
                    <a:pos x="129" y="70"/>
                  </a:cxn>
                  <a:cxn ang="0">
                    <a:pos x="129" y="123"/>
                  </a:cxn>
                  <a:cxn ang="0">
                    <a:pos x="74" y="123"/>
                  </a:cxn>
                  <a:cxn ang="0">
                    <a:pos x="83" y="70"/>
                  </a:cxn>
                  <a:cxn ang="0">
                    <a:pos x="129" y="70"/>
                  </a:cxn>
                  <a:cxn ang="0">
                    <a:pos x="196" y="123"/>
                  </a:cxn>
                  <a:cxn ang="0">
                    <a:pos x="187" y="70"/>
                  </a:cxn>
                  <a:cxn ang="0">
                    <a:pos x="229" y="70"/>
                  </a:cxn>
                  <a:cxn ang="0">
                    <a:pos x="246" y="123"/>
                  </a:cxn>
                  <a:cxn ang="0">
                    <a:pos x="196" y="123"/>
                  </a:cxn>
                  <a:cxn ang="0">
                    <a:pos x="226" y="64"/>
                  </a:cxn>
                  <a:cxn ang="0">
                    <a:pos x="185" y="64"/>
                  </a:cxn>
                  <a:cxn ang="0">
                    <a:pos x="176" y="11"/>
                  </a:cxn>
                  <a:cxn ang="0">
                    <a:pos x="209" y="11"/>
                  </a:cxn>
                  <a:cxn ang="0">
                    <a:pos x="226" y="64"/>
                  </a:cxn>
                  <a:cxn ang="0">
                    <a:pos x="54" y="11"/>
                  </a:cxn>
                  <a:cxn ang="0">
                    <a:pos x="88" y="11"/>
                  </a:cxn>
                  <a:cxn ang="0">
                    <a:pos x="79" y="64"/>
                  </a:cxn>
                  <a:cxn ang="0">
                    <a:pos x="37" y="64"/>
                  </a:cxn>
                  <a:cxn ang="0">
                    <a:pos x="54" y="11"/>
                  </a:cxn>
                  <a:cxn ang="0">
                    <a:pos x="35" y="70"/>
                  </a:cxn>
                  <a:cxn ang="0">
                    <a:pos x="77" y="70"/>
                  </a:cxn>
                  <a:cxn ang="0">
                    <a:pos x="68" y="123"/>
                  </a:cxn>
                  <a:cxn ang="0">
                    <a:pos x="17" y="123"/>
                  </a:cxn>
                  <a:cxn ang="0">
                    <a:pos x="35" y="70"/>
                  </a:cxn>
                  <a:cxn ang="0">
                    <a:pos x="35" y="70"/>
                  </a:cxn>
                  <a:cxn ang="0">
                    <a:pos x="35" y="70"/>
                  </a:cxn>
                </a:cxnLst>
                <a:rect l="0" t="0" r="r" b="b"/>
                <a:pathLst>
                  <a:path w="262" h="174">
                    <a:moveTo>
                      <a:pt x="145" y="134"/>
                    </a:moveTo>
                    <a:lnTo>
                      <a:pt x="262" y="134"/>
                    </a:lnTo>
                    <a:lnTo>
                      <a:pt x="216" y="0"/>
                    </a:lnTo>
                    <a:lnTo>
                      <a:pt x="46" y="0"/>
                    </a:lnTo>
                    <a:lnTo>
                      <a:pt x="0" y="134"/>
                    </a:lnTo>
                    <a:lnTo>
                      <a:pt x="112" y="134"/>
                    </a:lnTo>
                    <a:lnTo>
                      <a:pt x="112" y="159"/>
                    </a:lnTo>
                    <a:lnTo>
                      <a:pt x="79" y="159"/>
                    </a:lnTo>
                    <a:lnTo>
                      <a:pt x="79" y="174"/>
                    </a:lnTo>
                    <a:lnTo>
                      <a:pt x="172" y="174"/>
                    </a:lnTo>
                    <a:lnTo>
                      <a:pt x="172" y="159"/>
                    </a:lnTo>
                    <a:lnTo>
                      <a:pt x="145" y="159"/>
                    </a:lnTo>
                    <a:lnTo>
                      <a:pt x="145" y="134"/>
                    </a:lnTo>
                    <a:moveTo>
                      <a:pt x="134" y="64"/>
                    </a:moveTo>
                    <a:lnTo>
                      <a:pt x="134" y="11"/>
                    </a:lnTo>
                    <a:lnTo>
                      <a:pt x="171" y="11"/>
                    </a:lnTo>
                    <a:lnTo>
                      <a:pt x="180" y="64"/>
                    </a:lnTo>
                    <a:lnTo>
                      <a:pt x="134" y="64"/>
                    </a:lnTo>
                    <a:moveTo>
                      <a:pt x="182" y="70"/>
                    </a:moveTo>
                    <a:lnTo>
                      <a:pt x="191" y="123"/>
                    </a:lnTo>
                    <a:lnTo>
                      <a:pt x="134" y="123"/>
                    </a:lnTo>
                    <a:lnTo>
                      <a:pt x="134" y="70"/>
                    </a:lnTo>
                    <a:lnTo>
                      <a:pt x="182" y="70"/>
                    </a:lnTo>
                    <a:moveTo>
                      <a:pt x="129" y="64"/>
                    </a:moveTo>
                    <a:lnTo>
                      <a:pt x="85" y="64"/>
                    </a:lnTo>
                    <a:lnTo>
                      <a:pt x="94" y="11"/>
                    </a:lnTo>
                    <a:lnTo>
                      <a:pt x="129" y="11"/>
                    </a:lnTo>
                    <a:lnTo>
                      <a:pt x="129" y="64"/>
                    </a:lnTo>
                    <a:moveTo>
                      <a:pt x="129" y="70"/>
                    </a:moveTo>
                    <a:lnTo>
                      <a:pt x="129" y="123"/>
                    </a:lnTo>
                    <a:lnTo>
                      <a:pt x="74" y="123"/>
                    </a:lnTo>
                    <a:lnTo>
                      <a:pt x="83" y="70"/>
                    </a:lnTo>
                    <a:lnTo>
                      <a:pt x="129" y="70"/>
                    </a:lnTo>
                    <a:moveTo>
                      <a:pt x="196" y="123"/>
                    </a:moveTo>
                    <a:lnTo>
                      <a:pt x="187" y="70"/>
                    </a:lnTo>
                    <a:lnTo>
                      <a:pt x="229" y="70"/>
                    </a:lnTo>
                    <a:lnTo>
                      <a:pt x="246" y="123"/>
                    </a:lnTo>
                    <a:lnTo>
                      <a:pt x="196" y="123"/>
                    </a:lnTo>
                    <a:moveTo>
                      <a:pt x="226" y="64"/>
                    </a:moveTo>
                    <a:lnTo>
                      <a:pt x="185" y="64"/>
                    </a:lnTo>
                    <a:lnTo>
                      <a:pt x="176" y="11"/>
                    </a:lnTo>
                    <a:lnTo>
                      <a:pt x="209" y="11"/>
                    </a:lnTo>
                    <a:lnTo>
                      <a:pt x="226" y="64"/>
                    </a:lnTo>
                    <a:moveTo>
                      <a:pt x="54" y="11"/>
                    </a:moveTo>
                    <a:lnTo>
                      <a:pt x="88" y="11"/>
                    </a:lnTo>
                    <a:lnTo>
                      <a:pt x="79" y="64"/>
                    </a:lnTo>
                    <a:lnTo>
                      <a:pt x="37" y="64"/>
                    </a:lnTo>
                    <a:lnTo>
                      <a:pt x="54" y="11"/>
                    </a:lnTo>
                    <a:moveTo>
                      <a:pt x="35" y="70"/>
                    </a:moveTo>
                    <a:lnTo>
                      <a:pt x="77" y="70"/>
                    </a:lnTo>
                    <a:lnTo>
                      <a:pt x="68" y="123"/>
                    </a:lnTo>
                    <a:lnTo>
                      <a:pt x="17" y="123"/>
                    </a:lnTo>
                    <a:lnTo>
                      <a:pt x="35" y="70"/>
                    </a:lnTo>
                    <a:moveTo>
                      <a:pt x="35" y="70"/>
                    </a:moveTo>
                    <a:lnTo>
                      <a:pt x="35" y="70"/>
                    </a:lnTo>
                  </a:path>
                </a:pathLst>
              </a:custGeom>
              <a:grp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grpSp>
        <p:sp>
          <p:nvSpPr>
            <p:cNvPr id="121" name="Oval 120"/>
            <p:cNvSpPr/>
            <p:nvPr/>
          </p:nvSpPr>
          <p:spPr>
            <a:xfrm>
              <a:off x="11765" y="5599"/>
              <a:ext cx="284" cy="284"/>
            </a:xfrm>
            <a:prstGeom prst="ellipse">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grpSp>
      <p:sp>
        <p:nvSpPr>
          <p:cNvPr id="2" name="文本框 1"/>
          <p:cNvSpPr txBox="1"/>
          <p:nvPr/>
        </p:nvSpPr>
        <p:spPr>
          <a:xfrm>
            <a:off x="3101340" y="152400"/>
            <a:ext cx="2948305" cy="579120"/>
          </a:xfrm>
          <a:prstGeom prst="rect">
            <a:avLst/>
          </a:prstGeom>
          <a:noFill/>
        </p:spPr>
        <p:txBody>
          <a:bodyPr wrap="square" rtlCol="0" anchor="t">
            <a:spAutoFit/>
          </a:bodyPr>
          <a:lstStyle/>
          <a:p>
            <a:pPr algn="ctr"/>
            <a:r>
              <a:rPr lang="zh-CN" altLang="en-US" sz="3200" b="1">
                <a:solidFill>
                  <a:srgbClr val="000000"/>
                </a:solidFill>
                <a:latin typeface="楷体" charset="0"/>
                <a:ea typeface="楷体" charset="0"/>
                <a:cs typeface="微软雅黑"/>
                <a:sym typeface="+mn-ea"/>
              </a:rPr>
              <a:t>学习要点</a:t>
            </a:r>
          </a:p>
        </p:txBody>
      </p:sp>
      <p:sp>
        <p:nvSpPr>
          <p:cNvPr id="4" name="Rectangle 3"/>
          <p:cNvSpPr>
            <a:spLocks noGrp="1" noChangeArrowheads="1"/>
          </p:cNvSpPr>
          <p:nvPr/>
        </p:nvSpPr>
        <p:spPr>
          <a:xfrm>
            <a:off x="200025" y="674053"/>
            <a:ext cx="7550150" cy="4505325"/>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50000"/>
              <a:buFont typeface="Wingdings 2" pitchFamily="18" charset="2"/>
              <a:buChar char="ß"/>
              <a:defRPr sz="3200" b="0" i="0" kern="1200" baseline="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2" pitchFamily="18" charset="2"/>
              <a:buChar char="Þ"/>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50000"/>
              <a:buFont typeface="Wingdings 2"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50000"/>
              <a:buFont typeface="Wingdings 2"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50000"/>
              <a:buFont typeface="Wingdings 2"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a:lstStyle>
          <a:p>
            <a:pPr marL="571500" indent="-571500" eaLnBrk="1" hangingPunct="1">
              <a:lnSpc>
                <a:spcPct val="120000"/>
              </a:lnSpc>
              <a:buFont typeface="Symbol" pitchFamily="18" charset="2"/>
              <a:buNone/>
            </a:pPr>
            <a:r>
              <a:rPr lang="zh-CN" altLang="en-US" sz="2000" b="1" dirty="0">
                <a:solidFill>
                  <a:srgbClr val="000099"/>
                </a:solidFill>
                <a:latin typeface="Times New Roman" pitchFamily="18" charset="0"/>
                <a:ea typeface="楷体" charset="0"/>
              </a:rPr>
              <a:t>理解动态规划算法的概念。</a:t>
            </a:r>
          </a:p>
          <a:p>
            <a:pPr marL="571500" indent="-571500" eaLnBrk="1" hangingPunct="1">
              <a:lnSpc>
                <a:spcPct val="120000"/>
              </a:lnSpc>
              <a:buFont typeface="Symbol" pitchFamily="18" charset="2"/>
              <a:buNone/>
            </a:pPr>
            <a:r>
              <a:rPr lang="zh-CN" altLang="en-US" sz="2000" b="1" dirty="0">
                <a:solidFill>
                  <a:srgbClr val="000099"/>
                </a:solidFill>
                <a:latin typeface="Times New Roman" pitchFamily="18" charset="0"/>
                <a:ea typeface="楷体" charset="0"/>
              </a:rPr>
              <a:t>掌握动态规划算法的基本要素。</a:t>
            </a:r>
          </a:p>
          <a:p>
            <a:pPr marL="571500" indent="-571500" eaLnBrk="1" hangingPunct="1">
              <a:lnSpc>
                <a:spcPct val="120000"/>
              </a:lnSpc>
              <a:buFont typeface="Symbol" pitchFamily="18" charset="2"/>
              <a:buNone/>
            </a:pPr>
            <a:r>
              <a:rPr lang="zh-CN" altLang="en-US" sz="2000" b="1" dirty="0">
                <a:solidFill>
                  <a:srgbClr val="000000"/>
                </a:solidFill>
                <a:latin typeface="Times New Roman" pitchFamily="18" charset="0"/>
                <a:ea typeface="楷体" charset="0"/>
              </a:rPr>
              <a:t>（</a:t>
            </a:r>
            <a:r>
              <a:rPr lang="en-US" altLang="zh-CN" sz="2000" b="1" dirty="0">
                <a:solidFill>
                  <a:srgbClr val="000000"/>
                </a:solidFill>
                <a:latin typeface="Times New Roman" pitchFamily="18" charset="0"/>
                <a:ea typeface="楷体" charset="0"/>
              </a:rPr>
              <a:t>1</a:t>
            </a:r>
            <a:r>
              <a:rPr lang="zh-CN" altLang="en-US" sz="2000" b="1" dirty="0">
                <a:solidFill>
                  <a:srgbClr val="000000"/>
                </a:solidFill>
                <a:latin typeface="Times New Roman" pitchFamily="18" charset="0"/>
                <a:ea typeface="楷体" charset="0"/>
              </a:rPr>
              <a:t>）最优子结构性质</a:t>
            </a:r>
          </a:p>
          <a:p>
            <a:pPr marL="571500" indent="-571500" eaLnBrk="1" hangingPunct="1">
              <a:lnSpc>
                <a:spcPct val="120000"/>
              </a:lnSpc>
              <a:buFont typeface="Symbol" pitchFamily="18" charset="2"/>
              <a:buNone/>
            </a:pPr>
            <a:r>
              <a:rPr lang="zh-CN" altLang="en-US" sz="2000" b="1" dirty="0">
                <a:solidFill>
                  <a:srgbClr val="000000"/>
                </a:solidFill>
                <a:latin typeface="Times New Roman" pitchFamily="18" charset="0"/>
                <a:ea typeface="楷体" charset="0"/>
              </a:rPr>
              <a:t>（</a:t>
            </a:r>
            <a:r>
              <a:rPr lang="en-US" altLang="zh-CN" sz="2000" b="1" dirty="0">
                <a:solidFill>
                  <a:srgbClr val="000000"/>
                </a:solidFill>
                <a:latin typeface="Times New Roman" pitchFamily="18" charset="0"/>
                <a:ea typeface="楷体" charset="0"/>
              </a:rPr>
              <a:t>2</a:t>
            </a:r>
            <a:r>
              <a:rPr lang="zh-CN" altLang="en-US" sz="2000" b="1" dirty="0">
                <a:solidFill>
                  <a:srgbClr val="000000"/>
                </a:solidFill>
                <a:latin typeface="Times New Roman" pitchFamily="18" charset="0"/>
                <a:ea typeface="楷体" charset="0"/>
              </a:rPr>
              <a:t>）重叠子问题性质</a:t>
            </a:r>
            <a:endParaRPr lang="zh-CN" altLang="en-US" sz="2000" b="1" dirty="0">
              <a:solidFill>
                <a:srgbClr val="000000"/>
              </a:solidFill>
              <a:latin typeface="Times New Roman" pitchFamily="18" charset="0"/>
              <a:ea typeface="楷体" charset="0"/>
              <a:sym typeface="Symbol" pitchFamily="18" charset="2"/>
            </a:endParaRPr>
          </a:p>
          <a:p>
            <a:pPr marL="571500" indent="-571500" eaLnBrk="1" hangingPunct="1">
              <a:lnSpc>
                <a:spcPct val="120000"/>
              </a:lnSpc>
              <a:buFont typeface="Symbol" pitchFamily="18" charset="2"/>
              <a:buNone/>
            </a:pPr>
            <a:r>
              <a:rPr lang="zh-CN" altLang="en-US" sz="2000" b="1" dirty="0">
                <a:solidFill>
                  <a:srgbClr val="000099"/>
                </a:solidFill>
                <a:latin typeface="Times New Roman" pitchFamily="18" charset="0"/>
                <a:ea typeface="楷体" charset="0"/>
              </a:rPr>
              <a:t>掌握设计动态规划算法的步骤。</a:t>
            </a:r>
          </a:p>
          <a:p>
            <a:pPr marL="571500" indent="-571500" eaLnBrk="1" hangingPunct="1">
              <a:lnSpc>
                <a:spcPct val="120000"/>
              </a:lnSpc>
              <a:buFont typeface="Symbol" pitchFamily="18" charset="2"/>
              <a:buNone/>
            </a:pPr>
            <a:r>
              <a:rPr lang="zh-CN" altLang="en-US" sz="2000" b="1" dirty="0">
                <a:latin typeface="Times New Roman" pitchFamily="18" charset="0"/>
                <a:ea typeface="楷体" charset="0"/>
              </a:rPr>
              <a:t>（</a:t>
            </a:r>
            <a:r>
              <a:rPr lang="en-US" altLang="zh-CN" sz="2000" b="1" dirty="0">
                <a:solidFill>
                  <a:srgbClr val="000000"/>
                </a:solidFill>
                <a:latin typeface="Times New Roman" pitchFamily="18" charset="0"/>
                <a:ea typeface="楷体" charset="0"/>
              </a:rPr>
              <a:t>1</a:t>
            </a:r>
            <a:r>
              <a:rPr lang="zh-CN" altLang="en-US" sz="2000" b="1" dirty="0">
                <a:solidFill>
                  <a:srgbClr val="000000"/>
                </a:solidFill>
                <a:latin typeface="Times New Roman" pitchFamily="18" charset="0"/>
                <a:ea typeface="楷体" charset="0"/>
              </a:rPr>
              <a:t>）找出最优解的性质，并刻划其结构特征。</a:t>
            </a:r>
          </a:p>
          <a:p>
            <a:pPr marL="571500" indent="-571500" eaLnBrk="1" hangingPunct="1">
              <a:lnSpc>
                <a:spcPct val="120000"/>
              </a:lnSpc>
              <a:buFont typeface="Symbol" pitchFamily="18" charset="2"/>
              <a:buNone/>
            </a:pPr>
            <a:r>
              <a:rPr lang="zh-CN" altLang="en-US" sz="2000" b="1" dirty="0">
                <a:solidFill>
                  <a:srgbClr val="000000"/>
                </a:solidFill>
                <a:latin typeface="Times New Roman" pitchFamily="18" charset="0"/>
                <a:ea typeface="楷体" charset="0"/>
              </a:rPr>
              <a:t>（</a:t>
            </a:r>
            <a:r>
              <a:rPr lang="en-US" altLang="zh-CN" sz="2000" b="1" dirty="0">
                <a:solidFill>
                  <a:srgbClr val="000000"/>
                </a:solidFill>
                <a:latin typeface="Times New Roman" pitchFamily="18" charset="0"/>
                <a:ea typeface="楷体" charset="0"/>
              </a:rPr>
              <a:t>2</a:t>
            </a:r>
            <a:r>
              <a:rPr lang="zh-CN" altLang="en-US" sz="2000" b="1" dirty="0">
                <a:solidFill>
                  <a:srgbClr val="000000"/>
                </a:solidFill>
                <a:latin typeface="Times New Roman" pitchFamily="18" charset="0"/>
                <a:ea typeface="楷体" charset="0"/>
              </a:rPr>
              <a:t>）递归地定义最优值。</a:t>
            </a:r>
          </a:p>
          <a:p>
            <a:pPr marL="571500" indent="-571500" eaLnBrk="1" hangingPunct="1">
              <a:lnSpc>
                <a:spcPct val="120000"/>
              </a:lnSpc>
              <a:buFont typeface="Symbol" pitchFamily="18" charset="2"/>
              <a:buNone/>
            </a:pPr>
            <a:r>
              <a:rPr lang="zh-CN" altLang="en-US" sz="2000" b="1" dirty="0">
                <a:solidFill>
                  <a:srgbClr val="000000"/>
                </a:solidFill>
                <a:latin typeface="Times New Roman" pitchFamily="18" charset="0"/>
                <a:ea typeface="楷体" charset="0"/>
              </a:rPr>
              <a:t>（</a:t>
            </a:r>
            <a:r>
              <a:rPr lang="en-US" altLang="zh-CN" sz="2000" b="1" dirty="0">
                <a:solidFill>
                  <a:srgbClr val="000000"/>
                </a:solidFill>
                <a:latin typeface="Times New Roman" pitchFamily="18" charset="0"/>
                <a:ea typeface="楷体" charset="0"/>
              </a:rPr>
              <a:t>3</a:t>
            </a:r>
            <a:r>
              <a:rPr lang="zh-CN" altLang="en-US" sz="2000" b="1" dirty="0">
                <a:solidFill>
                  <a:srgbClr val="000000"/>
                </a:solidFill>
                <a:latin typeface="Times New Roman" pitchFamily="18" charset="0"/>
                <a:ea typeface="楷体" charset="0"/>
              </a:rPr>
              <a:t>）以自底向上的方式计算出最优值。</a:t>
            </a:r>
          </a:p>
          <a:p>
            <a:pPr marL="571500" indent="-571500" eaLnBrk="1" hangingPunct="1">
              <a:lnSpc>
                <a:spcPct val="120000"/>
              </a:lnSpc>
              <a:buFont typeface="Symbol" pitchFamily="18" charset="2"/>
              <a:buNone/>
            </a:pPr>
            <a:r>
              <a:rPr lang="zh-CN" altLang="en-US" sz="2000" b="1" dirty="0">
                <a:solidFill>
                  <a:srgbClr val="000000"/>
                </a:solidFill>
                <a:latin typeface="Times New Roman" pitchFamily="18" charset="0"/>
                <a:ea typeface="楷体" charset="0"/>
              </a:rPr>
              <a:t>（</a:t>
            </a:r>
            <a:r>
              <a:rPr lang="en-US" altLang="zh-CN" sz="2000" b="1" dirty="0">
                <a:solidFill>
                  <a:srgbClr val="000000"/>
                </a:solidFill>
                <a:latin typeface="Times New Roman" pitchFamily="18" charset="0"/>
                <a:ea typeface="楷体" charset="0"/>
              </a:rPr>
              <a:t>4</a:t>
            </a:r>
            <a:r>
              <a:rPr lang="zh-CN" altLang="en-US" sz="2000" b="1" dirty="0">
                <a:solidFill>
                  <a:srgbClr val="000000"/>
                </a:solidFill>
                <a:latin typeface="Times New Roman" pitchFamily="18" charset="0"/>
                <a:ea typeface="楷体" charset="0"/>
              </a:rPr>
              <a:t>）根据计算最优值时得到的信息，构造最优解。</a:t>
            </a:r>
          </a:p>
        </p:txBody>
      </p:sp>
    </p:spTree>
  </p:cSld>
  <p:clrMapOvr>
    <a:masterClrMapping/>
  </p:clrMapOvr>
  <p:transition>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U-Turn Arrow 39"/>
          <p:cNvSpPr/>
          <p:nvPr/>
        </p:nvSpPr>
        <p:spPr>
          <a:xfrm>
            <a:off x="6461472" y="1269966"/>
            <a:ext cx="2034359" cy="1877854"/>
          </a:xfrm>
          <a:prstGeom prst="uturnArrow">
            <a:avLst>
              <a:gd name="adj1" fmla="val 20076"/>
              <a:gd name="adj2" fmla="val 19764"/>
              <a:gd name="adj3" fmla="val 23347"/>
              <a:gd name="adj4" fmla="val 49304"/>
              <a:gd name="adj5" fmla="val 99251"/>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itchFamily="34" charset="0"/>
              <a:ea typeface="微软雅黑" pitchFamily="34" charset="-122"/>
              <a:sym typeface="Arial" pitchFamily="34" charset="0"/>
            </a:endParaRPr>
          </a:p>
        </p:txBody>
      </p:sp>
      <p:sp>
        <p:nvSpPr>
          <p:cNvPr id="39" name="U-Turn Arrow 38"/>
          <p:cNvSpPr/>
          <p:nvPr/>
        </p:nvSpPr>
        <p:spPr>
          <a:xfrm rot="10800000" flipH="1">
            <a:off x="5000543" y="2710141"/>
            <a:ext cx="2034359" cy="1877854"/>
          </a:xfrm>
          <a:prstGeom prst="uturnArrow">
            <a:avLst>
              <a:gd name="adj1" fmla="val 20076"/>
              <a:gd name="adj2" fmla="val 19764"/>
              <a:gd name="adj3" fmla="val 23347"/>
              <a:gd name="adj4" fmla="val 49304"/>
              <a:gd name="adj5" fmla="val 99251"/>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itchFamily="34" charset="0"/>
              <a:ea typeface="微软雅黑" pitchFamily="34" charset="-122"/>
              <a:sym typeface="Arial" pitchFamily="34" charset="0"/>
            </a:endParaRPr>
          </a:p>
        </p:txBody>
      </p:sp>
      <p:sp>
        <p:nvSpPr>
          <p:cNvPr id="38" name="U-Turn Arrow 37"/>
          <p:cNvSpPr/>
          <p:nvPr/>
        </p:nvSpPr>
        <p:spPr>
          <a:xfrm>
            <a:off x="3546437" y="1269966"/>
            <a:ext cx="2034359" cy="1877854"/>
          </a:xfrm>
          <a:prstGeom prst="uturnArrow">
            <a:avLst>
              <a:gd name="adj1" fmla="val 20076"/>
              <a:gd name="adj2" fmla="val 19764"/>
              <a:gd name="adj3" fmla="val 23347"/>
              <a:gd name="adj4" fmla="val 49304"/>
              <a:gd name="adj5" fmla="val 99251"/>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itchFamily="34" charset="0"/>
              <a:ea typeface="微软雅黑" pitchFamily="34" charset="-122"/>
              <a:sym typeface="Arial" pitchFamily="34" charset="0"/>
            </a:endParaRPr>
          </a:p>
        </p:txBody>
      </p:sp>
      <p:sp>
        <p:nvSpPr>
          <p:cNvPr id="37" name="U-Turn Arrow 36"/>
          <p:cNvSpPr/>
          <p:nvPr/>
        </p:nvSpPr>
        <p:spPr>
          <a:xfrm rot="10800000" flipH="1">
            <a:off x="2088165" y="2710141"/>
            <a:ext cx="2034359" cy="1877854"/>
          </a:xfrm>
          <a:prstGeom prst="uturnArrow">
            <a:avLst>
              <a:gd name="adj1" fmla="val 20076"/>
              <a:gd name="adj2" fmla="val 19764"/>
              <a:gd name="adj3" fmla="val 23347"/>
              <a:gd name="adj4" fmla="val 49304"/>
              <a:gd name="adj5" fmla="val 99251"/>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itchFamily="34" charset="0"/>
              <a:ea typeface="微软雅黑" pitchFamily="34" charset="-122"/>
              <a:sym typeface="Arial" pitchFamily="34" charset="0"/>
            </a:endParaRPr>
          </a:p>
        </p:txBody>
      </p:sp>
      <p:sp>
        <p:nvSpPr>
          <p:cNvPr id="35" name="U-Turn Arrow 34"/>
          <p:cNvSpPr/>
          <p:nvPr/>
        </p:nvSpPr>
        <p:spPr>
          <a:xfrm>
            <a:off x="648169" y="1269966"/>
            <a:ext cx="2034359" cy="1877854"/>
          </a:xfrm>
          <a:prstGeom prst="uturnArrow">
            <a:avLst>
              <a:gd name="adj1" fmla="val 20076"/>
              <a:gd name="adj2" fmla="val 19764"/>
              <a:gd name="adj3" fmla="val 23347"/>
              <a:gd name="adj4" fmla="val 49304"/>
              <a:gd name="adj5" fmla="val 99251"/>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itchFamily="34" charset="0"/>
              <a:ea typeface="微软雅黑" pitchFamily="34" charset="-122"/>
              <a:sym typeface="Arial" pitchFamily="34" charset="0"/>
            </a:endParaRPr>
          </a:p>
        </p:txBody>
      </p:sp>
      <p:sp>
        <p:nvSpPr>
          <p:cNvPr id="42" name="Freeform 41"/>
          <p:cNvSpPr/>
          <p:nvPr/>
        </p:nvSpPr>
        <p:spPr>
          <a:xfrm>
            <a:off x="1092559" y="1734859"/>
            <a:ext cx="966528" cy="966528"/>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noFill/>
          <a:ln w="19050">
            <a:solidFill>
              <a:schemeClr val="accent1"/>
            </a:solidFill>
            <a:prstDash val="sysDot"/>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p>
            <a:pPr lvl="0" algn="ctr" defTabSz="889000">
              <a:lnSpc>
                <a:spcPct val="90000"/>
              </a:lnSpc>
              <a:spcBef>
                <a:spcPct val="0"/>
              </a:spcBef>
              <a:spcAft>
                <a:spcPct val="35000"/>
              </a:spcAft>
            </a:pPr>
            <a:endParaRPr lang="en-US" sz="3600" kern="1200" dirty="0">
              <a:solidFill>
                <a:schemeClr val="accent1"/>
              </a:solidFill>
              <a:latin typeface="Arial" pitchFamily="34" charset="0"/>
              <a:ea typeface="微软雅黑" pitchFamily="34" charset="-122"/>
              <a:sym typeface="Arial" pitchFamily="34" charset="0"/>
            </a:endParaRPr>
          </a:p>
        </p:txBody>
      </p:sp>
      <p:sp>
        <p:nvSpPr>
          <p:cNvPr id="43" name="Freeform 42"/>
          <p:cNvSpPr/>
          <p:nvPr/>
        </p:nvSpPr>
        <p:spPr>
          <a:xfrm>
            <a:off x="2470785" y="3147060"/>
            <a:ext cx="1055370" cy="993140"/>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noFill/>
          <a:ln w="19050">
            <a:solidFill>
              <a:schemeClr val="accent2"/>
            </a:solidFill>
            <a:prstDash val="sysDot"/>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p>
            <a:pPr lvl="0" algn="ctr" defTabSz="889000">
              <a:lnSpc>
                <a:spcPct val="90000"/>
              </a:lnSpc>
              <a:spcBef>
                <a:spcPct val="0"/>
              </a:spcBef>
              <a:spcAft>
                <a:spcPct val="35000"/>
              </a:spcAft>
            </a:pPr>
            <a:endParaRPr lang="en-US" sz="3600" kern="1200" dirty="0">
              <a:solidFill>
                <a:schemeClr val="accent2"/>
              </a:solidFill>
              <a:latin typeface="Arial" pitchFamily="34" charset="0"/>
              <a:ea typeface="微软雅黑" pitchFamily="34" charset="-122"/>
              <a:sym typeface="Arial" pitchFamily="34" charset="0"/>
            </a:endParaRPr>
          </a:p>
        </p:txBody>
      </p:sp>
      <p:sp>
        <p:nvSpPr>
          <p:cNvPr id="44" name="Freeform 43"/>
          <p:cNvSpPr/>
          <p:nvPr/>
        </p:nvSpPr>
        <p:spPr>
          <a:xfrm>
            <a:off x="3985656" y="1734859"/>
            <a:ext cx="966528" cy="966528"/>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noFill/>
          <a:ln w="19050">
            <a:solidFill>
              <a:schemeClr val="accent3"/>
            </a:solidFill>
            <a:prstDash val="sysDot"/>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p>
            <a:pPr lvl="0" algn="ctr" defTabSz="889000">
              <a:lnSpc>
                <a:spcPct val="90000"/>
              </a:lnSpc>
              <a:spcBef>
                <a:spcPct val="0"/>
              </a:spcBef>
              <a:spcAft>
                <a:spcPct val="35000"/>
              </a:spcAft>
            </a:pPr>
            <a:endParaRPr lang="en-US" sz="3600" kern="1200" dirty="0">
              <a:solidFill>
                <a:schemeClr val="accent3"/>
              </a:solidFill>
              <a:latin typeface="Arial" pitchFamily="34" charset="0"/>
              <a:ea typeface="微软雅黑" pitchFamily="34" charset="-122"/>
              <a:sym typeface="Arial" pitchFamily="34" charset="0"/>
            </a:endParaRPr>
          </a:p>
        </p:txBody>
      </p:sp>
      <p:sp>
        <p:nvSpPr>
          <p:cNvPr id="45" name="Freeform 44"/>
          <p:cNvSpPr/>
          <p:nvPr/>
        </p:nvSpPr>
        <p:spPr>
          <a:xfrm>
            <a:off x="5446379" y="3173514"/>
            <a:ext cx="966528" cy="966528"/>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noFill/>
          <a:ln w="19050">
            <a:solidFill>
              <a:schemeClr val="accent4"/>
            </a:solidFill>
            <a:prstDash val="sysDot"/>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p>
            <a:pPr lvl="0" algn="ctr" defTabSz="889000">
              <a:lnSpc>
                <a:spcPct val="90000"/>
              </a:lnSpc>
              <a:spcBef>
                <a:spcPct val="0"/>
              </a:spcBef>
              <a:spcAft>
                <a:spcPct val="35000"/>
              </a:spcAft>
            </a:pPr>
            <a:endParaRPr lang="en-US" sz="3600" kern="1200" dirty="0">
              <a:solidFill>
                <a:schemeClr val="accent4"/>
              </a:solidFill>
              <a:latin typeface="Arial" pitchFamily="34" charset="0"/>
              <a:ea typeface="微软雅黑" pitchFamily="34" charset="-122"/>
              <a:sym typeface="Arial" pitchFamily="34" charset="0"/>
            </a:endParaRPr>
          </a:p>
        </p:txBody>
      </p:sp>
      <p:sp>
        <p:nvSpPr>
          <p:cNvPr id="46" name="Freeform 45"/>
          <p:cNvSpPr/>
          <p:nvPr/>
        </p:nvSpPr>
        <p:spPr>
          <a:xfrm>
            <a:off x="6904852" y="1734859"/>
            <a:ext cx="966528" cy="966528"/>
          </a:xfrm>
          <a:custGeom>
            <a:avLst/>
            <a:gdLst>
              <a:gd name="connsiteX0" fmla="*/ 0 w 905504"/>
              <a:gd name="connsiteY0" fmla="*/ 452752 h 905504"/>
              <a:gd name="connsiteX1" fmla="*/ 132608 w 905504"/>
              <a:gd name="connsiteY1" fmla="*/ 132608 h 905504"/>
              <a:gd name="connsiteX2" fmla="*/ 452752 w 905504"/>
              <a:gd name="connsiteY2" fmla="*/ 0 h 905504"/>
              <a:gd name="connsiteX3" fmla="*/ 772896 w 905504"/>
              <a:gd name="connsiteY3" fmla="*/ 132608 h 905504"/>
              <a:gd name="connsiteX4" fmla="*/ 905504 w 905504"/>
              <a:gd name="connsiteY4" fmla="*/ 452752 h 905504"/>
              <a:gd name="connsiteX5" fmla="*/ 772896 w 905504"/>
              <a:gd name="connsiteY5" fmla="*/ 772896 h 905504"/>
              <a:gd name="connsiteX6" fmla="*/ 452752 w 905504"/>
              <a:gd name="connsiteY6" fmla="*/ 905504 h 905504"/>
              <a:gd name="connsiteX7" fmla="*/ 132608 w 905504"/>
              <a:gd name="connsiteY7" fmla="*/ 772896 h 905504"/>
              <a:gd name="connsiteX8" fmla="*/ 0 w 905504"/>
              <a:gd name="connsiteY8" fmla="*/ 452752 h 905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5504" h="905504">
                <a:moveTo>
                  <a:pt x="0" y="452752"/>
                </a:moveTo>
                <a:cubicBezTo>
                  <a:pt x="0" y="332675"/>
                  <a:pt x="47701" y="217515"/>
                  <a:pt x="132608" y="132608"/>
                </a:cubicBezTo>
                <a:cubicBezTo>
                  <a:pt x="217516" y="47701"/>
                  <a:pt x="332675" y="0"/>
                  <a:pt x="452752" y="0"/>
                </a:cubicBezTo>
                <a:cubicBezTo>
                  <a:pt x="572829" y="0"/>
                  <a:pt x="687989" y="47701"/>
                  <a:pt x="772896" y="132608"/>
                </a:cubicBezTo>
                <a:cubicBezTo>
                  <a:pt x="857803" y="217516"/>
                  <a:pt x="905504" y="332675"/>
                  <a:pt x="905504" y="452752"/>
                </a:cubicBezTo>
                <a:cubicBezTo>
                  <a:pt x="905504" y="572829"/>
                  <a:pt x="857803" y="687989"/>
                  <a:pt x="772896" y="772896"/>
                </a:cubicBezTo>
                <a:cubicBezTo>
                  <a:pt x="687988" y="857803"/>
                  <a:pt x="572829" y="905504"/>
                  <a:pt x="452752" y="905504"/>
                </a:cubicBezTo>
                <a:cubicBezTo>
                  <a:pt x="332675" y="905504"/>
                  <a:pt x="217515" y="857803"/>
                  <a:pt x="132608" y="772896"/>
                </a:cubicBezTo>
                <a:cubicBezTo>
                  <a:pt x="47701" y="687988"/>
                  <a:pt x="0" y="572829"/>
                  <a:pt x="0" y="452752"/>
                </a:cubicBezTo>
                <a:close/>
              </a:path>
            </a:pathLst>
          </a:custGeom>
          <a:noFill/>
          <a:ln w="19050">
            <a:solidFill>
              <a:schemeClr val="accent5"/>
            </a:solidFill>
            <a:prstDash val="sysDot"/>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2880" tIns="182880" rIns="158008" bIns="158008" numCol="1" spcCol="1270" anchor="ctr" anchorCtr="0">
            <a:noAutofit/>
          </a:bodyPr>
          <a:lstStyle/>
          <a:p>
            <a:pPr lvl="0" algn="ctr" defTabSz="889000">
              <a:lnSpc>
                <a:spcPct val="90000"/>
              </a:lnSpc>
              <a:spcBef>
                <a:spcPct val="0"/>
              </a:spcBef>
              <a:spcAft>
                <a:spcPct val="35000"/>
              </a:spcAft>
            </a:pPr>
            <a:endParaRPr lang="en-US" sz="3600" kern="1200" dirty="0">
              <a:solidFill>
                <a:schemeClr val="accent5"/>
              </a:solidFill>
              <a:latin typeface="Arial" pitchFamily="34" charset="0"/>
              <a:ea typeface="微软雅黑" pitchFamily="34" charset="-122"/>
              <a:sym typeface="Arial" pitchFamily="34" charset="0"/>
            </a:endParaRPr>
          </a:p>
        </p:txBody>
      </p:sp>
      <p:sp>
        <p:nvSpPr>
          <p:cNvPr id="47" name="TextBox 46"/>
          <p:cNvSpPr txBox="1"/>
          <p:nvPr/>
        </p:nvSpPr>
        <p:spPr>
          <a:xfrm>
            <a:off x="1139790" y="1917119"/>
            <a:ext cx="919480" cy="603250"/>
          </a:xfrm>
          <a:prstGeom prst="rect">
            <a:avLst/>
          </a:prstGeom>
          <a:noFill/>
        </p:spPr>
        <p:txBody>
          <a:bodyPr wrap="none" lIns="0" tIns="0" rIns="0" bIns="0" rtlCol="0" anchor="ctr">
            <a:spAutoFit/>
          </a:bodyPr>
          <a:lstStyle/>
          <a:p>
            <a:pPr lvl="0" algn="ctr" defTabSz="914400">
              <a:spcBef>
                <a:spcPct val="20000"/>
              </a:spcBef>
              <a:defRPr/>
            </a:pPr>
            <a:r>
              <a:rPr lang="zh-CN" altLang="en-US" sz="1800" b="1" dirty="0">
                <a:solidFill>
                  <a:srgbClr val="000000"/>
                </a:solidFill>
                <a:latin typeface="楷体" charset="0"/>
                <a:ea typeface="楷体" charset="0"/>
                <a:sym typeface="+mn-ea"/>
              </a:rPr>
              <a:t>矩阵</a:t>
            </a:r>
          </a:p>
          <a:p>
            <a:pPr lvl="0" algn="ctr" defTabSz="914400">
              <a:spcBef>
                <a:spcPct val="20000"/>
              </a:spcBef>
              <a:defRPr/>
            </a:pPr>
            <a:r>
              <a:rPr lang="zh-CN" altLang="en-US" sz="1800" b="1" dirty="0">
                <a:solidFill>
                  <a:srgbClr val="000000"/>
                </a:solidFill>
                <a:latin typeface="楷体" charset="0"/>
                <a:ea typeface="楷体" charset="0"/>
                <a:sym typeface="+mn-ea"/>
              </a:rPr>
              <a:t>连乘问题</a:t>
            </a:r>
          </a:p>
        </p:txBody>
      </p:sp>
      <p:sp>
        <p:nvSpPr>
          <p:cNvPr id="48" name="TextBox 47"/>
          <p:cNvSpPr txBox="1"/>
          <p:nvPr/>
        </p:nvSpPr>
        <p:spPr>
          <a:xfrm>
            <a:off x="2511763" y="3398850"/>
            <a:ext cx="919480" cy="603250"/>
          </a:xfrm>
          <a:prstGeom prst="rect">
            <a:avLst/>
          </a:prstGeom>
          <a:noFill/>
        </p:spPr>
        <p:txBody>
          <a:bodyPr wrap="none" lIns="0" tIns="0" rIns="0" bIns="0" rtlCol="0" anchor="ctr">
            <a:spAutoFit/>
          </a:bodyPr>
          <a:lstStyle/>
          <a:p>
            <a:pPr lvl="0" algn="ctr" defTabSz="914400">
              <a:spcBef>
                <a:spcPct val="20000"/>
              </a:spcBef>
              <a:defRPr/>
            </a:pPr>
            <a:r>
              <a:rPr lang="zh-CN" altLang="en-US" sz="1800" b="1" dirty="0">
                <a:solidFill>
                  <a:srgbClr val="000000"/>
                </a:solidFill>
                <a:latin typeface="楷体" charset="0"/>
                <a:ea typeface="楷体" charset="0"/>
                <a:sym typeface="+mn-ea"/>
              </a:rPr>
              <a:t>最长公共</a:t>
            </a:r>
          </a:p>
          <a:p>
            <a:pPr lvl="0" algn="ctr" defTabSz="914400">
              <a:spcBef>
                <a:spcPct val="20000"/>
              </a:spcBef>
              <a:defRPr/>
            </a:pPr>
            <a:r>
              <a:rPr lang="zh-CN" altLang="en-US" sz="1800" b="1" dirty="0">
                <a:solidFill>
                  <a:srgbClr val="000000"/>
                </a:solidFill>
                <a:latin typeface="楷体" charset="0"/>
                <a:ea typeface="楷体" charset="0"/>
                <a:sym typeface="+mn-ea"/>
              </a:rPr>
              <a:t>子序列</a:t>
            </a:r>
          </a:p>
        </p:txBody>
      </p:sp>
      <p:sp>
        <p:nvSpPr>
          <p:cNvPr id="49" name="TextBox 48"/>
          <p:cNvSpPr txBox="1"/>
          <p:nvPr/>
        </p:nvSpPr>
        <p:spPr>
          <a:xfrm>
            <a:off x="4065157" y="1883464"/>
            <a:ext cx="765810" cy="670560"/>
          </a:xfrm>
          <a:prstGeom prst="rect">
            <a:avLst/>
          </a:prstGeom>
          <a:noFill/>
        </p:spPr>
        <p:txBody>
          <a:bodyPr wrap="none" lIns="0" tIns="0" rIns="0" bIns="0" rtlCol="0" anchor="ctr">
            <a:spAutoFit/>
          </a:bodyPr>
          <a:lstStyle/>
          <a:p>
            <a:pPr lvl="0" algn="ctr" defTabSz="914400">
              <a:spcBef>
                <a:spcPct val="20000"/>
              </a:spcBef>
              <a:defRPr/>
            </a:pPr>
            <a:r>
              <a:rPr lang="zh-CN" altLang="en-US" b="1" dirty="0">
                <a:solidFill>
                  <a:srgbClr val="000000"/>
                </a:solidFill>
                <a:latin typeface="楷体" charset="0"/>
                <a:ea typeface="楷体" charset="0"/>
                <a:sym typeface="+mn-ea"/>
              </a:rPr>
              <a:t>最大</a:t>
            </a:r>
          </a:p>
          <a:p>
            <a:pPr lvl="0" algn="ctr" defTabSz="914400">
              <a:spcBef>
                <a:spcPct val="20000"/>
              </a:spcBef>
              <a:defRPr/>
            </a:pPr>
            <a:r>
              <a:rPr lang="zh-CN" altLang="en-US" b="1" dirty="0">
                <a:solidFill>
                  <a:srgbClr val="000000"/>
                </a:solidFill>
                <a:latin typeface="楷体" charset="0"/>
                <a:ea typeface="楷体" charset="0"/>
                <a:sym typeface="+mn-ea"/>
              </a:rPr>
              <a:t>子段和</a:t>
            </a:r>
          </a:p>
        </p:txBody>
      </p:sp>
      <p:sp>
        <p:nvSpPr>
          <p:cNvPr id="50" name="TextBox 49"/>
          <p:cNvSpPr txBox="1"/>
          <p:nvPr/>
        </p:nvSpPr>
        <p:spPr>
          <a:xfrm>
            <a:off x="5392008" y="3341700"/>
            <a:ext cx="1021080" cy="670560"/>
          </a:xfrm>
          <a:prstGeom prst="rect">
            <a:avLst/>
          </a:prstGeom>
          <a:noFill/>
        </p:spPr>
        <p:txBody>
          <a:bodyPr wrap="none" lIns="0" tIns="0" rIns="0" bIns="0" rtlCol="0" anchor="ctr">
            <a:spAutoFit/>
          </a:bodyPr>
          <a:lstStyle/>
          <a:p>
            <a:pPr lvl="0" algn="ctr" defTabSz="914400">
              <a:spcBef>
                <a:spcPct val="20000"/>
              </a:spcBef>
              <a:defRPr/>
            </a:pPr>
            <a:r>
              <a:rPr lang="en-US" altLang="zh-CN" b="1" dirty="0">
                <a:solidFill>
                  <a:srgbClr val="000000"/>
                </a:solidFill>
                <a:latin typeface="Times New Roman" pitchFamily="18" charset="0"/>
                <a:ea typeface="楷体" charset="0"/>
                <a:sym typeface="Arial" pitchFamily="34" charset="0"/>
              </a:rPr>
              <a:t>0/1</a:t>
            </a:r>
          </a:p>
          <a:p>
            <a:pPr lvl="0" algn="ctr" defTabSz="914400">
              <a:spcBef>
                <a:spcPct val="20000"/>
              </a:spcBef>
              <a:defRPr/>
            </a:pPr>
            <a:r>
              <a:rPr lang="zh-CN" altLang="en-US" b="1" dirty="0">
                <a:solidFill>
                  <a:srgbClr val="000000"/>
                </a:solidFill>
                <a:latin typeface="Times New Roman" pitchFamily="18" charset="0"/>
                <a:ea typeface="楷体" charset="0"/>
                <a:sym typeface="Arial" pitchFamily="34" charset="0"/>
              </a:rPr>
              <a:t>背包问题</a:t>
            </a:r>
          </a:p>
        </p:txBody>
      </p:sp>
      <p:sp>
        <p:nvSpPr>
          <p:cNvPr id="51" name="TextBox 50"/>
          <p:cNvSpPr txBox="1"/>
          <p:nvPr/>
        </p:nvSpPr>
        <p:spPr>
          <a:xfrm>
            <a:off x="6904801" y="1883464"/>
            <a:ext cx="1021080" cy="670560"/>
          </a:xfrm>
          <a:prstGeom prst="rect">
            <a:avLst/>
          </a:prstGeom>
          <a:noFill/>
        </p:spPr>
        <p:txBody>
          <a:bodyPr wrap="none" lIns="0" tIns="0" rIns="0" bIns="0" rtlCol="0" anchor="ctr">
            <a:spAutoFit/>
          </a:bodyPr>
          <a:lstStyle/>
          <a:p>
            <a:pPr lvl="0" algn="ctr" defTabSz="914400">
              <a:spcBef>
                <a:spcPct val="20000"/>
              </a:spcBef>
              <a:defRPr/>
            </a:pPr>
            <a:r>
              <a:rPr lang="zh-CN" altLang="en-US" b="1" dirty="0">
                <a:solidFill>
                  <a:srgbClr val="000000"/>
                </a:solidFill>
                <a:latin typeface="楷体" charset="0"/>
                <a:ea typeface="楷体" charset="0"/>
                <a:sym typeface="+mn-ea"/>
              </a:rPr>
              <a:t>流水</a:t>
            </a:r>
          </a:p>
          <a:p>
            <a:pPr lvl="0" algn="ctr" defTabSz="914400">
              <a:spcBef>
                <a:spcPct val="20000"/>
              </a:spcBef>
              <a:defRPr/>
            </a:pPr>
            <a:r>
              <a:rPr lang="zh-CN" altLang="en-US" b="1" dirty="0">
                <a:solidFill>
                  <a:srgbClr val="000000"/>
                </a:solidFill>
                <a:latin typeface="楷体" charset="0"/>
                <a:ea typeface="楷体" charset="0"/>
                <a:sym typeface="+mn-ea"/>
              </a:rPr>
              <a:t>作业调度</a:t>
            </a:r>
          </a:p>
        </p:txBody>
      </p:sp>
      <p:sp>
        <p:nvSpPr>
          <p:cNvPr id="3" name="文本框 2"/>
          <p:cNvSpPr txBox="1"/>
          <p:nvPr/>
        </p:nvSpPr>
        <p:spPr>
          <a:xfrm>
            <a:off x="2037715" y="152400"/>
            <a:ext cx="5692140" cy="530225"/>
          </a:xfrm>
          <a:prstGeom prst="rect">
            <a:avLst/>
          </a:prstGeom>
          <a:noFill/>
        </p:spPr>
        <p:txBody>
          <a:bodyPr wrap="none" rtlCol="0" anchor="t">
            <a:spAutoFit/>
          </a:bodyPr>
          <a:lstStyle/>
          <a:p>
            <a:pPr eaLnBrk="1" fontAlgn="auto" hangingPunct="1">
              <a:lnSpc>
                <a:spcPct val="120000"/>
              </a:lnSpc>
              <a:spcAft>
                <a:spcPts val="0"/>
              </a:spcAft>
              <a:buFont typeface="Symbol" pitchFamily="18" charset="2"/>
              <a:buNone/>
              <a:defRPr/>
            </a:pPr>
            <a:r>
              <a:rPr lang="zh-CN" altLang="en-US" sz="2400" b="1" dirty="0">
                <a:solidFill>
                  <a:srgbClr val="000000"/>
                </a:solidFill>
                <a:latin typeface="楷体" charset="0"/>
                <a:ea typeface="楷体" charset="0"/>
                <a:sym typeface="+mn-ea"/>
              </a:rPr>
              <a:t>通过应用范例学习动态规划算法设计策略</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42"/>
                                        </p:tgtEl>
                                        <p:attrNameLst>
                                          <p:attrName>style.visibility</p:attrName>
                                        </p:attrNameLst>
                                      </p:cBhvr>
                                      <p:to>
                                        <p:strVal val="visible"/>
                                      </p:to>
                                    </p:set>
                                    <p:anim calcmode="lin" valueType="num">
                                      <p:cBhvr>
                                        <p:cTn id="12" dur="500" fill="hold"/>
                                        <p:tgtEl>
                                          <p:spTgt spid="42"/>
                                        </p:tgtEl>
                                        <p:attrNameLst>
                                          <p:attrName>ppt_w</p:attrName>
                                        </p:attrNameLst>
                                      </p:cBhvr>
                                      <p:tavLst>
                                        <p:tav tm="0">
                                          <p:val>
                                            <p:fltVal val="0"/>
                                          </p:val>
                                        </p:tav>
                                        <p:tav tm="100000">
                                          <p:val>
                                            <p:strVal val="#ppt_w"/>
                                          </p:val>
                                        </p:tav>
                                      </p:tavLst>
                                    </p:anim>
                                    <p:anim calcmode="lin" valueType="num">
                                      <p:cBhvr>
                                        <p:cTn id="13" dur="500" fill="hold"/>
                                        <p:tgtEl>
                                          <p:spTgt spid="42"/>
                                        </p:tgtEl>
                                        <p:attrNameLst>
                                          <p:attrName>ppt_h</p:attrName>
                                        </p:attrNameLst>
                                      </p:cBhvr>
                                      <p:tavLst>
                                        <p:tav tm="0">
                                          <p:val>
                                            <p:fltVal val="0"/>
                                          </p:val>
                                        </p:tav>
                                        <p:tav tm="100000">
                                          <p:val>
                                            <p:strVal val="#ppt_h"/>
                                          </p:val>
                                        </p:tav>
                                      </p:tavLst>
                                    </p:anim>
                                    <p:animEffect transition="in" filter="fade">
                                      <p:cBhvr>
                                        <p:cTn id="14" dur="500"/>
                                        <p:tgtEl>
                                          <p:spTgt spid="42"/>
                                        </p:tgtEl>
                                      </p:cBhvr>
                                    </p:animEffect>
                                  </p:childTnLst>
                                </p:cTn>
                              </p:par>
                              <p:par>
                                <p:cTn id="15" presetID="2" presetClass="entr" presetSubtype="4" accel="50000" decel="5000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anim calcmode="lin" valueType="num">
                                      <p:cBhvr additive="base">
                                        <p:cTn id="17" dur="500" fill="hold"/>
                                        <p:tgtEl>
                                          <p:spTgt spid="47"/>
                                        </p:tgtEl>
                                        <p:attrNameLst>
                                          <p:attrName>ppt_x</p:attrName>
                                        </p:attrNameLst>
                                      </p:cBhvr>
                                      <p:tavLst>
                                        <p:tav tm="0">
                                          <p:val>
                                            <p:strVal val="#ppt_x"/>
                                          </p:val>
                                        </p:tav>
                                        <p:tav tm="100000">
                                          <p:val>
                                            <p:strVal val="#ppt_x"/>
                                          </p:val>
                                        </p:tav>
                                      </p:tavLst>
                                    </p:anim>
                                    <p:anim calcmode="lin" valueType="num">
                                      <p:cBhvr additive="base">
                                        <p:cTn id="18" dur="500" fill="hold"/>
                                        <p:tgtEl>
                                          <p:spTgt spid="47"/>
                                        </p:tgtEl>
                                        <p:attrNameLst>
                                          <p:attrName>ppt_y</p:attrName>
                                        </p:attrNameLst>
                                      </p:cBhvr>
                                      <p:tavLst>
                                        <p:tav tm="0">
                                          <p:val>
                                            <p:strVal val="1+#ppt_h/2"/>
                                          </p:val>
                                        </p:tav>
                                        <p:tav tm="100000">
                                          <p:val>
                                            <p:strVal val="#ppt_y"/>
                                          </p:val>
                                        </p:tav>
                                      </p:tavLst>
                                    </p:anim>
                                  </p:childTnLst>
                                </p:cTn>
                              </p:par>
                            </p:childTnLst>
                          </p:cTn>
                        </p:par>
                        <p:par>
                          <p:cTn id="19" fill="hold">
                            <p:stCondLst>
                              <p:cond delay="1000"/>
                            </p:stCondLst>
                            <p:childTnLst>
                              <p:par>
                                <p:cTn id="20" presetID="2" presetClass="entr" presetSubtype="4" accel="50000" decel="50000" fill="hold" grpId="0" nodeType="afterEffect">
                                  <p:stCondLst>
                                    <p:cond delay="0"/>
                                  </p:stCondLst>
                                  <p:childTnLst>
                                    <p:set>
                                      <p:cBhvr>
                                        <p:cTn id="21" dur="1" fill="hold">
                                          <p:stCondLst>
                                            <p:cond delay="0"/>
                                          </p:stCondLst>
                                        </p:cTn>
                                        <p:tgtEl>
                                          <p:spTgt spid="37"/>
                                        </p:tgtEl>
                                        <p:attrNameLst>
                                          <p:attrName>style.visibility</p:attrName>
                                        </p:attrNameLst>
                                      </p:cBhvr>
                                      <p:to>
                                        <p:strVal val="visible"/>
                                      </p:to>
                                    </p:set>
                                    <p:anim calcmode="lin" valueType="num">
                                      <p:cBhvr additive="base">
                                        <p:cTn id="22" dur="500" fill="hold"/>
                                        <p:tgtEl>
                                          <p:spTgt spid="37"/>
                                        </p:tgtEl>
                                        <p:attrNameLst>
                                          <p:attrName>ppt_x</p:attrName>
                                        </p:attrNameLst>
                                      </p:cBhvr>
                                      <p:tavLst>
                                        <p:tav tm="0">
                                          <p:val>
                                            <p:strVal val="#ppt_x"/>
                                          </p:val>
                                        </p:tav>
                                        <p:tav tm="100000">
                                          <p:val>
                                            <p:strVal val="#ppt_x"/>
                                          </p:val>
                                        </p:tav>
                                      </p:tavLst>
                                    </p:anim>
                                    <p:anim calcmode="lin" valueType="num">
                                      <p:cBhvr additive="base">
                                        <p:cTn id="23" dur="500" fill="hold"/>
                                        <p:tgtEl>
                                          <p:spTgt spid="37"/>
                                        </p:tgtEl>
                                        <p:attrNameLst>
                                          <p:attrName>ppt_y</p:attrName>
                                        </p:attrNameLst>
                                      </p:cBhvr>
                                      <p:tavLst>
                                        <p:tav tm="0">
                                          <p:val>
                                            <p:strVal val="1+#ppt_h/2"/>
                                          </p:val>
                                        </p:tav>
                                        <p:tav tm="100000">
                                          <p:val>
                                            <p:strVal val="#ppt_y"/>
                                          </p:val>
                                        </p:tav>
                                      </p:tavLst>
                                    </p:anim>
                                  </p:childTnLst>
                                </p:cTn>
                              </p:par>
                            </p:childTnLst>
                          </p:cTn>
                        </p:par>
                        <p:par>
                          <p:cTn id="24" fill="hold">
                            <p:stCondLst>
                              <p:cond delay="1500"/>
                            </p:stCondLst>
                            <p:childTnLst>
                              <p:par>
                                <p:cTn id="25" presetID="53" presetClass="entr" presetSubtype="16" fill="hold" grpId="0" nodeType="afterEffect">
                                  <p:stCondLst>
                                    <p:cond delay="0"/>
                                  </p:stCondLst>
                                  <p:childTnLst>
                                    <p:set>
                                      <p:cBhvr>
                                        <p:cTn id="26" dur="1" fill="hold">
                                          <p:stCondLst>
                                            <p:cond delay="0"/>
                                          </p:stCondLst>
                                        </p:cTn>
                                        <p:tgtEl>
                                          <p:spTgt spid="43"/>
                                        </p:tgtEl>
                                        <p:attrNameLst>
                                          <p:attrName>style.visibility</p:attrName>
                                        </p:attrNameLst>
                                      </p:cBhvr>
                                      <p:to>
                                        <p:strVal val="visible"/>
                                      </p:to>
                                    </p:set>
                                    <p:anim calcmode="lin" valueType="num">
                                      <p:cBhvr>
                                        <p:cTn id="27" dur="500" fill="hold"/>
                                        <p:tgtEl>
                                          <p:spTgt spid="43"/>
                                        </p:tgtEl>
                                        <p:attrNameLst>
                                          <p:attrName>ppt_w</p:attrName>
                                        </p:attrNameLst>
                                      </p:cBhvr>
                                      <p:tavLst>
                                        <p:tav tm="0">
                                          <p:val>
                                            <p:fltVal val="0"/>
                                          </p:val>
                                        </p:tav>
                                        <p:tav tm="100000">
                                          <p:val>
                                            <p:strVal val="#ppt_w"/>
                                          </p:val>
                                        </p:tav>
                                      </p:tavLst>
                                    </p:anim>
                                    <p:anim calcmode="lin" valueType="num">
                                      <p:cBhvr>
                                        <p:cTn id="28" dur="500" fill="hold"/>
                                        <p:tgtEl>
                                          <p:spTgt spid="43"/>
                                        </p:tgtEl>
                                        <p:attrNameLst>
                                          <p:attrName>ppt_h</p:attrName>
                                        </p:attrNameLst>
                                      </p:cBhvr>
                                      <p:tavLst>
                                        <p:tav tm="0">
                                          <p:val>
                                            <p:fltVal val="0"/>
                                          </p:val>
                                        </p:tav>
                                        <p:tav tm="100000">
                                          <p:val>
                                            <p:strVal val="#ppt_h"/>
                                          </p:val>
                                        </p:tav>
                                      </p:tavLst>
                                    </p:anim>
                                    <p:animEffect transition="in" filter="fade">
                                      <p:cBhvr>
                                        <p:cTn id="29" dur="500"/>
                                        <p:tgtEl>
                                          <p:spTgt spid="43"/>
                                        </p:tgtEl>
                                      </p:cBhvr>
                                    </p:animEffect>
                                  </p:childTnLst>
                                </p:cTn>
                              </p:par>
                              <p:par>
                                <p:cTn id="30" presetID="2" presetClass="entr" presetSubtype="1" accel="50000" decel="50000" fill="hold" grpId="0" nodeType="withEffect">
                                  <p:stCondLst>
                                    <p:cond delay="0"/>
                                  </p:stCondLst>
                                  <p:childTnLst>
                                    <p:set>
                                      <p:cBhvr>
                                        <p:cTn id="31" dur="1" fill="hold">
                                          <p:stCondLst>
                                            <p:cond delay="0"/>
                                          </p:stCondLst>
                                        </p:cTn>
                                        <p:tgtEl>
                                          <p:spTgt spid="48"/>
                                        </p:tgtEl>
                                        <p:attrNameLst>
                                          <p:attrName>style.visibility</p:attrName>
                                        </p:attrNameLst>
                                      </p:cBhvr>
                                      <p:to>
                                        <p:strVal val="visible"/>
                                      </p:to>
                                    </p:set>
                                    <p:anim calcmode="lin" valueType="num">
                                      <p:cBhvr additive="base">
                                        <p:cTn id="32" dur="500" fill="hold"/>
                                        <p:tgtEl>
                                          <p:spTgt spid="48"/>
                                        </p:tgtEl>
                                        <p:attrNameLst>
                                          <p:attrName>ppt_x</p:attrName>
                                        </p:attrNameLst>
                                      </p:cBhvr>
                                      <p:tavLst>
                                        <p:tav tm="0">
                                          <p:val>
                                            <p:strVal val="#ppt_x"/>
                                          </p:val>
                                        </p:tav>
                                        <p:tav tm="100000">
                                          <p:val>
                                            <p:strVal val="#ppt_x"/>
                                          </p:val>
                                        </p:tav>
                                      </p:tavLst>
                                    </p:anim>
                                    <p:anim calcmode="lin" valueType="num">
                                      <p:cBhvr additive="base">
                                        <p:cTn id="33" dur="500" fill="hold"/>
                                        <p:tgtEl>
                                          <p:spTgt spid="48"/>
                                        </p:tgtEl>
                                        <p:attrNameLst>
                                          <p:attrName>ppt_y</p:attrName>
                                        </p:attrNameLst>
                                      </p:cBhvr>
                                      <p:tavLst>
                                        <p:tav tm="0">
                                          <p:val>
                                            <p:strVal val="0-#ppt_h/2"/>
                                          </p:val>
                                        </p:tav>
                                        <p:tav tm="100000">
                                          <p:val>
                                            <p:strVal val="#ppt_y"/>
                                          </p:val>
                                        </p:tav>
                                      </p:tavLst>
                                    </p:anim>
                                  </p:childTnLst>
                                </p:cTn>
                              </p:par>
                            </p:childTnLst>
                          </p:cTn>
                        </p:par>
                        <p:par>
                          <p:cTn id="34" fill="hold">
                            <p:stCondLst>
                              <p:cond delay="2000"/>
                            </p:stCondLst>
                            <p:childTnLst>
                              <p:par>
                                <p:cTn id="35" presetID="2" presetClass="entr" presetSubtype="1" accel="50000" decel="50000" fill="hold" grpId="0" nodeType="afterEffect">
                                  <p:stCondLst>
                                    <p:cond delay="0"/>
                                  </p:stCondLst>
                                  <p:childTnLst>
                                    <p:set>
                                      <p:cBhvr>
                                        <p:cTn id="36" dur="1" fill="hold">
                                          <p:stCondLst>
                                            <p:cond delay="0"/>
                                          </p:stCondLst>
                                        </p:cTn>
                                        <p:tgtEl>
                                          <p:spTgt spid="38"/>
                                        </p:tgtEl>
                                        <p:attrNameLst>
                                          <p:attrName>style.visibility</p:attrName>
                                        </p:attrNameLst>
                                      </p:cBhvr>
                                      <p:to>
                                        <p:strVal val="visible"/>
                                      </p:to>
                                    </p:set>
                                    <p:anim calcmode="lin" valueType="num">
                                      <p:cBhvr additive="base">
                                        <p:cTn id="37" dur="500" fill="hold"/>
                                        <p:tgtEl>
                                          <p:spTgt spid="38"/>
                                        </p:tgtEl>
                                        <p:attrNameLst>
                                          <p:attrName>ppt_x</p:attrName>
                                        </p:attrNameLst>
                                      </p:cBhvr>
                                      <p:tavLst>
                                        <p:tav tm="0">
                                          <p:val>
                                            <p:strVal val="#ppt_x"/>
                                          </p:val>
                                        </p:tav>
                                        <p:tav tm="100000">
                                          <p:val>
                                            <p:strVal val="#ppt_x"/>
                                          </p:val>
                                        </p:tav>
                                      </p:tavLst>
                                    </p:anim>
                                    <p:anim calcmode="lin" valueType="num">
                                      <p:cBhvr additive="base">
                                        <p:cTn id="38" dur="500" fill="hold"/>
                                        <p:tgtEl>
                                          <p:spTgt spid="38"/>
                                        </p:tgtEl>
                                        <p:attrNameLst>
                                          <p:attrName>ppt_y</p:attrName>
                                        </p:attrNameLst>
                                      </p:cBhvr>
                                      <p:tavLst>
                                        <p:tav tm="0">
                                          <p:val>
                                            <p:strVal val="0-#ppt_h/2"/>
                                          </p:val>
                                        </p:tav>
                                        <p:tav tm="100000">
                                          <p:val>
                                            <p:strVal val="#ppt_y"/>
                                          </p:val>
                                        </p:tav>
                                      </p:tavLst>
                                    </p:anim>
                                  </p:childTnLst>
                                </p:cTn>
                              </p:par>
                            </p:childTnLst>
                          </p:cTn>
                        </p:par>
                        <p:par>
                          <p:cTn id="39" fill="hold">
                            <p:stCondLst>
                              <p:cond delay="2500"/>
                            </p:stCondLst>
                            <p:childTnLst>
                              <p:par>
                                <p:cTn id="40" presetID="53" presetClass="entr" presetSubtype="16" fill="hold" grpId="0" nodeType="afterEffect">
                                  <p:stCondLst>
                                    <p:cond delay="0"/>
                                  </p:stCondLst>
                                  <p:childTnLst>
                                    <p:set>
                                      <p:cBhvr>
                                        <p:cTn id="41" dur="1" fill="hold">
                                          <p:stCondLst>
                                            <p:cond delay="0"/>
                                          </p:stCondLst>
                                        </p:cTn>
                                        <p:tgtEl>
                                          <p:spTgt spid="44"/>
                                        </p:tgtEl>
                                        <p:attrNameLst>
                                          <p:attrName>style.visibility</p:attrName>
                                        </p:attrNameLst>
                                      </p:cBhvr>
                                      <p:to>
                                        <p:strVal val="visible"/>
                                      </p:to>
                                    </p:set>
                                    <p:anim calcmode="lin" valueType="num">
                                      <p:cBhvr>
                                        <p:cTn id="42" dur="500" fill="hold"/>
                                        <p:tgtEl>
                                          <p:spTgt spid="44"/>
                                        </p:tgtEl>
                                        <p:attrNameLst>
                                          <p:attrName>ppt_w</p:attrName>
                                        </p:attrNameLst>
                                      </p:cBhvr>
                                      <p:tavLst>
                                        <p:tav tm="0">
                                          <p:val>
                                            <p:fltVal val="0"/>
                                          </p:val>
                                        </p:tav>
                                        <p:tav tm="100000">
                                          <p:val>
                                            <p:strVal val="#ppt_w"/>
                                          </p:val>
                                        </p:tav>
                                      </p:tavLst>
                                    </p:anim>
                                    <p:anim calcmode="lin" valueType="num">
                                      <p:cBhvr>
                                        <p:cTn id="43" dur="500" fill="hold"/>
                                        <p:tgtEl>
                                          <p:spTgt spid="44"/>
                                        </p:tgtEl>
                                        <p:attrNameLst>
                                          <p:attrName>ppt_h</p:attrName>
                                        </p:attrNameLst>
                                      </p:cBhvr>
                                      <p:tavLst>
                                        <p:tav tm="0">
                                          <p:val>
                                            <p:fltVal val="0"/>
                                          </p:val>
                                        </p:tav>
                                        <p:tav tm="100000">
                                          <p:val>
                                            <p:strVal val="#ppt_h"/>
                                          </p:val>
                                        </p:tav>
                                      </p:tavLst>
                                    </p:anim>
                                    <p:animEffect transition="in" filter="fade">
                                      <p:cBhvr>
                                        <p:cTn id="44" dur="500"/>
                                        <p:tgtEl>
                                          <p:spTgt spid="44"/>
                                        </p:tgtEl>
                                      </p:cBhvr>
                                    </p:animEffect>
                                  </p:childTnLst>
                                </p:cTn>
                              </p:par>
                              <p:par>
                                <p:cTn id="45" presetID="2" presetClass="entr" presetSubtype="4" accel="50000" decel="5000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anim calcmode="lin" valueType="num">
                                      <p:cBhvr additive="base">
                                        <p:cTn id="47" dur="500" fill="hold"/>
                                        <p:tgtEl>
                                          <p:spTgt spid="49"/>
                                        </p:tgtEl>
                                        <p:attrNameLst>
                                          <p:attrName>ppt_x</p:attrName>
                                        </p:attrNameLst>
                                      </p:cBhvr>
                                      <p:tavLst>
                                        <p:tav tm="0">
                                          <p:val>
                                            <p:strVal val="#ppt_x"/>
                                          </p:val>
                                        </p:tav>
                                        <p:tav tm="100000">
                                          <p:val>
                                            <p:strVal val="#ppt_x"/>
                                          </p:val>
                                        </p:tav>
                                      </p:tavLst>
                                    </p:anim>
                                    <p:anim calcmode="lin" valueType="num">
                                      <p:cBhvr additive="base">
                                        <p:cTn id="48" dur="500" fill="hold"/>
                                        <p:tgtEl>
                                          <p:spTgt spid="49"/>
                                        </p:tgtEl>
                                        <p:attrNameLst>
                                          <p:attrName>ppt_y</p:attrName>
                                        </p:attrNameLst>
                                      </p:cBhvr>
                                      <p:tavLst>
                                        <p:tav tm="0">
                                          <p:val>
                                            <p:strVal val="1+#ppt_h/2"/>
                                          </p:val>
                                        </p:tav>
                                        <p:tav tm="100000">
                                          <p:val>
                                            <p:strVal val="#ppt_y"/>
                                          </p:val>
                                        </p:tav>
                                      </p:tavLst>
                                    </p:anim>
                                  </p:childTnLst>
                                </p:cTn>
                              </p:par>
                            </p:childTnLst>
                          </p:cTn>
                        </p:par>
                        <p:par>
                          <p:cTn id="49" fill="hold">
                            <p:stCondLst>
                              <p:cond delay="3000"/>
                            </p:stCondLst>
                            <p:childTnLst>
                              <p:par>
                                <p:cTn id="50" presetID="2" presetClass="entr" presetSubtype="4" accel="50000" decel="50000" fill="hold" grpId="0" nodeType="afterEffect">
                                  <p:stCondLst>
                                    <p:cond delay="0"/>
                                  </p:stCondLst>
                                  <p:childTnLst>
                                    <p:set>
                                      <p:cBhvr>
                                        <p:cTn id="51" dur="1" fill="hold">
                                          <p:stCondLst>
                                            <p:cond delay="0"/>
                                          </p:stCondLst>
                                        </p:cTn>
                                        <p:tgtEl>
                                          <p:spTgt spid="39"/>
                                        </p:tgtEl>
                                        <p:attrNameLst>
                                          <p:attrName>style.visibility</p:attrName>
                                        </p:attrNameLst>
                                      </p:cBhvr>
                                      <p:to>
                                        <p:strVal val="visible"/>
                                      </p:to>
                                    </p:set>
                                    <p:anim calcmode="lin" valueType="num">
                                      <p:cBhvr additive="base">
                                        <p:cTn id="52" dur="500" fill="hold"/>
                                        <p:tgtEl>
                                          <p:spTgt spid="39"/>
                                        </p:tgtEl>
                                        <p:attrNameLst>
                                          <p:attrName>ppt_x</p:attrName>
                                        </p:attrNameLst>
                                      </p:cBhvr>
                                      <p:tavLst>
                                        <p:tav tm="0">
                                          <p:val>
                                            <p:strVal val="#ppt_x"/>
                                          </p:val>
                                        </p:tav>
                                        <p:tav tm="100000">
                                          <p:val>
                                            <p:strVal val="#ppt_x"/>
                                          </p:val>
                                        </p:tav>
                                      </p:tavLst>
                                    </p:anim>
                                    <p:anim calcmode="lin" valueType="num">
                                      <p:cBhvr additive="base">
                                        <p:cTn id="53" dur="500" fill="hold"/>
                                        <p:tgtEl>
                                          <p:spTgt spid="39"/>
                                        </p:tgtEl>
                                        <p:attrNameLst>
                                          <p:attrName>ppt_y</p:attrName>
                                        </p:attrNameLst>
                                      </p:cBhvr>
                                      <p:tavLst>
                                        <p:tav tm="0">
                                          <p:val>
                                            <p:strVal val="1+#ppt_h/2"/>
                                          </p:val>
                                        </p:tav>
                                        <p:tav tm="100000">
                                          <p:val>
                                            <p:strVal val="#ppt_y"/>
                                          </p:val>
                                        </p:tav>
                                      </p:tavLst>
                                    </p:anim>
                                  </p:childTnLst>
                                </p:cTn>
                              </p:par>
                            </p:childTnLst>
                          </p:cTn>
                        </p:par>
                        <p:par>
                          <p:cTn id="54" fill="hold">
                            <p:stCondLst>
                              <p:cond delay="3500"/>
                            </p:stCondLst>
                            <p:childTnLst>
                              <p:par>
                                <p:cTn id="55" presetID="53" presetClass="entr" presetSubtype="16" fill="hold" grpId="0" nodeType="afterEffect">
                                  <p:stCondLst>
                                    <p:cond delay="0"/>
                                  </p:stCondLst>
                                  <p:childTnLst>
                                    <p:set>
                                      <p:cBhvr>
                                        <p:cTn id="56" dur="1" fill="hold">
                                          <p:stCondLst>
                                            <p:cond delay="0"/>
                                          </p:stCondLst>
                                        </p:cTn>
                                        <p:tgtEl>
                                          <p:spTgt spid="45"/>
                                        </p:tgtEl>
                                        <p:attrNameLst>
                                          <p:attrName>style.visibility</p:attrName>
                                        </p:attrNameLst>
                                      </p:cBhvr>
                                      <p:to>
                                        <p:strVal val="visible"/>
                                      </p:to>
                                    </p:set>
                                    <p:anim calcmode="lin" valueType="num">
                                      <p:cBhvr>
                                        <p:cTn id="57" dur="500" fill="hold"/>
                                        <p:tgtEl>
                                          <p:spTgt spid="45"/>
                                        </p:tgtEl>
                                        <p:attrNameLst>
                                          <p:attrName>ppt_w</p:attrName>
                                        </p:attrNameLst>
                                      </p:cBhvr>
                                      <p:tavLst>
                                        <p:tav tm="0">
                                          <p:val>
                                            <p:fltVal val="0"/>
                                          </p:val>
                                        </p:tav>
                                        <p:tav tm="100000">
                                          <p:val>
                                            <p:strVal val="#ppt_w"/>
                                          </p:val>
                                        </p:tav>
                                      </p:tavLst>
                                    </p:anim>
                                    <p:anim calcmode="lin" valueType="num">
                                      <p:cBhvr>
                                        <p:cTn id="58" dur="500" fill="hold"/>
                                        <p:tgtEl>
                                          <p:spTgt spid="45"/>
                                        </p:tgtEl>
                                        <p:attrNameLst>
                                          <p:attrName>ppt_h</p:attrName>
                                        </p:attrNameLst>
                                      </p:cBhvr>
                                      <p:tavLst>
                                        <p:tav tm="0">
                                          <p:val>
                                            <p:fltVal val="0"/>
                                          </p:val>
                                        </p:tav>
                                        <p:tav tm="100000">
                                          <p:val>
                                            <p:strVal val="#ppt_h"/>
                                          </p:val>
                                        </p:tav>
                                      </p:tavLst>
                                    </p:anim>
                                    <p:animEffect transition="in" filter="fade">
                                      <p:cBhvr>
                                        <p:cTn id="59" dur="500"/>
                                        <p:tgtEl>
                                          <p:spTgt spid="45"/>
                                        </p:tgtEl>
                                      </p:cBhvr>
                                    </p:animEffect>
                                  </p:childTnLst>
                                </p:cTn>
                              </p:par>
                              <p:par>
                                <p:cTn id="60" presetID="2" presetClass="entr" presetSubtype="1" accel="50000" decel="50000" fill="hold" grpId="0" nodeType="withEffect">
                                  <p:stCondLst>
                                    <p:cond delay="0"/>
                                  </p:stCondLst>
                                  <p:childTnLst>
                                    <p:set>
                                      <p:cBhvr>
                                        <p:cTn id="61" dur="1" fill="hold">
                                          <p:stCondLst>
                                            <p:cond delay="0"/>
                                          </p:stCondLst>
                                        </p:cTn>
                                        <p:tgtEl>
                                          <p:spTgt spid="50"/>
                                        </p:tgtEl>
                                        <p:attrNameLst>
                                          <p:attrName>style.visibility</p:attrName>
                                        </p:attrNameLst>
                                      </p:cBhvr>
                                      <p:to>
                                        <p:strVal val="visible"/>
                                      </p:to>
                                    </p:set>
                                    <p:anim calcmode="lin" valueType="num">
                                      <p:cBhvr additive="base">
                                        <p:cTn id="62" dur="500" fill="hold"/>
                                        <p:tgtEl>
                                          <p:spTgt spid="50"/>
                                        </p:tgtEl>
                                        <p:attrNameLst>
                                          <p:attrName>ppt_x</p:attrName>
                                        </p:attrNameLst>
                                      </p:cBhvr>
                                      <p:tavLst>
                                        <p:tav tm="0">
                                          <p:val>
                                            <p:strVal val="#ppt_x"/>
                                          </p:val>
                                        </p:tav>
                                        <p:tav tm="100000">
                                          <p:val>
                                            <p:strVal val="#ppt_x"/>
                                          </p:val>
                                        </p:tav>
                                      </p:tavLst>
                                    </p:anim>
                                    <p:anim calcmode="lin" valueType="num">
                                      <p:cBhvr additive="base">
                                        <p:cTn id="63" dur="500" fill="hold"/>
                                        <p:tgtEl>
                                          <p:spTgt spid="50"/>
                                        </p:tgtEl>
                                        <p:attrNameLst>
                                          <p:attrName>ppt_y</p:attrName>
                                        </p:attrNameLst>
                                      </p:cBhvr>
                                      <p:tavLst>
                                        <p:tav tm="0">
                                          <p:val>
                                            <p:strVal val="0-#ppt_h/2"/>
                                          </p:val>
                                        </p:tav>
                                        <p:tav tm="100000">
                                          <p:val>
                                            <p:strVal val="#ppt_y"/>
                                          </p:val>
                                        </p:tav>
                                      </p:tavLst>
                                    </p:anim>
                                  </p:childTnLst>
                                </p:cTn>
                              </p:par>
                            </p:childTnLst>
                          </p:cTn>
                        </p:par>
                        <p:par>
                          <p:cTn id="64" fill="hold">
                            <p:stCondLst>
                              <p:cond delay="4000"/>
                            </p:stCondLst>
                            <p:childTnLst>
                              <p:par>
                                <p:cTn id="65" presetID="2" presetClass="entr" presetSubtype="1" accel="50000" decel="50000" fill="hold" grpId="0" nodeType="afterEffect">
                                  <p:stCondLst>
                                    <p:cond delay="0"/>
                                  </p:stCondLst>
                                  <p:childTnLst>
                                    <p:set>
                                      <p:cBhvr>
                                        <p:cTn id="66" dur="1" fill="hold">
                                          <p:stCondLst>
                                            <p:cond delay="0"/>
                                          </p:stCondLst>
                                        </p:cTn>
                                        <p:tgtEl>
                                          <p:spTgt spid="40"/>
                                        </p:tgtEl>
                                        <p:attrNameLst>
                                          <p:attrName>style.visibility</p:attrName>
                                        </p:attrNameLst>
                                      </p:cBhvr>
                                      <p:to>
                                        <p:strVal val="visible"/>
                                      </p:to>
                                    </p:set>
                                    <p:anim calcmode="lin" valueType="num">
                                      <p:cBhvr additive="base">
                                        <p:cTn id="67" dur="500" fill="hold"/>
                                        <p:tgtEl>
                                          <p:spTgt spid="40"/>
                                        </p:tgtEl>
                                        <p:attrNameLst>
                                          <p:attrName>ppt_x</p:attrName>
                                        </p:attrNameLst>
                                      </p:cBhvr>
                                      <p:tavLst>
                                        <p:tav tm="0">
                                          <p:val>
                                            <p:strVal val="#ppt_x"/>
                                          </p:val>
                                        </p:tav>
                                        <p:tav tm="100000">
                                          <p:val>
                                            <p:strVal val="#ppt_x"/>
                                          </p:val>
                                        </p:tav>
                                      </p:tavLst>
                                    </p:anim>
                                    <p:anim calcmode="lin" valueType="num">
                                      <p:cBhvr additive="base">
                                        <p:cTn id="68" dur="500" fill="hold"/>
                                        <p:tgtEl>
                                          <p:spTgt spid="40"/>
                                        </p:tgtEl>
                                        <p:attrNameLst>
                                          <p:attrName>ppt_y</p:attrName>
                                        </p:attrNameLst>
                                      </p:cBhvr>
                                      <p:tavLst>
                                        <p:tav tm="0">
                                          <p:val>
                                            <p:strVal val="0-#ppt_h/2"/>
                                          </p:val>
                                        </p:tav>
                                        <p:tav tm="100000">
                                          <p:val>
                                            <p:strVal val="#ppt_y"/>
                                          </p:val>
                                        </p:tav>
                                      </p:tavLst>
                                    </p:anim>
                                  </p:childTnLst>
                                </p:cTn>
                              </p:par>
                            </p:childTnLst>
                          </p:cTn>
                        </p:par>
                        <p:par>
                          <p:cTn id="69" fill="hold">
                            <p:stCondLst>
                              <p:cond delay="4500"/>
                            </p:stCondLst>
                            <p:childTnLst>
                              <p:par>
                                <p:cTn id="70" presetID="53" presetClass="entr" presetSubtype="16" fill="hold" grpId="0" nodeType="afterEffect">
                                  <p:stCondLst>
                                    <p:cond delay="0"/>
                                  </p:stCondLst>
                                  <p:childTnLst>
                                    <p:set>
                                      <p:cBhvr>
                                        <p:cTn id="71" dur="1" fill="hold">
                                          <p:stCondLst>
                                            <p:cond delay="0"/>
                                          </p:stCondLst>
                                        </p:cTn>
                                        <p:tgtEl>
                                          <p:spTgt spid="46"/>
                                        </p:tgtEl>
                                        <p:attrNameLst>
                                          <p:attrName>style.visibility</p:attrName>
                                        </p:attrNameLst>
                                      </p:cBhvr>
                                      <p:to>
                                        <p:strVal val="visible"/>
                                      </p:to>
                                    </p:set>
                                    <p:anim calcmode="lin" valueType="num">
                                      <p:cBhvr>
                                        <p:cTn id="72" dur="500" fill="hold"/>
                                        <p:tgtEl>
                                          <p:spTgt spid="46"/>
                                        </p:tgtEl>
                                        <p:attrNameLst>
                                          <p:attrName>ppt_w</p:attrName>
                                        </p:attrNameLst>
                                      </p:cBhvr>
                                      <p:tavLst>
                                        <p:tav tm="0">
                                          <p:val>
                                            <p:fltVal val="0"/>
                                          </p:val>
                                        </p:tav>
                                        <p:tav tm="100000">
                                          <p:val>
                                            <p:strVal val="#ppt_w"/>
                                          </p:val>
                                        </p:tav>
                                      </p:tavLst>
                                    </p:anim>
                                    <p:anim calcmode="lin" valueType="num">
                                      <p:cBhvr>
                                        <p:cTn id="73" dur="500" fill="hold"/>
                                        <p:tgtEl>
                                          <p:spTgt spid="46"/>
                                        </p:tgtEl>
                                        <p:attrNameLst>
                                          <p:attrName>ppt_h</p:attrName>
                                        </p:attrNameLst>
                                      </p:cBhvr>
                                      <p:tavLst>
                                        <p:tav tm="0">
                                          <p:val>
                                            <p:fltVal val="0"/>
                                          </p:val>
                                        </p:tav>
                                        <p:tav tm="100000">
                                          <p:val>
                                            <p:strVal val="#ppt_h"/>
                                          </p:val>
                                        </p:tav>
                                      </p:tavLst>
                                    </p:anim>
                                    <p:animEffect transition="in" filter="fade">
                                      <p:cBhvr>
                                        <p:cTn id="74" dur="500"/>
                                        <p:tgtEl>
                                          <p:spTgt spid="46"/>
                                        </p:tgtEl>
                                      </p:cBhvr>
                                    </p:animEffect>
                                  </p:childTnLst>
                                </p:cTn>
                              </p:par>
                              <p:par>
                                <p:cTn id="75" presetID="2" presetClass="entr" presetSubtype="4" accel="50000" decel="50000" fill="hold" grpId="0" nodeType="withEffect">
                                  <p:stCondLst>
                                    <p:cond delay="0"/>
                                  </p:stCondLst>
                                  <p:childTnLst>
                                    <p:set>
                                      <p:cBhvr>
                                        <p:cTn id="76" dur="1" fill="hold">
                                          <p:stCondLst>
                                            <p:cond delay="0"/>
                                          </p:stCondLst>
                                        </p:cTn>
                                        <p:tgtEl>
                                          <p:spTgt spid="51"/>
                                        </p:tgtEl>
                                        <p:attrNameLst>
                                          <p:attrName>style.visibility</p:attrName>
                                        </p:attrNameLst>
                                      </p:cBhvr>
                                      <p:to>
                                        <p:strVal val="visible"/>
                                      </p:to>
                                    </p:set>
                                    <p:anim calcmode="lin" valueType="num">
                                      <p:cBhvr additive="base">
                                        <p:cTn id="77" dur="500" fill="hold"/>
                                        <p:tgtEl>
                                          <p:spTgt spid="51"/>
                                        </p:tgtEl>
                                        <p:attrNameLst>
                                          <p:attrName>ppt_x</p:attrName>
                                        </p:attrNameLst>
                                      </p:cBhvr>
                                      <p:tavLst>
                                        <p:tav tm="0">
                                          <p:val>
                                            <p:strVal val="#ppt_x"/>
                                          </p:val>
                                        </p:tav>
                                        <p:tav tm="100000">
                                          <p:val>
                                            <p:strVal val="#ppt_x"/>
                                          </p:val>
                                        </p:tav>
                                      </p:tavLst>
                                    </p:anim>
                                    <p:anim calcmode="lin" valueType="num">
                                      <p:cBhvr additive="base">
                                        <p:cTn id="7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bldLvl="0" animBg="1"/>
      <p:bldP spid="39" grpId="0" bldLvl="0" animBg="1"/>
      <p:bldP spid="38" grpId="0" bldLvl="0" animBg="1"/>
      <p:bldP spid="37" grpId="0" bldLvl="0" animBg="1"/>
      <p:bldP spid="35" grpId="0" bldLvl="0" animBg="1"/>
      <p:bldP spid="42" grpId="0" bldLvl="0" animBg="1"/>
      <p:bldP spid="43" grpId="0" bldLvl="0" animBg="1"/>
      <p:bldP spid="44" grpId="0" bldLvl="0" animBg="1"/>
      <p:bldP spid="45" grpId="0" bldLvl="0" animBg="1"/>
      <p:bldP spid="46" grpId="0" bldLvl="0" animBg="1"/>
      <p:bldP spid="47" grpId="0"/>
      <p:bldP spid="48" grpId="0"/>
      <p:bldP spid="49" grpId="0"/>
      <p:bldP spid="50" grpId="0"/>
      <p:bldP spid="5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4"/>
          <p:cNvSpPr>
            <a:spLocks noGrp="1" noChangeArrowheads="1"/>
          </p:cNvSpPr>
          <p:nvPr>
            <p:ph type="ctrTitle" idx="4294967295"/>
          </p:nvPr>
        </p:nvSpPr>
        <p:spPr>
          <a:xfrm>
            <a:off x="0" y="1257300"/>
            <a:ext cx="5829300" cy="1153795"/>
          </a:xfrm>
        </p:spPr>
        <p:txBody>
          <a:bodyPr/>
          <a:lstStyle/>
          <a:p>
            <a:pPr eaLnBrk="1" hangingPunct="1"/>
            <a:r>
              <a:rPr lang="zh-CN" altLang="en-US" b="1">
                <a:solidFill>
                  <a:srgbClr val="000000"/>
                </a:solidFill>
                <a:latin typeface="楷体" charset="0"/>
                <a:ea typeface="楷体" charset="0"/>
                <a:cs typeface="微软雅黑"/>
              </a:rPr>
              <a:t>算法的基本思想</a:t>
            </a:r>
          </a:p>
        </p:txBody>
      </p:sp>
      <p:sp>
        <p:nvSpPr>
          <p:cNvPr id="33794" name="Rectangle 5"/>
          <p:cNvSpPr>
            <a:spLocks noGrp="1" noChangeArrowheads="1"/>
          </p:cNvSpPr>
          <p:nvPr>
            <p:ph type="subTitle" idx="4294967295"/>
          </p:nvPr>
        </p:nvSpPr>
        <p:spPr>
          <a:xfrm>
            <a:off x="808355" y="2629535"/>
            <a:ext cx="4800600" cy="1100455"/>
          </a:xfrm>
        </p:spPr>
        <p:txBody>
          <a:bodyPr/>
          <a:lstStyle/>
          <a:p>
            <a:pPr eaLnBrk="1" hangingPunct="1"/>
            <a:r>
              <a:rPr lang="zh-CN" altLang="en-US" sz="2800" b="1">
                <a:solidFill>
                  <a:srgbClr val="0033CC"/>
                </a:solidFill>
                <a:latin typeface="楷体" charset="0"/>
                <a:ea typeface="楷体" charset="0"/>
              </a:rPr>
              <a:t>聪明的遍历方法</a:t>
            </a:r>
          </a:p>
          <a:p>
            <a:pPr eaLnBrk="1" hangingPunct="1"/>
            <a:r>
              <a:rPr lang="zh-CN" altLang="en-US" sz="2800" b="1">
                <a:solidFill>
                  <a:srgbClr val="0033CC"/>
                </a:solidFill>
                <a:latin typeface="楷体" charset="0"/>
                <a:ea typeface="楷体" charset="0"/>
              </a:rPr>
              <a:t>与分治法对比学习</a:t>
            </a:r>
          </a:p>
        </p:txBody>
      </p:sp>
      <p:grpSp>
        <p:nvGrpSpPr>
          <p:cNvPr id="3" name="组合 2"/>
          <p:cNvGrpSpPr/>
          <p:nvPr/>
        </p:nvGrpSpPr>
        <p:grpSpPr>
          <a:xfrm>
            <a:off x="5608955" y="1417320"/>
            <a:ext cx="3345815" cy="3442970"/>
            <a:chOff x="8833" y="1962"/>
            <a:chExt cx="5269" cy="5422"/>
          </a:xfrm>
        </p:grpSpPr>
        <p:grpSp>
          <p:nvGrpSpPr>
            <p:cNvPr id="78" name="Group 77"/>
            <p:cNvGrpSpPr/>
            <p:nvPr/>
          </p:nvGrpSpPr>
          <p:grpSpPr>
            <a:xfrm>
              <a:off x="10022" y="4291"/>
              <a:ext cx="1752" cy="1215"/>
              <a:chOff x="3362253" y="2517137"/>
              <a:chExt cx="1112458" cy="771294"/>
            </a:xfrm>
          </p:grpSpPr>
          <p:sp>
            <p:nvSpPr>
              <p:cNvPr id="79" name="Round Diagonal Corner Rectangle 78"/>
              <p:cNvSpPr/>
              <p:nvPr/>
            </p:nvSpPr>
            <p:spPr>
              <a:xfrm rot="10800000" flipH="1" flipV="1">
                <a:off x="3364530" y="2542534"/>
                <a:ext cx="1110181" cy="745897"/>
              </a:xfrm>
              <a:prstGeom prst="round2DiagRect">
                <a:avLst>
                  <a:gd name="adj1" fmla="val 39154"/>
                  <a:gd name="adj2" fmla="val 0"/>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sp>
            <p:nvSpPr>
              <p:cNvPr id="80" name="Round Diagonal Corner Rectangle 79"/>
              <p:cNvSpPr/>
              <p:nvPr/>
            </p:nvSpPr>
            <p:spPr>
              <a:xfrm rot="10800000" flipH="1" flipV="1">
                <a:off x="3362253" y="2517137"/>
                <a:ext cx="1110181" cy="745897"/>
              </a:xfrm>
              <a:prstGeom prst="round2DiagRect">
                <a:avLst>
                  <a:gd name="adj1" fmla="val 39154"/>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grpSp>
        <p:grpSp>
          <p:nvGrpSpPr>
            <p:cNvPr id="81" name="Group 80"/>
            <p:cNvGrpSpPr/>
            <p:nvPr/>
          </p:nvGrpSpPr>
          <p:grpSpPr>
            <a:xfrm>
              <a:off x="12033" y="4310"/>
              <a:ext cx="2069" cy="1480"/>
              <a:chOff x="4638997" y="2552242"/>
              <a:chExt cx="1314128" cy="939502"/>
            </a:xfrm>
          </p:grpSpPr>
          <p:sp>
            <p:nvSpPr>
              <p:cNvPr id="82" name="Round Diagonal Corner Rectangle 81"/>
              <p:cNvSpPr/>
              <p:nvPr/>
            </p:nvSpPr>
            <p:spPr>
              <a:xfrm rot="10800000" flipV="1">
                <a:off x="4638997" y="2577119"/>
                <a:ext cx="1314124" cy="914625"/>
              </a:xfrm>
              <a:prstGeom prst="round2DiagRect">
                <a:avLst>
                  <a:gd name="adj1" fmla="val 39154"/>
                  <a:gd name="adj2" fmla="val 0"/>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sp>
            <p:nvSpPr>
              <p:cNvPr id="83" name="Round Diagonal Corner Rectangle 82"/>
              <p:cNvSpPr/>
              <p:nvPr/>
            </p:nvSpPr>
            <p:spPr>
              <a:xfrm rot="10800000" flipV="1">
                <a:off x="4639001" y="2552242"/>
                <a:ext cx="1314124" cy="914625"/>
              </a:xfrm>
              <a:prstGeom prst="round2DiagRect">
                <a:avLst>
                  <a:gd name="adj1" fmla="val 39154"/>
                  <a:gd name="adj2"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grpSp>
        <p:grpSp>
          <p:nvGrpSpPr>
            <p:cNvPr id="84" name="Group 83"/>
            <p:cNvGrpSpPr/>
            <p:nvPr/>
          </p:nvGrpSpPr>
          <p:grpSpPr>
            <a:xfrm>
              <a:off x="11894" y="2673"/>
              <a:ext cx="2208" cy="1567"/>
              <a:chOff x="4550915" y="1512632"/>
              <a:chExt cx="1402210" cy="994985"/>
            </a:xfrm>
          </p:grpSpPr>
          <p:sp>
            <p:nvSpPr>
              <p:cNvPr id="85" name="Round Diagonal Corner Rectangle 84"/>
              <p:cNvSpPr/>
              <p:nvPr/>
            </p:nvSpPr>
            <p:spPr>
              <a:xfrm rot="10800000">
                <a:off x="4550915" y="1531687"/>
                <a:ext cx="1402206" cy="975930"/>
              </a:xfrm>
              <a:prstGeom prst="round2DiagRect">
                <a:avLst>
                  <a:gd name="adj1" fmla="val 39154"/>
                  <a:gd name="adj2" fmla="val 0"/>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sp>
            <p:nvSpPr>
              <p:cNvPr id="86" name="Round Diagonal Corner Rectangle 85"/>
              <p:cNvSpPr/>
              <p:nvPr/>
            </p:nvSpPr>
            <p:spPr>
              <a:xfrm rot="10800000">
                <a:off x="4550919" y="1512632"/>
                <a:ext cx="1402206" cy="975930"/>
              </a:xfrm>
              <a:prstGeom prst="round2DiagRect">
                <a:avLst>
                  <a:gd name="adj1" fmla="val 39154"/>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grpSp>
        <p:grpSp>
          <p:nvGrpSpPr>
            <p:cNvPr id="87" name="Group 86"/>
            <p:cNvGrpSpPr/>
            <p:nvPr/>
          </p:nvGrpSpPr>
          <p:grpSpPr>
            <a:xfrm>
              <a:off x="8833" y="1962"/>
              <a:ext cx="2899" cy="2141"/>
              <a:chOff x="2607467" y="1060892"/>
              <a:chExt cx="1841153" cy="1359852"/>
            </a:xfrm>
          </p:grpSpPr>
          <p:sp>
            <p:nvSpPr>
              <p:cNvPr id="88" name="Round Diagonal Corner Rectangle 87"/>
              <p:cNvSpPr/>
              <p:nvPr/>
            </p:nvSpPr>
            <p:spPr>
              <a:xfrm rot="10800000" flipH="1">
                <a:off x="2609055" y="1082809"/>
                <a:ext cx="1839565" cy="1337935"/>
              </a:xfrm>
              <a:prstGeom prst="round2DiagRect">
                <a:avLst>
                  <a:gd name="adj1" fmla="val 39154"/>
                  <a:gd name="adj2" fmla="val 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sp>
            <p:nvSpPr>
              <p:cNvPr id="89" name="Round Diagonal Corner Rectangle 88"/>
              <p:cNvSpPr/>
              <p:nvPr/>
            </p:nvSpPr>
            <p:spPr>
              <a:xfrm rot="10800000" flipH="1">
                <a:off x="2607467" y="1060892"/>
                <a:ext cx="1839565" cy="1337935"/>
              </a:xfrm>
              <a:prstGeom prst="round2DiagRect">
                <a:avLst>
                  <a:gd name="adj1" fmla="val 39154"/>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grpSp>
        <p:sp>
          <p:nvSpPr>
            <p:cNvPr id="77" name="Oval 76"/>
            <p:cNvSpPr/>
            <p:nvPr/>
          </p:nvSpPr>
          <p:spPr>
            <a:xfrm>
              <a:off x="11206" y="3535"/>
              <a:ext cx="1376" cy="1376"/>
            </a:xfrm>
            <a:prstGeom prst="ellipse">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sp>
          <p:nvSpPr>
            <p:cNvPr id="2053" name="Freeform 5"/>
            <p:cNvSpPr/>
            <p:nvPr/>
          </p:nvSpPr>
          <p:spPr bwMode="auto">
            <a:xfrm>
              <a:off x="11272" y="4210"/>
              <a:ext cx="1310" cy="3174"/>
            </a:xfrm>
            <a:custGeom>
              <a:avLst/>
              <a:gdLst/>
              <a:ahLst/>
              <a:cxnLst>
                <a:cxn ang="0">
                  <a:pos x="109" y="0"/>
                </a:cxn>
                <a:cxn ang="0">
                  <a:pos x="110" y="585"/>
                </a:cxn>
                <a:cxn ang="0">
                  <a:pos x="110" y="586"/>
                </a:cxn>
                <a:cxn ang="0">
                  <a:pos x="116" y="619"/>
                </a:cxn>
                <a:cxn ang="0">
                  <a:pos x="121" y="629"/>
                </a:cxn>
                <a:cxn ang="0">
                  <a:pos x="147" y="656"/>
                </a:cxn>
                <a:cxn ang="0">
                  <a:pos x="203" y="676"/>
                </a:cxn>
                <a:cxn ang="0">
                  <a:pos x="0" y="676"/>
                </a:cxn>
                <a:cxn ang="0">
                  <a:pos x="62" y="650"/>
                </a:cxn>
                <a:cxn ang="0">
                  <a:pos x="78" y="629"/>
                </a:cxn>
                <a:cxn ang="0">
                  <a:pos x="82" y="619"/>
                </a:cxn>
                <a:cxn ang="0">
                  <a:pos x="88" y="586"/>
                </a:cxn>
                <a:cxn ang="0">
                  <a:pos x="88" y="585"/>
                </a:cxn>
                <a:cxn ang="0">
                  <a:pos x="88" y="0"/>
                </a:cxn>
                <a:cxn ang="0">
                  <a:pos x="109" y="0"/>
                </a:cxn>
              </a:cxnLst>
              <a:rect l="0" t="0" r="r" b="b"/>
              <a:pathLst>
                <a:path w="203" h="676">
                  <a:moveTo>
                    <a:pt x="109" y="0"/>
                  </a:moveTo>
                  <a:cubicBezTo>
                    <a:pt x="110" y="585"/>
                    <a:pt x="110" y="585"/>
                    <a:pt x="110" y="585"/>
                  </a:cubicBezTo>
                  <a:cubicBezTo>
                    <a:pt x="110" y="586"/>
                    <a:pt x="110" y="586"/>
                    <a:pt x="110" y="586"/>
                  </a:cubicBezTo>
                  <a:cubicBezTo>
                    <a:pt x="110" y="598"/>
                    <a:pt x="112" y="609"/>
                    <a:pt x="116" y="619"/>
                  </a:cubicBezTo>
                  <a:cubicBezTo>
                    <a:pt x="117" y="622"/>
                    <a:pt x="119" y="626"/>
                    <a:pt x="121" y="629"/>
                  </a:cubicBezTo>
                  <a:cubicBezTo>
                    <a:pt x="127" y="637"/>
                    <a:pt x="136" y="646"/>
                    <a:pt x="147" y="656"/>
                  </a:cubicBezTo>
                  <a:cubicBezTo>
                    <a:pt x="164" y="669"/>
                    <a:pt x="182" y="676"/>
                    <a:pt x="203" y="676"/>
                  </a:cubicBezTo>
                  <a:cubicBezTo>
                    <a:pt x="0" y="676"/>
                    <a:pt x="0" y="676"/>
                    <a:pt x="0" y="676"/>
                  </a:cubicBezTo>
                  <a:cubicBezTo>
                    <a:pt x="24" y="676"/>
                    <a:pt x="45" y="667"/>
                    <a:pt x="62" y="650"/>
                  </a:cubicBezTo>
                  <a:cubicBezTo>
                    <a:pt x="68" y="643"/>
                    <a:pt x="74" y="636"/>
                    <a:pt x="78" y="629"/>
                  </a:cubicBezTo>
                  <a:cubicBezTo>
                    <a:pt x="79" y="626"/>
                    <a:pt x="81" y="622"/>
                    <a:pt x="82" y="619"/>
                  </a:cubicBezTo>
                  <a:cubicBezTo>
                    <a:pt x="86" y="609"/>
                    <a:pt x="88" y="598"/>
                    <a:pt x="88" y="586"/>
                  </a:cubicBezTo>
                  <a:cubicBezTo>
                    <a:pt x="88" y="586"/>
                    <a:pt x="88" y="586"/>
                    <a:pt x="88" y="585"/>
                  </a:cubicBezTo>
                  <a:cubicBezTo>
                    <a:pt x="88" y="0"/>
                    <a:pt x="88" y="0"/>
                    <a:pt x="88" y="0"/>
                  </a:cubicBezTo>
                  <a:lnTo>
                    <a:pt x="109" y="0"/>
                  </a:lnTo>
                  <a:close/>
                </a:path>
              </a:pathLst>
            </a:custGeom>
            <a:solidFill>
              <a:schemeClr val="bg1">
                <a:lumMod val="65000"/>
              </a:schemeClr>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63" name="Oval 62"/>
            <p:cNvSpPr/>
            <p:nvPr/>
          </p:nvSpPr>
          <p:spPr>
            <a:xfrm>
              <a:off x="11680" y="3983"/>
              <a:ext cx="454" cy="454"/>
            </a:xfrm>
            <a:prstGeom prst="ellipse">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grpSp>
          <p:nvGrpSpPr>
            <p:cNvPr id="108" name="Group 107"/>
            <p:cNvGrpSpPr/>
            <p:nvPr/>
          </p:nvGrpSpPr>
          <p:grpSpPr>
            <a:xfrm>
              <a:off x="9752" y="2300"/>
              <a:ext cx="1044" cy="1436"/>
              <a:chOff x="8597901" y="2862263"/>
              <a:chExt cx="571500" cy="785813"/>
            </a:xfrm>
            <a:solidFill>
              <a:schemeClr val="bg1"/>
            </a:solidFill>
          </p:grpSpPr>
          <p:sp>
            <p:nvSpPr>
              <p:cNvPr id="109" name="Freeform 105"/>
              <p:cNvSpPr>
                <a:spLocks noEditPoints="1"/>
              </p:cNvSpPr>
              <p:nvPr/>
            </p:nvSpPr>
            <p:spPr bwMode="auto">
              <a:xfrm>
                <a:off x="8832851" y="3132138"/>
                <a:ext cx="98425" cy="96838"/>
              </a:xfrm>
              <a:custGeom>
                <a:avLst/>
                <a:gdLst/>
                <a:ahLst/>
                <a:cxnLst>
                  <a:cxn ang="0">
                    <a:pos x="34" y="16"/>
                  </a:cxn>
                  <a:cxn ang="0">
                    <a:pos x="17" y="33"/>
                  </a:cxn>
                  <a:cxn ang="0">
                    <a:pos x="0" y="16"/>
                  </a:cxn>
                  <a:cxn ang="0">
                    <a:pos x="17" y="0"/>
                  </a:cxn>
                  <a:cxn ang="0">
                    <a:pos x="34" y="16"/>
                  </a:cxn>
                  <a:cxn ang="0">
                    <a:pos x="34" y="16"/>
                  </a:cxn>
                  <a:cxn ang="0">
                    <a:pos x="34" y="16"/>
                  </a:cxn>
                </a:cxnLst>
                <a:rect l="0" t="0" r="r" b="b"/>
                <a:pathLst>
                  <a:path w="34" h="33">
                    <a:moveTo>
                      <a:pt x="34" y="16"/>
                    </a:moveTo>
                    <a:cubicBezTo>
                      <a:pt x="34" y="26"/>
                      <a:pt x="27" y="33"/>
                      <a:pt x="17" y="33"/>
                    </a:cubicBezTo>
                    <a:cubicBezTo>
                      <a:pt x="8" y="33"/>
                      <a:pt x="0" y="26"/>
                      <a:pt x="0" y="16"/>
                    </a:cubicBezTo>
                    <a:cubicBezTo>
                      <a:pt x="0" y="7"/>
                      <a:pt x="8" y="0"/>
                      <a:pt x="17" y="0"/>
                    </a:cubicBezTo>
                    <a:cubicBezTo>
                      <a:pt x="27" y="0"/>
                      <a:pt x="34" y="7"/>
                      <a:pt x="34" y="16"/>
                    </a:cubicBezTo>
                    <a:close/>
                    <a:moveTo>
                      <a:pt x="34" y="16"/>
                    </a:moveTo>
                    <a:cubicBezTo>
                      <a:pt x="34" y="16"/>
                      <a:pt x="34" y="16"/>
                      <a:pt x="34" y="16"/>
                    </a:cubicBezTo>
                  </a:path>
                </a:pathLst>
              </a:custGeom>
              <a:grp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110" name="Freeform 106"/>
              <p:cNvSpPr>
                <a:spLocks noEditPoints="1"/>
              </p:cNvSpPr>
              <p:nvPr/>
            </p:nvSpPr>
            <p:spPr bwMode="auto">
              <a:xfrm>
                <a:off x="8836026" y="2862263"/>
                <a:ext cx="92075" cy="261938"/>
              </a:xfrm>
              <a:custGeom>
                <a:avLst/>
                <a:gdLst/>
                <a:ahLst/>
                <a:cxnLst>
                  <a:cxn ang="0">
                    <a:pos x="32" y="90"/>
                  </a:cxn>
                  <a:cxn ang="0">
                    <a:pos x="16" y="0"/>
                  </a:cxn>
                  <a:cxn ang="0">
                    <a:pos x="0" y="90"/>
                  </a:cxn>
                  <a:cxn ang="0">
                    <a:pos x="16" y="84"/>
                  </a:cxn>
                  <a:cxn ang="0">
                    <a:pos x="32" y="90"/>
                  </a:cxn>
                  <a:cxn ang="0">
                    <a:pos x="32" y="90"/>
                  </a:cxn>
                  <a:cxn ang="0">
                    <a:pos x="32" y="90"/>
                  </a:cxn>
                </a:cxnLst>
                <a:rect l="0" t="0" r="r" b="b"/>
                <a:pathLst>
                  <a:path w="32" h="90">
                    <a:moveTo>
                      <a:pt x="32" y="90"/>
                    </a:moveTo>
                    <a:cubicBezTo>
                      <a:pt x="30" y="63"/>
                      <a:pt x="23" y="0"/>
                      <a:pt x="16" y="0"/>
                    </a:cubicBezTo>
                    <a:cubicBezTo>
                      <a:pt x="10" y="0"/>
                      <a:pt x="3" y="63"/>
                      <a:pt x="0" y="90"/>
                    </a:cubicBezTo>
                    <a:cubicBezTo>
                      <a:pt x="5" y="86"/>
                      <a:pt x="10" y="84"/>
                      <a:pt x="16" y="84"/>
                    </a:cubicBezTo>
                    <a:cubicBezTo>
                      <a:pt x="22" y="84"/>
                      <a:pt x="28" y="86"/>
                      <a:pt x="32" y="90"/>
                    </a:cubicBezTo>
                    <a:close/>
                    <a:moveTo>
                      <a:pt x="32" y="90"/>
                    </a:moveTo>
                    <a:cubicBezTo>
                      <a:pt x="32" y="90"/>
                      <a:pt x="32" y="90"/>
                      <a:pt x="32" y="90"/>
                    </a:cubicBezTo>
                  </a:path>
                </a:pathLst>
              </a:custGeom>
              <a:grp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111" name="Freeform 107"/>
              <p:cNvSpPr>
                <a:spLocks noEditPoints="1"/>
              </p:cNvSpPr>
              <p:nvPr/>
            </p:nvSpPr>
            <p:spPr bwMode="auto">
              <a:xfrm>
                <a:off x="8597901" y="3170238"/>
                <a:ext cx="571500" cy="477838"/>
              </a:xfrm>
              <a:custGeom>
                <a:avLst/>
                <a:gdLst/>
                <a:ahLst/>
                <a:cxnLst>
                  <a:cxn ang="0">
                    <a:pos x="123" y="0"/>
                  </a:cxn>
                  <a:cxn ang="0">
                    <a:pos x="124" y="3"/>
                  </a:cxn>
                  <a:cxn ang="0">
                    <a:pos x="98" y="29"/>
                  </a:cxn>
                  <a:cxn ang="0">
                    <a:pos x="73" y="3"/>
                  </a:cxn>
                  <a:cxn ang="0">
                    <a:pos x="73" y="0"/>
                  </a:cxn>
                  <a:cxn ang="0">
                    <a:pos x="3" y="58"/>
                  </a:cxn>
                  <a:cxn ang="0">
                    <a:pos x="89" y="27"/>
                  </a:cxn>
                  <a:cxn ang="0">
                    <a:pos x="81" y="155"/>
                  </a:cxn>
                  <a:cxn ang="0">
                    <a:pos x="98" y="164"/>
                  </a:cxn>
                  <a:cxn ang="0">
                    <a:pos x="115" y="155"/>
                  </a:cxn>
                  <a:cxn ang="0">
                    <a:pos x="108" y="27"/>
                  </a:cxn>
                  <a:cxn ang="0">
                    <a:pos x="193" y="58"/>
                  </a:cxn>
                  <a:cxn ang="0">
                    <a:pos x="123" y="0"/>
                  </a:cxn>
                  <a:cxn ang="0">
                    <a:pos x="123" y="0"/>
                  </a:cxn>
                  <a:cxn ang="0">
                    <a:pos x="123" y="0"/>
                  </a:cxn>
                </a:cxnLst>
                <a:rect l="0" t="0" r="r" b="b"/>
                <a:pathLst>
                  <a:path w="197" h="164">
                    <a:moveTo>
                      <a:pt x="123" y="0"/>
                    </a:moveTo>
                    <a:cubicBezTo>
                      <a:pt x="124" y="1"/>
                      <a:pt x="124" y="2"/>
                      <a:pt x="124" y="3"/>
                    </a:cubicBezTo>
                    <a:cubicBezTo>
                      <a:pt x="124" y="17"/>
                      <a:pt x="112" y="29"/>
                      <a:pt x="98" y="29"/>
                    </a:cubicBezTo>
                    <a:cubicBezTo>
                      <a:pt x="84" y="29"/>
                      <a:pt x="73" y="17"/>
                      <a:pt x="73" y="3"/>
                    </a:cubicBezTo>
                    <a:cubicBezTo>
                      <a:pt x="73" y="2"/>
                      <a:pt x="73" y="1"/>
                      <a:pt x="73" y="0"/>
                    </a:cubicBezTo>
                    <a:cubicBezTo>
                      <a:pt x="52" y="15"/>
                      <a:pt x="0" y="53"/>
                      <a:pt x="3" y="58"/>
                    </a:cubicBezTo>
                    <a:cubicBezTo>
                      <a:pt x="7" y="64"/>
                      <a:pt x="65" y="38"/>
                      <a:pt x="89" y="27"/>
                    </a:cubicBezTo>
                    <a:cubicBezTo>
                      <a:pt x="81" y="155"/>
                      <a:pt x="81" y="155"/>
                      <a:pt x="81" y="155"/>
                    </a:cubicBezTo>
                    <a:cubicBezTo>
                      <a:pt x="81" y="155"/>
                      <a:pt x="86" y="164"/>
                      <a:pt x="98" y="164"/>
                    </a:cubicBezTo>
                    <a:cubicBezTo>
                      <a:pt x="111" y="164"/>
                      <a:pt x="115" y="155"/>
                      <a:pt x="115" y="155"/>
                    </a:cubicBezTo>
                    <a:cubicBezTo>
                      <a:pt x="108" y="27"/>
                      <a:pt x="108" y="27"/>
                      <a:pt x="108" y="27"/>
                    </a:cubicBezTo>
                    <a:cubicBezTo>
                      <a:pt x="132" y="38"/>
                      <a:pt x="190" y="64"/>
                      <a:pt x="193" y="58"/>
                    </a:cubicBezTo>
                    <a:cubicBezTo>
                      <a:pt x="197" y="53"/>
                      <a:pt x="145" y="15"/>
                      <a:pt x="123" y="0"/>
                    </a:cubicBezTo>
                    <a:close/>
                    <a:moveTo>
                      <a:pt x="123" y="0"/>
                    </a:moveTo>
                    <a:cubicBezTo>
                      <a:pt x="123" y="0"/>
                      <a:pt x="123" y="0"/>
                      <a:pt x="123" y="0"/>
                    </a:cubicBezTo>
                  </a:path>
                </a:pathLst>
              </a:custGeom>
              <a:grp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grpSp>
        <p:grpSp>
          <p:nvGrpSpPr>
            <p:cNvPr id="113" name="Group 112"/>
            <p:cNvGrpSpPr/>
            <p:nvPr/>
          </p:nvGrpSpPr>
          <p:grpSpPr>
            <a:xfrm>
              <a:off x="12599" y="3019"/>
              <a:ext cx="870" cy="870"/>
              <a:chOff x="3119438" y="3767138"/>
              <a:chExt cx="552450" cy="552450"/>
            </a:xfrm>
            <a:solidFill>
              <a:schemeClr val="bg1"/>
            </a:solidFill>
          </p:grpSpPr>
          <p:sp>
            <p:nvSpPr>
              <p:cNvPr id="114" name="Freeform 82"/>
              <p:cNvSpPr>
                <a:spLocks noEditPoints="1"/>
              </p:cNvSpPr>
              <p:nvPr/>
            </p:nvSpPr>
            <p:spPr bwMode="auto">
              <a:xfrm>
                <a:off x="3119438" y="3767138"/>
                <a:ext cx="552450" cy="552450"/>
              </a:xfrm>
              <a:custGeom>
                <a:avLst/>
                <a:gdLst/>
                <a:ahLst/>
                <a:cxnLst>
                  <a:cxn ang="0">
                    <a:pos x="30" y="162"/>
                  </a:cxn>
                  <a:cxn ang="0">
                    <a:pos x="72" y="150"/>
                  </a:cxn>
                  <a:cxn ang="0">
                    <a:pos x="95" y="190"/>
                  </a:cxn>
                  <a:cxn ang="0">
                    <a:pos x="117" y="152"/>
                  </a:cxn>
                  <a:cxn ang="0">
                    <a:pos x="161" y="164"/>
                  </a:cxn>
                  <a:cxn ang="0">
                    <a:pos x="150" y="121"/>
                  </a:cxn>
                  <a:cxn ang="0">
                    <a:pos x="190" y="98"/>
                  </a:cxn>
                  <a:cxn ang="0">
                    <a:pos x="151" y="75"/>
                  </a:cxn>
                  <a:cxn ang="0">
                    <a:pos x="164" y="30"/>
                  </a:cxn>
                  <a:cxn ang="0">
                    <a:pos x="120" y="41"/>
                  </a:cxn>
                  <a:cxn ang="0">
                    <a:pos x="96" y="0"/>
                  </a:cxn>
                  <a:cxn ang="0">
                    <a:pos x="72" y="41"/>
                  </a:cxn>
                  <a:cxn ang="0">
                    <a:pos x="29" y="30"/>
                  </a:cxn>
                  <a:cxn ang="0">
                    <a:pos x="41" y="73"/>
                  </a:cxn>
                  <a:cxn ang="0">
                    <a:pos x="0" y="96"/>
                  </a:cxn>
                  <a:cxn ang="0">
                    <a:pos x="41" y="120"/>
                  </a:cxn>
                  <a:cxn ang="0">
                    <a:pos x="30" y="162"/>
                  </a:cxn>
                  <a:cxn ang="0">
                    <a:pos x="96" y="43"/>
                  </a:cxn>
                  <a:cxn ang="0">
                    <a:pos x="150" y="97"/>
                  </a:cxn>
                  <a:cxn ang="0">
                    <a:pos x="96" y="151"/>
                  </a:cxn>
                  <a:cxn ang="0">
                    <a:pos x="41" y="97"/>
                  </a:cxn>
                  <a:cxn ang="0">
                    <a:pos x="96" y="43"/>
                  </a:cxn>
                  <a:cxn ang="0">
                    <a:pos x="96" y="43"/>
                  </a:cxn>
                  <a:cxn ang="0">
                    <a:pos x="96" y="43"/>
                  </a:cxn>
                </a:cxnLst>
                <a:rect l="0" t="0" r="r" b="b"/>
                <a:pathLst>
                  <a:path w="190" h="190">
                    <a:moveTo>
                      <a:pt x="30" y="162"/>
                    </a:moveTo>
                    <a:cubicBezTo>
                      <a:pt x="72" y="150"/>
                      <a:pt x="72" y="150"/>
                      <a:pt x="72" y="150"/>
                    </a:cubicBezTo>
                    <a:cubicBezTo>
                      <a:pt x="95" y="190"/>
                      <a:pt x="95" y="190"/>
                      <a:pt x="95" y="190"/>
                    </a:cubicBezTo>
                    <a:cubicBezTo>
                      <a:pt x="117" y="152"/>
                      <a:pt x="117" y="152"/>
                      <a:pt x="117" y="152"/>
                    </a:cubicBezTo>
                    <a:cubicBezTo>
                      <a:pt x="161" y="164"/>
                      <a:pt x="161" y="164"/>
                      <a:pt x="161" y="164"/>
                    </a:cubicBezTo>
                    <a:cubicBezTo>
                      <a:pt x="150" y="121"/>
                      <a:pt x="150" y="121"/>
                      <a:pt x="150" y="121"/>
                    </a:cubicBezTo>
                    <a:cubicBezTo>
                      <a:pt x="190" y="98"/>
                      <a:pt x="190" y="98"/>
                      <a:pt x="190" y="98"/>
                    </a:cubicBezTo>
                    <a:cubicBezTo>
                      <a:pt x="151" y="75"/>
                      <a:pt x="151" y="75"/>
                      <a:pt x="151" y="75"/>
                    </a:cubicBezTo>
                    <a:cubicBezTo>
                      <a:pt x="164" y="30"/>
                      <a:pt x="164" y="30"/>
                      <a:pt x="164" y="30"/>
                    </a:cubicBezTo>
                    <a:cubicBezTo>
                      <a:pt x="120" y="41"/>
                      <a:pt x="120" y="41"/>
                      <a:pt x="120" y="41"/>
                    </a:cubicBezTo>
                    <a:cubicBezTo>
                      <a:pt x="96" y="0"/>
                      <a:pt x="96" y="0"/>
                      <a:pt x="96" y="0"/>
                    </a:cubicBezTo>
                    <a:cubicBezTo>
                      <a:pt x="72" y="41"/>
                      <a:pt x="72" y="41"/>
                      <a:pt x="72" y="41"/>
                    </a:cubicBezTo>
                    <a:cubicBezTo>
                      <a:pt x="29" y="30"/>
                      <a:pt x="29" y="30"/>
                      <a:pt x="29" y="30"/>
                    </a:cubicBezTo>
                    <a:cubicBezTo>
                      <a:pt x="41" y="73"/>
                      <a:pt x="41" y="73"/>
                      <a:pt x="41" y="73"/>
                    </a:cubicBezTo>
                    <a:cubicBezTo>
                      <a:pt x="0" y="96"/>
                      <a:pt x="0" y="96"/>
                      <a:pt x="0" y="96"/>
                    </a:cubicBezTo>
                    <a:cubicBezTo>
                      <a:pt x="41" y="120"/>
                      <a:pt x="41" y="120"/>
                      <a:pt x="41" y="120"/>
                    </a:cubicBezTo>
                    <a:lnTo>
                      <a:pt x="30" y="162"/>
                    </a:lnTo>
                    <a:close/>
                    <a:moveTo>
                      <a:pt x="96" y="43"/>
                    </a:moveTo>
                    <a:cubicBezTo>
                      <a:pt x="125" y="43"/>
                      <a:pt x="150" y="67"/>
                      <a:pt x="150" y="97"/>
                    </a:cubicBezTo>
                    <a:cubicBezTo>
                      <a:pt x="150" y="127"/>
                      <a:pt x="125" y="151"/>
                      <a:pt x="96" y="151"/>
                    </a:cubicBezTo>
                    <a:cubicBezTo>
                      <a:pt x="66" y="151"/>
                      <a:pt x="41" y="127"/>
                      <a:pt x="41" y="97"/>
                    </a:cubicBezTo>
                    <a:cubicBezTo>
                      <a:pt x="41" y="67"/>
                      <a:pt x="66" y="43"/>
                      <a:pt x="96" y="43"/>
                    </a:cubicBezTo>
                    <a:close/>
                    <a:moveTo>
                      <a:pt x="96" y="43"/>
                    </a:moveTo>
                    <a:cubicBezTo>
                      <a:pt x="96" y="43"/>
                      <a:pt x="96" y="43"/>
                      <a:pt x="96" y="43"/>
                    </a:cubicBezTo>
                  </a:path>
                </a:pathLst>
              </a:custGeom>
              <a:grp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115" name="Freeform 83"/>
              <p:cNvSpPr>
                <a:spLocks noEditPoints="1"/>
              </p:cNvSpPr>
              <p:nvPr/>
            </p:nvSpPr>
            <p:spPr bwMode="auto">
              <a:xfrm>
                <a:off x="3259138" y="3910013"/>
                <a:ext cx="276225" cy="279400"/>
              </a:xfrm>
              <a:custGeom>
                <a:avLst/>
                <a:gdLst/>
                <a:ahLst/>
                <a:cxnLst>
                  <a:cxn ang="0">
                    <a:pos x="48" y="96"/>
                  </a:cxn>
                  <a:cxn ang="0">
                    <a:pos x="95" y="48"/>
                  </a:cxn>
                  <a:cxn ang="0">
                    <a:pos x="48" y="0"/>
                  </a:cxn>
                  <a:cxn ang="0">
                    <a:pos x="0" y="48"/>
                  </a:cxn>
                  <a:cxn ang="0">
                    <a:pos x="48" y="96"/>
                  </a:cxn>
                  <a:cxn ang="0">
                    <a:pos x="48" y="96"/>
                  </a:cxn>
                  <a:cxn ang="0">
                    <a:pos x="48" y="96"/>
                  </a:cxn>
                </a:cxnLst>
                <a:rect l="0" t="0" r="r" b="b"/>
                <a:pathLst>
                  <a:path w="95" h="96">
                    <a:moveTo>
                      <a:pt x="48" y="96"/>
                    </a:moveTo>
                    <a:cubicBezTo>
                      <a:pt x="74" y="96"/>
                      <a:pt x="95" y="74"/>
                      <a:pt x="95" y="48"/>
                    </a:cubicBezTo>
                    <a:cubicBezTo>
                      <a:pt x="95" y="22"/>
                      <a:pt x="74" y="0"/>
                      <a:pt x="48" y="0"/>
                    </a:cubicBezTo>
                    <a:cubicBezTo>
                      <a:pt x="21" y="0"/>
                      <a:pt x="0" y="22"/>
                      <a:pt x="0" y="48"/>
                    </a:cubicBezTo>
                    <a:cubicBezTo>
                      <a:pt x="0" y="74"/>
                      <a:pt x="21" y="96"/>
                      <a:pt x="48" y="96"/>
                    </a:cubicBezTo>
                    <a:close/>
                    <a:moveTo>
                      <a:pt x="48" y="96"/>
                    </a:moveTo>
                    <a:cubicBezTo>
                      <a:pt x="48" y="96"/>
                      <a:pt x="48" y="96"/>
                      <a:pt x="48" y="96"/>
                    </a:cubicBezTo>
                  </a:path>
                </a:pathLst>
              </a:custGeom>
              <a:grp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grpSp>
        <p:sp>
          <p:nvSpPr>
            <p:cNvPr id="116" name="Freeform 8"/>
            <p:cNvSpPr>
              <a:spLocks noEditPoints="1"/>
            </p:cNvSpPr>
            <p:nvPr/>
          </p:nvSpPr>
          <p:spPr bwMode="auto">
            <a:xfrm>
              <a:off x="10518" y="4548"/>
              <a:ext cx="713" cy="723"/>
            </a:xfrm>
            <a:custGeom>
              <a:avLst/>
              <a:gdLst/>
              <a:ahLst/>
              <a:cxnLst>
                <a:cxn ang="0">
                  <a:pos x="152" y="51"/>
                </a:cxn>
                <a:cxn ang="0">
                  <a:pos x="116" y="30"/>
                </a:cxn>
                <a:cxn ang="0">
                  <a:pos x="74" y="60"/>
                </a:cxn>
                <a:cxn ang="0">
                  <a:pos x="73" y="59"/>
                </a:cxn>
                <a:cxn ang="0">
                  <a:pos x="54" y="12"/>
                </a:cxn>
                <a:cxn ang="0">
                  <a:pos x="12" y="11"/>
                </a:cxn>
                <a:cxn ang="0">
                  <a:pos x="11" y="53"/>
                </a:cxn>
                <a:cxn ang="0">
                  <a:pos x="54" y="74"/>
                </a:cxn>
                <a:cxn ang="0">
                  <a:pos x="55" y="79"/>
                </a:cxn>
                <a:cxn ang="0">
                  <a:pos x="29" y="119"/>
                </a:cxn>
                <a:cxn ang="0">
                  <a:pos x="51" y="155"/>
                </a:cxn>
                <a:cxn ang="0">
                  <a:pos x="86" y="133"/>
                </a:cxn>
                <a:cxn ang="0">
                  <a:pos x="80" y="85"/>
                </a:cxn>
                <a:cxn ang="0">
                  <a:pos x="82" y="82"/>
                </a:cxn>
                <a:cxn ang="0">
                  <a:pos x="130" y="87"/>
                </a:cxn>
                <a:cxn ang="0">
                  <a:pos x="152" y="51"/>
                </a:cxn>
                <a:cxn ang="0">
                  <a:pos x="70" y="88"/>
                </a:cxn>
                <a:cxn ang="0">
                  <a:pos x="55" y="74"/>
                </a:cxn>
                <a:cxn ang="0">
                  <a:pos x="70" y="60"/>
                </a:cxn>
                <a:cxn ang="0">
                  <a:pos x="84" y="74"/>
                </a:cxn>
                <a:cxn ang="0">
                  <a:pos x="70" y="88"/>
                </a:cxn>
                <a:cxn ang="0">
                  <a:pos x="70" y="88"/>
                </a:cxn>
                <a:cxn ang="0">
                  <a:pos x="70" y="88"/>
                </a:cxn>
              </a:cxnLst>
              <a:rect l="0" t="0" r="r" b="b"/>
              <a:pathLst>
                <a:path w="156" h="158">
                  <a:moveTo>
                    <a:pt x="152" y="51"/>
                  </a:moveTo>
                  <a:cubicBezTo>
                    <a:pt x="148" y="36"/>
                    <a:pt x="132" y="26"/>
                    <a:pt x="116" y="30"/>
                  </a:cubicBezTo>
                  <a:cubicBezTo>
                    <a:pt x="104" y="33"/>
                    <a:pt x="82" y="46"/>
                    <a:pt x="74" y="60"/>
                  </a:cubicBezTo>
                  <a:cubicBezTo>
                    <a:pt x="74" y="59"/>
                    <a:pt x="74" y="59"/>
                    <a:pt x="73" y="59"/>
                  </a:cubicBezTo>
                  <a:cubicBezTo>
                    <a:pt x="73" y="44"/>
                    <a:pt x="62" y="21"/>
                    <a:pt x="54" y="12"/>
                  </a:cubicBezTo>
                  <a:cubicBezTo>
                    <a:pt x="42" y="1"/>
                    <a:pt x="24" y="0"/>
                    <a:pt x="12" y="11"/>
                  </a:cubicBezTo>
                  <a:cubicBezTo>
                    <a:pt x="0" y="23"/>
                    <a:pt x="0" y="41"/>
                    <a:pt x="11" y="53"/>
                  </a:cubicBezTo>
                  <a:cubicBezTo>
                    <a:pt x="19" y="61"/>
                    <a:pt x="39" y="72"/>
                    <a:pt x="54" y="74"/>
                  </a:cubicBezTo>
                  <a:cubicBezTo>
                    <a:pt x="54" y="76"/>
                    <a:pt x="54" y="77"/>
                    <a:pt x="55" y="79"/>
                  </a:cubicBezTo>
                  <a:cubicBezTo>
                    <a:pt x="43" y="88"/>
                    <a:pt x="31" y="108"/>
                    <a:pt x="29" y="119"/>
                  </a:cubicBezTo>
                  <a:cubicBezTo>
                    <a:pt x="25" y="135"/>
                    <a:pt x="35" y="151"/>
                    <a:pt x="51" y="155"/>
                  </a:cubicBezTo>
                  <a:cubicBezTo>
                    <a:pt x="67" y="158"/>
                    <a:pt x="82" y="148"/>
                    <a:pt x="86" y="133"/>
                  </a:cubicBezTo>
                  <a:cubicBezTo>
                    <a:pt x="89" y="121"/>
                    <a:pt x="87" y="98"/>
                    <a:pt x="80" y="85"/>
                  </a:cubicBezTo>
                  <a:cubicBezTo>
                    <a:pt x="81" y="84"/>
                    <a:pt x="82" y="83"/>
                    <a:pt x="82" y="82"/>
                  </a:cubicBezTo>
                  <a:cubicBezTo>
                    <a:pt x="96" y="89"/>
                    <a:pt x="119" y="90"/>
                    <a:pt x="130" y="87"/>
                  </a:cubicBezTo>
                  <a:cubicBezTo>
                    <a:pt x="146" y="83"/>
                    <a:pt x="156" y="67"/>
                    <a:pt x="152" y="51"/>
                  </a:cubicBezTo>
                  <a:close/>
                  <a:moveTo>
                    <a:pt x="70" y="88"/>
                  </a:moveTo>
                  <a:cubicBezTo>
                    <a:pt x="62" y="88"/>
                    <a:pt x="55" y="82"/>
                    <a:pt x="55" y="74"/>
                  </a:cubicBezTo>
                  <a:cubicBezTo>
                    <a:pt x="55" y="66"/>
                    <a:pt x="62" y="60"/>
                    <a:pt x="70" y="60"/>
                  </a:cubicBezTo>
                  <a:cubicBezTo>
                    <a:pt x="78" y="60"/>
                    <a:pt x="84" y="66"/>
                    <a:pt x="84" y="74"/>
                  </a:cubicBezTo>
                  <a:cubicBezTo>
                    <a:pt x="84" y="82"/>
                    <a:pt x="78" y="88"/>
                    <a:pt x="70" y="88"/>
                  </a:cubicBezTo>
                  <a:close/>
                  <a:moveTo>
                    <a:pt x="70" y="88"/>
                  </a:moveTo>
                  <a:cubicBezTo>
                    <a:pt x="70" y="88"/>
                    <a:pt x="70" y="88"/>
                    <a:pt x="70" y="88"/>
                  </a:cubicBezTo>
                </a:path>
              </a:pathLst>
            </a:custGeom>
            <a:solidFill>
              <a:schemeClr val="bg1"/>
            </a:solidFill>
            <a:ln w="9525">
              <a:noFill/>
              <a:round/>
            </a:ln>
          </p:spPr>
          <p:txBody>
            <a:bodyPr vert="horz" wrap="square" lIns="91440" tIns="45720" rIns="91440" bIns="45720" numCol="1" anchor="t" anchorCtr="0" compatLnSpc="1"/>
            <a:lstStyle/>
            <a:p>
              <a:pPr algn="r" rtl="1"/>
              <a:endParaRPr lang="en-US" dirty="0">
                <a:latin typeface="Arial" pitchFamily="34" charset="0"/>
                <a:ea typeface="微软雅黑" pitchFamily="34" charset="-122"/>
                <a:sym typeface="Arial" pitchFamily="34" charset="0"/>
              </a:endParaRPr>
            </a:p>
          </p:txBody>
        </p:sp>
        <p:sp>
          <p:nvSpPr>
            <p:cNvPr id="117" name="Freeform 38"/>
            <p:cNvSpPr>
              <a:spLocks noEditPoints="1"/>
            </p:cNvSpPr>
            <p:nvPr/>
          </p:nvSpPr>
          <p:spPr bwMode="auto">
            <a:xfrm>
              <a:off x="12772" y="4555"/>
              <a:ext cx="660" cy="964"/>
            </a:xfrm>
            <a:custGeom>
              <a:avLst/>
              <a:gdLst/>
              <a:ahLst/>
              <a:cxnLst>
                <a:cxn ang="0">
                  <a:pos x="35" y="0"/>
                </a:cxn>
                <a:cxn ang="0">
                  <a:pos x="0" y="35"/>
                </a:cxn>
                <a:cxn ang="0">
                  <a:pos x="16" y="74"/>
                </a:cxn>
                <a:cxn ang="0">
                  <a:pos x="35" y="102"/>
                </a:cxn>
                <a:cxn ang="0">
                  <a:pos x="54" y="74"/>
                </a:cxn>
                <a:cxn ang="0">
                  <a:pos x="70" y="35"/>
                </a:cxn>
                <a:cxn ang="0">
                  <a:pos x="35" y="0"/>
                </a:cxn>
                <a:cxn ang="0">
                  <a:pos x="43" y="87"/>
                </a:cxn>
                <a:cxn ang="0">
                  <a:pos x="27" y="89"/>
                </a:cxn>
                <a:cxn ang="0">
                  <a:pos x="26" y="83"/>
                </a:cxn>
                <a:cxn ang="0">
                  <a:pos x="26" y="83"/>
                </a:cxn>
                <a:cxn ang="0">
                  <a:pos x="45" y="80"/>
                </a:cxn>
                <a:cxn ang="0">
                  <a:pos x="44" y="83"/>
                </a:cxn>
                <a:cxn ang="0">
                  <a:pos x="43" y="87"/>
                </a:cxn>
                <a:cxn ang="0">
                  <a:pos x="25" y="79"/>
                </a:cxn>
                <a:cxn ang="0">
                  <a:pos x="23" y="73"/>
                </a:cxn>
                <a:cxn ang="0">
                  <a:pos x="47" y="73"/>
                </a:cxn>
                <a:cxn ang="0">
                  <a:pos x="46" y="77"/>
                </a:cxn>
                <a:cxn ang="0">
                  <a:pos x="25" y="79"/>
                </a:cxn>
                <a:cxn ang="0">
                  <a:pos x="35" y="96"/>
                </a:cxn>
                <a:cxn ang="0">
                  <a:pos x="29" y="92"/>
                </a:cxn>
                <a:cxn ang="0">
                  <a:pos x="42" y="90"/>
                </a:cxn>
                <a:cxn ang="0">
                  <a:pos x="35" y="96"/>
                </a:cxn>
                <a:cxn ang="0">
                  <a:pos x="50" y="67"/>
                </a:cxn>
                <a:cxn ang="0">
                  <a:pos x="20" y="67"/>
                </a:cxn>
                <a:cxn ang="0">
                  <a:pos x="15" y="57"/>
                </a:cxn>
                <a:cxn ang="0">
                  <a:pos x="6" y="35"/>
                </a:cxn>
                <a:cxn ang="0">
                  <a:pos x="35" y="6"/>
                </a:cxn>
                <a:cxn ang="0">
                  <a:pos x="64" y="35"/>
                </a:cxn>
                <a:cxn ang="0">
                  <a:pos x="55" y="57"/>
                </a:cxn>
                <a:cxn ang="0">
                  <a:pos x="50" y="67"/>
                </a:cxn>
                <a:cxn ang="0">
                  <a:pos x="50" y="67"/>
                </a:cxn>
                <a:cxn ang="0">
                  <a:pos x="50" y="67"/>
                </a:cxn>
              </a:cxnLst>
              <a:rect l="0" t="0" r="r" b="b"/>
              <a:pathLst>
                <a:path w="70" h="102">
                  <a:moveTo>
                    <a:pt x="35" y="0"/>
                  </a:moveTo>
                  <a:cubicBezTo>
                    <a:pt x="16" y="0"/>
                    <a:pt x="0" y="16"/>
                    <a:pt x="0" y="35"/>
                  </a:cubicBezTo>
                  <a:cubicBezTo>
                    <a:pt x="0" y="48"/>
                    <a:pt x="12" y="62"/>
                    <a:pt x="16" y="74"/>
                  </a:cubicBezTo>
                  <a:cubicBezTo>
                    <a:pt x="22" y="91"/>
                    <a:pt x="22" y="102"/>
                    <a:pt x="35" y="102"/>
                  </a:cubicBezTo>
                  <a:cubicBezTo>
                    <a:pt x="49" y="102"/>
                    <a:pt x="48" y="92"/>
                    <a:pt x="54" y="74"/>
                  </a:cubicBezTo>
                  <a:cubicBezTo>
                    <a:pt x="58" y="62"/>
                    <a:pt x="70" y="48"/>
                    <a:pt x="70" y="35"/>
                  </a:cubicBezTo>
                  <a:cubicBezTo>
                    <a:pt x="70" y="16"/>
                    <a:pt x="54" y="0"/>
                    <a:pt x="35" y="0"/>
                  </a:cubicBezTo>
                  <a:close/>
                  <a:moveTo>
                    <a:pt x="43" y="87"/>
                  </a:moveTo>
                  <a:cubicBezTo>
                    <a:pt x="27" y="89"/>
                    <a:pt x="27" y="89"/>
                    <a:pt x="27" y="89"/>
                  </a:cubicBezTo>
                  <a:cubicBezTo>
                    <a:pt x="27" y="87"/>
                    <a:pt x="26" y="85"/>
                    <a:pt x="26" y="83"/>
                  </a:cubicBezTo>
                  <a:cubicBezTo>
                    <a:pt x="26" y="83"/>
                    <a:pt x="26" y="83"/>
                    <a:pt x="26" y="83"/>
                  </a:cubicBezTo>
                  <a:cubicBezTo>
                    <a:pt x="45" y="80"/>
                    <a:pt x="45" y="80"/>
                    <a:pt x="45" y="80"/>
                  </a:cubicBezTo>
                  <a:cubicBezTo>
                    <a:pt x="45" y="81"/>
                    <a:pt x="45" y="82"/>
                    <a:pt x="44" y="83"/>
                  </a:cubicBezTo>
                  <a:cubicBezTo>
                    <a:pt x="44" y="84"/>
                    <a:pt x="44" y="86"/>
                    <a:pt x="43" y="87"/>
                  </a:cubicBezTo>
                  <a:close/>
                  <a:moveTo>
                    <a:pt x="25" y="79"/>
                  </a:moveTo>
                  <a:cubicBezTo>
                    <a:pt x="24" y="78"/>
                    <a:pt x="23" y="76"/>
                    <a:pt x="23" y="73"/>
                  </a:cubicBezTo>
                  <a:cubicBezTo>
                    <a:pt x="47" y="73"/>
                    <a:pt x="47" y="73"/>
                    <a:pt x="47" y="73"/>
                  </a:cubicBezTo>
                  <a:cubicBezTo>
                    <a:pt x="47" y="75"/>
                    <a:pt x="47" y="76"/>
                    <a:pt x="46" y="77"/>
                  </a:cubicBezTo>
                  <a:lnTo>
                    <a:pt x="25" y="79"/>
                  </a:lnTo>
                  <a:close/>
                  <a:moveTo>
                    <a:pt x="35" y="96"/>
                  </a:moveTo>
                  <a:cubicBezTo>
                    <a:pt x="32" y="96"/>
                    <a:pt x="30" y="95"/>
                    <a:pt x="29" y="92"/>
                  </a:cubicBezTo>
                  <a:cubicBezTo>
                    <a:pt x="42" y="90"/>
                    <a:pt x="42" y="90"/>
                    <a:pt x="42" y="90"/>
                  </a:cubicBezTo>
                  <a:cubicBezTo>
                    <a:pt x="40" y="95"/>
                    <a:pt x="39" y="96"/>
                    <a:pt x="35" y="96"/>
                  </a:cubicBezTo>
                  <a:close/>
                  <a:moveTo>
                    <a:pt x="50" y="67"/>
                  </a:moveTo>
                  <a:cubicBezTo>
                    <a:pt x="20" y="67"/>
                    <a:pt x="20" y="67"/>
                    <a:pt x="20" y="67"/>
                  </a:cubicBezTo>
                  <a:cubicBezTo>
                    <a:pt x="19" y="64"/>
                    <a:pt x="17" y="60"/>
                    <a:pt x="15" y="57"/>
                  </a:cubicBezTo>
                  <a:cubicBezTo>
                    <a:pt x="11" y="49"/>
                    <a:pt x="6" y="41"/>
                    <a:pt x="6" y="35"/>
                  </a:cubicBezTo>
                  <a:cubicBezTo>
                    <a:pt x="6" y="19"/>
                    <a:pt x="19" y="6"/>
                    <a:pt x="35" y="6"/>
                  </a:cubicBezTo>
                  <a:cubicBezTo>
                    <a:pt x="51" y="6"/>
                    <a:pt x="64" y="19"/>
                    <a:pt x="64" y="35"/>
                  </a:cubicBezTo>
                  <a:cubicBezTo>
                    <a:pt x="64" y="41"/>
                    <a:pt x="60" y="49"/>
                    <a:pt x="55" y="57"/>
                  </a:cubicBezTo>
                  <a:cubicBezTo>
                    <a:pt x="53" y="60"/>
                    <a:pt x="52" y="64"/>
                    <a:pt x="50" y="67"/>
                  </a:cubicBezTo>
                  <a:close/>
                  <a:moveTo>
                    <a:pt x="50" y="67"/>
                  </a:moveTo>
                  <a:cubicBezTo>
                    <a:pt x="50" y="67"/>
                    <a:pt x="50" y="67"/>
                    <a:pt x="50" y="67"/>
                  </a:cubicBezTo>
                </a:path>
              </a:pathLst>
            </a:custGeom>
            <a:solidFill>
              <a:schemeClr val="bg1"/>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121" name="Oval 120"/>
            <p:cNvSpPr/>
            <p:nvPr/>
          </p:nvSpPr>
          <p:spPr>
            <a:xfrm>
              <a:off x="11765" y="5599"/>
              <a:ext cx="284" cy="284"/>
            </a:xfrm>
            <a:prstGeom prst="ellipse">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itchFamily="34" charset="0"/>
                <a:ea typeface="微软雅黑" pitchFamily="34" charset="-122"/>
                <a:sym typeface="Arial" pitchFamily="34" charset="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p:cNvSpPr>
            <a:spLocks noGrp="1" noChangeArrowheads="1"/>
          </p:cNvSpPr>
          <p:nvPr>
            <p:ph type="title" idx="4294967295"/>
          </p:nvPr>
        </p:nvSpPr>
        <p:spPr>
          <a:xfrm>
            <a:off x="539750" y="152400"/>
            <a:ext cx="8430895" cy="857250"/>
          </a:xfrm>
        </p:spPr>
        <p:txBody>
          <a:bodyPr/>
          <a:lstStyle/>
          <a:p>
            <a:pPr eaLnBrk="1" hangingPunct="1"/>
            <a:r>
              <a:rPr lang="zh-CN" altLang="en-US" b="1">
                <a:solidFill>
                  <a:srgbClr val="000000"/>
                </a:solidFill>
                <a:latin typeface="Times New Roman" pitchFamily="18" charset="0"/>
                <a:ea typeface="楷体" charset="0"/>
                <a:cs typeface="微软雅黑"/>
              </a:rPr>
              <a:t>最优化原理（分布式求解）</a:t>
            </a:r>
          </a:p>
        </p:txBody>
      </p:sp>
      <p:sp>
        <p:nvSpPr>
          <p:cNvPr id="9219" name="Rectangle 3"/>
          <p:cNvSpPr>
            <a:spLocks noGrp="1" noChangeArrowheads="1"/>
          </p:cNvSpPr>
          <p:nvPr>
            <p:ph idx="4294967295"/>
          </p:nvPr>
        </p:nvSpPr>
        <p:spPr>
          <a:xfrm>
            <a:off x="239395" y="1009650"/>
            <a:ext cx="8731250" cy="3514725"/>
          </a:xfrm>
        </p:spPr>
        <p:txBody>
          <a:bodyPr rtlCol="0">
            <a:normAutofit fontScale="87500" lnSpcReduction="10000"/>
          </a:bodyPr>
          <a:lstStyle/>
          <a:p>
            <a:pPr marL="0" indent="0" eaLnBrk="1" fontAlgn="auto" hangingPunct="1">
              <a:lnSpc>
                <a:spcPct val="90000"/>
              </a:lnSpc>
              <a:spcAft>
                <a:spcPts val="0"/>
              </a:spcAft>
              <a:buNone/>
              <a:defRPr/>
            </a:pPr>
            <a:r>
              <a:rPr lang="zh-CN" altLang="en-US" b="1" dirty="0">
                <a:solidFill>
                  <a:srgbClr val="000000"/>
                </a:solidFill>
                <a:latin typeface="Times New Roman" pitchFamily="18" charset="0"/>
                <a:ea typeface="楷体" charset="0"/>
              </a:rPr>
              <a:t>在实际生活中，有一类问题的活动过程可以分成若干个阶段，而且在任一阶段后的行为依赖于该阶段的状态，与该阶段之前的过程如何达到这种状态的方式无关。</a:t>
            </a:r>
          </a:p>
          <a:p>
            <a:pPr eaLnBrk="1" fontAlgn="auto" hangingPunct="1">
              <a:lnSpc>
                <a:spcPct val="90000"/>
              </a:lnSpc>
              <a:spcAft>
                <a:spcPts val="0"/>
              </a:spcAft>
              <a:buClr>
                <a:srgbClr val="C00000"/>
              </a:buClr>
              <a:buFont typeface="Wingdings 2"/>
              <a:buChar char="ß"/>
              <a:defRPr/>
            </a:pPr>
            <a:r>
              <a:rPr lang="zh-CN" altLang="en-US" b="1" dirty="0">
                <a:solidFill>
                  <a:srgbClr val="000000"/>
                </a:solidFill>
                <a:latin typeface="Times New Roman" pitchFamily="18" charset="0"/>
                <a:ea typeface="楷体" charset="0"/>
              </a:rPr>
              <a:t>这类问题的解决是多阶段的决策过程。</a:t>
            </a:r>
          </a:p>
          <a:p>
            <a:pPr eaLnBrk="1" fontAlgn="auto" hangingPunct="1">
              <a:lnSpc>
                <a:spcPct val="90000"/>
              </a:lnSpc>
              <a:spcAft>
                <a:spcPts val="0"/>
              </a:spcAft>
              <a:buClr>
                <a:srgbClr val="C00000"/>
              </a:buClr>
              <a:buFont typeface="Wingdings 2"/>
              <a:buChar char="ß"/>
              <a:defRPr/>
            </a:pPr>
            <a:r>
              <a:rPr lang="zh-CN" altLang="en-US" b="1" dirty="0">
                <a:solidFill>
                  <a:srgbClr val="000000"/>
                </a:solidFill>
                <a:latin typeface="Times New Roman" pitchFamily="18" charset="0"/>
                <a:ea typeface="楷体" charset="0"/>
                <a:sym typeface="+mn-ea"/>
              </a:rPr>
              <a:t>是处理分段过程最优化问题的一类非常有效的方法。</a:t>
            </a:r>
            <a:endParaRPr lang="zh-CN" altLang="en-US" b="1" dirty="0">
              <a:solidFill>
                <a:srgbClr val="000000"/>
              </a:solidFill>
              <a:latin typeface="Times New Roman" pitchFamily="18" charset="0"/>
              <a:ea typeface="楷体" charset="0"/>
            </a:endParaRPr>
          </a:p>
          <a:p>
            <a:pPr eaLnBrk="1" fontAlgn="auto" hangingPunct="1">
              <a:lnSpc>
                <a:spcPct val="90000"/>
              </a:lnSpc>
              <a:spcAft>
                <a:spcPts val="0"/>
              </a:spcAft>
              <a:buClr>
                <a:srgbClr val="C00000"/>
              </a:buClr>
              <a:buFont typeface="Wingdings 2"/>
              <a:buChar char="ß"/>
              <a:defRPr/>
            </a:pPr>
            <a:r>
              <a:rPr lang="zh-CN" altLang="en-US" b="1" dirty="0">
                <a:solidFill>
                  <a:srgbClr val="000000"/>
                </a:solidFill>
                <a:latin typeface="Times New Roman" pitchFamily="18" charset="0"/>
                <a:ea typeface="楷体" charset="0"/>
              </a:rPr>
              <a:t>在</a:t>
            </a:r>
            <a:r>
              <a:rPr lang="en-US" altLang="zh-CN" b="1" dirty="0">
                <a:solidFill>
                  <a:srgbClr val="000000"/>
                </a:solidFill>
                <a:latin typeface="Times New Roman" pitchFamily="18" charset="0"/>
                <a:ea typeface="楷体" charset="0"/>
              </a:rPr>
              <a:t>50</a:t>
            </a:r>
            <a:r>
              <a:rPr lang="zh-CN" altLang="en-US" b="1" dirty="0">
                <a:solidFill>
                  <a:srgbClr val="000000"/>
                </a:solidFill>
                <a:latin typeface="Times New Roman" pitchFamily="18" charset="0"/>
                <a:ea typeface="楷体" charset="0"/>
              </a:rPr>
              <a:t>年代，贝尔曼（</a:t>
            </a:r>
            <a:r>
              <a:rPr lang="en-US" altLang="zh-CN" b="1" dirty="0">
                <a:solidFill>
                  <a:srgbClr val="000000"/>
                </a:solidFill>
                <a:latin typeface="Times New Roman" pitchFamily="18" charset="0"/>
                <a:ea typeface="楷体" charset="0"/>
              </a:rPr>
              <a:t>Richard Bellman)</a:t>
            </a:r>
            <a:r>
              <a:rPr lang="zh-CN" altLang="en-US" b="1" dirty="0">
                <a:solidFill>
                  <a:srgbClr val="000000"/>
                </a:solidFill>
                <a:latin typeface="Times New Roman" pitchFamily="18" charset="0"/>
                <a:ea typeface="楷体" charset="0"/>
              </a:rPr>
              <a:t>等人提出了最优化原理，并利用这个原理产生了动态规划算法从而解决了这类问题。</a:t>
            </a:r>
          </a:p>
          <a:p>
            <a:pPr eaLnBrk="1" fontAlgn="auto" hangingPunct="1">
              <a:lnSpc>
                <a:spcPct val="90000"/>
              </a:lnSpc>
              <a:spcAft>
                <a:spcPts val="0"/>
              </a:spcAft>
              <a:buFont typeface="Wingdings 2"/>
              <a:buChar char="ß"/>
              <a:defRPr/>
            </a:pPr>
            <a:endParaRPr lang="zh-CN" altLang="en-US" b="1" dirty="0">
              <a:solidFill>
                <a:srgbClr val="000000"/>
              </a:solidFill>
              <a:latin typeface="Times New Roman" pitchFamily="18" charset="0"/>
              <a:ea typeface="楷体"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idx="4294967295"/>
          </p:nvPr>
        </p:nvSpPr>
        <p:spPr>
          <a:xfrm>
            <a:off x="1806575" y="152400"/>
            <a:ext cx="6172200" cy="857250"/>
          </a:xfrm>
        </p:spPr>
        <p:txBody>
          <a:bodyPr/>
          <a:lstStyle/>
          <a:p>
            <a:pPr eaLnBrk="1" hangingPunct="1"/>
            <a:r>
              <a:rPr lang="zh-CN" altLang="en-US" b="1">
                <a:solidFill>
                  <a:srgbClr val="000000"/>
                </a:solidFill>
                <a:latin typeface="楷体" charset="0"/>
                <a:ea typeface="楷体" charset="0"/>
                <a:cs typeface="微软雅黑"/>
              </a:rPr>
              <a:t>最优化原理</a:t>
            </a:r>
          </a:p>
        </p:txBody>
      </p:sp>
      <p:sp>
        <p:nvSpPr>
          <p:cNvPr id="37890" name="Rectangle 3"/>
          <p:cNvSpPr>
            <a:spLocks noGrp="1" noChangeArrowheads="1"/>
          </p:cNvSpPr>
          <p:nvPr>
            <p:ph idx="4294967295"/>
          </p:nvPr>
        </p:nvSpPr>
        <p:spPr>
          <a:xfrm>
            <a:off x="448310" y="1200150"/>
            <a:ext cx="8256905" cy="3514725"/>
          </a:xfrm>
        </p:spPr>
        <p:txBody>
          <a:bodyPr/>
          <a:lstStyle/>
          <a:p>
            <a:pPr eaLnBrk="1" hangingPunct="1"/>
            <a:r>
              <a:rPr lang="zh-CN" altLang="en-US" b="1" dirty="0">
                <a:solidFill>
                  <a:srgbClr val="000000"/>
                </a:solidFill>
                <a:latin typeface="楷体" charset="0"/>
                <a:ea typeface="楷体" charset="0"/>
              </a:rPr>
              <a:t>多阶段过程的最优决策序列应当具有性质：</a:t>
            </a:r>
          </a:p>
          <a:p>
            <a:pPr lvl="1" eaLnBrk="1" hangingPunct="1"/>
            <a:r>
              <a:rPr lang="zh-CN" altLang="en-US" b="1" dirty="0">
                <a:solidFill>
                  <a:srgbClr val="000000"/>
                </a:solidFill>
                <a:latin typeface="楷体" charset="0"/>
                <a:ea typeface="楷体" charset="0"/>
              </a:rPr>
              <a:t>无论过程的初始状态和初始决策是什么，其余的决策都必须相对于初始决策所产生的状态构成一个最优决策序列。</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idx="4294967295"/>
          </p:nvPr>
        </p:nvSpPr>
        <p:spPr>
          <a:xfrm>
            <a:off x="1979930" y="94615"/>
            <a:ext cx="6172200" cy="857250"/>
          </a:xfrm>
        </p:spPr>
        <p:txBody>
          <a:bodyPr/>
          <a:lstStyle/>
          <a:p>
            <a:pPr eaLnBrk="1" hangingPunct="1"/>
            <a:r>
              <a:rPr lang="zh-CN" altLang="en-US" b="1">
                <a:solidFill>
                  <a:srgbClr val="000000"/>
                </a:solidFill>
                <a:latin typeface="Times New Roman" pitchFamily="18" charset="0"/>
                <a:ea typeface="楷体" charset="0"/>
                <a:cs typeface="微软雅黑"/>
              </a:rPr>
              <a:t>问题必须具备的性质</a:t>
            </a:r>
          </a:p>
        </p:txBody>
      </p:sp>
      <p:sp>
        <p:nvSpPr>
          <p:cNvPr id="38914" name="Rectangle 3"/>
          <p:cNvSpPr>
            <a:spLocks noGrp="1" noChangeArrowheads="1"/>
          </p:cNvSpPr>
          <p:nvPr>
            <p:ph idx="4294967295"/>
          </p:nvPr>
        </p:nvSpPr>
        <p:spPr>
          <a:xfrm>
            <a:off x="286385" y="951865"/>
            <a:ext cx="8536305" cy="3514725"/>
          </a:xfrm>
        </p:spPr>
        <p:txBody>
          <a:bodyPr/>
          <a:lstStyle/>
          <a:p>
            <a:pPr eaLnBrk="1" hangingPunct="1"/>
            <a:r>
              <a:rPr lang="zh-CN" altLang="en-US" b="1">
                <a:solidFill>
                  <a:srgbClr val="000000"/>
                </a:solidFill>
                <a:latin typeface="Times New Roman" pitchFamily="18" charset="0"/>
                <a:ea typeface="楷体" charset="0"/>
              </a:rPr>
              <a:t>最优子结构性质</a:t>
            </a:r>
          </a:p>
          <a:p>
            <a:pPr lvl="1" eaLnBrk="1" hangingPunct="1"/>
            <a:r>
              <a:rPr lang="zh-CN" altLang="en-US" b="1">
                <a:solidFill>
                  <a:srgbClr val="000000"/>
                </a:solidFill>
                <a:latin typeface="Times New Roman" pitchFamily="18" charset="0"/>
                <a:ea typeface="楷体" charset="0"/>
              </a:rPr>
              <a:t>原问题的最优解包含了其子问题的最优解，即原问题可以由子问题的最优解组合而成，这就使得问题可以拆分成若干个子问题。</a:t>
            </a:r>
          </a:p>
          <a:p>
            <a:pPr eaLnBrk="1" hangingPunct="1"/>
            <a:r>
              <a:rPr lang="zh-CN" altLang="en-US" b="1">
                <a:solidFill>
                  <a:srgbClr val="000000"/>
                </a:solidFill>
                <a:latin typeface="Times New Roman" pitchFamily="18" charset="0"/>
                <a:ea typeface="楷体" charset="0"/>
              </a:rPr>
              <a:t>子问题重叠性质</a:t>
            </a:r>
          </a:p>
          <a:p>
            <a:pPr lvl="1" eaLnBrk="1" hangingPunct="1"/>
            <a:r>
              <a:rPr lang="zh-CN" altLang="en-US" b="1">
                <a:solidFill>
                  <a:srgbClr val="000000"/>
                </a:solidFill>
                <a:latin typeface="Times New Roman" pitchFamily="18" charset="0"/>
                <a:ea typeface="楷体" charset="0"/>
              </a:rPr>
              <a:t>每次产生的子问题并不总是新问题，有些子问题被反复计算多次。</a:t>
            </a:r>
          </a:p>
        </p:txBody>
      </p:sp>
      <p:sp>
        <p:nvSpPr>
          <p:cNvPr id="4" name="灯片编号占位符 5"/>
          <p:cNvSpPr>
            <a:spLocks noGrp="1"/>
          </p:cNvSpPr>
          <p:nvPr>
            <p:ph type="sldNum" sz="quarter" idx="4294967295"/>
          </p:nvPr>
        </p:nvSpPr>
        <p:spPr>
          <a:xfrm>
            <a:off x="0" y="4800600"/>
            <a:ext cx="685800" cy="213360"/>
          </a:xfrm>
        </p:spPr>
        <p:txBody>
          <a:bodyPr/>
          <a:lstStyle/>
          <a:p>
            <a:pPr>
              <a:defRPr/>
            </a:pPr>
            <a:fld id="{66450FFF-A706-4904-8D22-F187A68CC864}" type="slidenum">
              <a:rPr lang="en-US" altLang="zh-CN" sz="1500" b="1">
                <a:solidFill>
                  <a:srgbClr val="000000"/>
                </a:solidFill>
                <a:latin typeface="Times New Roman" pitchFamily="18" charset="0"/>
                <a:ea typeface="楷体" charset="0"/>
              </a:rPr>
              <a:t>7</a:t>
            </a:fld>
            <a:endParaRPr lang="en-US" altLang="zh-CN" sz="1500" b="1">
              <a:solidFill>
                <a:srgbClr val="000000"/>
              </a:solidFill>
              <a:latin typeface="Times New Roman" pitchFamily="18" charset="0"/>
              <a:ea typeface="楷体"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777875" y="843915"/>
            <a:ext cx="8041640" cy="608965"/>
          </a:xfrm>
          <a:prstGeom prst="rect">
            <a:avLst/>
          </a:prstGeom>
          <a:noFill/>
          <a:ln w="9525">
            <a:noFill/>
            <a:miter lim="800000"/>
          </a:ln>
        </p:spPr>
        <p:txBody>
          <a:bodyPr/>
          <a:lstStyle/>
          <a:p>
            <a:pPr marL="342900" indent="-342900">
              <a:spcBef>
                <a:spcPct val="20000"/>
              </a:spcBef>
              <a:buClr>
                <a:schemeClr val="accent1"/>
              </a:buClr>
              <a:buSzPct val="65000"/>
              <a:buFont typeface="Wingdings" pitchFamily="2" charset="2"/>
              <a:buChar char="n"/>
            </a:pPr>
            <a:r>
              <a:rPr lang="zh-CN" altLang="en-US" sz="2400" b="1">
                <a:solidFill>
                  <a:srgbClr val="000000"/>
                </a:solidFill>
                <a:latin typeface="Times New Roman" pitchFamily="18" charset="0"/>
                <a:ea typeface="楷体" charset="0"/>
                <a:cs typeface="楷体_GB2312"/>
              </a:rPr>
              <a:t>动态规划算法与分治法类似，其基本思想也是将待求解问题分解成若干个子问题。</a:t>
            </a:r>
          </a:p>
        </p:txBody>
      </p:sp>
      <p:sp>
        <p:nvSpPr>
          <p:cNvPr id="284675" name="Rectangle 3"/>
          <p:cNvSpPr>
            <a:spLocks noChangeArrowheads="1"/>
          </p:cNvSpPr>
          <p:nvPr/>
        </p:nvSpPr>
        <p:spPr bwMode="auto">
          <a:xfrm>
            <a:off x="1439466" y="195263"/>
            <a:ext cx="5829300" cy="485775"/>
          </a:xfrm>
          <a:prstGeom prst="rect">
            <a:avLst/>
          </a:prstGeom>
          <a:noFill/>
          <a:ln>
            <a:noFill/>
          </a:ln>
          <a:effectLst/>
        </p:spPr>
        <p:txBody>
          <a:bodyPr anchor="ctr"/>
          <a:lstStyle/>
          <a:p>
            <a:pPr algn="ctr">
              <a:defRPr/>
            </a:pPr>
            <a:r>
              <a:rPr lang="zh-CN" altLang="en-US" sz="3150" b="1">
                <a:solidFill>
                  <a:srgbClr val="000000"/>
                </a:solidFill>
                <a:effectLst>
                  <a:outerShdw blurRad="38100" dist="38100" dir="2700000" algn="tl">
                    <a:srgbClr val="C0C0C0"/>
                  </a:outerShdw>
                </a:effectLst>
                <a:latin typeface="Times New Roman" pitchFamily="18" charset="0"/>
                <a:ea typeface="楷体" charset="0"/>
              </a:rPr>
              <a:t>算法总体思想</a:t>
            </a:r>
          </a:p>
        </p:txBody>
      </p:sp>
      <p:grpSp>
        <p:nvGrpSpPr>
          <p:cNvPr id="39940" name="Group 4"/>
          <p:cNvGrpSpPr/>
          <p:nvPr/>
        </p:nvGrpSpPr>
        <p:grpSpPr bwMode="auto">
          <a:xfrm>
            <a:off x="1223963" y="2221706"/>
            <a:ext cx="6536531" cy="2400300"/>
            <a:chOff x="270" y="2025"/>
            <a:chExt cx="5490" cy="2016"/>
          </a:xfrm>
        </p:grpSpPr>
        <p:sp>
          <p:nvSpPr>
            <p:cNvPr id="39941" name="Oval 5"/>
            <p:cNvSpPr>
              <a:spLocks noChangeArrowheads="1"/>
            </p:cNvSpPr>
            <p:nvPr/>
          </p:nvSpPr>
          <p:spPr bwMode="auto">
            <a:xfrm>
              <a:off x="2699" y="2205"/>
              <a:ext cx="504" cy="384"/>
            </a:xfrm>
            <a:prstGeom prst="ellipse">
              <a:avLst/>
            </a:prstGeom>
            <a:solidFill>
              <a:schemeClr val="accent1"/>
            </a:solidFill>
            <a:ln w="19050">
              <a:solidFill>
                <a:schemeClr val="accent2"/>
              </a:solidFill>
              <a:round/>
            </a:ln>
          </p:spPr>
          <p:txBody>
            <a:bodyPr wrap="none" anchor="ctr"/>
            <a:lstStyle/>
            <a:p>
              <a:pPr algn="ctr" eaLnBrk="0" hangingPunct="0"/>
              <a:r>
                <a:rPr lang="en-US" altLang="zh-CN" sz="2400" b="1">
                  <a:solidFill>
                    <a:srgbClr val="000000"/>
                  </a:solidFill>
                  <a:latin typeface="Times New Roman" pitchFamily="18" charset="0"/>
                  <a:ea typeface="楷体" charset="0"/>
                </a:rPr>
                <a:t>n</a:t>
              </a:r>
            </a:p>
          </p:txBody>
        </p:sp>
        <p:cxnSp>
          <p:nvCxnSpPr>
            <p:cNvPr id="39942" name="AutoShape 6"/>
            <p:cNvCxnSpPr>
              <a:cxnSpLocks noChangeShapeType="1"/>
              <a:stCxn id="39941" idx="4"/>
              <a:endCxn id="39949" idx="0"/>
            </p:cNvCxnSpPr>
            <p:nvPr/>
          </p:nvCxnSpPr>
          <p:spPr bwMode="auto">
            <a:xfrm>
              <a:off x="2951" y="2595"/>
              <a:ext cx="2281" cy="512"/>
            </a:xfrm>
            <a:prstGeom prst="straightConnector1">
              <a:avLst/>
            </a:prstGeom>
            <a:noFill/>
            <a:ln w="19050">
              <a:solidFill>
                <a:schemeClr val="accent2"/>
              </a:solidFill>
              <a:round/>
              <a:tailEnd type="triangle" w="med" len="med"/>
            </a:ln>
          </p:spPr>
        </p:cxnSp>
        <p:cxnSp>
          <p:nvCxnSpPr>
            <p:cNvPr id="39943" name="AutoShape 7"/>
            <p:cNvCxnSpPr>
              <a:cxnSpLocks noChangeShapeType="1"/>
              <a:stCxn id="39941" idx="4"/>
              <a:endCxn id="39946" idx="0"/>
            </p:cNvCxnSpPr>
            <p:nvPr/>
          </p:nvCxnSpPr>
          <p:spPr bwMode="auto">
            <a:xfrm flipH="1">
              <a:off x="798" y="2595"/>
              <a:ext cx="2153" cy="480"/>
            </a:xfrm>
            <a:prstGeom prst="straightConnector1">
              <a:avLst/>
            </a:prstGeom>
            <a:noFill/>
            <a:ln w="19050">
              <a:solidFill>
                <a:schemeClr val="accent2"/>
              </a:solidFill>
              <a:round/>
              <a:tailEnd type="triangle" w="med" len="med"/>
            </a:ln>
          </p:spPr>
        </p:cxnSp>
        <p:cxnSp>
          <p:nvCxnSpPr>
            <p:cNvPr id="39944" name="AutoShape 8"/>
            <p:cNvCxnSpPr>
              <a:cxnSpLocks noChangeShapeType="1"/>
              <a:stCxn id="39941" idx="4"/>
              <a:endCxn id="39947" idx="0"/>
            </p:cNvCxnSpPr>
            <p:nvPr/>
          </p:nvCxnSpPr>
          <p:spPr bwMode="auto">
            <a:xfrm flipH="1">
              <a:off x="2276" y="2595"/>
              <a:ext cx="675" cy="512"/>
            </a:xfrm>
            <a:prstGeom prst="straightConnector1">
              <a:avLst/>
            </a:prstGeom>
            <a:noFill/>
            <a:ln w="19050">
              <a:solidFill>
                <a:schemeClr val="accent2"/>
              </a:solidFill>
              <a:round/>
              <a:tailEnd type="triangle" w="med" len="med"/>
            </a:ln>
          </p:spPr>
        </p:cxnSp>
        <p:cxnSp>
          <p:nvCxnSpPr>
            <p:cNvPr id="39945" name="AutoShape 9"/>
            <p:cNvCxnSpPr>
              <a:cxnSpLocks noChangeShapeType="1"/>
              <a:stCxn id="39941" idx="4"/>
              <a:endCxn id="39948" idx="0"/>
            </p:cNvCxnSpPr>
            <p:nvPr/>
          </p:nvCxnSpPr>
          <p:spPr bwMode="auto">
            <a:xfrm>
              <a:off x="2951" y="2595"/>
              <a:ext cx="803" cy="512"/>
            </a:xfrm>
            <a:prstGeom prst="straightConnector1">
              <a:avLst/>
            </a:prstGeom>
            <a:noFill/>
            <a:ln w="19050">
              <a:solidFill>
                <a:schemeClr val="accent2"/>
              </a:solidFill>
              <a:round/>
              <a:tailEnd type="triangle" w="med" len="med"/>
            </a:ln>
          </p:spPr>
        </p:cxnSp>
        <p:sp>
          <p:nvSpPr>
            <p:cNvPr id="39946" name="AutoShape 10"/>
            <p:cNvSpPr>
              <a:spLocks noChangeArrowheads="1"/>
            </p:cNvSpPr>
            <p:nvPr/>
          </p:nvSpPr>
          <p:spPr bwMode="auto">
            <a:xfrm>
              <a:off x="270" y="3081"/>
              <a:ext cx="1056" cy="92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2100" b="1">
                  <a:solidFill>
                    <a:srgbClr val="000000"/>
                  </a:solidFill>
                  <a:latin typeface="Times New Roman" pitchFamily="18" charset="0"/>
                  <a:ea typeface="楷体" charset="0"/>
                </a:rPr>
                <a:t>T(n/2)</a:t>
              </a:r>
            </a:p>
          </p:txBody>
        </p:sp>
        <p:sp>
          <p:nvSpPr>
            <p:cNvPr id="39947" name="AutoShape 11"/>
            <p:cNvSpPr>
              <a:spLocks noChangeArrowheads="1"/>
            </p:cNvSpPr>
            <p:nvPr/>
          </p:nvSpPr>
          <p:spPr bwMode="auto">
            <a:xfrm>
              <a:off x="1748" y="3113"/>
              <a:ext cx="1056" cy="92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2100" b="1">
                  <a:solidFill>
                    <a:srgbClr val="000000"/>
                  </a:solidFill>
                  <a:latin typeface="Times New Roman" pitchFamily="18" charset="0"/>
                  <a:ea typeface="楷体" charset="0"/>
                </a:rPr>
                <a:t>T(n/2)</a:t>
              </a:r>
            </a:p>
          </p:txBody>
        </p:sp>
        <p:sp>
          <p:nvSpPr>
            <p:cNvPr id="39948" name="AutoShape 12"/>
            <p:cNvSpPr>
              <a:spLocks noChangeArrowheads="1"/>
            </p:cNvSpPr>
            <p:nvPr/>
          </p:nvSpPr>
          <p:spPr bwMode="auto">
            <a:xfrm>
              <a:off x="3226" y="3113"/>
              <a:ext cx="1056" cy="92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2100" b="1">
                  <a:solidFill>
                    <a:srgbClr val="000000"/>
                  </a:solidFill>
                  <a:latin typeface="Times New Roman" pitchFamily="18" charset="0"/>
                  <a:ea typeface="楷体" charset="0"/>
                </a:rPr>
                <a:t>T(n/2)</a:t>
              </a:r>
            </a:p>
          </p:txBody>
        </p:sp>
        <p:sp>
          <p:nvSpPr>
            <p:cNvPr id="39949" name="AutoShape 13"/>
            <p:cNvSpPr>
              <a:spLocks noChangeArrowheads="1"/>
            </p:cNvSpPr>
            <p:nvPr/>
          </p:nvSpPr>
          <p:spPr bwMode="auto">
            <a:xfrm>
              <a:off x="4704" y="3113"/>
              <a:ext cx="1056" cy="92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2100" b="1">
                  <a:solidFill>
                    <a:srgbClr val="000000"/>
                  </a:solidFill>
                  <a:latin typeface="Times New Roman" pitchFamily="18" charset="0"/>
                  <a:ea typeface="楷体" charset="0"/>
                </a:rPr>
                <a:t>T(n/2)</a:t>
              </a:r>
            </a:p>
          </p:txBody>
        </p:sp>
        <p:sp>
          <p:nvSpPr>
            <p:cNvPr id="39950" name="AutoShape 14"/>
            <p:cNvSpPr>
              <a:spLocks noChangeArrowheads="1"/>
            </p:cNvSpPr>
            <p:nvPr/>
          </p:nvSpPr>
          <p:spPr bwMode="auto">
            <a:xfrm>
              <a:off x="384" y="2025"/>
              <a:ext cx="816" cy="672"/>
            </a:xfrm>
            <a:prstGeom prst="triangle">
              <a:avLst>
                <a:gd name="adj" fmla="val 50000"/>
              </a:avLst>
            </a:prstGeom>
            <a:solidFill>
              <a:schemeClr val="accent1"/>
            </a:solidFill>
            <a:ln w="9525">
              <a:solidFill>
                <a:schemeClr val="accent2"/>
              </a:solidFill>
              <a:miter lim="800000"/>
            </a:ln>
          </p:spPr>
          <p:txBody>
            <a:bodyPr wrap="none" anchor="ctr"/>
            <a:lstStyle/>
            <a:p>
              <a:pPr algn="ctr" eaLnBrk="0" hangingPunct="0"/>
              <a:r>
                <a:rPr lang="en-US" altLang="zh-CN" sz="2400" b="1">
                  <a:solidFill>
                    <a:srgbClr val="000000"/>
                  </a:solidFill>
                  <a:latin typeface="Times New Roman" pitchFamily="18" charset="0"/>
                  <a:ea typeface="楷体" charset="0"/>
                </a:rPr>
                <a:t>T(n)</a:t>
              </a:r>
            </a:p>
          </p:txBody>
        </p:sp>
        <p:sp>
          <p:nvSpPr>
            <p:cNvPr id="39951" name="Text Box 15"/>
            <p:cNvSpPr txBox="1">
              <a:spLocks noChangeArrowheads="1"/>
            </p:cNvSpPr>
            <p:nvPr/>
          </p:nvSpPr>
          <p:spPr bwMode="auto">
            <a:xfrm>
              <a:off x="1824" y="2236"/>
              <a:ext cx="672" cy="384"/>
            </a:xfrm>
            <a:prstGeom prst="rect">
              <a:avLst/>
            </a:prstGeom>
            <a:noFill/>
            <a:ln w="9525">
              <a:noFill/>
              <a:miter lim="800000"/>
            </a:ln>
          </p:spPr>
          <p:txBody>
            <a:bodyPr>
              <a:spAutoFit/>
            </a:bodyPr>
            <a:lstStyle/>
            <a:p>
              <a:pPr algn="ctr" eaLnBrk="0" hangingPunct="0">
                <a:spcBef>
                  <a:spcPct val="50000"/>
                </a:spcBef>
              </a:pPr>
              <a:r>
                <a:rPr lang="zh-CN" altLang="en-US" sz="2400" b="1">
                  <a:solidFill>
                    <a:srgbClr val="000000"/>
                  </a:solidFill>
                  <a:latin typeface="Times New Roman" pitchFamily="18" charset="0"/>
                  <a:ea typeface="楷体" charset="0"/>
                </a:rPr>
                <a:t>=</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755015" y="843915"/>
            <a:ext cx="7500620" cy="815340"/>
          </a:xfrm>
          <a:prstGeom prst="rect">
            <a:avLst/>
          </a:prstGeom>
          <a:noFill/>
          <a:ln w="9525">
            <a:noFill/>
            <a:miter lim="800000"/>
          </a:ln>
        </p:spPr>
        <p:txBody>
          <a:bodyPr/>
          <a:lstStyle/>
          <a:p>
            <a:pPr marL="342900" indent="-342900">
              <a:spcBef>
                <a:spcPct val="20000"/>
              </a:spcBef>
              <a:buClr>
                <a:schemeClr val="accent1"/>
              </a:buClr>
              <a:buSzPct val="65000"/>
              <a:buFont typeface="Wingdings" pitchFamily="2" charset="2"/>
              <a:buChar char="n"/>
            </a:pPr>
            <a:r>
              <a:rPr lang="zh-CN" altLang="en-US" sz="1800" b="1">
                <a:solidFill>
                  <a:srgbClr val="000066"/>
                </a:solidFill>
                <a:latin typeface="Times New Roman" pitchFamily="18" charset="0"/>
                <a:ea typeface="楷体" charset="0"/>
                <a:cs typeface="楷体_GB2312"/>
              </a:rPr>
              <a:t>但是经分解得到的子问题往往不是互相独立的。不同子问题的数目常常只有多项式量级。在用分治法求解时，有些子问题被重复计算了许多次，时间复杂性呈指数增长。</a:t>
            </a:r>
          </a:p>
        </p:txBody>
      </p:sp>
      <p:sp>
        <p:nvSpPr>
          <p:cNvPr id="285699" name="Rectangle 3"/>
          <p:cNvSpPr>
            <a:spLocks noChangeArrowheads="1"/>
          </p:cNvSpPr>
          <p:nvPr/>
        </p:nvSpPr>
        <p:spPr bwMode="auto">
          <a:xfrm>
            <a:off x="1494235" y="250031"/>
            <a:ext cx="5829300" cy="485775"/>
          </a:xfrm>
          <a:prstGeom prst="rect">
            <a:avLst/>
          </a:prstGeom>
          <a:noFill/>
          <a:ln>
            <a:noFill/>
          </a:ln>
          <a:effectLst/>
        </p:spPr>
        <p:txBody>
          <a:bodyPr anchor="ctr"/>
          <a:lstStyle/>
          <a:p>
            <a:pPr algn="ctr">
              <a:defRPr/>
            </a:pPr>
            <a:r>
              <a:rPr lang="zh-CN" altLang="en-US" sz="3150" b="1">
                <a:solidFill>
                  <a:srgbClr val="000066"/>
                </a:solidFill>
                <a:effectLst>
                  <a:outerShdw blurRad="38100" dist="38100" dir="2700000" algn="tl">
                    <a:srgbClr val="C0C0C0"/>
                  </a:outerShdw>
                </a:effectLst>
                <a:latin typeface="Times New Roman" pitchFamily="18" charset="0"/>
                <a:ea typeface="楷体" charset="0"/>
              </a:rPr>
              <a:t>算法总体思想</a:t>
            </a:r>
          </a:p>
        </p:txBody>
      </p:sp>
      <p:grpSp>
        <p:nvGrpSpPr>
          <p:cNvPr id="40964" name="Group 4"/>
          <p:cNvGrpSpPr/>
          <p:nvPr/>
        </p:nvGrpSpPr>
        <p:grpSpPr bwMode="auto">
          <a:xfrm>
            <a:off x="1223963" y="1869281"/>
            <a:ext cx="6669881" cy="2415779"/>
            <a:chOff x="158" y="2025"/>
            <a:chExt cx="5602" cy="2029"/>
          </a:xfrm>
        </p:grpSpPr>
        <p:sp>
          <p:nvSpPr>
            <p:cNvPr id="40965" name="Oval 5"/>
            <p:cNvSpPr>
              <a:spLocks noChangeArrowheads="1"/>
            </p:cNvSpPr>
            <p:nvPr/>
          </p:nvSpPr>
          <p:spPr bwMode="auto">
            <a:xfrm>
              <a:off x="2699" y="2205"/>
              <a:ext cx="504" cy="384"/>
            </a:xfrm>
            <a:prstGeom prst="ellipse">
              <a:avLst/>
            </a:prstGeom>
            <a:solidFill>
              <a:schemeClr val="accent1"/>
            </a:solidFill>
            <a:ln w="19050">
              <a:solidFill>
                <a:schemeClr val="accent2"/>
              </a:solidFill>
              <a:round/>
            </a:ln>
          </p:spPr>
          <p:txBody>
            <a:bodyPr wrap="none" anchor="ctr"/>
            <a:lstStyle/>
            <a:p>
              <a:pPr algn="ctr" eaLnBrk="0" hangingPunct="0"/>
              <a:r>
                <a:rPr lang="en-US" altLang="zh-CN" sz="2400">
                  <a:latin typeface="Arial Rounded MT Bold"/>
                </a:rPr>
                <a:t>n</a:t>
              </a:r>
            </a:p>
          </p:txBody>
        </p:sp>
        <p:cxnSp>
          <p:nvCxnSpPr>
            <p:cNvPr id="40966" name="AutoShape 6"/>
            <p:cNvCxnSpPr>
              <a:cxnSpLocks noChangeShapeType="1"/>
              <a:stCxn id="40965" idx="4"/>
            </p:cNvCxnSpPr>
            <p:nvPr/>
          </p:nvCxnSpPr>
          <p:spPr bwMode="auto">
            <a:xfrm>
              <a:off x="2951" y="2595"/>
              <a:ext cx="2281" cy="512"/>
            </a:xfrm>
            <a:prstGeom prst="straightConnector1">
              <a:avLst/>
            </a:prstGeom>
            <a:noFill/>
            <a:ln w="19050">
              <a:solidFill>
                <a:schemeClr val="accent2"/>
              </a:solidFill>
              <a:round/>
              <a:tailEnd type="triangle" w="med" len="med"/>
            </a:ln>
          </p:spPr>
        </p:cxnSp>
        <p:cxnSp>
          <p:nvCxnSpPr>
            <p:cNvPr id="40967" name="AutoShape 7"/>
            <p:cNvCxnSpPr>
              <a:cxnSpLocks noChangeShapeType="1"/>
              <a:stCxn id="40965" idx="4"/>
            </p:cNvCxnSpPr>
            <p:nvPr/>
          </p:nvCxnSpPr>
          <p:spPr bwMode="auto">
            <a:xfrm flipH="1">
              <a:off x="798" y="2595"/>
              <a:ext cx="2153" cy="480"/>
            </a:xfrm>
            <a:prstGeom prst="straightConnector1">
              <a:avLst/>
            </a:prstGeom>
            <a:noFill/>
            <a:ln w="19050">
              <a:solidFill>
                <a:schemeClr val="accent2"/>
              </a:solidFill>
              <a:round/>
              <a:tailEnd type="triangle" w="med" len="med"/>
            </a:ln>
          </p:spPr>
        </p:cxnSp>
        <p:cxnSp>
          <p:nvCxnSpPr>
            <p:cNvPr id="40968" name="AutoShape 8"/>
            <p:cNvCxnSpPr>
              <a:cxnSpLocks noChangeShapeType="1"/>
              <a:stCxn id="40965" idx="4"/>
            </p:cNvCxnSpPr>
            <p:nvPr/>
          </p:nvCxnSpPr>
          <p:spPr bwMode="auto">
            <a:xfrm flipH="1">
              <a:off x="2276" y="2595"/>
              <a:ext cx="675" cy="512"/>
            </a:xfrm>
            <a:prstGeom prst="straightConnector1">
              <a:avLst/>
            </a:prstGeom>
            <a:noFill/>
            <a:ln w="19050">
              <a:solidFill>
                <a:schemeClr val="accent2"/>
              </a:solidFill>
              <a:round/>
              <a:tailEnd type="triangle" w="med" len="med"/>
            </a:ln>
          </p:spPr>
        </p:cxnSp>
        <p:cxnSp>
          <p:nvCxnSpPr>
            <p:cNvPr id="40969" name="AutoShape 9"/>
            <p:cNvCxnSpPr>
              <a:cxnSpLocks noChangeShapeType="1"/>
              <a:stCxn id="40965" idx="4"/>
            </p:cNvCxnSpPr>
            <p:nvPr/>
          </p:nvCxnSpPr>
          <p:spPr bwMode="auto">
            <a:xfrm>
              <a:off x="2951" y="2595"/>
              <a:ext cx="803" cy="512"/>
            </a:xfrm>
            <a:prstGeom prst="straightConnector1">
              <a:avLst/>
            </a:prstGeom>
            <a:noFill/>
            <a:ln w="19050">
              <a:solidFill>
                <a:schemeClr val="accent2"/>
              </a:solidFill>
              <a:round/>
              <a:tailEnd type="triangle" w="med" len="med"/>
            </a:ln>
          </p:spPr>
        </p:cxnSp>
        <p:sp>
          <p:nvSpPr>
            <p:cNvPr id="40970" name="AutoShape 10"/>
            <p:cNvSpPr>
              <a:spLocks noChangeArrowheads="1"/>
            </p:cNvSpPr>
            <p:nvPr/>
          </p:nvSpPr>
          <p:spPr bwMode="auto">
            <a:xfrm>
              <a:off x="384" y="2025"/>
              <a:ext cx="816" cy="672"/>
            </a:xfrm>
            <a:prstGeom prst="triangle">
              <a:avLst>
                <a:gd name="adj" fmla="val 50000"/>
              </a:avLst>
            </a:prstGeom>
            <a:solidFill>
              <a:schemeClr val="accent1"/>
            </a:solidFill>
            <a:ln w="9525">
              <a:solidFill>
                <a:schemeClr val="accent2"/>
              </a:solidFill>
              <a:miter lim="800000"/>
            </a:ln>
          </p:spPr>
          <p:txBody>
            <a:bodyPr wrap="none" anchor="ctr"/>
            <a:lstStyle/>
            <a:p>
              <a:pPr algn="ctr" eaLnBrk="0" hangingPunct="0"/>
              <a:r>
                <a:rPr lang="en-US" altLang="zh-CN" sz="2400">
                  <a:latin typeface="Arial Rounded MT Bold"/>
                </a:rPr>
                <a:t>T(n)</a:t>
              </a:r>
            </a:p>
          </p:txBody>
        </p:sp>
        <p:sp>
          <p:nvSpPr>
            <p:cNvPr id="40971" name="Text Box 11"/>
            <p:cNvSpPr txBox="1">
              <a:spLocks noChangeArrowheads="1"/>
            </p:cNvSpPr>
            <p:nvPr/>
          </p:nvSpPr>
          <p:spPr bwMode="auto">
            <a:xfrm>
              <a:off x="1824" y="2236"/>
              <a:ext cx="672" cy="384"/>
            </a:xfrm>
            <a:prstGeom prst="rect">
              <a:avLst/>
            </a:prstGeom>
            <a:noFill/>
            <a:ln w="9525">
              <a:noFill/>
              <a:miter lim="800000"/>
            </a:ln>
          </p:spPr>
          <p:txBody>
            <a:bodyPr>
              <a:spAutoFit/>
            </a:bodyPr>
            <a:lstStyle/>
            <a:p>
              <a:pPr algn="ctr" eaLnBrk="0" hangingPunct="0">
                <a:spcBef>
                  <a:spcPct val="50000"/>
                </a:spcBef>
              </a:pPr>
              <a:r>
                <a:rPr lang="zh-CN" altLang="en-US" sz="2400">
                  <a:latin typeface="Arial Rounded MT Bold"/>
                </a:rPr>
                <a:t>=</a:t>
              </a:r>
            </a:p>
          </p:txBody>
        </p:sp>
        <p:grpSp>
          <p:nvGrpSpPr>
            <p:cNvPr id="40972" name="Group 12"/>
            <p:cNvGrpSpPr/>
            <p:nvPr/>
          </p:nvGrpSpPr>
          <p:grpSpPr bwMode="auto">
            <a:xfrm>
              <a:off x="158" y="3158"/>
              <a:ext cx="1248" cy="896"/>
              <a:chOff x="96" y="1296"/>
              <a:chExt cx="1488" cy="1104"/>
            </a:xfrm>
          </p:grpSpPr>
          <p:sp>
            <p:nvSpPr>
              <p:cNvPr id="41003" name="Oval 13"/>
              <p:cNvSpPr>
                <a:spLocks noChangeArrowheads="1"/>
              </p:cNvSpPr>
              <p:nvPr/>
            </p:nvSpPr>
            <p:spPr bwMode="auto">
              <a:xfrm>
                <a:off x="624" y="1296"/>
                <a:ext cx="504" cy="384"/>
              </a:xfrm>
              <a:prstGeom prst="ellipse">
                <a:avLst/>
              </a:prstGeom>
              <a:solidFill>
                <a:schemeClr val="accent1"/>
              </a:solidFill>
              <a:ln w="19050">
                <a:solidFill>
                  <a:schemeClr val="accent2"/>
                </a:solidFill>
                <a:round/>
              </a:ln>
            </p:spPr>
            <p:txBody>
              <a:bodyPr wrap="none" anchor="ctr"/>
              <a:lstStyle/>
              <a:p>
                <a:pPr algn="ctr" eaLnBrk="0" hangingPunct="0"/>
                <a:r>
                  <a:rPr lang="en-US" altLang="zh-CN" sz="2100">
                    <a:latin typeface="Arial Rounded MT Bold"/>
                  </a:rPr>
                  <a:t>n/2</a:t>
                </a:r>
              </a:p>
            </p:txBody>
          </p:sp>
          <p:cxnSp>
            <p:nvCxnSpPr>
              <p:cNvPr id="41004" name="AutoShape 14"/>
              <p:cNvCxnSpPr>
                <a:cxnSpLocks noChangeShapeType="1"/>
                <a:stCxn id="41003" idx="4"/>
                <a:endCxn id="41011" idx="0"/>
              </p:cNvCxnSpPr>
              <p:nvPr/>
            </p:nvCxnSpPr>
            <p:spPr bwMode="auto">
              <a:xfrm>
                <a:off x="876" y="1686"/>
                <a:ext cx="576" cy="500"/>
              </a:xfrm>
              <a:prstGeom prst="straightConnector1">
                <a:avLst/>
              </a:prstGeom>
              <a:noFill/>
              <a:ln w="19050">
                <a:solidFill>
                  <a:schemeClr val="accent2"/>
                </a:solidFill>
                <a:round/>
                <a:tailEnd type="triangle" w="med" len="med"/>
              </a:ln>
            </p:spPr>
          </p:cxnSp>
          <p:cxnSp>
            <p:nvCxnSpPr>
              <p:cNvPr id="41005" name="AutoShape 15"/>
              <p:cNvCxnSpPr>
                <a:cxnSpLocks noChangeShapeType="1"/>
                <a:stCxn id="41003" idx="4"/>
                <a:endCxn id="41008" idx="0"/>
              </p:cNvCxnSpPr>
              <p:nvPr/>
            </p:nvCxnSpPr>
            <p:spPr bwMode="auto">
              <a:xfrm flipH="1">
                <a:off x="228" y="1686"/>
                <a:ext cx="648" cy="500"/>
              </a:xfrm>
              <a:prstGeom prst="straightConnector1">
                <a:avLst/>
              </a:prstGeom>
              <a:noFill/>
              <a:ln w="19050">
                <a:solidFill>
                  <a:schemeClr val="accent2"/>
                </a:solidFill>
                <a:round/>
                <a:tailEnd type="triangle" w="med" len="med"/>
              </a:ln>
            </p:spPr>
          </p:cxnSp>
          <p:cxnSp>
            <p:nvCxnSpPr>
              <p:cNvPr id="41006" name="AutoShape 16"/>
              <p:cNvCxnSpPr>
                <a:cxnSpLocks noChangeShapeType="1"/>
                <a:stCxn id="41003" idx="4"/>
                <a:endCxn id="41009" idx="0"/>
              </p:cNvCxnSpPr>
              <p:nvPr/>
            </p:nvCxnSpPr>
            <p:spPr bwMode="auto">
              <a:xfrm flipH="1">
                <a:off x="636" y="1686"/>
                <a:ext cx="240" cy="500"/>
              </a:xfrm>
              <a:prstGeom prst="straightConnector1">
                <a:avLst/>
              </a:prstGeom>
              <a:noFill/>
              <a:ln w="19050">
                <a:solidFill>
                  <a:schemeClr val="accent2"/>
                </a:solidFill>
                <a:round/>
                <a:tailEnd type="triangle" w="med" len="med"/>
              </a:ln>
            </p:spPr>
          </p:cxnSp>
          <p:cxnSp>
            <p:nvCxnSpPr>
              <p:cNvPr id="41007" name="AutoShape 17"/>
              <p:cNvCxnSpPr>
                <a:cxnSpLocks noChangeShapeType="1"/>
                <a:stCxn id="41003" idx="4"/>
                <a:endCxn id="41010" idx="0"/>
              </p:cNvCxnSpPr>
              <p:nvPr/>
            </p:nvCxnSpPr>
            <p:spPr bwMode="auto">
              <a:xfrm>
                <a:off x="876" y="1686"/>
                <a:ext cx="168" cy="500"/>
              </a:xfrm>
              <a:prstGeom prst="straightConnector1">
                <a:avLst/>
              </a:prstGeom>
              <a:noFill/>
              <a:ln w="19050">
                <a:solidFill>
                  <a:schemeClr val="accent2"/>
                </a:solidFill>
                <a:round/>
                <a:tailEnd type="triangle" w="med" len="med"/>
              </a:ln>
            </p:spPr>
          </p:cxnSp>
          <p:sp>
            <p:nvSpPr>
              <p:cNvPr id="41008" name="AutoShape 18"/>
              <p:cNvSpPr>
                <a:spLocks noChangeArrowheads="1"/>
              </p:cNvSpPr>
              <p:nvPr/>
            </p:nvSpPr>
            <p:spPr bwMode="auto">
              <a:xfrm>
                <a:off x="96"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1009" name="AutoShape 19"/>
              <p:cNvSpPr>
                <a:spLocks noChangeArrowheads="1"/>
              </p:cNvSpPr>
              <p:nvPr/>
            </p:nvSpPr>
            <p:spPr bwMode="auto">
              <a:xfrm>
                <a:off x="504"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1010" name="AutoShape 20"/>
              <p:cNvSpPr>
                <a:spLocks noChangeArrowheads="1"/>
              </p:cNvSpPr>
              <p:nvPr/>
            </p:nvSpPr>
            <p:spPr bwMode="auto">
              <a:xfrm>
                <a:off x="912"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1011" name="AutoShape 21"/>
              <p:cNvSpPr>
                <a:spLocks noChangeArrowheads="1"/>
              </p:cNvSpPr>
              <p:nvPr/>
            </p:nvSpPr>
            <p:spPr bwMode="auto">
              <a:xfrm>
                <a:off x="1320"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grpSp>
        <p:grpSp>
          <p:nvGrpSpPr>
            <p:cNvPr id="40973" name="Group 22"/>
            <p:cNvGrpSpPr/>
            <p:nvPr/>
          </p:nvGrpSpPr>
          <p:grpSpPr bwMode="auto">
            <a:xfrm>
              <a:off x="1655" y="3158"/>
              <a:ext cx="1248" cy="896"/>
              <a:chOff x="96" y="1296"/>
              <a:chExt cx="1488" cy="1104"/>
            </a:xfrm>
          </p:grpSpPr>
          <p:sp>
            <p:nvSpPr>
              <p:cNvPr id="40994" name="Oval 23"/>
              <p:cNvSpPr>
                <a:spLocks noChangeArrowheads="1"/>
              </p:cNvSpPr>
              <p:nvPr/>
            </p:nvSpPr>
            <p:spPr bwMode="auto">
              <a:xfrm>
                <a:off x="624" y="1296"/>
                <a:ext cx="504" cy="384"/>
              </a:xfrm>
              <a:prstGeom prst="ellipse">
                <a:avLst/>
              </a:prstGeom>
              <a:solidFill>
                <a:schemeClr val="accent1"/>
              </a:solidFill>
              <a:ln w="19050">
                <a:solidFill>
                  <a:schemeClr val="accent2"/>
                </a:solidFill>
                <a:round/>
              </a:ln>
            </p:spPr>
            <p:txBody>
              <a:bodyPr wrap="none" anchor="ctr"/>
              <a:lstStyle/>
              <a:p>
                <a:pPr algn="ctr" eaLnBrk="0" hangingPunct="0"/>
                <a:r>
                  <a:rPr lang="en-US" altLang="zh-CN" sz="2100">
                    <a:latin typeface="Arial Rounded MT Bold"/>
                  </a:rPr>
                  <a:t>n2</a:t>
                </a:r>
              </a:p>
            </p:txBody>
          </p:sp>
          <p:cxnSp>
            <p:nvCxnSpPr>
              <p:cNvPr id="40995" name="AutoShape 24"/>
              <p:cNvCxnSpPr>
                <a:cxnSpLocks noChangeShapeType="1"/>
                <a:stCxn id="40994" idx="4"/>
                <a:endCxn id="41002" idx="0"/>
              </p:cNvCxnSpPr>
              <p:nvPr/>
            </p:nvCxnSpPr>
            <p:spPr bwMode="auto">
              <a:xfrm>
                <a:off x="876" y="1686"/>
                <a:ext cx="576" cy="500"/>
              </a:xfrm>
              <a:prstGeom prst="straightConnector1">
                <a:avLst/>
              </a:prstGeom>
              <a:noFill/>
              <a:ln w="19050">
                <a:solidFill>
                  <a:schemeClr val="accent2"/>
                </a:solidFill>
                <a:round/>
                <a:tailEnd type="triangle" w="med" len="med"/>
              </a:ln>
            </p:spPr>
          </p:cxnSp>
          <p:cxnSp>
            <p:nvCxnSpPr>
              <p:cNvPr id="40996" name="AutoShape 25"/>
              <p:cNvCxnSpPr>
                <a:cxnSpLocks noChangeShapeType="1"/>
                <a:stCxn id="40994" idx="4"/>
                <a:endCxn id="40999" idx="0"/>
              </p:cNvCxnSpPr>
              <p:nvPr/>
            </p:nvCxnSpPr>
            <p:spPr bwMode="auto">
              <a:xfrm flipH="1">
                <a:off x="228" y="1686"/>
                <a:ext cx="648" cy="500"/>
              </a:xfrm>
              <a:prstGeom prst="straightConnector1">
                <a:avLst/>
              </a:prstGeom>
              <a:noFill/>
              <a:ln w="19050">
                <a:solidFill>
                  <a:schemeClr val="accent2"/>
                </a:solidFill>
                <a:round/>
                <a:tailEnd type="triangle" w="med" len="med"/>
              </a:ln>
            </p:spPr>
          </p:cxnSp>
          <p:cxnSp>
            <p:nvCxnSpPr>
              <p:cNvPr id="40997" name="AutoShape 26"/>
              <p:cNvCxnSpPr>
                <a:cxnSpLocks noChangeShapeType="1"/>
                <a:stCxn id="40994" idx="4"/>
                <a:endCxn id="41000" idx="0"/>
              </p:cNvCxnSpPr>
              <p:nvPr/>
            </p:nvCxnSpPr>
            <p:spPr bwMode="auto">
              <a:xfrm flipH="1">
                <a:off x="636" y="1686"/>
                <a:ext cx="240" cy="500"/>
              </a:xfrm>
              <a:prstGeom prst="straightConnector1">
                <a:avLst/>
              </a:prstGeom>
              <a:noFill/>
              <a:ln w="19050">
                <a:solidFill>
                  <a:schemeClr val="accent2"/>
                </a:solidFill>
                <a:round/>
                <a:tailEnd type="triangle" w="med" len="med"/>
              </a:ln>
            </p:spPr>
          </p:cxnSp>
          <p:cxnSp>
            <p:nvCxnSpPr>
              <p:cNvPr id="40998" name="AutoShape 27"/>
              <p:cNvCxnSpPr>
                <a:cxnSpLocks noChangeShapeType="1"/>
                <a:stCxn id="40994" idx="4"/>
                <a:endCxn id="41001" idx="0"/>
              </p:cNvCxnSpPr>
              <p:nvPr/>
            </p:nvCxnSpPr>
            <p:spPr bwMode="auto">
              <a:xfrm>
                <a:off x="876" y="1686"/>
                <a:ext cx="168" cy="500"/>
              </a:xfrm>
              <a:prstGeom prst="straightConnector1">
                <a:avLst/>
              </a:prstGeom>
              <a:noFill/>
              <a:ln w="19050">
                <a:solidFill>
                  <a:schemeClr val="accent2"/>
                </a:solidFill>
                <a:round/>
                <a:tailEnd type="triangle" w="med" len="med"/>
              </a:ln>
            </p:spPr>
          </p:cxnSp>
          <p:sp>
            <p:nvSpPr>
              <p:cNvPr id="40999" name="AutoShape 28"/>
              <p:cNvSpPr>
                <a:spLocks noChangeArrowheads="1"/>
              </p:cNvSpPr>
              <p:nvPr/>
            </p:nvSpPr>
            <p:spPr bwMode="auto">
              <a:xfrm>
                <a:off x="96"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1000" name="AutoShape 29"/>
              <p:cNvSpPr>
                <a:spLocks noChangeArrowheads="1"/>
              </p:cNvSpPr>
              <p:nvPr/>
            </p:nvSpPr>
            <p:spPr bwMode="auto">
              <a:xfrm>
                <a:off x="504"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1001" name="AutoShape 30"/>
              <p:cNvSpPr>
                <a:spLocks noChangeArrowheads="1"/>
              </p:cNvSpPr>
              <p:nvPr/>
            </p:nvSpPr>
            <p:spPr bwMode="auto">
              <a:xfrm>
                <a:off x="912"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1002" name="AutoShape 31"/>
              <p:cNvSpPr>
                <a:spLocks noChangeArrowheads="1"/>
              </p:cNvSpPr>
              <p:nvPr/>
            </p:nvSpPr>
            <p:spPr bwMode="auto">
              <a:xfrm>
                <a:off x="1320"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grpSp>
        <p:grpSp>
          <p:nvGrpSpPr>
            <p:cNvPr id="40974" name="Group 32"/>
            <p:cNvGrpSpPr/>
            <p:nvPr/>
          </p:nvGrpSpPr>
          <p:grpSpPr bwMode="auto">
            <a:xfrm>
              <a:off x="3107" y="3158"/>
              <a:ext cx="1248" cy="896"/>
              <a:chOff x="96" y="1296"/>
              <a:chExt cx="1488" cy="1104"/>
            </a:xfrm>
          </p:grpSpPr>
          <p:sp>
            <p:nvSpPr>
              <p:cNvPr id="40985" name="Oval 33"/>
              <p:cNvSpPr>
                <a:spLocks noChangeArrowheads="1"/>
              </p:cNvSpPr>
              <p:nvPr/>
            </p:nvSpPr>
            <p:spPr bwMode="auto">
              <a:xfrm>
                <a:off x="624" y="1296"/>
                <a:ext cx="504" cy="384"/>
              </a:xfrm>
              <a:prstGeom prst="ellipse">
                <a:avLst/>
              </a:prstGeom>
              <a:solidFill>
                <a:schemeClr val="accent1"/>
              </a:solidFill>
              <a:ln w="19050">
                <a:solidFill>
                  <a:schemeClr val="accent2"/>
                </a:solidFill>
                <a:round/>
              </a:ln>
            </p:spPr>
            <p:txBody>
              <a:bodyPr wrap="none" anchor="ctr"/>
              <a:lstStyle/>
              <a:p>
                <a:pPr algn="ctr" eaLnBrk="0" hangingPunct="0"/>
                <a:r>
                  <a:rPr lang="en-US" altLang="zh-CN" sz="2100">
                    <a:latin typeface="Arial Rounded MT Bold"/>
                  </a:rPr>
                  <a:t>n/2</a:t>
                </a:r>
              </a:p>
            </p:txBody>
          </p:sp>
          <p:cxnSp>
            <p:nvCxnSpPr>
              <p:cNvPr id="40986" name="AutoShape 34"/>
              <p:cNvCxnSpPr>
                <a:cxnSpLocks noChangeShapeType="1"/>
                <a:stCxn id="40985" idx="4"/>
                <a:endCxn id="40993" idx="0"/>
              </p:cNvCxnSpPr>
              <p:nvPr/>
            </p:nvCxnSpPr>
            <p:spPr bwMode="auto">
              <a:xfrm>
                <a:off x="876" y="1686"/>
                <a:ext cx="576" cy="500"/>
              </a:xfrm>
              <a:prstGeom prst="straightConnector1">
                <a:avLst/>
              </a:prstGeom>
              <a:noFill/>
              <a:ln w="19050">
                <a:solidFill>
                  <a:schemeClr val="accent2"/>
                </a:solidFill>
                <a:round/>
                <a:tailEnd type="triangle" w="med" len="med"/>
              </a:ln>
            </p:spPr>
          </p:cxnSp>
          <p:cxnSp>
            <p:nvCxnSpPr>
              <p:cNvPr id="40987" name="AutoShape 35"/>
              <p:cNvCxnSpPr>
                <a:cxnSpLocks noChangeShapeType="1"/>
                <a:stCxn id="40985" idx="4"/>
                <a:endCxn id="40990" idx="0"/>
              </p:cNvCxnSpPr>
              <p:nvPr/>
            </p:nvCxnSpPr>
            <p:spPr bwMode="auto">
              <a:xfrm flipH="1">
                <a:off x="228" y="1686"/>
                <a:ext cx="648" cy="500"/>
              </a:xfrm>
              <a:prstGeom prst="straightConnector1">
                <a:avLst/>
              </a:prstGeom>
              <a:noFill/>
              <a:ln w="19050">
                <a:solidFill>
                  <a:schemeClr val="accent2"/>
                </a:solidFill>
                <a:round/>
                <a:tailEnd type="triangle" w="med" len="med"/>
              </a:ln>
            </p:spPr>
          </p:cxnSp>
          <p:cxnSp>
            <p:nvCxnSpPr>
              <p:cNvPr id="40988" name="AutoShape 36"/>
              <p:cNvCxnSpPr>
                <a:cxnSpLocks noChangeShapeType="1"/>
                <a:stCxn id="40985" idx="4"/>
                <a:endCxn id="40991" idx="0"/>
              </p:cNvCxnSpPr>
              <p:nvPr/>
            </p:nvCxnSpPr>
            <p:spPr bwMode="auto">
              <a:xfrm flipH="1">
                <a:off x="636" y="1686"/>
                <a:ext cx="240" cy="500"/>
              </a:xfrm>
              <a:prstGeom prst="straightConnector1">
                <a:avLst/>
              </a:prstGeom>
              <a:noFill/>
              <a:ln w="19050">
                <a:solidFill>
                  <a:schemeClr val="accent2"/>
                </a:solidFill>
                <a:round/>
                <a:tailEnd type="triangle" w="med" len="med"/>
              </a:ln>
            </p:spPr>
          </p:cxnSp>
          <p:cxnSp>
            <p:nvCxnSpPr>
              <p:cNvPr id="40989" name="AutoShape 37"/>
              <p:cNvCxnSpPr>
                <a:cxnSpLocks noChangeShapeType="1"/>
                <a:stCxn id="40985" idx="4"/>
                <a:endCxn id="40992" idx="0"/>
              </p:cNvCxnSpPr>
              <p:nvPr/>
            </p:nvCxnSpPr>
            <p:spPr bwMode="auto">
              <a:xfrm>
                <a:off x="876" y="1686"/>
                <a:ext cx="168" cy="500"/>
              </a:xfrm>
              <a:prstGeom prst="straightConnector1">
                <a:avLst/>
              </a:prstGeom>
              <a:noFill/>
              <a:ln w="19050">
                <a:solidFill>
                  <a:schemeClr val="accent2"/>
                </a:solidFill>
                <a:round/>
                <a:tailEnd type="triangle" w="med" len="med"/>
              </a:ln>
            </p:spPr>
          </p:cxnSp>
          <p:sp>
            <p:nvSpPr>
              <p:cNvPr id="40990" name="AutoShape 38"/>
              <p:cNvSpPr>
                <a:spLocks noChangeArrowheads="1"/>
              </p:cNvSpPr>
              <p:nvPr/>
            </p:nvSpPr>
            <p:spPr bwMode="auto">
              <a:xfrm>
                <a:off x="96"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0991" name="AutoShape 39"/>
              <p:cNvSpPr>
                <a:spLocks noChangeArrowheads="1"/>
              </p:cNvSpPr>
              <p:nvPr/>
            </p:nvSpPr>
            <p:spPr bwMode="auto">
              <a:xfrm>
                <a:off x="504"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0992" name="AutoShape 40"/>
              <p:cNvSpPr>
                <a:spLocks noChangeArrowheads="1"/>
              </p:cNvSpPr>
              <p:nvPr/>
            </p:nvSpPr>
            <p:spPr bwMode="auto">
              <a:xfrm>
                <a:off x="912"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0993" name="AutoShape 41"/>
              <p:cNvSpPr>
                <a:spLocks noChangeArrowheads="1"/>
              </p:cNvSpPr>
              <p:nvPr/>
            </p:nvSpPr>
            <p:spPr bwMode="auto">
              <a:xfrm>
                <a:off x="1320"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grpSp>
        <p:grpSp>
          <p:nvGrpSpPr>
            <p:cNvPr id="40975" name="Group 42"/>
            <p:cNvGrpSpPr/>
            <p:nvPr/>
          </p:nvGrpSpPr>
          <p:grpSpPr bwMode="auto">
            <a:xfrm>
              <a:off x="4512" y="3158"/>
              <a:ext cx="1248" cy="896"/>
              <a:chOff x="96" y="1296"/>
              <a:chExt cx="1488" cy="1104"/>
            </a:xfrm>
          </p:grpSpPr>
          <p:sp>
            <p:nvSpPr>
              <p:cNvPr id="40976" name="Oval 43"/>
              <p:cNvSpPr>
                <a:spLocks noChangeArrowheads="1"/>
              </p:cNvSpPr>
              <p:nvPr/>
            </p:nvSpPr>
            <p:spPr bwMode="auto">
              <a:xfrm>
                <a:off x="624" y="1296"/>
                <a:ext cx="504" cy="384"/>
              </a:xfrm>
              <a:prstGeom prst="ellipse">
                <a:avLst/>
              </a:prstGeom>
              <a:solidFill>
                <a:schemeClr val="accent1"/>
              </a:solidFill>
              <a:ln w="19050">
                <a:solidFill>
                  <a:schemeClr val="accent2"/>
                </a:solidFill>
                <a:round/>
              </a:ln>
            </p:spPr>
            <p:txBody>
              <a:bodyPr wrap="none" anchor="ctr"/>
              <a:lstStyle/>
              <a:p>
                <a:pPr algn="ctr" eaLnBrk="0" hangingPunct="0"/>
                <a:r>
                  <a:rPr lang="en-US" altLang="zh-CN" sz="2100">
                    <a:latin typeface="Arial Rounded MT Bold"/>
                  </a:rPr>
                  <a:t>n/2</a:t>
                </a:r>
              </a:p>
            </p:txBody>
          </p:sp>
          <p:cxnSp>
            <p:nvCxnSpPr>
              <p:cNvPr id="40977" name="AutoShape 44"/>
              <p:cNvCxnSpPr>
                <a:cxnSpLocks noChangeShapeType="1"/>
                <a:stCxn id="40976" idx="4"/>
                <a:endCxn id="40984" idx="0"/>
              </p:cNvCxnSpPr>
              <p:nvPr/>
            </p:nvCxnSpPr>
            <p:spPr bwMode="auto">
              <a:xfrm>
                <a:off x="876" y="1686"/>
                <a:ext cx="576" cy="500"/>
              </a:xfrm>
              <a:prstGeom prst="straightConnector1">
                <a:avLst/>
              </a:prstGeom>
              <a:noFill/>
              <a:ln w="19050">
                <a:solidFill>
                  <a:schemeClr val="accent2"/>
                </a:solidFill>
                <a:round/>
                <a:tailEnd type="triangle" w="med" len="med"/>
              </a:ln>
            </p:spPr>
          </p:cxnSp>
          <p:cxnSp>
            <p:nvCxnSpPr>
              <p:cNvPr id="40978" name="AutoShape 45"/>
              <p:cNvCxnSpPr>
                <a:cxnSpLocks noChangeShapeType="1"/>
                <a:stCxn id="40976" idx="4"/>
                <a:endCxn id="40981" idx="0"/>
              </p:cNvCxnSpPr>
              <p:nvPr/>
            </p:nvCxnSpPr>
            <p:spPr bwMode="auto">
              <a:xfrm flipH="1">
                <a:off x="228" y="1686"/>
                <a:ext cx="648" cy="500"/>
              </a:xfrm>
              <a:prstGeom prst="straightConnector1">
                <a:avLst/>
              </a:prstGeom>
              <a:noFill/>
              <a:ln w="19050">
                <a:solidFill>
                  <a:schemeClr val="accent2"/>
                </a:solidFill>
                <a:round/>
                <a:tailEnd type="triangle" w="med" len="med"/>
              </a:ln>
            </p:spPr>
          </p:cxnSp>
          <p:cxnSp>
            <p:nvCxnSpPr>
              <p:cNvPr id="40979" name="AutoShape 46"/>
              <p:cNvCxnSpPr>
                <a:cxnSpLocks noChangeShapeType="1"/>
                <a:stCxn id="40976" idx="4"/>
                <a:endCxn id="40982" idx="0"/>
              </p:cNvCxnSpPr>
              <p:nvPr/>
            </p:nvCxnSpPr>
            <p:spPr bwMode="auto">
              <a:xfrm flipH="1">
                <a:off x="636" y="1686"/>
                <a:ext cx="240" cy="500"/>
              </a:xfrm>
              <a:prstGeom prst="straightConnector1">
                <a:avLst/>
              </a:prstGeom>
              <a:noFill/>
              <a:ln w="19050">
                <a:solidFill>
                  <a:schemeClr val="accent2"/>
                </a:solidFill>
                <a:round/>
                <a:tailEnd type="triangle" w="med" len="med"/>
              </a:ln>
            </p:spPr>
          </p:cxnSp>
          <p:cxnSp>
            <p:nvCxnSpPr>
              <p:cNvPr id="40980" name="AutoShape 47"/>
              <p:cNvCxnSpPr>
                <a:cxnSpLocks noChangeShapeType="1"/>
                <a:stCxn id="40976" idx="4"/>
                <a:endCxn id="40983" idx="0"/>
              </p:cNvCxnSpPr>
              <p:nvPr/>
            </p:nvCxnSpPr>
            <p:spPr bwMode="auto">
              <a:xfrm>
                <a:off x="876" y="1686"/>
                <a:ext cx="168" cy="500"/>
              </a:xfrm>
              <a:prstGeom prst="straightConnector1">
                <a:avLst/>
              </a:prstGeom>
              <a:noFill/>
              <a:ln w="19050">
                <a:solidFill>
                  <a:schemeClr val="accent2"/>
                </a:solidFill>
                <a:round/>
                <a:tailEnd type="triangle" w="med" len="med"/>
              </a:ln>
            </p:spPr>
          </p:cxnSp>
          <p:sp>
            <p:nvSpPr>
              <p:cNvPr id="40981" name="AutoShape 48"/>
              <p:cNvSpPr>
                <a:spLocks noChangeArrowheads="1"/>
              </p:cNvSpPr>
              <p:nvPr/>
            </p:nvSpPr>
            <p:spPr bwMode="auto">
              <a:xfrm>
                <a:off x="96"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0982" name="AutoShape 49"/>
              <p:cNvSpPr>
                <a:spLocks noChangeArrowheads="1"/>
              </p:cNvSpPr>
              <p:nvPr/>
            </p:nvSpPr>
            <p:spPr bwMode="auto">
              <a:xfrm>
                <a:off x="504"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0983" name="AutoShape 50"/>
              <p:cNvSpPr>
                <a:spLocks noChangeArrowheads="1"/>
              </p:cNvSpPr>
              <p:nvPr/>
            </p:nvSpPr>
            <p:spPr bwMode="auto">
              <a:xfrm>
                <a:off x="912"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0984" name="AutoShape 51"/>
              <p:cNvSpPr>
                <a:spLocks noChangeArrowheads="1"/>
              </p:cNvSpPr>
              <p:nvPr/>
            </p:nvSpPr>
            <p:spPr bwMode="auto">
              <a:xfrm>
                <a:off x="1320"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755015" y="843915"/>
            <a:ext cx="7500620" cy="815340"/>
          </a:xfrm>
          <a:prstGeom prst="rect">
            <a:avLst/>
          </a:prstGeom>
          <a:noFill/>
          <a:ln w="9525">
            <a:noFill/>
            <a:miter lim="800000"/>
          </a:ln>
        </p:spPr>
        <p:txBody>
          <a:bodyPr/>
          <a:lstStyle/>
          <a:p>
            <a:pPr marL="342900" indent="-342900">
              <a:spcBef>
                <a:spcPct val="20000"/>
              </a:spcBef>
              <a:buClr>
                <a:schemeClr val="accent1"/>
              </a:buClr>
              <a:buSzPct val="65000"/>
              <a:buFont typeface="Wingdings" pitchFamily="2" charset="2"/>
              <a:buChar char="n"/>
            </a:pPr>
            <a:r>
              <a:rPr lang="zh-CN" altLang="en-US" sz="1800" b="1">
                <a:solidFill>
                  <a:srgbClr val="000066"/>
                </a:solidFill>
                <a:latin typeface="Times New Roman" pitchFamily="18" charset="0"/>
                <a:ea typeface="楷体" charset="0"/>
                <a:cs typeface="楷体_GB2312"/>
                <a:sym typeface="+mn-ea"/>
              </a:rPr>
              <a:t>如果能够保存已解决的子问题的答案，而在需要时再找出已求得的答案，就可以避免大量重复计算，从而得到多项式时间算法。</a:t>
            </a:r>
            <a:endParaRPr lang="zh-CN" altLang="en-US" sz="1800" b="1">
              <a:solidFill>
                <a:srgbClr val="000066"/>
              </a:solidFill>
              <a:latin typeface="Times New Roman" pitchFamily="18" charset="0"/>
              <a:ea typeface="楷体" charset="0"/>
              <a:cs typeface="楷体_GB2312"/>
            </a:endParaRPr>
          </a:p>
        </p:txBody>
      </p:sp>
      <p:sp>
        <p:nvSpPr>
          <p:cNvPr id="285699" name="Rectangle 3"/>
          <p:cNvSpPr>
            <a:spLocks noChangeArrowheads="1"/>
          </p:cNvSpPr>
          <p:nvPr/>
        </p:nvSpPr>
        <p:spPr bwMode="auto">
          <a:xfrm>
            <a:off x="1494235" y="250031"/>
            <a:ext cx="5829300" cy="485775"/>
          </a:xfrm>
          <a:prstGeom prst="rect">
            <a:avLst/>
          </a:prstGeom>
          <a:noFill/>
          <a:ln>
            <a:noFill/>
          </a:ln>
          <a:effectLst/>
        </p:spPr>
        <p:txBody>
          <a:bodyPr anchor="ctr"/>
          <a:lstStyle/>
          <a:p>
            <a:pPr algn="ctr">
              <a:defRPr/>
            </a:pPr>
            <a:r>
              <a:rPr lang="zh-CN" altLang="en-US" sz="3150" b="1">
                <a:solidFill>
                  <a:srgbClr val="000066"/>
                </a:solidFill>
                <a:effectLst>
                  <a:outerShdw blurRad="38100" dist="38100" dir="2700000" algn="tl">
                    <a:srgbClr val="C0C0C0"/>
                  </a:outerShdw>
                </a:effectLst>
                <a:latin typeface="Times New Roman" pitchFamily="18" charset="0"/>
                <a:ea typeface="楷体" charset="0"/>
              </a:rPr>
              <a:t>算法总体思想</a:t>
            </a:r>
          </a:p>
        </p:txBody>
      </p:sp>
      <p:grpSp>
        <p:nvGrpSpPr>
          <p:cNvPr id="40964" name="Group 4"/>
          <p:cNvGrpSpPr/>
          <p:nvPr/>
        </p:nvGrpSpPr>
        <p:grpSpPr bwMode="auto">
          <a:xfrm>
            <a:off x="1223963" y="1869281"/>
            <a:ext cx="6669881" cy="2415779"/>
            <a:chOff x="158" y="2025"/>
            <a:chExt cx="5602" cy="2029"/>
          </a:xfrm>
        </p:grpSpPr>
        <p:sp>
          <p:nvSpPr>
            <p:cNvPr id="40965" name="Oval 5"/>
            <p:cNvSpPr>
              <a:spLocks noChangeArrowheads="1"/>
            </p:cNvSpPr>
            <p:nvPr/>
          </p:nvSpPr>
          <p:spPr bwMode="auto">
            <a:xfrm>
              <a:off x="2699" y="2205"/>
              <a:ext cx="504" cy="384"/>
            </a:xfrm>
            <a:prstGeom prst="ellipse">
              <a:avLst/>
            </a:prstGeom>
            <a:solidFill>
              <a:schemeClr val="accent1"/>
            </a:solidFill>
            <a:ln w="19050">
              <a:solidFill>
                <a:schemeClr val="accent2"/>
              </a:solidFill>
              <a:round/>
            </a:ln>
          </p:spPr>
          <p:txBody>
            <a:bodyPr wrap="none" anchor="ctr"/>
            <a:lstStyle/>
            <a:p>
              <a:pPr algn="ctr" eaLnBrk="0" hangingPunct="0"/>
              <a:r>
                <a:rPr lang="en-US" altLang="zh-CN" sz="2400">
                  <a:latin typeface="Arial Rounded MT Bold"/>
                </a:rPr>
                <a:t>n</a:t>
              </a:r>
            </a:p>
          </p:txBody>
        </p:sp>
        <p:cxnSp>
          <p:nvCxnSpPr>
            <p:cNvPr id="40966" name="AutoShape 6"/>
            <p:cNvCxnSpPr>
              <a:cxnSpLocks noChangeShapeType="1"/>
              <a:stCxn id="40965" idx="4"/>
            </p:cNvCxnSpPr>
            <p:nvPr/>
          </p:nvCxnSpPr>
          <p:spPr bwMode="auto">
            <a:xfrm>
              <a:off x="2951" y="2595"/>
              <a:ext cx="2281" cy="512"/>
            </a:xfrm>
            <a:prstGeom prst="straightConnector1">
              <a:avLst/>
            </a:prstGeom>
            <a:noFill/>
            <a:ln w="19050">
              <a:solidFill>
                <a:schemeClr val="accent2"/>
              </a:solidFill>
              <a:round/>
              <a:tailEnd type="triangle" w="med" len="med"/>
            </a:ln>
          </p:spPr>
        </p:cxnSp>
        <p:cxnSp>
          <p:nvCxnSpPr>
            <p:cNvPr id="40967" name="AutoShape 7"/>
            <p:cNvCxnSpPr>
              <a:cxnSpLocks noChangeShapeType="1"/>
              <a:stCxn id="40965" idx="4"/>
            </p:cNvCxnSpPr>
            <p:nvPr/>
          </p:nvCxnSpPr>
          <p:spPr bwMode="auto">
            <a:xfrm flipH="1">
              <a:off x="798" y="2595"/>
              <a:ext cx="2153" cy="480"/>
            </a:xfrm>
            <a:prstGeom prst="straightConnector1">
              <a:avLst/>
            </a:prstGeom>
            <a:noFill/>
            <a:ln w="19050">
              <a:solidFill>
                <a:schemeClr val="accent2"/>
              </a:solidFill>
              <a:round/>
              <a:tailEnd type="triangle" w="med" len="med"/>
            </a:ln>
          </p:spPr>
        </p:cxnSp>
        <p:cxnSp>
          <p:nvCxnSpPr>
            <p:cNvPr id="40968" name="AutoShape 8"/>
            <p:cNvCxnSpPr>
              <a:cxnSpLocks noChangeShapeType="1"/>
              <a:stCxn id="40965" idx="4"/>
            </p:cNvCxnSpPr>
            <p:nvPr/>
          </p:nvCxnSpPr>
          <p:spPr bwMode="auto">
            <a:xfrm flipH="1">
              <a:off x="2276" y="2595"/>
              <a:ext cx="675" cy="512"/>
            </a:xfrm>
            <a:prstGeom prst="straightConnector1">
              <a:avLst/>
            </a:prstGeom>
            <a:noFill/>
            <a:ln w="19050">
              <a:solidFill>
                <a:schemeClr val="accent2"/>
              </a:solidFill>
              <a:round/>
              <a:tailEnd type="triangle" w="med" len="med"/>
            </a:ln>
          </p:spPr>
        </p:cxnSp>
        <p:cxnSp>
          <p:nvCxnSpPr>
            <p:cNvPr id="40969" name="AutoShape 9"/>
            <p:cNvCxnSpPr>
              <a:cxnSpLocks noChangeShapeType="1"/>
              <a:stCxn id="40965" idx="4"/>
            </p:cNvCxnSpPr>
            <p:nvPr/>
          </p:nvCxnSpPr>
          <p:spPr bwMode="auto">
            <a:xfrm>
              <a:off x="2951" y="2595"/>
              <a:ext cx="803" cy="512"/>
            </a:xfrm>
            <a:prstGeom prst="straightConnector1">
              <a:avLst/>
            </a:prstGeom>
            <a:noFill/>
            <a:ln w="19050">
              <a:solidFill>
                <a:schemeClr val="accent2"/>
              </a:solidFill>
              <a:round/>
              <a:tailEnd type="triangle" w="med" len="med"/>
            </a:ln>
          </p:spPr>
        </p:cxnSp>
        <p:sp>
          <p:nvSpPr>
            <p:cNvPr id="40970" name="AutoShape 10"/>
            <p:cNvSpPr>
              <a:spLocks noChangeArrowheads="1"/>
            </p:cNvSpPr>
            <p:nvPr/>
          </p:nvSpPr>
          <p:spPr bwMode="auto">
            <a:xfrm>
              <a:off x="384" y="2025"/>
              <a:ext cx="816" cy="672"/>
            </a:xfrm>
            <a:prstGeom prst="triangle">
              <a:avLst>
                <a:gd name="adj" fmla="val 50000"/>
              </a:avLst>
            </a:prstGeom>
            <a:solidFill>
              <a:schemeClr val="accent1"/>
            </a:solidFill>
            <a:ln w="9525">
              <a:solidFill>
                <a:schemeClr val="accent2"/>
              </a:solidFill>
              <a:miter lim="800000"/>
            </a:ln>
          </p:spPr>
          <p:txBody>
            <a:bodyPr wrap="none" anchor="ctr"/>
            <a:lstStyle/>
            <a:p>
              <a:pPr algn="ctr" eaLnBrk="0" hangingPunct="0"/>
              <a:r>
                <a:rPr lang="en-US" altLang="zh-CN" sz="2400">
                  <a:latin typeface="Arial Rounded MT Bold"/>
                </a:rPr>
                <a:t>T(n)</a:t>
              </a:r>
            </a:p>
          </p:txBody>
        </p:sp>
        <p:sp>
          <p:nvSpPr>
            <p:cNvPr id="40971" name="Text Box 11"/>
            <p:cNvSpPr txBox="1">
              <a:spLocks noChangeArrowheads="1"/>
            </p:cNvSpPr>
            <p:nvPr/>
          </p:nvSpPr>
          <p:spPr bwMode="auto">
            <a:xfrm>
              <a:off x="1824" y="2236"/>
              <a:ext cx="672" cy="384"/>
            </a:xfrm>
            <a:prstGeom prst="rect">
              <a:avLst/>
            </a:prstGeom>
            <a:noFill/>
            <a:ln w="9525">
              <a:noFill/>
              <a:miter lim="800000"/>
            </a:ln>
          </p:spPr>
          <p:txBody>
            <a:bodyPr>
              <a:spAutoFit/>
            </a:bodyPr>
            <a:lstStyle/>
            <a:p>
              <a:pPr algn="ctr" eaLnBrk="0" hangingPunct="0">
                <a:spcBef>
                  <a:spcPct val="50000"/>
                </a:spcBef>
              </a:pPr>
              <a:r>
                <a:rPr lang="zh-CN" altLang="en-US" sz="2400">
                  <a:latin typeface="Arial Rounded MT Bold"/>
                </a:rPr>
                <a:t>=</a:t>
              </a:r>
            </a:p>
          </p:txBody>
        </p:sp>
        <p:grpSp>
          <p:nvGrpSpPr>
            <p:cNvPr id="40972" name="Group 12"/>
            <p:cNvGrpSpPr/>
            <p:nvPr/>
          </p:nvGrpSpPr>
          <p:grpSpPr bwMode="auto">
            <a:xfrm>
              <a:off x="158" y="3158"/>
              <a:ext cx="1248" cy="896"/>
              <a:chOff x="96" y="1296"/>
              <a:chExt cx="1488" cy="1104"/>
            </a:xfrm>
          </p:grpSpPr>
          <p:sp>
            <p:nvSpPr>
              <p:cNvPr id="41003" name="Oval 13"/>
              <p:cNvSpPr>
                <a:spLocks noChangeArrowheads="1"/>
              </p:cNvSpPr>
              <p:nvPr/>
            </p:nvSpPr>
            <p:spPr bwMode="auto">
              <a:xfrm>
                <a:off x="624" y="1296"/>
                <a:ext cx="504" cy="384"/>
              </a:xfrm>
              <a:prstGeom prst="ellipse">
                <a:avLst/>
              </a:prstGeom>
              <a:solidFill>
                <a:schemeClr val="accent1"/>
              </a:solidFill>
              <a:ln w="19050">
                <a:solidFill>
                  <a:schemeClr val="accent2"/>
                </a:solidFill>
                <a:round/>
              </a:ln>
            </p:spPr>
            <p:txBody>
              <a:bodyPr wrap="none" anchor="ctr"/>
              <a:lstStyle/>
              <a:p>
                <a:pPr algn="ctr" eaLnBrk="0" hangingPunct="0"/>
                <a:r>
                  <a:rPr lang="en-US" altLang="zh-CN" sz="2100">
                    <a:latin typeface="Arial Rounded MT Bold"/>
                  </a:rPr>
                  <a:t>n/2</a:t>
                </a:r>
              </a:p>
            </p:txBody>
          </p:sp>
          <p:cxnSp>
            <p:nvCxnSpPr>
              <p:cNvPr id="41004" name="AutoShape 14"/>
              <p:cNvCxnSpPr>
                <a:cxnSpLocks noChangeShapeType="1"/>
                <a:stCxn id="41003" idx="4"/>
                <a:endCxn id="41011" idx="0"/>
              </p:cNvCxnSpPr>
              <p:nvPr/>
            </p:nvCxnSpPr>
            <p:spPr bwMode="auto">
              <a:xfrm>
                <a:off x="876" y="1686"/>
                <a:ext cx="576" cy="500"/>
              </a:xfrm>
              <a:prstGeom prst="straightConnector1">
                <a:avLst/>
              </a:prstGeom>
              <a:noFill/>
              <a:ln w="19050">
                <a:solidFill>
                  <a:schemeClr val="accent2"/>
                </a:solidFill>
                <a:round/>
                <a:tailEnd type="triangle" w="med" len="med"/>
              </a:ln>
            </p:spPr>
          </p:cxnSp>
          <p:cxnSp>
            <p:nvCxnSpPr>
              <p:cNvPr id="41005" name="AutoShape 15"/>
              <p:cNvCxnSpPr>
                <a:cxnSpLocks noChangeShapeType="1"/>
                <a:stCxn id="41003" idx="4"/>
                <a:endCxn id="41008" idx="0"/>
              </p:cNvCxnSpPr>
              <p:nvPr/>
            </p:nvCxnSpPr>
            <p:spPr bwMode="auto">
              <a:xfrm flipH="1">
                <a:off x="228" y="1686"/>
                <a:ext cx="648" cy="500"/>
              </a:xfrm>
              <a:prstGeom prst="straightConnector1">
                <a:avLst/>
              </a:prstGeom>
              <a:noFill/>
              <a:ln w="19050">
                <a:solidFill>
                  <a:schemeClr val="accent2"/>
                </a:solidFill>
                <a:round/>
                <a:tailEnd type="triangle" w="med" len="med"/>
              </a:ln>
            </p:spPr>
          </p:cxnSp>
          <p:cxnSp>
            <p:nvCxnSpPr>
              <p:cNvPr id="41006" name="AutoShape 16"/>
              <p:cNvCxnSpPr>
                <a:cxnSpLocks noChangeShapeType="1"/>
                <a:stCxn id="41003" idx="4"/>
                <a:endCxn id="41009" idx="0"/>
              </p:cNvCxnSpPr>
              <p:nvPr/>
            </p:nvCxnSpPr>
            <p:spPr bwMode="auto">
              <a:xfrm flipH="1">
                <a:off x="636" y="1686"/>
                <a:ext cx="240" cy="500"/>
              </a:xfrm>
              <a:prstGeom prst="straightConnector1">
                <a:avLst/>
              </a:prstGeom>
              <a:noFill/>
              <a:ln w="19050">
                <a:solidFill>
                  <a:schemeClr val="accent2"/>
                </a:solidFill>
                <a:round/>
                <a:tailEnd type="triangle" w="med" len="med"/>
              </a:ln>
            </p:spPr>
          </p:cxnSp>
          <p:cxnSp>
            <p:nvCxnSpPr>
              <p:cNvPr id="41007" name="AutoShape 17"/>
              <p:cNvCxnSpPr>
                <a:cxnSpLocks noChangeShapeType="1"/>
                <a:stCxn id="41003" idx="4"/>
                <a:endCxn id="41010" idx="0"/>
              </p:cNvCxnSpPr>
              <p:nvPr/>
            </p:nvCxnSpPr>
            <p:spPr bwMode="auto">
              <a:xfrm>
                <a:off x="876" y="1686"/>
                <a:ext cx="168" cy="500"/>
              </a:xfrm>
              <a:prstGeom prst="straightConnector1">
                <a:avLst/>
              </a:prstGeom>
              <a:noFill/>
              <a:ln w="19050">
                <a:solidFill>
                  <a:schemeClr val="accent2"/>
                </a:solidFill>
                <a:round/>
                <a:tailEnd type="triangle" w="med" len="med"/>
              </a:ln>
            </p:spPr>
          </p:cxnSp>
          <p:sp>
            <p:nvSpPr>
              <p:cNvPr id="41008" name="AutoShape 18"/>
              <p:cNvSpPr>
                <a:spLocks noChangeArrowheads="1"/>
              </p:cNvSpPr>
              <p:nvPr/>
            </p:nvSpPr>
            <p:spPr bwMode="auto">
              <a:xfrm>
                <a:off x="96"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1009" name="AutoShape 19"/>
              <p:cNvSpPr>
                <a:spLocks noChangeArrowheads="1"/>
              </p:cNvSpPr>
              <p:nvPr/>
            </p:nvSpPr>
            <p:spPr bwMode="auto">
              <a:xfrm>
                <a:off x="504"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1010" name="AutoShape 20"/>
              <p:cNvSpPr>
                <a:spLocks noChangeArrowheads="1"/>
              </p:cNvSpPr>
              <p:nvPr/>
            </p:nvSpPr>
            <p:spPr bwMode="auto">
              <a:xfrm>
                <a:off x="912"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1011" name="AutoShape 21"/>
              <p:cNvSpPr>
                <a:spLocks noChangeArrowheads="1"/>
              </p:cNvSpPr>
              <p:nvPr/>
            </p:nvSpPr>
            <p:spPr bwMode="auto">
              <a:xfrm>
                <a:off x="1320"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grpSp>
        <p:grpSp>
          <p:nvGrpSpPr>
            <p:cNvPr id="40973" name="Group 22"/>
            <p:cNvGrpSpPr/>
            <p:nvPr/>
          </p:nvGrpSpPr>
          <p:grpSpPr bwMode="auto">
            <a:xfrm>
              <a:off x="1655" y="3158"/>
              <a:ext cx="1248" cy="896"/>
              <a:chOff x="96" y="1296"/>
              <a:chExt cx="1488" cy="1104"/>
            </a:xfrm>
          </p:grpSpPr>
          <p:sp>
            <p:nvSpPr>
              <p:cNvPr id="40994" name="Oval 23"/>
              <p:cNvSpPr>
                <a:spLocks noChangeArrowheads="1"/>
              </p:cNvSpPr>
              <p:nvPr/>
            </p:nvSpPr>
            <p:spPr bwMode="auto">
              <a:xfrm>
                <a:off x="624" y="1296"/>
                <a:ext cx="504" cy="384"/>
              </a:xfrm>
              <a:prstGeom prst="ellipse">
                <a:avLst/>
              </a:prstGeom>
              <a:solidFill>
                <a:schemeClr val="accent1"/>
              </a:solidFill>
              <a:ln w="19050">
                <a:solidFill>
                  <a:schemeClr val="accent2"/>
                </a:solidFill>
                <a:round/>
              </a:ln>
            </p:spPr>
            <p:txBody>
              <a:bodyPr wrap="none" anchor="ctr"/>
              <a:lstStyle/>
              <a:p>
                <a:pPr algn="ctr" eaLnBrk="0" hangingPunct="0"/>
                <a:r>
                  <a:rPr lang="en-US" altLang="zh-CN" sz="2100">
                    <a:latin typeface="Arial Rounded MT Bold"/>
                  </a:rPr>
                  <a:t>n2</a:t>
                </a:r>
              </a:p>
            </p:txBody>
          </p:sp>
          <p:cxnSp>
            <p:nvCxnSpPr>
              <p:cNvPr id="40995" name="AutoShape 24"/>
              <p:cNvCxnSpPr>
                <a:cxnSpLocks noChangeShapeType="1"/>
                <a:stCxn id="40994" idx="4"/>
                <a:endCxn id="41002" idx="0"/>
              </p:cNvCxnSpPr>
              <p:nvPr/>
            </p:nvCxnSpPr>
            <p:spPr bwMode="auto">
              <a:xfrm>
                <a:off x="876" y="1686"/>
                <a:ext cx="576" cy="500"/>
              </a:xfrm>
              <a:prstGeom prst="straightConnector1">
                <a:avLst/>
              </a:prstGeom>
              <a:noFill/>
              <a:ln w="19050">
                <a:solidFill>
                  <a:schemeClr val="accent2"/>
                </a:solidFill>
                <a:round/>
                <a:tailEnd type="triangle" w="med" len="med"/>
              </a:ln>
            </p:spPr>
          </p:cxnSp>
          <p:cxnSp>
            <p:nvCxnSpPr>
              <p:cNvPr id="40996" name="AutoShape 25"/>
              <p:cNvCxnSpPr>
                <a:cxnSpLocks noChangeShapeType="1"/>
                <a:stCxn id="40994" idx="4"/>
                <a:endCxn id="40999" idx="0"/>
              </p:cNvCxnSpPr>
              <p:nvPr/>
            </p:nvCxnSpPr>
            <p:spPr bwMode="auto">
              <a:xfrm flipH="1">
                <a:off x="228" y="1686"/>
                <a:ext cx="648" cy="500"/>
              </a:xfrm>
              <a:prstGeom prst="straightConnector1">
                <a:avLst/>
              </a:prstGeom>
              <a:noFill/>
              <a:ln w="19050">
                <a:solidFill>
                  <a:schemeClr val="accent2"/>
                </a:solidFill>
                <a:round/>
                <a:tailEnd type="triangle" w="med" len="med"/>
              </a:ln>
            </p:spPr>
          </p:cxnSp>
          <p:cxnSp>
            <p:nvCxnSpPr>
              <p:cNvPr id="40997" name="AutoShape 26"/>
              <p:cNvCxnSpPr>
                <a:cxnSpLocks noChangeShapeType="1"/>
                <a:stCxn id="40994" idx="4"/>
                <a:endCxn id="41000" idx="0"/>
              </p:cNvCxnSpPr>
              <p:nvPr/>
            </p:nvCxnSpPr>
            <p:spPr bwMode="auto">
              <a:xfrm flipH="1">
                <a:off x="636" y="1686"/>
                <a:ext cx="240" cy="500"/>
              </a:xfrm>
              <a:prstGeom prst="straightConnector1">
                <a:avLst/>
              </a:prstGeom>
              <a:noFill/>
              <a:ln w="19050">
                <a:solidFill>
                  <a:schemeClr val="accent2"/>
                </a:solidFill>
                <a:round/>
                <a:tailEnd type="triangle" w="med" len="med"/>
              </a:ln>
            </p:spPr>
          </p:cxnSp>
          <p:cxnSp>
            <p:nvCxnSpPr>
              <p:cNvPr id="40998" name="AutoShape 27"/>
              <p:cNvCxnSpPr>
                <a:cxnSpLocks noChangeShapeType="1"/>
                <a:stCxn id="40994" idx="4"/>
                <a:endCxn id="41001" idx="0"/>
              </p:cNvCxnSpPr>
              <p:nvPr/>
            </p:nvCxnSpPr>
            <p:spPr bwMode="auto">
              <a:xfrm>
                <a:off x="876" y="1686"/>
                <a:ext cx="168" cy="500"/>
              </a:xfrm>
              <a:prstGeom prst="straightConnector1">
                <a:avLst/>
              </a:prstGeom>
              <a:noFill/>
              <a:ln w="19050">
                <a:solidFill>
                  <a:schemeClr val="accent2"/>
                </a:solidFill>
                <a:round/>
                <a:tailEnd type="triangle" w="med" len="med"/>
              </a:ln>
            </p:spPr>
          </p:cxnSp>
          <p:sp>
            <p:nvSpPr>
              <p:cNvPr id="40999" name="AutoShape 28"/>
              <p:cNvSpPr>
                <a:spLocks noChangeArrowheads="1"/>
              </p:cNvSpPr>
              <p:nvPr/>
            </p:nvSpPr>
            <p:spPr bwMode="auto">
              <a:xfrm>
                <a:off x="96"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1000" name="AutoShape 29"/>
              <p:cNvSpPr>
                <a:spLocks noChangeArrowheads="1"/>
              </p:cNvSpPr>
              <p:nvPr/>
            </p:nvSpPr>
            <p:spPr bwMode="auto">
              <a:xfrm>
                <a:off x="504"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1001" name="AutoShape 30"/>
              <p:cNvSpPr>
                <a:spLocks noChangeArrowheads="1"/>
              </p:cNvSpPr>
              <p:nvPr/>
            </p:nvSpPr>
            <p:spPr bwMode="auto">
              <a:xfrm>
                <a:off x="912"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1002" name="AutoShape 31"/>
              <p:cNvSpPr>
                <a:spLocks noChangeArrowheads="1"/>
              </p:cNvSpPr>
              <p:nvPr/>
            </p:nvSpPr>
            <p:spPr bwMode="auto">
              <a:xfrm>
                <a:off x="1320"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grpSp>
        <p:grpSp>
          <p:nvGrpSpPr>
            <p:cNvPr id="40974" name="Group 32"/>
            <p:cNvGrpSpPr/>
            <p:nvPr/>
          </p:nvGrpSpPr>
          <p:grpSpPr bwMode="auto">
            <a:xfrm>
              <a:off x="3107" y="3158"/>
              <a:ext cx="1248" cy="896"/>
              <a:chOff x="96" y="1296"/>
              <a:chExt cx="1488" cy="1104"/>
            </a:xfrm>
          </p:grpSpPr>
          <p:sp>
            <p:nvSpPr>
              <p:cNvPr id="40985" name="Oval 33"/>
              <p:cNvSpPr>
                <a:spLocks noChangeArrowheads="1"/>
              </p:cNvSpPr>
              <p:nvPr/>
            </p:nvSpPr>
            <p:spPr bwMode="auto">
              <a:xfrm>
                <a:off x="624" y="1296"/>
                <a:ext cx="504" cy="384"/>
              </a:xfrm>
              <a:prstGeom prst="ellipse">
                <a:avLst/>
              </a:prstGeom>
              <a:solidFill>
                <a:schemeClr val="accent1"/>
              </a:solidFill>
              <a:ln w="19050">
                <a:solidFill>
                  <a:schemeClr val="accent2"/>
                </a:solidFill>
                <a:round/>
              </a:ln>
            </p:spPr>
            <p:txBody>
              <a:bodyPr wrap="none" anchor="ctr"/>
              <a:lstStyle/>
              <a:p>
                <a:pPr algn="ctr" eaLnBrk="0" hangingPunct="0"/>
                <a:r>
                  <a:rPr lang="en-US" altLang="zh-CN" sz="2100">
                    <a:latin typeface="Arial Rounded MT Bold"/>
                  </a:rPr>
                  <a:t>n/2</a:t>
                </a:r>
              </a:p>
            </p:txBody>
          </p:sp>
          <p:cxnSp>
            <p:nvCxnSpPr>
              <p:cNvPr id="40986" name="AutoShape 34"/>
              <p:cNvCxnSpPr>
                <a:cxnSpLocks noChangeShapeType="1"/>
                <a:stCxn id="40985" idx="4"/>
                <a:endCxn id="40993" idx="0"/>
              </p:cNvCxnSpPr>
              <p:nvPr/>
            </p:nvCxnSpPr>
            <p:spPr bwMode="auto">
              <a:xfrm>
                <a:off x="876" y="1686"/>
                <a:ext cx="576" cy="500"/>
              </a:xfrm>
              <a:prstGeom prst="straightConnector1">
                <a:avLst/>
              </a:prstGeom>
              <a:noFill/>
              <a:ln w="19050">
                <a:solidFill>
                  <a:schemeClr val="accent2"/>
                </a:solidFill>
                <a:round/>
                <a:tailEnd type="triangle" w="med" len="med"/>
              </a:ln>
            </p:spPr>
          </p:cxnSp>
          <p:cxnSp>
            <p:nvCxnSpPr>
              <p:cNvPr id="40987" name="AutoShape 35"/>
              <p:cNvCxnSpPr>
                <a:cxnSpLocks noChangeShapeType="1"/>
                <a:stCxn id="40985" idx="4"/>
                <a:endCxn id="40990" idx="0"/>
              </p:cNvCxnSpPr>
              <p:nvPr/>
            </p:nvCxnSpPr>
            <p:spPr bwMode="auto">
              <a:xfrm flipH="1">
                <a:off x="228" y="1686"/>
                <a:ext cx="648" cy="500"/>
              </a:xfrm>
              <a:prstGeom prst="straightConnector1">
                <a:avLst/>
              </a:prstGeom>
              <a:noFill/>
              <a:ln w="19050">
                <a:solidFill>
                  <a:schemeClr val="accent2"/>
                </a:solidFill>
                <a:round/>
                <a:tailEnd type="triangle" w="med" len="med"/>
              </a:ln>
            </p:spPr>
          </p:cxnSp>
          <p:cxnSp>
            <p:nvCxnSpPr>
              <p:cNvPr id="40988" name="AutoShape 36"/>
              <p:cNvCxnSpPr>
                <a:cxnSpLocks noChangeShapeType="1"/>
                <a:stCxn id="40985" idx="4"/>
                <a:endCxn id="40991" idx="0"/>
              </p:cNvCxnSpPr>
              <p:nvPr/>
            </p:nvCxnSpPr>
            <p:spPr bwMode="auto">
              <a:xfrm flipH="1">
                <a:off x="636" y="1686"/>
                <a:ext cx="240" cy="500"/>
              </a:xfrm>
              <a:prstGeom prst="straightConnector1">
                <a:avLst/>
              </a:prstGeom>
              <a:noFill/>
              <a:ln w="19050">
                <a:solidFill>
                  <a:schemeClr val="accent2"/>
                </a:solidFill>
                <a:round/>
                <a:tailEnd type="triangle" w="med" len="med"/>
              </a:ln>
            </p:spPr>
          </p:cxnSp>
          <p:cxnSp>
            <p:nvCxnSpPr>
              <p:cNvPr id="40989" name="AutoShape 37"/>
              <p:cNvCxnSpPr>
                <a:cxnSpLocks noChangeShapeType="1"/>
                <a:stCxn id="40985" idx="4"/>
                <a:endCxn id="40992" idx="0"/>
              </p:cNvCxnSpPr>
              <p:nvPr/>
            </p:nvCxnSpPr>
            <p:spPr bwMode="auto">
              <a:xfrm>
                <a:off x="876" y="1686"/>
                <a:ext cx="168" cy="500"/>
              </a:xfrm>
              <a:prstGeom prst="straightConnector1">
                <a:avLst/>
              </a:prstGeom>
              <a:noFill/>
              <a:ln w="19050">
                <a:solidFill>
                  <a:schemeClr val="accent2"/>
                </a:solidFill>
                <a:round/>
                <a:tailEnd type="triangle" w="med" len="med"/>
              </a:ln>
            </p:spPr>
          </p:cxnSp>
          <p:sp>
            <p:nvSpPr>
              <p:cNvPr id="40990" name="AutoShape 38"/>
              <p:cNvSpPr>
                <a:spLocks noChangeArrowheads="1"/>
              </p:cNvSpPr>
              <p:nvPr/>
            </p:nvSpPr>
            <p:spPr bwMode="auto">
              <a:xfrm>
                <a:off x="96"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0991" name="AutoShape 39"/>
              <p:cNvSpPr>
                <a:spLocks noChangeArrowheads="1"/>
              </p:cNvSpPr>
              <p:nvPr/>
            </p:nvSpPr>
            <p:spPr bwMode="auto">
              <a:xfrm>
                <a:off x="504"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0992" name="AutoShape 40"/>
              <p:cNvSpPr>
                <a:spLocks noChangeArrowheads="1"/>
              </p:cNvSpPr>
              <p:nvPr/>
            </p:nvSpPr>
            <p:spPr bwMode="auto">
              <a:xfrm>
                <a:off x="912"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0993" name="AutoShape 41"/>
              <p:cNvSpPr>
                <a:spLocks noChangeArrowheads="1"/>
              </p:cNvSpPr>
              <p:nvPr/>
            </p:nvSpPr>
            <p:spPr bwMode="auto">
              <a:xfrm>
                <a:off x="1320"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grpSp>
        <p:grpSp>
          <p:nvGrpSpPr>
            <p:cNvPr id="40975" name="Group 42"/>
            <p:cNvGrpSpPr/>
            <p:nvPr/>
          </p:nvGrpSpPr>
          <p:grpSpPr bwMode="auto">
            <a:xfrm>
              <a:off x="4512" y="3158"/>
              <a:ext cx="1248" cy="896"/>
              <a:chOff x="96" y="1296"/>
              <a:chExt cx="1488" cy="1104"/>
            </a:xfrm>
          </p:grpSpPr>
          <p:sp>
            <p:nvSpPr>
              <p:cNvPr id="40976" name="Oval 43"/>
              <p:cNvSpPr>
                <a:spLocks noChangeArrowheads="1"/>
              </p:cNvSpPr>
              <p:nvPr/>
            </p:nvSpPr>
            <p:spPr bwMode="auto">
              <a:xfrm>
                <a:off x="624" y="1296"/>
                <a:ext cx="504" cy="384"/>
              </a:xfrm>
              <a:prstGeom prst="ellipse">
                <a:avLst/>
              </a:prstGeom>
              <a:solidFill>
                <a:schemeClr val="accent1"/>
              </a:solidFill>
              <a:ln w="19050">
                <a:solidFill>
                  <a:schemeClr val="accent2"/>
                </a:solidFill>
                <a:round/>
              </a:ln>
            </p:spPr>
            <p:txBody>
              <a:bodyPr wrap="none" anchor="ctr"/>
              <a:lstStyle/>
              <a:p>
                <a:pPr algn="ctr" eaLnBrk="0" hangingPunct="0"/>
                <a:r>
                  <a:rPr lang="en-US" altLang="zh-CN" sz="2100">
                    <a:latin typeface="Arial Rounded MT Bold"/>
                  </a:rPr>
                  <a:t>n/2</a:t>
                </a:r>
              </a:p>
            </p:txBody>
          </p:sp>
          <p:cxnSp>
            <p:nvCxnSpPr>
              <p:cNvPr id="40977" name="AutoShape 44"/>
              <p:cNvCxnSpPr>
                <a:cxnSpLocks noChangeShapeType="1"/>
                <a:stCxn id="40976" idx="4"/>
                <a:endCxn id="40984" idx="0"/>
              </p:cNvCxnSpPr>
              <p:nvPr/>
            </p:nvCxnSpPr>
            <p:spPr bwMode="auto">
              <a:xfrm>
                <a:off x="876" y="1686"/>
                <a:ext cx="576" cy="500"/>
              </a:xfrm>
              <a:prstGeom prst="straightConnector1">
                <a:avLst/>
              </a:prstGeom>
              <a:noFill/>
              <a:ln w="19050">
                <a:solidFill>
                  <a:schemeClr val="accent2"/>
                </a:solidFill>
                <a:round/>
                <a:tailEnd type="triangle" w="med" len="med"/>
              </a:ln>
            </p:spPr>
          </p:cxnSp>
          <p:cxnSp>
            <p:nvCxnSpPr>
              <p:cNvPr id="40978" name="AutoShape 45"/>
              <p:cNvCxnSpPr>
                <a:cxnSpLocks noChangeShapeType="1"/>
                <a:stCxn id="40976" idx="4"/>
                <a:endCxn id="40981" idx="0"/>
              </p:cNvCxnSpPr>
              <p:nvPr/>
            </p:nvCxnSpPr>
            <p:spPr bwMode="auto">
              <a:xfrm flipH="1">
                <a:off x="228" y="1686"/>
                <a:ext cx="648" cy="500"/>
              </a:xfrm>
              <a:prstGeom prst="straightConnector1">
                <a:avLst/>
              </a:prstGeom>
              <a:noFill/>
              <a:ln w="19050">
                <a:solidFill>
                  <a:schemeClr val="accent2"/>
                </a:solidFill>
                <a:round/>
                <a:tailEnd type="triangle" w="med" len="med"/>
              </a:ln>
            </p:spPr>
          </p:cxnSp>
          <p:cxnSp>
            <p:nvCxnSpPr>
              <p:cNvPr id="40979" name="AutoShape 46"/>
              <p:cNvCxnSpPr>
                <a:cxnSpLocks noChangeShapeType="1"/>
                <a:stCxn id="40976" idx="4"/>
                <a:endCxn id="40982" idx="0"/>
              </p:cNvCxnSpPr>
              <p:nvPr/>
            </p:nvCxnSpPr>
            <p:spPr bwMode="auto">
              <a:xfrm flipH="1">
                <a:off x="636" y="1686"/>
                <a:ext cx="240" cy="500"/>
              </a:xfrm>
              <a:prstGeom prst="straightConnector1">
                <a:avLst/>
              </a:prstGeom>
              <a:noFill/>
              <a:ln w="19050">
                <a:solidFill>
                  <a:schemeClr val="accent2"/>
                </a:solidFill>
                <a:round/>
                <a:tailEnd type="triangle" w="med" len="med"/>
              </a:ln>
            </p:spPr>
          </p:cxnSp>
          <p:cxnSp>
            <p:nvCxnSpPr>
              <p:cNvPr id="40980" name="AutoShape 47"/>
              <p:cNvCxnSpPr>
                <a:cxnSpLocks noChangeShapeType="1"/>
                <a:stCxn id="40976" idx="4"/>
                <a:endCxn id="40983" idx="0"/>
              </p:cNvCxnSpPr>
              <p:nvPr/>
            </p:nvCxnSpPr>
            <p:spPr bwMode="auto">
              <a:xfrm>
                <a:off x="876" y="1686"/>
                <a:ext cx="168" cy="500"/>
              </a:xfrm>
              <a:prstGeom prst="straightConnector1">
                <a:avLst/>
              </a:prstGeom>
              <a:noFill/>
              <a:ln w="19050">
                <a:solidFill>
                  <a:schemeClr val="accent2"/>
                </a:solidFill>
                <a:round/>
                <a:tailEnd type="triangle" w="med" len="med"/>
              </a:ln>
            </p:spPr>
          </p:cxnSp>
          <p:sp>
            <p:nvSpPr>
              <p:cNvPr id="40981" name="AutoShape 48"/>
              <p:cNvSpPr>
                <a:spLocks noChangeArrowheads="1"/>
              </p:cNvSpPr>
              <p:nvPr/>
            </p:nvSpPr>
            <p:spPr bwMode="auto">
              <a:xfrm>
                <a:off x="96"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0982" name="AutoShape 49"/>
              <p:cNvSpPr>
                <a:spLocks noChangeArrowheads="1"/>
              </p:cNvSpPr>
              <p:nvPr/>
            </p:nvSpPr>
            <p:spPr bwMode="auto">
              <a:xfrm>
                <a:off x="504"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0983" name="AutoShape 50"/>
              <p:cNvSpPr>
                <a:spLocks noChangeArrowheads="1"/>
              </p:cNvSpPr>
              <p:nvPr/>
            </p:nvSpPr>
            <p:spPr bwMode="auto">
              <a:xfrm>
                <a:off x="912"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sp>
            <p:nvSpPr>
              <p:cNvPr id="40984" name="AutoShape 51"/>
              <p:cNvSpPr>
                <a:spLocks noChangeArrowheads="1"/>
              </p:cNvSpPr>
              <p:nvPr/>
            </p:nvSpPr>
            <p:spPr bwMode="auto">
              <a:xfrm>
                <a:off x="1320" y="2192"/>
                <a:ext cx="264" cy="208"/>
              </a:xfrm>
              <a:prstGeom prst="triangle">
                <a:avLst>
                  <a:gd name="adj" fmla="val 50000"/>
                </a:avLst>
              </a:prstGeom>
              <a:solidFill>
                <a:schemeClr val="accent1"/>
              </a:solidFill>
              <a:ln w="19050">
                <a:solidFill>
                  <a:schemeClr val="accent2"/>
                </a:solidFill>
                <a:miter lim="800000"/>
              </a:ln>
            </p:spPr>
            <p:txBody>
              <a:bodyPr wrap="none" anchor="ctr"/>
              <a:lstStyle/>
              <a:p>
                <a:pPr algn="ctr" eaLnBrk="0" hangingPunct="0"/>
                <a:r>
                  <a:rPr lang="en-US" altLang="zh-CN" sz="1200" b="1">
                    <a:latin typeface="Arial Rounded MT Bold"/>
                  </a:rPr>
                  <a:t>T(n/4)</a:t>
                </a:r>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reeform 50"/>
          <p:cNvSpPr/>
          <p:nvPr/>
        </p:nvSpPr>
        <p:spPr>
          <a:xfrm>
            <a:off x="1017049" y="1630003"/>
            <a:ext cx="1571625" cy="1373798"/>
          </a:xfrm>
          <a:custGeom>
            <a:avLst/>
            <a:gdLst>
              <a:gd name="connsiteX0" fmla="*/ 0 w 1571625"/>
              <a:gd name="connsiteY0" fmla="*/ 206070 h 1373798"/>
              <a:gd name="connsiteX1" fmla="*/ 884726 w 1571625"/>
              <a:gd name="connsiteY1" fmla="*/ 206070 h 1373798"/>
              <a:gd name="connsiteX2" fmla="*/ 884726 w 1571625"/>
              <a:gd name="connsiteY2" fmla="*/ 0 h 1373798"/>
              <a:gd name="connsiteX3" fmla="*/ 1571625 w 1571625"/>
              <a:gd name="connsiteY3" fmla="*/ 686899 h 1373798"/>
              <a:gd name="connsiteX4" fmla="*/ 884726 w 1571625"/>
              <a:gd name="connsiteY4" fmla="*/ 1373798 h 1373798"/>
              <a:gd name="connsiteX5" fmla="*/ 884726 w 1571625"/>
              <a:gd name="connsiteY5" fmla="*/ 1167728 h 1373798"/>
              <a:gd name="connsiteX6" fmla="*/ 0 w 1571625"/>
              <a:gd name="connsiteY6" fmla="*/ 1167728 h 1373798"/>
              <a:gd name="connsiteX7" fmla="*/ 0 w 1571625"/>
              <a:gd name="connsiteY7" fmla="*/ 206070 h 137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1625" h="1373798">
                <a:moveTo>
                  <a:pt x="0" y="206070"/>
                </a:moveTo>
                <a:lnTo>
                  <a:pt x="884726" y="206070"/>
                </a:lnTo>
                <a:lnTo>
                  <a:pt x="884726" y="0"/>
                </a:lnTo>
                <a:lnTo>
                  <a:pt x="1571625" y="686899"/>
                </a:lnTo>
                <a:lnTo>
                  <a:pt x="884726" y="1373798"/>
                </a:lnTo>
                <a:lnTo>
                  <a:pt x="884726" y="1167728"/>
                </a:lnTo>
                <a:lnTo>
                  <a:pt x="0" y="1167728"/>
                </a:lnTo>
                <a:lnTo>
                  <a:pt x="0" y="206070"/>
                </a:lnTo>
                <a:close/>
              </a:path>
            </a:pathLst>
          </a:custGeom>
          <a:solidFill>
            <a:schemeClr val="accent1">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38627" tIns="217500" rIns="435411" bIns="217500" numCol="1" spcCol="1270" anchor="ctr" anchorCtr="0">
            <a:noAutofit/>
          </a:bodyPr>
          <a:lstStyle/>
          <a:p>
            <a:pPr marL="171450" lvl="1" indent="-171450" defTabSz="800100">
              <a:lnSpc>
                <a:spcPct val="90000"/>
              </a:lnSpc>
              <a:spcBef>
                <a:spcPct val="0"/>
              </a:spcBef>
              <a:spcAft>
                <a:spcPct val="15000"/>
              </a:spcAft>
            </a:pPr>
            <a:r>
              <a:rPr lang="en-US" sz="4800" dirty="0">
                <a:solidFill>
                  <a:schemeClr val="bg1"/>
                </a:solidFill>
                <a:latin typeface="Arial" pitchFamily="34" charset="0"/>
                <a:ea typeface="微软雅黑" pitchFamily="34" charset="-122"/>
                <a:sym typeface="Arial" pitchFamily="34" charset="0"/>
              </a:rPr>
              <a:t> </a:t>
            </a:r>
            <a:endParaRPr lang="en-US" sz="4800" kern="1200" dirty="0">
              <a:solidFill>
                <a:schemeClr val="accent1">
                  <a:lumMod val="75000"/>
                </a:schemeClr>
              </a:solidFill>
              <a:latin typeface="Arial" pitchFamily="34" charset="0"/>
              <a:ea typeface="微软雅黑" pitchFamily="34" charset="-122"/>
              <a:sym typeface="Arial" pitchFamily="34" charset="0"/>
            </a:endParaRPr>
          </a:p>
        </p:txBody>
      </p:sp>
      <p:sp>
        <p:nvSpPr>
          <p:cNvPr id="53" name="Freeform 52"/>
          <p:cNvSpPr/>
          <p:nvPr/>
        </p:nvSpPr>
        <p:spPr>
          <a:xfrm>
            <a:off x="3018847" y="1630003"/>
            <a:ext cx="1571625" cy="1373798"/>
          </a:xfrm>
          <a:custGeom>
            <a:avLst/>
            <a:gdLst>
              <a:gd name="connsiteX0" fmla="*/ 0 w 1571625"/>
              <a:gd name="connsiteY0" fmla="*/ 206070 h 1373798"/>
              <a:gd name="connsiteX1" fmla="*/ 884726 w 1571625"/>
              <a:gd name="connsiteY1" fmla="*/ 206070 h 1373798"/>
              <a:gd name="connsiteX2" fmla="*/ 884726 w 1571625"/>
              <a:gd name="connsiteY2" fmla="*/ 0 h 1373798"/>
              <a:gd name="connsiteX3" fmla="*/ 1571625 w 1571625"/>
              <a:gd name="connsiteY3" fmla="*/ 686899 h 1373798"/>
              <a:gd name="connsiteX4" fmla="*/ 884726 w 1571625"/>
              <a:gd name="connsiteY4" fmla="*/ 1373798 h 1373798"/>
              <a:gd name="connsiteX5" fmla="*/ 884726 w 1571625"/>
              <a:gd name="connsiteY5" fmla="*/ 1167728 h 1373798"/>
              <a:gd name="connsiteX6" fmla="*/ 0 w 1571625"/>
              <a:gd name="connsiteY6" fmla="*/ 1167728 h 1373798"/>
              <a:gd name="connsiteX7" fmla="*/ 0 w 1571625"/>
              <a:gd name="connsiteY7" fmla="*/ 206070 h 137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1625" h="1373798">
                <a:moveTo>
                  <a:pt x="0" y="206070"/>
                </a:moveTo>
                <a:lnTo>
                  <a:pt x="884726" y="206070"/>
                </a:lnTo>
                <a:lnTo>
                  <a:pt x="884726" y="0"/>
                </a:lnTo>
                <a:lnTo>
                  <a:pt x="1571625" y="686899"/>
                </a:lnTo>
                <a:lnTo>
                  <a:pt x="884726" y="1373798"/>
                </a:lnTo>
                <a:lnTo>
                  <a:pt x="884726" y="1167728"/>
                </a:lnTo>
                <a:lnTo>
                  <a:pt x="0" y="1167728"/>
                </a:lnTo>
                <a:lnTo>
                  <a:pt x="0" y="206070"/>
                </a:lnTo>
                <a:close/>
              </a:path>
            </a:pathLst>
          </a:custGeom>
          <a:solidFill>
            <a:schemeClr val="accent2">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38626" tIns="217500" rIns="435412" bIns="217500" numCol="1" spcCol="1270" anchor="ctr" anchorCtr="0">
            <a:noAutofit/>
          </a:bodyPr>
          <a:lstStyle/>
          <a:p>
            <a:pPr marL="171450" lvl="1" indent="-171450" defTabSz="800100">
              <a:lnSpc>
                <a:spcPct val="90000"/>
              </a:lnSpc>
              <a:spcBef>
                <a:spcPct val="0"/>
              </a:spcBef>
              <a:spcAft>
                <a:spcPct val="15000"/>
              </a:spcAft>
            </a:pPr>
            <a:r>
              <a:rPr lang="en-US" sz="3600" dirty="0">
                <a:solidFill>
                  <a:schemeClr val="bg1"/>
                </a:solidFill>
                <a:latin typeface="Arial" pitchFamily="34" charset="0"/>
                <a:ea typeface="微软雅黑" pitchFamily="34" charset="-122"/>
                <a:sym typeface="Arial" pitchFamily="34" charset="0"/>
              </a:rPr>
              <a:t> </a:t>
            </a:r>
            <a:endParaRPr lang="en-US" sz="3600" kern="1200" dirty="0">
              <a:solidFill>
                <a:schemeClr val="accent2">
                  <a:lumMod val="50000"/>
                </a:schemeClr>
              </a:solidFill>
              <a:latin typeface="Arial" pitchFamily="34" charset="0"/>
              <a:ea typeface="微软雅黑" pitchFamily="34" charset="-122"/>
              <a:sym typeface="Arial" pitchFamily="34" charset="0"/>
            </a:endParaRPr>
          </a:p>
        </p:txBody>
      </p:sp>
      <p:sp>
        <p:nvSpPr>
          <p:cNvPr id="55" name="Freeform 54"/>
          <p:cNvSpPr/>
          <p:nvPr/>
        </p:nvSpPr>
        <p:spPr>
          <a:xfrm>
            <a:off x="5000325" y="1630003"/>
            <a:ext cx="1571625" cy="1373798"/>
          </a:xfrm>
          <a:custGeom>
            <a:avLst/>
            <a:gdLst>
              <a:gd name="connsiteX0" fmla="*/ 0 w 1571625"/>
              <a:gd name="connsiteY0" fmla="*/ 206070 h 1373798"/>
              <a:gd name="connsiteX1" fmla="*/ 884726 w 1571625"/>
              <a:gd name="connsiteY1" fmla="*/ 206070 h 1373798"/>
              <a:gd name="connsiteX2" fmla="*/ 884726 w 1571625"/>
              <a:gd name="connsiteY2" fmla="*/ 0 h 1373798"/>
              <a:gd name="connsiteX3" fmla="*/ 1571625 w 1571625"/>
              <a:gd name="connsiteY3" fmla="*/ 686899 h 1373798"/>
              <a:gd name="connsiteX4" fmla="*/ 884726 w 1571625"/>
              <a:gd name="connsiteY4" fmla="*/ 1373798 h 1373798"/>
              <a:gd name="connsiteX5" fmla="*/ 884726 w 1571625"/>
              <a:gd name="connsiteY5" fmla="*/ 1167728 h 1373798"/>
              <a:gd name="connsiteX6" fmla="*/ 0 w 1571625"/>
              <a:gd name="connsiteY6" fmla="*/ 1167728 h 1373798"/>
              <a:gd name="connsiteX7" fmla="*/ 0 w 1571625"/>
              <a:gd name="connsiteY7" fmla="*/ 206070 h 137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1625" h="1373798">
                <a:moveTo>
                  <a:pt x="0" y="206070"/>
                </a:moveTo>
                <a:lnTo>
                  <a:pt x="884726" y="206070"/>
                </a:lnTo>
                <a:lnTo>
                  <a:pt x="884726" y="0"/>
                </a:lnTo>
                <a:lnTo>
                  <a:pt x="1571625" y="686899"/>
                </a:lnTo>
                <a:lnTo>
                  <a:pt x="884726" y="1373798"/>
                </a:lnTo>
                <a:lnTo>
                  <a:pt x="884726" y="1167728"/>
                </a:lnTo>
                <a:lnTo>
                  <a:pt x="0" y="1167728"/>
                </a:lnTo>
                <a:lnTo>
                  <a:pt x="0" y="206070"/>
                </a:lnTo>
                <a:close/>
              </a:path>
            </a:pathLst>
          </a:custGeom>
          <a:solidFill>
            <a:schemeClr val="accent3">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38626" tIns="217500" rIns="435412" bIns="217500" numCol="1" spcCol="1270" anchor="ctr" anchorCtr="0">
            <a:noAutofit/>
          </a:bodyPr>
          <a:lstStyle/>
          <a:p>
            <a:pPr marL="171450" lvl="1" indent="-171450" defTabSz="800100">
              <a:lnSpc>
                <a:spcPct val="90000"/>
              </a:lnSpc>
              <a:spcBef>
                <a:spcPct val="0"/>
              </a:spcBef>
              <a:spcAft>
                <a:spcPct val="15000"/>
              </a:spcAft>
            </a:pPr>
            <a:r>
              <a:rPr lang="en-US" sz="3600" dirty="0">
                <a:solidFill>
                  <a:schemeClr val="bg1"/>
                </a:solidFill>
                <a:latin typeface="Arial" pitchFamily="34" charset="0"/>
                <a:ea typeface="微软雅黑" pitchFamily="34" charset="-122"/>
                <a:sym typeface="Arial" pitchFamily="34" charset="0"/>
              </a:rPr>
              <a:t> </a:t>
            </a:r>
            <a:endParaRPr lang="en-US" sz="3600" kern="1200" dirty="0">
              <a:solidFill>
                <a:schemeClr val="accent3">
                  <a:lumMod val="75000"/>
                </a:schemeClr>
              </a:solidFill>
              <a:latin typeface="Arial" pitchFamily="34" charset="0"/>
              <a:ea typeface="微软雅黑" pitchFamily="34" charset="-122"/>
              <a:sym typeface="Arial" pitchFamily="34" charset="0"/>
            </a:endParaRPr>
          </a:p>
        </p:txBody>
      </p:sp>
      <p:sp>
        <p:nvSpPr>
          <p:cNvPr id="60" name="Freeform 59"/>
          <p:cNvSpPr/>
          <p:nvPr/>
        </p:nvSpPr>
        <p:spPr>
          <a:xfrm>
            <a:off x="6934914" y="1630003"/>
            <a:ext cx="1571625" cy="1373798"/>
          </a:xfrm>
          <a:custGeom>
            <a:avLst/>
            <a:gdLst>
              <a:gd name="connsiteX0" fmla="*/ 0 w 1571625"/>
              <a:gd name="connsiteY0" fmla="*/ 206070 h 1373798"/>
              <a:gd name="connsiteX1" fmla="*/ 884726 w 1571625"/>
              <a:gd name="connsiteY1" fmla="*/ 206070 h 1373798"/>
              <a:gd name="connsiteX2" fmla="*/ 884726 w 1571625"/>
              <a:gd name="connsiteY2" fmla="*/ 0 h 1373798"/>
              <a:gd name="connsiteX3" fmla="*/ 1571625 w 1571625"/>
              <a:gd name="connsiteY3" fmla="*/ 686899 h 1373798"/>
              <a:gd name="connsiteX4" fmla="*/ 884726 w 1571625"/>
              <a:gd name="connsiteY4" fmla="*/ 1373798 h 1373798"/>
              <a:gd name="connsiteX5" fmla="*/ 884726 w 1571625"/>
              <a:gd name="connsiteY5" fmla="*/ 1167728 h 1373798"/>
              <a:gd name="connsiteX6" fmla="*/ 0 w 1571625"/>
              <a:gd name="connsiteY6" fmla="*/ 1167728 h 1373798"/>
              <a:gd name="connsiteX7" fmla="*/ 0 w 1571625"/>
              <a:gd name="connsiteY7" fmla="*/ 206070 h 137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71625" h="1373798">
                <a:moveTo>
                  <a:pt x="0" y="206070"/>
                </a:moveTo>
                <a:lnTo>
                  <a:pt x="884726" y="206070"/>
                </a:lnTo>
                <a:lnTo>
                  <a:pt x="884726" y="0"/>
                </a:lnTo>
                <a:lnTo>
                  <a:pt x="1571625" y="686899"/>
                </a:lnTo>
                <a:lnTo>
                  <a:pt x="884726" y="1373798"/>
                </a:lnTo>
                <a:lnTo>
                  <a:pt x="884726" y="1167728"/>
                </a:lnTo>
                <a:lnTo>
                  <a:pt x="0" y="1167728"/>
                </a:lnTo>
                <a:lnTo>
                  <a:pt x="0" y="206070"/>
                </a:lnTo>
                <a:close/>
              </a:path>
            </a:pathLst>
          </a:custGeom>
          <a:solidFill>
            <a:schemeClr val="accent4">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38626" tIns="217500" rIns="435412" bIns="217500" numCol="1" spcCol="1270" anchor="ctr" anchorCtr="0">
            <a:noAutofit/>
          </a:bodyPr>
          <a:lstStyle/>
          <a:p>
            <a:pPr marL="171450" lvl="1" indent="-171450" defTabSz="800100">
              <a:lnSpc>
                <a:spcPct val="90000"/>
              </a:lnSpc>
              <a:spcBef>
                <a:spcPct val="0"/>
              </a:spcBef>
              <a:spcAft>
                <a:spcPct val="15000"/>
              </a:spcAft>
            </a:pPr>
            <a:r>
              <a:rPr lang="en-US" sz="3200" dirty="0">
                <a:solidFill>
                  <a:schemeClr val="bg1"/>
                </a:solidFill>
                <a:latin typeface="Arial" pitchFamily="34" charset="0"/>
                <a:ea typeface="微软雅黑" pitchFamily="34" charset="-122"/>
                <a:sym typeface="Arial" pitchFamily="34" charset="0"/>
              </a:rPr>
              <a:t> </a:t>
            </a:r>
            <a:endParaRPr lang="en-US" sz="3200" kern="1200" dirty="0">
              <a:solidFill>
                <a:schemeClr val="accent4">
                  <a:lumMod val="75000"/>
                </a:schemeClr>
              </a:solidFill>
              <a:latin typeface="Arial" pitchFamily="34" charset="0"/>
              <a:ea typeface="微软雅黑" pitchFamily="34" charset="-122"/>
              <a:sym typeface="Arial" pitchFamily="34" charset="0"/>
            </a:endParaRPr>
          </a:p>
        </p:txBody>
      </p:sp>
      <p:grpSp>
        <p:nvGrpSpPr>
          <p:cNvPr id="32" name="Group 134"/>
          <p:cNvGrpSpPr>
            <a:grpSpLocks noChangeAspect="1"/>
          </p:cNvGrpSpPr>
          <p:nvPr/>
        </p:nvGrpSpPr>
        <p:grpSpPr>
          <a:xfrm>
            <a:off x="627949" y="1927477"/>
            <a:ext cx="778199" cy="778850"/>
            <a:chOff x="3287425" y="1417883"/>
            <a:chExt cx="648499" cy="649042"/>
          </a:xfrm>
        </p:grpSpPr>
        <p:sp>
          <p:nvSpPr>
            <p:cNvPr id="33" name="Oval 32"/>
            <p:cNvSpPr>
              <a:spLocks noChangeAspect="1"/>
            </p:cNvSpPr>
            <p:nvPr/>
          </p:nvSpPr>
          <p:spPr>
            <a:xfrm>
              <a:off x="3287425" y="1417883"/>
              <a:ext cx="648499" cy="649042"/>
            </a:xfrm>
            <a:prstGeom prst="ellipse">
              <a:avLst/>
            </a:prstGeom>
            <a:solidFill>
              <a:schemeClr val="accent1">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dirty="0">
                <a:solidFill>
                  <a:schemeClr val="bg1"/>
                </a:solidFill>
                <a:latin typeface="Arial" pitchFamily="34" charset="0"/>
                <a:ea typeface="微软雅黑" pitchFamily="34" charset="-122"/>
                <a:sym typeface="Arial" pitchFamily="34" charset="0"/>
              </a:endParaRPr>
            </a:p>
          </p:txBody>
        </p:sp>
        <p:sp>
          <p:nvSpPr>
            <p:cNvPr id="34" name="Oval 33"/>
            <p:cNvSpPr>
              <a:spLocks noChangeAspect="1"/>
            </p:cNvSpPr>
            <p:nvPr/>
          </p:nvSpPr>
          <p:spPr>
            <a:xfrm>
              <a:off x="3362252" y="1492773"/>
              <a:ext cx="498845" cy="499263"/>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Arial" pitchFamily="34" charset="0"/>
                  <a:ea typeface="微软雅黑" pitchFamily="34" charset="-122"/>
                  <a:sym typeface="Arial" pitchFamily="34" charset="0"/>
                </a:rPr>
                <a:t>01</a:t>
              </a:r>
            </a:p>
          </p:txBody>
        </p:sp>
      </p:grpSp>
      <p:grpSp>
        <p:nvGrpSpPr>
          <p:cNvPr id="35" name="Group 129"/>
          <p:cNvGrpSpPr>
            <a:grpSpLocks noChangeAspect="1"/>
          </p:cNvGrpSpPr>
          <p:nvPr/>
        </p:nvGrpSpPr>
        <p:grpSpPr>
          <a:xfrm>
            <a:off x="2629747" y="1927477"/>
            <a:ext cx="778199" cy="778850"/>
            <a:chOff x="2779491" y="2517212"/>
            <a:chExt cx="648499" cy="649042"/>
          </a:xfrm>
        </p:grpSpPr>
        <p:sp>
          <p:nvSpPr>
            <p:cNvPr id="36" name="Oval 35"/>
            <p:cNvSpPr>
              <a:spLocks noChangeAspect="1"/>
            </p:cNvSpPr>
            <p:nvPr/>
          </p:nvSpPr>
          <p:spPr>
            <a:xfrm>
              <a:off x="2779491" y="2517212"/>
              <a:ext cx="648499" cy="649042"/>
            </a:xfrm>
            <a:prstGeom prst="ellipse">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dirty="0">
                <a:solidFill>
                  <a:schemeClr val="bg1"/>
                </a:solidFill>
                <a:latin typeface="Arial" pitchFamily="34" charset="0"/>
                <a:ea typeface="微软雅黑" pitchFamily="34" charset="-122"/>
                <a:sym typeface="Arial" pitchFamily="34" charset="0"/>
              </a:endParaRPr>
            </a:p>
          </p:txBody>
        </p:sp>
        <p:sp>
          <p:nvSpPr>
            <p:cNvPr id="37" name="Oval 36"/>
            <p:cNvSpPr>
              <a:spLocks noChangeAspect="1"/>
            </p:cNvSpPr>
            <p:nvPr/>
          </p:nvSpPr>
          <p:spPr>
            <a:xfrm>
              <a:off x="2854318" y="2592102"/>
              <a:ext cx="498845" cy="499263"/>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Arial" pitchFamily="34" charset="0"/>
                  <a:ea typeface="微软雅黑" pitchFamily="34" charset="-122"/>
                  <a:sym typeface="Arial" pitchFamily="34" charset="0"/>
                </a:rPr>
                <a:t>02</a:t>
              </a:r>
              <a:endParaRPr lang="en-US" sz="1800" b="1" dirty="0">
                <a:latin typeface="Arial" pitchFamily="34" charset="0"/>
                <a:ea typeface="微软雅黑" pitchFamily="34" charset="-122"/>
                <a:sym typeface="Arial" pitchFamily="34" charset="0"/>
              </a:endParaRPr>
            </a:p>
          </p:txBody>
        </p:sp>
      </p:grpSp>
      <p:grpSp>
        <p:nvGrpSpPr>
          <p:cNvPr id="38" name="Group 130"/>
          <p:cNvGrpSpPr>
            <a:grpSpLocks noChangeAspect="1"/>
          </p:cNvGrpSpPr>
          <p:nvPr/>
        </p:nvGrpSpPr>
        <p:grpSpPr>
          <a:xfrm>
            <a:off x="4611225" y="1927477"/>
            <a:ext cx="778199" cy="778850"/>
            <a:chOff x="3287425" y="3613920"/>
            <a:chExt cx="648499" cy="649042"/>
          </a:xfrm>
        </p:grpSpPr>
        <p:sp>
          <p:nvSpPr>
            <p:cNvPr id="39" name="Oval 38"/>
            <p:cNvSpPr>
              <a:spLocks noChangeAspect="1"/>
            </p:cNvSpPr>
            <p:nvPr/>
          </p:nvSpPr>
          <p:spPr>
            <a:xfrm>
              <a:off x="3287425" y="3613920"/>
              <a:ext cx="648499" cy="649042"/>
            </a:xfrm>
            <a:prstGeom prst="ellipse">
              <a:avLst/>
            </a:prstGeom>
            <a:solidFill>
              <a:schemeClr val="accent3">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dirty="0">
                <a:solidFill>
                  <a:schemeClr val="bg1"/>
                </a:solidFill>
                <a:latin typeface="Arial" pitchFamily="34" charset="0"/>
                <a:ea typeface="微软雅黑" pitchFamily="34" charset="-122"/>
                <a:sym typeface="Arial" pitchFamily="34" charset="0"/>
              </a:endParaRPr>
            </a:p>
          </p:txBody>
        </p:sp>
        <p:sp>
          <p:nvSpPr>
            <p:cNvPr id="40" name="Oval 39"/>
            <p:cNvSpPr>
              <a:spLocks noChangeAspect="1"/>
            </p:cNvSpPr>
            <p:nvPr/>
          </p:nvSpPr>
          <p:spPr>
            <a:xfrm>
              <a:off x="3362252" y="3688810"/>
              <a:ext cx="498845" cy="499263"/>
            </a:xfrm>
            <a:prstGeom prst="ellipse">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Arial" pitchFamily="34" charset="0"/>
                  <a:ea typeface="微软雅黑" pitchFamily="34" charset="-122"/>
                  <a:sym typeface="Arial" pitchFamily="34" charset="0"/>
                </a:rPr>
                <a:t>03</a:t>
              </a:r>
              <a:endParaRPr lang="en-US" sz="1800" b="1" dirty="0">
                <a:latin typeface="Arial" pitchFamily="34" charset="0"/>
                <a:ea typeface="微软雅黑" pitchFamily="34" charset="-122"/>
                <a:sym typeface="Arial" pitchFamily="34" charset="0"/>
              </a:endParaRPr>
            </a:p>
          </p:txBody>
        </p:sp>
      </p:grpSp>
      <p:grpSp>
        <p:nvGrpSpPr>
          <p:cNvPr id="42" name="Group 133"/>
          <p:cNvGrpSpPr>
            <a:grpSpLocks noChangeAspect="1"/>
          </p:cNvGrpSpPr>
          <p:nvPr/>
        </p:nvGrpSpPr>
        <p:grpSpPr>
          <a:xfrm>
            <a:off x="6613230" y="1927477"/>
            <a:ext cx="778199" cy="778850"/>
            <a:chOff x="5249342" y="1406453"/>
            <a:chExt cx="648499" cy="649042"/>
          </a:xfrm>
        </p:grpSpPr>
        <p:sp>
          <p:nvSpPr>
            <p:cNvPr id="43" name="Oval 42"/>
            <p:cNvSpPr>
              <a:spLocks noChangeAspect="1"/>
            </p:cNvSpPr>
            <p:nvPr/>
          </p:nvSpPr>
          <p:spPr>
            <a:xfrm>
              <a:off x="5249342" y="1406453"/>
              <a:ext cx="648499" cy="649042"/>
            </a:xfrm>
            <a:prstGeom prst="ellipse">
              <a:avLst/>
            </a:prstGeom>
            <a:solidFill>
              <a:schemeClr val="accent4">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dirty="0">
                <a:solidFill>
                  <a:schemeClr val="bg1"/>
                </a:solidFill>
                <a:latin typeface="Arial" pitchFamily="34" charset="0"/>
                <a:ea typeface="微软雅黑" pitchFamily="34" charset="-122"/>
                <a:sym typeface="Arial" pitchFamily="34" charset="0"/>
              </a:endParaRPr>
            </a:p>
          </p:txBody>
        </p:sp>
        <p:sp>
          <p:nvSpPr>
            <p:cNvPr id="44" name="Oval 43"/>
            <p:cNvSpPr>
              <a:spLocks noChangeAspect="1"/>
            </p:cNvSpPr>
            <p:nvPr/>
          </p:nvSpPr>
          <p:spPr>
            <a:xfrm>
              <a:off x="5324169" y="1481343"/>
              <a:ext cx="498845" cy="499263"/>
            </a:xfrm>
            <a:prstGeom prst="ellipse">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Arial" pitchFamily="34" charset="0"/>
                  <a:ea typeface="微软雅黑" pitchFamily="34" charset="-122"/>
                  <a:sym typeface="Arial" pitchFamily="34" charset="0"/>
                </a:rPr>
                <a:t>04</a:t>
              </a:r>
              <a:endParaRPr lang="en-US" sz="1800" b="1" dirty="0">
                <a:latin typeface="Arial" pitchFamily="34" charset="0"/>
                <a:ea typeface="微软雅黑" pitchFamily="34" charset="-122"/>
                <a:sym typeface="Arial" pitchFamily="34" charset="0"/>
              </a:endParaRPr>
            </a:p>
          </p:txBody>
        </p:sp>
      </p:grpSp>
      <p:sp>
        <p:nvSpPr>
          <p:cNvPr id="66" name="Text Placeholder 3"/>
          <p:cNvSpPr txBox="1"/>
          <p:nvPr/>
        </p:nvSpPr>
        <p:spPr>
          <a:xfrm>
            <a:off x="628015" y="3003233"/>
            <a:ext cx="1840230" cy="535940"/>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lgn="ctr" defTabSz="914400">
              <a:spcBef>
                <a:spcPct val="20000"/>
              </a:spcBef>
              <a:defRPr/>
            </a:pPr>
            <a:r>
              <a:rPr lang="zh-CN" altLang="en-US" sz="1600" b="1">
                <a:solidFill>
                  <a:srgbClr val="000000"/>
                </a:solidFill>
                <a:latin typeface="楷体" charset="0"/>
                <a:ea typeface="楷体" charset="0"/>
                <a:cs typeface="Times New Roman" pitchFamily="18" charset="0"/>
                <a:sym typeface="+mn-ea"/>
              </a:rPr>
              <a:t>找出</a:t>
            </a:r>
            <a:r>
              <a:rPr lang="zh-CN" altLang="en-US" sz="1600" b="1">
                <a:solidFill>
                  <a:srgbClr val="FF0000"/>
                </a:solidFill>
                <a:latin typeface="楷体" charset="0"/>
                <a:ea typeface="楷体" charset="0"/>
                <a:cs typeface="Times New Roman" pitchFamily="18" charset="0"/>
                <a:sym typeface="+mn-ea"/>
              </a:rPr>
              <a:t>最优解</a:t>
            </a:r>
            <a:r>
              <a:rPr lang="zh-CN" altLang="en-US" sz="1600" b="1">
                <a:solidFill>
                  <a:srgbClr val="000000"/>
                </a:solidFill>
                <a:latin typeface="楷体" charset="0"/>
                <a:ea typeface="楷体" charset="0"/>
                <a:cs typeface="Times New Roman" pitchFamily="18" charset="0"/>
                <a:sym typeface="+mn-ea"/>
              </a:rPr>
              <a:t>的性质，</a:t>
            </a:r>
          </a:p>
          <a:p>
            <a:pPr lvl="0" algn="ctr" defTabSz="914400">
              <a:spcBef>
                <a:spcPct val="20000"/>
              </a:spcBef>
              <a:defRPr/>
            </a:pPr>
            <a:r>
              <a:rPr lang="zh-CN" altLang="en-US" sz="1600" b="1">
                <a:solidFill>
                  <a:srgbClr val="000000"/>
                </a:solidFill>
                <a:latin typeface="楷体" charset="0"/>
                <a:ea typeface="楷体" charset="0"/>
                <a:cs typeface="Times New Roman" pitchFamily="18" charset="0"/>
                <a:sym typeface="+mn-ea"/>
              </a:rPr>
              <a:t>并刻划其结构特征。</a:t>
            </a:r>
            <a:endParaRPr kumimoji="0" lang="zh-CN" altLang="en-US" sz="1600" b="1" i="0" u="none" strike="noStrike" kern="1200" cap="none" spc="0" normalizeH="0" baseline="0" noProof="0" dirty="0">
              <a:ln>
                <a:noFill/>
              </a:ln>
              <a:solidFill>
                <a:srgbClr val="000000"/>
              </a:solidFill>
              <a:effectLst/>
              <a:uLnTx/>
              <a:uFillTx/>
              <a:latin typeface="楷体" charset="0"/>
              <a:ea typeface="楷体" charset="0"/>
              <a:cs typeface="Times New Roman" pitchFamily="18" charset="0"/>
              <a:sym typeface="+mn-ea"/>
            </a:endParaRPr>
          </a:p>
        </p:txBody>
      </p:sp>
      <p:sp>
        <p:nvSpPr>
          <p:cNvPr id="72" name="Text Placeholder 3"/>
          <p:cNvSpPr txBox="1"/>
          <p:nvPr/>
        </p:nvSpPr>
        <p:spPr>
          <a:xfrm>
            <a:off x="2613978" y="3039745"/>
            <a:ext cx="1840230" cy="243840"/>
          </a:xfrm>
          <a:prstGeom prst="rect">
            <a:avLst/>
          </a:prstGeom>
        </p:spPr>
        <p:txBody>
          <a:bodyPr wrap="none" lIns="0" tIns="0" rIns="0" bIns="0" anchor="ctr"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lgn="ctr" defTabSz="914400">
              <a:spcBef>
                <a:spcPct val="20000"/>
              </a:spcBef>
              <a:defRPr/>
            </a:pPr>
            <a:r>
              <a:rPr lang="zh-CN" altLang="en-US" sz="1600" b="1">
                <a:solidFill>
                  <a:srgbClr val="FF0000"/>
                </a:solidFill>
                <a:latin typeface="楷体" charset="0"/>
                <a:ea typeface="楷体" charset="0"/>
                <a:cs typeface="Times New Roman" pitchFamily="18" charset="0"/>
                <a:sym typeface="+mn-ea"/>
              </a:rPr>
              <a:t>递归地</a:t>
            </a:r>
            <a:r>
              <a:rPr lang="zh-CN" altLang="en-US" sz="1600" b="1">
                <a:solidFill>
                  <a:srgbClr val="000000"/>
                </a:solidFill>
                <a:latin typeface="楷体" charset="0"/>
                <a:ea typeface="楷体" charset="0"/>
                <a:cs typeface="Times New Roman" pitchFamily="18" charset="0"/>
                <a:sym typeface="+mn-ea"/>
              </a:rPr>
              <a:t>定义最优值。</a:t>
            </a:r>
            <a:endParaRPr kumimoji="0" lang="zh-CN" altLang="en-US" sz="1600" b="1" i="0" u="none" strike="noStrike" kern="1200" cap="none" spc="0" normalizeH="0" baseline="0" noProof="0" dirty="0">
              <a:ln>
                <a:noFill/>
              </a:ln>
              <a:solidFill>
                <a:srgbClr val="000000"/>
              </a:solidFill>
              <a:effectLst/>
              <a:uLnTx/>
              <a:uFillTx/>
              <a:latin typeface="楷体" charset="0"/>
              <a:ea typeface="楷体" charset="0"/>
              <a:cs typeface="Times New Roman" pitchFamily="18" charset="0"/>
              <a:sym typeface="+mn-ea"/>
            </a:endParaRPr>
          </a:p>
        </p:txBody>
      </p:sp>
      <p:sp>
        <p:nvSpPr>
          <p:cNvPr id="75" name="Text Placeholder 3"/>
          <p:cNvSpPr txBox="1"/>
          <p:nvPr/>
        </p:nvSpPr>
        <p:spPr>
          <a:xfrm>
            <a:off x="4702810" y="3070860"/>
            <a:ext cx="1635760" cy="535940"/>
          </a:xfrm>
          <a:prstGeom prst="rect">
            <a:avLst/>
          </a:prstGeom>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lgn="ctr" defTabSz="914400">
              <a:spcBef>
                <a:spcPct val="20000"/>
              </a:spcBef>
              <a:defRPr/>
            </a:pPr>
            <a:r>
              <a:rPr lang="zh-CN" altLang="en-US" sz="1600" b="1">
                <a:solidFill>
                  <a:srgbClr val="000000"/>
                </a:solidFill>
                <a:latin typeface="楷体" charset="0"/>
                <a:ea typeface="楷体" charset="0"/>
                <a:cs typeface="Times New Roman" pitchFamily="18" charset="0"/>
                <a:sym typeface="+mn-ea"/>
              </a:rPr>
              <a:t>以</a:t>
            </a:r>
            <a:r>
              <a:rPr lang="zh-CN" altLang="en-US" sz="1600" b="1">
                <a:solidFill>
                  <a:srgbClr val="FF0000"/>
                </a:solidFill>
                <a:latin typeface="楷体" charset="0"/>
                <a:ea typeface="楷体" charset="0"/>
                <a:cs typeface="Times New Roman" pitchFamily="18" charset="0"/>
                <a:sym typeface="+mn-ea"/>
              </a:rPr>
              <a:t>自底向上</a:t>
            </a:r>
            <a:r>
              <a:rPr lang="zh-CN" altLang="en-US" sz="1600" b="1">
                <a:solidFill>
                  <a:srgbClr val="000000"/>
                </a:solidFill>
                <a:latin typeface="楷体" charset="0"/>
                <a:ea typeface="楷体" charset="0"/>
                <a:cs typeface="Times New Roman" pitchFamily="18" charset="0"/>
                <a:sym typeface="+mn-ea"/>
              </a:rPr>
              <a:t>的方式</a:t>
            </a:r>
          </a:p>
          <a:p>
            <a:pPr lvl="0" algn="ctr" defTabSz="914400">
              <a:spcBef>
                <a:spcPct val="20000"/>
              </a:spcBef>
              <a:defRPr/>
            </a:pPr>
            <a:r>
              <a:rPr lang="zh-CN" altLang="en-US" sz="1600" b="1">
                <a:solidFill>
                  <a:srgbClr val="000000"/>
                </a:solidFill>
                <a:latin typeface="楷体" charset="0"/>
                <a:ea typeface="楷体" charset="0"/>
                <a:cs typeface="Times New Roman" pitchFamily="18" charset="0"/>
                <a:sym typeface="+mn-ea"/>
              </a:rPr>
              <a:t>计算出最优值。</a:t>
            </a:r>
            <a:endParaRPr kumimoji="0" lang="zh-CN" altLang="en-US" sz="1600" b="1" i="0" u="none" strike="noStrike" kern="1200" cap="none" spc="0" normalizeH="0" baseline="0" noProof="0" dirty="0">
              <a:ln>
                <a:noFill/>
              </a:ln>
              <a:solidFill>
                <a:srgbClr val="000000"/>
              </a:solidFill>
              <a:effectLst/>
              <a:uLnTx/>
              <a:uFillTx/>
              <a:latin typeface="楷体" charset="0"/>
              <a:ea typeface="楷体" charset="0"/>
              <a:cs typeface="Times New Roman" pitchFamily="18" charset="0"/>
              <a:sym typeface="+mn-ea"/>
            </a:endParaRPr>
          </a:p>
        </p:txBody>
      </p:sp>
      <p:sp>
        <p:nvSpPr>
          <p:cNvPr id="78" name="Text Placeholder 3"/>
          <p:cNvSpPr txBox="1"/>
          <p:nvPr/>
        </p:nvSpPr>
        <p:spPr>
          <a:xfrm>
            <a:off x="6512878" y="3074670"/>
            <a:ext cx="2453640" cy="535940"/>
          </a:xfrm>
          <a:prstGeom prst="rect">
            <a:avLst/>
          </a:prstGeom>
        </p:spPr>
        <p:txBody>
          <a:bodyPr wrap="none" lIns="0" tIns="0" rIns="0" bIns="0" anchor="t" anchorCtr="0">
            <a:spAutoFit/>
          </a:bodyPr>
          <a:lstStyle>
            <a:lvl1pPr marL="0" indent="0" algn="ctr">
              <a:buNone/>
              <a:defRPr sz="14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lgn="ctr" defTabSz="914400">
              <a:spcBef>
                <a:spcPct val="20000"/>
              </a:spcBef>
              <a:defRPr/>
            </a:pPr>
            <a:r>
              <a:rPr lang="zh-CN" altLang="en-US" sz="1600" b="1">
                <a:solidFill>
                  <a:srgbClr val="000000"/>
                </a:solidFill>
                <a:latin typeface="楷体" charset="0"/>
                <a:ea typeface="楷体" charset="0"/>
                <a:cs typeface="Times New Roman" pitchFamily="18" charset="0"/>
                <a:sym typeface="+mn-ea"/>
              </a:rPr>
              <a:t>根据计算最优值时</a:t>
            </a:r>
          </a:p>
          <a:p>
            <a:pPr lvl="0" algn="ctr" defTabSz="914400">
              <a:spcBef>
                <a:spcPct val="20000"/>
              </a:spcBef>
              <a:defRPr/>
            </a:pPr>
            <a:r>
              <a:rPr lang="zh-CN" altLang="en-US" sz="1600" b="1">
                <a:solidFill>
                  <a:srgbClr val="000000"/>
                </a:solidFill>
                <a:latin typeface="楷体" charset="0"/>
                <a:ea typeface="楷体" charset="0"/>
                <a:cs typeface="Times New Roman" pitchFamily="18" charset="0"/>
                <a:sym typeface="+mn-ea"/>
              </a:rPr>
              <a:t>得到的信息，构造最优解。</a:t>
            </a:r>
            <a:endParaRPr kumimoji="0" lang="zh-CN" altLang="en-US" sz="1600" b="1" i="0" u="none" strike="noStrike" kern="1200" cap="none" spc="0" normalizeH="0" baseline="0" noProof="0" dirty="0">
              <a:ln>
                <a:noFill/>
              </a:ln>
              <a:solidFill>
                <a:srgbClr val="000000"/>
              </a:solidFill>
              <a:effectLst/>
              <a:uLnTx/>
              <a:uFillTx/>
              <a:latin typeface="楷体" charset="0"/>
              <a:ea typeface="楷体" charset="0"/>
              <a:cs typeface="Times New Roman" pitchFamily="18" charset="0"/>
              <a:sym typeface="+mn-ea"/>
            </a:endParaRPr>
          </a:p>
        </p:txBody>
      </p:sp>
      <p:sp>
        <p:nvSpPr>
          <p:cNvPr id="41" name="Freeform 187"/>
          <p:cNvSpPr>
            <a:spLocks noEditPoints="1"/>
          </p:cNvSpPr>
          <p:nvPr/>
        </p:nvSpPr>
        <p:spPr bwMode="auto">
          <a:xfrm>
            <a:off x="1579355" y="2158227"/>
            <a:ext cx="531422" cy="343436"/>
          </a:xfrm>
          <a:custGeom>
            <a:avLst/>
            <a:gdLst/>
            <a:ahLst/>
            <a:cxnLst>
              <a:cxn ang="0">
                <a:pos x="68" y="25"/>
              </a:cxn>
              <a:cxn ang="0">
                <a:pos x="34" y="44"/>
              </a:cxn>
              <a:cxn ang="0">
                <a:pos x="1" y="25"/>
              </a:cxn>
              <a:cxn ang="0">
                <a:pos x="0" y="22"/>
              </a:cxn>
              <a:cxn ang="0">
                <a:pos x="1" y="20"/>
              </a:cxn>
              <a:cxn ang="0">
                <a:pos x="34" y="0"/>
              </a:cxn>
              <a:cxn ang="0">
                <a:pos x="68" y="20"/>
              </a:cxn>
              <a:cxn ang="0">
                <a:pos x="68" y="22"/>
              </a:cxn>
              <a:cxn ang="0">
                <a:pos x="68" y="25"/>
              </a:cxn>
              <a:cxn ang="0">
                <a:pos x="49" y="9"/>
              </a:cxn>
              <a:cxn ang="0">
                <a:pos x="51" y="17"/>
              </a:cxn>
              <a:cxn ang="0">
                <a:pos x="34" y="34"/>
              </a:cxn>
              <a:cxn ang="0">
                <a:pos x="17" y="17"/>
              </a:cxn>
              <a:cxn ang="0">
                <a:pos x="20" y="9"/>
              </a:cxn>
              <a:cxn ang="0">
                <a:pos x="5" y="22"/>
              </a:cxn>
              <a:cxn ang="0">
                <a:pos x="34" y="39"/>
              </a:cxn>
              <a:cxn ang="0">
                <a:pos x="64" y="22"/>
              </a:cxn>
              <a:cxn ang="0">
                <a:pos x="49" y="9"/>
              </a:cxn>
              <a:cxn ang="0">
                <a:pos x="34" y="6"/>
              </a:cxn>
              <a:cxn ang="0">
                <a:pos x="23" y="17"/>
              </a:cxn>
              <a:cxn ang="0">
                <a:pos x="25" y="19"/>
              </a:cxn>
              <a:cxn ang="0">
                <a:pos x="27" y="17"/>
              </a:cxn>
              <a:cxn ang="0">
                <a:pos x="34" y="9"/>
              </a:cxn>
              <a:cxn ang="0">
                <a:pos x="36" y="8"/>
              </a:cxn>
              <a:cxn ang="0">
                <a:pos x="34" y="6"/>
              </a:cxn>
            </a:cxnLst>
            <a:rect l="0" t="0" r="r" b="b"/>
            <a:pathLst>
              <a:path w="68" h="44">
                <a:moveTo>
                  <a:pt x="68" y="25"/>
                </a:moveTo>
                <a:cubicBezTo>
                  <a:pt x="61" y="36"/>
                  <a:pt x="48" y="44"/>
                  <a:pt x="34" y="44"/>
                </a:cubicBezTo>
                <a:cubicBezTo>
                  <a:pt x="21" y="44"/>
                  <a:pt x="8" y="36"/>
                  <a:pt x="1" y="25"/>
                </a:cubicBezTo>
                <a:cubicBezTo>
                  <a:pt x="1" y="24"/>
                  <a:pt x="0" y="23"/>
                  <a:pt x="0" y="22"/>
                </a:cubicBezTo>
                <a:cubicBezTo>
                  <a:pt x="0" y="21"/>
                  <a:pt x="1" y="20"/>
                  <a:pt x="1" y="20"/>
                </a:cubicBezTo>
                <a:cubicBezTo>
                  <a:pt x="8" y="8"/>
                  <a:pt x="21" y="0"/>
                  <a:pt x="34" y="0"/>
                </a:cubicBezTo>
                <a:cubicBezTo>
                  <a:pt x="48" y="0"/>
                  <a:pt x="61" y="8"/>
                  <a:pt x="68" y="20"/>
                </a:cubicBezTo>
                <a:cubicBezTo>
                  <a:pt x="68" y="20"/>
                  <a:pt x="68" y="21"/>
                  <a:pt x="68" y="22"/>
                </a:cubicBezTo>
                <a:cubicBezTo>
                  <a:pt x="68" y="23"/>
                  <a:pt x="68" y="24"/>
                  <a:pt x="68" y="25"/>
                </a:cubicBezTo>
                <a:close/>
                <a:moveTo>
                  <a:pt x="49" y="9"/>
                </a:moveTo>
                <a:cubicBezTo>
                  <a:pt x="51" y="11"/>
                  <a:pt x="51" y="14"/>
                  <a:pt x="51" y="17"/>
                </a:cubicBezTo>
                <a:cubicBezTo>
                  <a:pt x="51" y="27"/>
                  <a:pt x="44" y="34"/>
                  <a:pt x="34" y="34"/>
                </a:cubicBezTo>
                <a:cubicBezTo>
                  <a:pt x="25" y="34"/>
                  <a:pt x="17" y="27"/>
                  <a:pt x="17" y="17"/>
                </a:cubicBezTo>
                <a:cubicBezTo>
                  <a:pt x="17" y="14"/>
                  <a:pt x="18" y="11"/>
                  <a:pt x="20" y="9"/>
                </a:cubicBezTo>
                <a:cubicBezTo>
                  <a:pt x="14" y="12"/>
                  <a:pt x="9" y="17"/>
                  <a:pt x="5" y="22"/>
                </a:cubicBezTo>
                <a:cubicBezTo>
                  <a:pt x="12" y="32"/>
                  <a:pt x="22" y="39"/>
                  <a:pt x="34" y="39"/>
                </a:cubicBezTo>
                <a:cubicBezTo>
                  <a:pt x="47" y="39"/>
                  <a:pt x="57" y="32"/>
                  <a:pt x="64" y="22"/>
                </a:cubicBezTo>
                <a:cubicBezTo>
                  <a:pt x="60" y="17"/>
                  <a:pt x="55" y="12"/>
                  <a:pt x="49" y="9"/>
                </a:cubicBezTo>
                <a:close/>
                <a:moveTo>
                  <a:pt x="34" y="6"/>
                </a:moveTo>
                <a:cubicBezTo>
                  <a:pt x="28" y="6"/>
                  <a:pt x="23" y="11"/>
                  <a:pt x="23" y="17"/>
                </a:cubicBezTo>
                <a:cubicBezTo>
                  <a:pt x="23" y="18"/>
                  <a:pt x="24" y="19"/>
                  <a:pt x="25" y="19"/>
                </a:cubicBezTo>
                <a:cubicBezTo>
                  <a:pt x="26" y="19"/>
                  <a:pt x="27" y="18"/>
                  <a:pt x="27" y="17"/>
                </a:cubicBezTo>
                <a:cubicBezTo>
                  <a:pt x="27" y="13"/>
                  <a:pt x="30" y="9"/>
                  <a:pt x="34" y="9"/>
                </a:cubicBezTo>
                <a:cubicBezTo>
                  <a:pt x="35" y="9"/>
                  <a:pt x="36" y="9"/>
                  <a:pt x="36" y="8"/>
                </a:cubicBezTo>
                <a:cubicBezTo>
                  <a:pt x="36" y="7"/>
                  <a:pt x="35" y="6"/>
                  <a:pt x="34" y="6"/>
                </a:cubicBezTo>
                <a:close/>
              </a:path>
            </a:pathLst>
          </a:custGeom>
          <a:solidFill>
            <a:schemeClr val="bg1"/>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46" name="Freeform 52"/>
          <p:cNvSpPr>
            <a:spLocks noEditPoints="1"/>
          </p:cNvSpPr>
          <p:nvPr/>
        </p:nvSpPr>
        <p:spPr bwMode="auto">
          <a:xfrm>
            <a:off x="3682233" y="2037894"/>
            <a:ext cx="484318" cy="484318"/>
          </a:xfrm>
          <a:custGeom>
            <a:avLst/>
            <a:gdLst/>
            <a:ahLst/>
            <a:cxnLst>
              <a:cxn ang="0">
                <a:pos x="27" y="55"/>
              </a:cxn>
              <a:cxn ang="0">
                <a:pos x="0" y="27"/>
              </a:cxn>
              <a:cxn ang="0">
                <a:pos x="27" y="0"/>
              </a:cxn>
              <a:cxn ang="0">
                <a:pos x="55" y="27"/>
              </a:cxn>
              <a:cxn ang="0">
                <a:pos x="27" y="55"/>
              </a:cxn>
              <a:cxn ang="0">
                <a:pos x="27" y="8"/>
              </a:cxn>
              <a:cxn ang="0">
                <a:pos x="8" y="27"/>
              </a:cxn>
              <a:cxn ang="0">
                <a:pos x="27" y="47"/>
              </a:cxn>
              <a:cxn ang="0">
                <a:pos x="47" y="27"/>
              </a:cxn>
              <a:cxn ang="0">
                <a:pos x="27" y="8"/>
              </a:cxn>
              <a:cxn ang="0">
                <a:pos x="32" y="31"/>
              </a:cxn>
              <a:cxn ang="0">
                <a:pos x="31" y="32"/>
              </a:cxn>
              <a:cxn ang="0">
                <a:pos x="19" y="32"/>
              </a:cxn>
              <a:cxn ang="0">
                <a:pos x="18" y="31"/>
              </a:cxn>
              <a:cxn ang="0">
                <a:pos x="18" y="28"/>
              </a:cxn>
              <a:cxn ang="0">
                <a:pos x="19" y="27"/>
              </a:cxn>
              <a:cxn ang="0">
                <a:pos x="27" y="27"/>
              </a:cxn>
              <a:cxn ang="0">
                <a:pos x="27" y="15"/>
              </a:cxn>
              <a:cxn ang="0">
                <a:pos x="28" y="14"/>
              </a:cxn>
              <a:cxn ang="0">
                <a:pos x="31" y="14"/>
              </a:cxn>
              <a:cxn ang="0">
                <a:pos x="32" y="15"/>
              </a:cxn>
              <a:cxn ang="0">
                <a:pos x="32" y="31"/>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27" y="8"/>
                </a:moveTo>
                <a:cubicBezTo>
                  <a:pt x="16" y="8"/>
                  <a:pt x="8" y="17"/>
                  <a:pt x="8" y="27"/>
                </a:cubicBezTo>
                <a:cubicBezTo>
                  <a:pt x="8" y="38"/>
                  <a:pt x="16" y="47"/>
                  <a:pt x="27" y="47"/>
                </a:cubicBezTo>
                <a:cubicBezTo>
                  <a:pt x="38" y="47"/>
                  <a:pt x="47" y="38"/>
                  <a:pt x="47" y="27"/>
                </a:cubicBezTo>
                <a:cubicBezTo>
                  <a:pt x="47" y="17"/>
                  <a:pt x="38" y="8"/>
                  <a:pt x="27" y="8"/>
                </a:cubicBezTo>
                <a:close/>
                <a:moveTo>
                  <a:pt x="32" y="31"/>
                </a:moveTo>
                <a:cubicBezTo>
                  <a:pt x="32" y="31"/>
                  <a:pt x="31" y="32"/>
                  <a:pt x="31" y="32"/>
                </a:cubicBezTo>
                <a:cubicBezTo>
                  <a:pt x="19" y="32"/>
                  <a:pt x="19" y="32"/>
                  <a:pt x="19" y="32"/>
                </a:cubicBezTo>
                <a:cubicBezTo>
                  <a:pt x="19" y="32"/>
                  <a:pt x="18" y="31"/>
                  <a:pt x="18" y="31"/>
                </a:cubicBezTo>
                <a:cubicBezTo>
                  <a:pt x="18" y="28"/>
                  <a:pt x="18" y="28"/>
                  <a:pt x="18" y="28"/>
                </a:cubicBezTo>
                <a:cubicBezTo>
                  <a:pt x="18" y="28"/>
                  <a:pt x="19" y="27"/>
                  <a:pt x="19" y="27"/>
                </a:cubicBezTo>
                <a:cubicBezTo>
                  <a:pt x="27" y="27"/>
                  <a:pt x="27" y="27"/>
                  <a:pt x="27" y="27"/>
                </a:cubicBezTo>
                <a:cubicBezTo>
                  <a:pt x="27" y="15"/>
                  <a:pt x="27" y="15"/>
                  <a:pt x="27" y="15"/>
                </a:cubicBezTo>
                <a:cubicBezTo>
                  <a:pt x="27" y="14"/>
                  <a:pt x="28" y="14"/>
                  <a:pt x="28" y="14"/>
                </a:cubicBezTo>
                <a:cubicBezTo>
                  <a:pt x="31" y="14"/>
                  <a:pt x="31" y="14"/>
                  <a:pt x="31" y="14"/>
                </a:cubicBezTo>
                <a:cubicBezTo>
                  <a:pt x="31" y="14"/>
                  <a:pt x="32" y="14"/>
                  <a:pt x="32" y="15"/>
                </a:cubicBezTo>
                <a:lnTo>
                  <a:pt x="32" y="31"/>
                </a:lnTo>
                <a:close/>
              </a:path>
            </a:pathLst>
          </a:custGeom>
          <a:solidFill>
            <a:schemeClr val="bg1"/>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47" name="Freeform 56"/>
          <p:cNvSpPr>
            <a:spLocks noEditPoints="1"/>
          </p:cNvSpPr>
          <p:nvPr/>
        </p:nvSpPr>
        <p:spPr bwMode="auto">
          <a:xfrm>
            <a:off x="5667684" y="2047419"/>
            <a:ext cx="463769" cy="463769"/>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solidFill>
            <a:schemeClr val="bg1"/>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48" name="Freeform 152"/>
          <p:cNvSpPr>
            <a:spLocks noEditPoints="1"/>
          </p:cNvSpPr>
          <p:nvPr/>
        </p:nvSpPr>
        <p:spPr bwMode="auto">
          <a:xfrm>
            <a:off x="7623337" y="2073781"/>
            <a:ext cx="452701" cy="418357"/>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bg1"/>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 name="文本框 1"/>
          <p:cNvSpPr txBox="1"/>
          <p:nvPr/>
        </p:nvSpPr>
        <p:spPr>
          <a:xfrm>
            <a:off x="2004060" y="267335"/>
            <a:ext cx="5398135" cy="518160"/>
          </a:xfrm>
          <a:prstGeom prst="rect">
            <a:avLst/>
          </a:prstGeom>
          <a:noFill/>
        </p:spPr>
        <p:txBody>
          <a:bodyPr wrap="square" rtlCol="0" anchor="t">
            <a:spAutoFit/>
          </a:bodyPr>
          <a:lstStyle/>
          <a:p>
            <a:pPr algn="ctr" eaLnBrk="1" fontAlgn="auto" hangingPunct="1">
              <a:spcAft>
                <a:spcPts val="0"/>
              </a:spcAft>
              <a:defRPr/>
            </a:pPr>
            <a:r>
              <a:rPr lang="zh-CN" altLang="en-US" sz="2800" b="1">
                <a:solidFill>
                  <a:srgbClr val="000000"/>
                </a:solidFill>
                <a:effectLst>
                  <a:outerShdw blurRad="38100" dist="38100" dir="2700000" algn="tl">
                    <a:srgbClr val="C0C0C0"/>
                  </a:outerShdw>
                </a:effectLst>
                <a:latin typeface="Times New Roman" pitchFamily="18" charset="0"/>
                <a:ea typeface="楷体" charset="0"/>
                <a:sym typeface="+mn-ea"/>
              </a:rPr>
              <a:t>动态规划基本步骤</a:t>
            </a:r>
          </a:p>
        </p:txBody>
      </p:sp>
    </p:spTree>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additive="base">
                                        <p:cTn id="7" dur="500" fill="hold"/>
                                        <p:tgtEl>
                                          <p:spTgt spid="51"/>
                                        </p:tgtEl>
                                        <p:attrNameLst>
                                          <p:attrName>ppt_x</p:attrName>
                                        </p:attrNameLst>
                                      </p:cBhvr>
                                      <p:tavLst>
                                        <p:tav tm="0">
                                          <p:val>
                                            <p:strVal val="0-#ppt_w/2"/>
                                          </p:val>
                                        </p:tav>
                                        <p:tav tm="100000">
                                          <p:val>
                                            <p:strVal val="#ppt_x"/>
                                          </p:val>
                                        </p:tav>
                                      </p:tavLst>
                                    </p:anim>
                                    <p:anim calcmode="lin" valueType="num">
                                      <p:cBhvr additive="base">
                                        <p:cTn id="8" dur="500" fill="hold"/>
                                        <p:tgtEl>
                                          <p:spTgt spid="5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41"/>
                                        </p:tgtEl>
                                        <p:attrNameLst>
                                          <p:attrName>style.visibility</p:attrName>
                                        </p:attrNameLst>
                                      </p:cBhvr>
                                      <p:to>
                                        <p:strVal val="visible"/>
                                      </p:to>
                                    </p:set>
                                    <p:anim calcmode="lin" valueType="num">
                                      <p:cBhvr>
                                        <p:cTn id="12" dur="500" fill="hold"/>
                                        <p:tgtEl>
                                          <p:spTgt spid="41"/>
                                        </p:tgtEl>
                                        <p:attrNameLst>
                                          <p:attrName>ppt_w</p:attrName>
                                        </p:attrNameLst>
                                      </p:cBhvr>
                                      <p:tavLst>
                                        <p:tav tm="0">
                                          <p:val>
                                            <p:fltVal val="0"/>
                                          </p:val>
                                        </p:tav>
                                        <p:tav tm="100000">
                                          <p:val>
                                            <p:strVal val="#ppt_w"/>
                                          </p:val>
                                        </p:tav>
                                      </p:tavLst>
                                    </p:anim>
                                    <p:anim calcmode="lin" valueType="num">
                                      <p:cBhvr>
                                        <p:cTn id="13" dur="500" fill="hold"/>
                                        <p:tgtEl>
                                          <p:spTgt spid="41"/>
                                        </p:tgtEl>
                                        <p:attrNameLst>
                                          <p:attrName>ppt_h</p:attrName>
                                        </p:attrNameLst>
                                      </p:cBhvr>
                                      <p:tavLst>
                                        <p:tav tm="0">
                                          <p:val>
                                            <p:fltVal val="0"/>
                                          </p:val>
                                        </p:tav>
                                        <p:tav tm="100000">
                                          <p:val>
                                            <p:strVal val="#ppt_h"/>
                                          </p:val>
                                        </p:tav>
                                      </p:tavLst>
                                    </p:anim>
                                    <p:animEffect transition="in" filter="fade">
                                      <p:cBhvr>
                                        <p:cTn id="14" dur="500"/>
                                        <p:tgtEl>
                                          <p:spTgt spid="41"/>
                                        </p:tgtEl>
                                      </p:cBhvr>
                                    </p:animEffect>
                                  </p:childTnLst>
                                </p:cTn>
                              </p:par>
                            </p:childTnLst>
                          </p:cTn>
                        </p:par>
                        <p:par>
                          <p:cTn id="15" fill="hold">
                            <p:stCondLst>
                              <p:cond delay="1000"/>
                            </p:stCondLst>
                            <p:childTnLst>
                              <p:par>
                                <p:cTn id="16" presetID="53" presetClass="entr" presetSubtype="16" fill="hold" nodeType="afterEffect">
                                  <p:stCondLst>
                                    <p:cond delay="0"/>
                                  </p:stCondLst>
                                  <p:childTnLst>
                                    <p:set>
                                      <p:cBhvr>
                                        <p:cTn id="17" dur="1" fill="hold">
                                          <p:stCondLst>
                                            <p:cond delay="0"/>
                                          </p:stCondLst>
                                        </p:cTn>
                                        <p:tgtEl>
                                          <p:spTgt spid="32"/>
                                        </p:tgtEl>
                                        <p:attrNameLst>
                                          <p:attrName>style.visibility</p:attrName>
                                        </p:attrNameLst>
                                      </p:cBhvr>
                                      <p:to>
                                        <p:strVal val="visible"/>
                                      </p:to>
                                    </p:set>
                                    <p:anim calcmode="lin" valueType="num">
                                      <p:cBhvr>
                                        <p:cTn id="18" dur="500" fill="hold"/>
                                        <p:tgtEl>
                                          <p:spTgt spid="32"/>
                                        </p:tgtEl>
                                        <p:attrNameLst>
                                          <p:attrName>ppt_w</p:attrName>
                                        </p:attrNameLst>
                                      </p:cBhvr>
                                      <p:tavLst>
                                        <p:tav tm="0">
                                          <p:val>
                                            <p:fltVal val="0"/>
                                          </p:val>
                                        </p:tav>
                                        <p:tav tm="100000">
                                          <p:val>
                                            <p:strVal val="#ppt_w"/>
                                          </p:val>
                                        </p:tav>
                                      </p:tavLst>
                                    </p:anim>
                                    <p:anim calcmode="lin" valueType="num">
                                      <p:cBhvr>
                                        <p:cTn id="19" dur="500" fill="hold"/>
                                        <p:tgtEl>
                                          <p:spTgt spid="32"/>
                                        </p:tgtEl>
                                        <p:attrNameLst>
                                          <p:attrName>ppt_h</p:attrName>
                                        </p:attrNameLst>
                                      </p:cBhvr>
                                      <p:tavLst>
                                        <p:tav tm="0">
                                          <p:val>
                                            <p:fltVal val="0"/>
                                          </p:val>
                                        </p:tav>
                                        <p:tav tm="100000">
                                          <p:val>
                                            <p:strVal val="#ppt_h"/>
                                          </p:val>
                                        </p:tav>
                                      </p:tavLst>
                                    </p:anim>
                                    <p:animEffect transition="in" filter="fade">
                                      <p:cBhvr>
                                        <p:cTn id="20" dur="500"/>
                                        <p:tgtEl>
                                          <p:spTgt spid="32"/>
                                        </p:tgtEl>
                                      </p:cBhvr>
                                    </p:animEffect>
                                  </p:childTnLst>
                                </p:cTn>
                              </p:par>
                            </p:childTnLst>
                          </p:cTn>
                        </p:par>
                        <p:par>
                          <p:cTn id="21" fill="hold">
                            <p:stCondLst>
                              <p:cond delay="1500"/>
                            </p:stCondLst>
                            <p:childTnLst>
                              <p:par>
                                <p:cTn id="22" presetID="2" presetClass="entr" presetSubtype="8" accel="50000" decel="50000" fill="hold" grpId="0" nodeType="afterEffect">
                                  <p:stCondLst>
                                    <p:cond delay="0"/>
                                  </p:stCondLst>
                                  <p:childTnLst>
                                    <p:set>
                                      <p:cBhvr>
                                        <p:cTn id="23" dur="1" fill="hold">
                                          <p:stCondLst>
                                            <p:cond delay="0"/>
                                          </p:stCondLst>
                                        </p:cTn>
                                        <p:tgtEl>
                                          <p:spTgt spid="53"/>
                                        </p:tgtEl>
                                        <p:attrNameLst>
                                          <p:attrName>style.visibility</p:attrName>
                                        </p:attrNameLst>
                                      </p:cBhvr>
                                      <p:to>
                                        <p:strVal val="visible"/>
                                      </p:to>
                                    </p:set>
                                    <p:anim calcmode="lin" valueType="num">
                                      <p:cBhvr additive="base">
                                        <p:cTn id="24" dur="500" fill="hold"/>
                                        <p:tgtEl>
                                          <p:spTgt spid="53"/>
                                        </p:tgtEl>
                                        <p:attrNameLst>
                                          <p:attrName>ppt_x</p:attrName>
                                        </p:attrNameLst>
                                      </p:cBhvr>
                                      <p:tavLst>
                                        <p:tav tm="0">
                                          <p:val>
                                            <p:strVal val="0-#ppt_w/2"/>
                                          </p:val>
                                        </p:tav>
                                        <p:tav tm="100000">
                                          <p:val>
                                            <p:strVal val="#ppt_x"/>
                                          </p:val>
                                        </p:tav>
                                      </p:tavLst>
                                    </p:anim>
                                    <p:anim calcmode="lin" valueType="num">
                                      <p:cBhvr additive="base">
                                        <p:cTn id="25" dur="500" fill="hold"/>
                                        <p:tgtEl>
                                          <p:spTgt spid="53"/>
                                        </p:tgtEl>
                                        <p:attrNameLst>
                                          <p:attrName>ppt_y</p:attrName>
                                        </p:attrNameLst>
                                      </p:cBhvr>
                                      <p:tavLst>
                                        <p:tav tm="0">
                                          <p:val>
                                            <p:strVal val="#ppt_y"/>
                                          </p:val>
                                        </p:tav>
                                        <p:tav tm="100000">
                                          <p:val>
                                            <p:strVal val="#ppt_y"/>
                                          </p:val>
                                        </p:tav>
                                      </p:tavLst>
                                    </p:anim>
                                  </p:childTnLst>
                                </p:cTn>
                              </p:par>
                            </p:childTnLst>
                          </p:cTn>
                        </p:par>
                        <p:par>
                          <p:cTn id="26" fill="hold">
                            <p:stCondLst>
                              <p:cond delay="2000"/>
                            </p:stCondLst>
                            <p:childTnLst>
                              <p:par>
                                <p:cTn id="27" presetID="53" presetClass="entr" presetSubtype="16" fill="hold" grpId="0" nodeType="afterEffect">
                                  <p:stCondLst>
                                    <p:cond delay="0"/>
                                  </p:stCondLst>
                                  <p:childTnLst>
                                    <p:set>
                                      <p:cBhvr>
                                        <p:cTn id="28" dur="1" fill="hold">
                                          <p:stCondLst>
                                            <p:cond delay="0"/>
                                          </p:stCondLst>
                                        </p:cTn>
                                        <p:tgtEl>
                                          <p:spTgt spid="46"/>
                                        </p:tgtEl>
                                        <p:attrNameLst>
                                          <p:attrName>style.visibility</p:attrName>
                                        </p:attrNameLst>
                                      </p:cBhvr>
                                      <p:to>
                                        <p:strVal val="visible"/>
                                      </p:to>
                                    </p:set>
                                    <p:anim calcmode="lin" valueType="num">
                                      <p:cBhvr>
                                        <p:cTn id="29" dur="500" fill="hold"/>
                                        <p:tgtEl>
                                          <p:spTgt spid="46"/>
                                        </p:tgtEl>
                                        <p:attrNameLst>
                                          <p:attrName>ppt_w</p:attrName>
                                        </p:attrNameLst>
                                      </p:cBhvr>
                                      <p:tavLst>
                                        <p:tav tm="0">
                                          <p:val>
                                            <p:fltVal val="0"/>
                                          </p:val>
                                        </p:tav>
                                        <p:tav tm="100000">
                                          <p:val>
                                            <p:strVal val="#ppt_w"/>
                                          </p:val>
                                        </p:tav>
                                      </p:tavLst>
                                    </p:anim>
                                    <p:anim calcmode="lin" valueType="num">
                                      <p:cBhvr>
                                        <p:cTn id="30" dur="500" fill="hold"/>
                                        <p:tgtEl>
                                          <p:spTgt spid="46"/>
                                        </p:tgtEl>
                                        <p:attrNameLst>
                                          <p:attrName>ppt_h</p:attrName>
                                        </p:attrNameLst>
                                      </p:cBhvr>
                                      <p:tavLst>
                                        <p:tav tm="0">
                                          <p:val>
                                            <p:fltVal val="0"/>
                                          </p:val>
                                        </p:tav>
                                        <p:tav tm="100000">
                                          <p:val>
                                            <p:strVal val="#ppt_h"/>
                                          </p:val>
                                        </p:tav>
                                      </p:tavLst>
                                    </p:anim>
                                    <p:animEffect transition="in" filter="fade">
                                      <p:cBhvr>
                                        <p:cTn id="31" dur="500"/>
                                        <p:tgtEl>
                                          <p:spTgt spid="46"/>
                                        </p:tgtEl>
                                      </p:cBhvr>
                                    </p:animEffect>
                                  </p:childTnLst>
                                </p:cTn>
                              </p:par>
                            </p:childTnLst>
                          </p:cTn>
                        </p:par>
                        <p:par>
                          <p:cTn id="32" fill="hold">
                            <p:stCondLst>
                              <p:cond delay="2500"/>
                            </p:stCondLst>
                            <p:childTnLst>
                              <p:par>
                                <p:cTn id="33" presetID="53" presetClass="entr" presetSubtype="16" fill="hold" nodeType="afterEffect">
                                  <p:stCondLst>
                                    <p:cond delay="0"/>
                                  </p:stCondLst>
                                  <p:childTnLst>
                                    <p:set>
                                      <p:cBhvr>
                                        <p:cTn id="34" dur="1" fill="hold">
                                          <p:stCondLst>
                                            <p:cond delay="0"/>
                                          </p:stCondLst>
                                        </p:cTn>
                                        <p:tgtEl>
                                          <p:spTgt spid="35"/>
                                        </p:tgtEl>
                                        <p:attrNameLst>
                                          <p:attrName>style.visibility</p:attrName>
                                        </p:attrNameLst>
                                      </p:cBhvr>
                                      <p:to>
                                        <p:strVal val="visible"/>
                                      </p:to>
                                    </p:set>
                                    <p:anim calcmode="lin" valueType="num">
                                      <p:cBhvr>
                                        <p:cTn id="35" dur="500" fill="hold"/>
                                        <p:tgtEl>
                                          <p:spTgt spid="35"/>
                                        </p:tgtEl>
                                        <p:attrNameLst>
                                          <p:attrName>ppt_w</p:attrName>
                                        </p:attrNameLst>
                                      </p:cBhvr>
                                      <p:tavLst>
                                        <p:tav tm="0">
                                          <p:val>
                                            <p:fltVal val="0"/>
                                          </p:val>
                                        </p:tav>
                                        <p:tav tm="100000">
                                          <p:val>
                                            <p:strVal val="#ppt_w"/>
                                          </p:val>
                                        </p:tav>
                                      </p:tavLst>
                                    </p:anim>
                                    <p:anim calcmode="lin" valueType="num">
                                      <p:cBhvr>
                                        <p:cTn id="36" dur="500" fill="hold"/>
                                        <p:tgtEl>
                                          <p:spTgt spid="35"/>
                                        </p:tgtEl>
                                        <p:attrNameLst>
                                          <p:attrName>ppt_h</p:attrName>
                                        </p:attrNameLst>
                                      </p:cBhvr>
                                      <p:tavLst>
                                        <p:tav tm="0">
                                          <p:val>
                                            <p:fltVal val="0"/>
                                          </p:val>
                                        </p:tav>
                                        <p:tav tm="100000">
                                          <p:val>
                                            <p:strVal val="#ppt_h"/>
                                          </p:val>
                                        </p:tav>
                                      </p:tavLst>
                                    </p:anim>
                                    <p:animEffect transition="in" filter="fade">
                                      <p:cBhvr>
                                        <p:cTn id="37" dur="500"/>
                                        <p:tgtEl>
                                          <p:spTgt spid="35"/>
                                        </p:tgtEl>
                                      </p:cBhvr>
                                    </p:animEffect>
                                  </p:childTnLst>
                                </p:cTn>
                              </p:par>
                            </p:childTnLst>
                          </p:cTn>
                        </p:par>
                        <p:par>
                          <p:cTn id="38" fill="hold">
                            <p:stCondLst>
                              <p:cond delay="3000"/>
                            </p:stCondLst>
                            <p:childTnLst>
                              <p:par>
                                <p:cTn id="39" presetID="2" presetClass="entr" presetSubtype="8" accel="50000" decel="50000" fill="hold" grpId="0" nodeType="afterEffect">
                                  <p:stCondLst>
                                    <p:cond delay="0"/>
                                  </p:stCondLst>
                                  <p:childTnLst>
                                    <p:set>
                                      <p:cBhvr>
                                        <p:cTn id="40" dur="1" fill="hold">
                                          <p:stCondLst>
                                            <p:cond delay="0"/>
                                          </p:stCondLst>
                                        </p:cTn>
                                        <p:tgtEl>
                                          <p:spTgt spid="55"/>
                                        </p:tgtEl>
                                        <p:attrNameLst>
                                          <p:attrName>style.visibility</p:attrName>
                                        </p:attrNameLst>
                                      </p:cBhvr>
                                      <p:to>
                                        <p:strVal val="visible"/>
                                      </p:to>
                                    </p:set>
                                    <p:anim calcmode="lin" valueType="num">
                                      <p:cBhvr additive="base">
                                        <p:cTn id="41" dur="500" fill="hold"/>
                                        <p:tgtEl>
                                          <p:spTgt spid="55"/>
                                        </p:tgtEl>
                                        <p:attrNameLst>
                                          <p:attrName>ppt_x</p:attrName>
                                        </p:attrNameLst>
                                      </p:cBhvr>
                                      <p:tavLst>
                                        <p:tav tm="0">
                                          <p:val>
                                            <p:strVal val="0-#ppt_w/2"/>
                                          </p:val>
                                        </p:tav>
                                        <p:tav tm="100000">
                                          <p:val>
                                            <p:strVal val="#ppt_x"/>
                                          </p:val>
                                        </p:tav>
                                      </p:tavLst>
                                    </p:anim>
                                    <p:anim calcmode="lin" valueType="num">
                                      <p:cBhvr additive="base">
                                        <p:cTn id="42" dur="500" fill="hold"/>
                                        <p:tgtEl>
                                          <p:spTgt spid="55"/>
                                        </p:tgtEl>
                                        <p:attrNameLst>
                                          <p:attrName>ppt_y</p:attrName>
                                        </p:attrNameLst>
                                      </p:cBhvr>
                                      <p:tavLst>
                                        <p:tav tm="0">
                                          <p:val>
                                            <p:strVal val="#ppt_y"/>
                                          </p:val>
                                        </p:tav>
                                        <p:tav tm="100000">
                                          <p:val>
                                            <p:strVal val="#ppt_y"/>
                                          </p:val>
                                        </p:tav>
                                      </p:tavLst>
                                    </p:anim>
                                  </p:childTnLst>
                                </p:cTn>
                              </p:par>
                            </p:childTnLst>
                          </p:cTn>
                        </p:par>
                        <p:par>
                          <p:cTn id="43" fill="hold">
                            <p:stCondLst>
                              <p:cond delay="3500"/>
                            </p:stCondLst>
                            <p:childTnLst>
                              <p:par>
                                <p:cTn id="44" presetID="53" presetClass="entr" presetSubtype="16" fill="hold" grpId="0" nodeType="afterEffect">
                                  <p:stCondLst>
                                    <p:cond delay="0"/>
                                  </p:stCondLst>
                                  <p:childTnLst>
                                    <p:set>
                                      <p:cBhvr>
                                        <p:cTn id="45" dur="1" fill="hold">
                                          <p:stCondLst>
                                            <p:cond delay="0"/>
                                          </p:stCondLst>
                                        </p:cTn>
                                        <p:tgtEl>
                                          <p:spTgt spid="47"/>
                                        </p:tgtEl>
                                        <p:attrNameLst>
                                          <p:attrName>style.visibility</p:attrName>
                                        </p:attrNameLst>
                                      </p:cBhvr>
                                      <p:to>
                                        <p:strVal val="visible"/>
                                      </p:to>
                                    </p:set>
                                    <p:anim calcmode="lin" valueType="num">
                                      <p:cBhvr>
                                        <p:cTn id="46" dur="500" fill="hold"/>
                                        <p:tgtEl>
                                          <p:spTgt spid="47"/>
                                        </p:tgtEl>
                                        <p:attrNameLst>
                                          <p:attrName>ppt_w</p:attrName>
                                        </p:attrNameLst>
                                      </p:cBhvr>
                                      <p:tavLst>
                                        <p:tav tm="0">
                                          <p:val>
                                            <p:fltVal val="0"/>
                                          </p:val>
                                        </p:tav>
                                        <p:tav tm="100000">
                                          <p:val>
                                            <p:strVal val="#ppt_w"/>
                                          </p:val>
                                        </p:tav>
                                      </p:tavLst>
                                    </p:anim>
                                    <p:anim calcmode="lin" valueType="num">
                                      <p:cBhvr>
                                        <p:cTn id="47" dur="500" fill="hold"/>
                                        <p:tgtEl>
                                          <p:spTgt spid="47"/>
                                        </p:tgtEl>
                                        <p:attrNameLst>
                                          <p:attrName>ppt_h</p:attrName>
                                        </p:attrNameLst>
                                      </p:cBhvr>
                                      <p:tavLst>
                                        <p:tav tm="0">
                                          <p:val>
                                            <p:fltVal val="0"/>
                                          </p:val>
                                        </p:tav>
                                        <p:tav tm="100000">
                                          <p:val>
                                            <p:strVal val="#ppt_h"/>
                                          </p:val>
                                        </p:tav>
                                      </p:tavLst>
                                    </p:anim>
                                    <p:animEffect transition="in" filter="fade">
                                      <p:cBhvr>
                                        <p:cTn id="48" dur="500"/>
                                        <p:tgtEl>
                                          <p:spTgt spid="47"/>
                                        </p:tgtEl>
                                      </p:cBhvr>
                                    </p:animEffect>
                                  </p:childTnLst>
                                </p:cTn>
                              </p:par>
                            </p:childTnLst>
                          </p:cTn>
                        </p:par>
                        <p:par>
                          <p:cTn id="49" fill="hold">
                            <p:stCondLst>
                              <p:cond delay="4000"/>
                            </p:stCondLst>
                            <p:childTnLst>
                              <p:par>
                                <p:cTn id="50" presetID="53" presetClass="entr" presetSubtype="16" fill="hold" nodeType="afterEffect">
                                  <p:stCondLst>
                                    <p:cond delay="0"/>
                                  </p:stCondLst>
                                  <p:childTnLst>
                                    <p:set>
                                      <p:cBhvr>
                                        <p:cTn id="51" dur="1" fill="hold">
                                          <p:stCondLst>
                                            <p:cond delay="0"/>
                                          </p:stCondLst>
                                        </p:cTn>
                                        <p:tgtEl>
                                          <p:spTgt spid="38"/>
                                        </p:tgtEl>
                                        <p:attrNameLst>
                                          <p:attrName>style.visibility</p:attrName>
                                        </p:attrNameLst>
                                      </p:cBhvr>
                                      <p:to>
                                        <p:strVal val="visible"/>
                                      </p:to>
                                    </p:set>
                                    <p:anim calcmode="lin" valueType="num">
                                      <p:cBhvr>
                                        <p:cTn id="52" dur="500" fill="hold"/>
                                        <p:tgtEl>
                                          <p:spTgt spid="38"/>
                                        </p:tgtEl>
                                        <p:attrNameLst>
                                          <p:attrName>ppt_w</p:attrName>
                                        </p:attrNameLst>
                                      </p:cBhvr>
                                      <p:tavLst>
                                        <p:tav tm="0">
                                          <p:val>
                                            <p:fltVal val="0"/>
                                          </p:val>
                                        </p:tav>
                                        <p:tav tm="100000">
                                          <p:val>
                                            <p:strVal val="#ppt_w"/>
                                          </p:val>
                                        </p:tav>
                                      </p:tavLst>
                                    </p:anim>
                                    <p:anim calcmode="lin" valueType="num">
                                      <p:cBhvr>
                                        <p:cTn id="53" dur="500" fill="hold"/>
                                        <p:tgtEl>
                                          <p:spTgt spid="38"/>
                                        </p:tgtEl>
                                        <p:attrNameLst>
                                          <p:attrName>ppt_h</p:attrName>
                                        </p:attrNameLst>
                                      </p:cBhvr>
                                      <p:tavLst>
                                        <p:tav tm="0">
                                          <p:val>
                                            <p:fltVal val="0"/>
                                          </p:val>
                                        </p:tav>
                                        <p:tav tm="100000">
                                          <p:val>
                                            <p:strVal val="#ppt_h"/>
                                          </p:val>
                                        </p:tav>
                                      </p:tavLst>
                                    </p:anim>
                                    <p:animEffect transition="in" filter="fade">
                                      <p:cBhvr>
                                        <p:cTn id="54" dur="500"/>
                                        <p:tgtEl>
                                          <p:spTgt spid="38"/>
                                        </p:tgtEl>
                                      </p:cBhvr>
                                    </p:animEffect>
                                  </p:childTnLst>
                                </p:cTn>
                              </p:par>
                            </p:childTnLst>
                          </p:cTn>
                        </p:par>
                        <p:par>
                          <p:cTn id="55" fill="hold">
                            <p:stCondLst>
                              <p:cond delay="4500"/>
                            </p:stCondLst>
                            <p:childTnLst>
                              <p:par>
                                <p:cTn id="56" presetID="2" presetClass="entr" presetSubtype="8" accel="50000" decel="50000" fill="hold" grpId="0" nodeType="afterEffect">
                                  <p:stCondLst>
                                    <p:cond delay="0"/>
                                  </p:stCondLst>
                                  <p:childTnLst>
                                    <p:set>
                                      <p:cBhvr>
                                        <p:cTn id="57" dur="1" fill="hold">
                                          <p:stCondLst>
                                            <p:cond delay="0"/>
                                          </p:stCondLst>
                                        </p:cTn>
                                        <p:tgtEl>
                                          <p:spTgt spid="60"/>
                                        </p:tgtEl>
                                        <p:attrNameLst>
                                          <p:attrName>style.visibility</p:attrName>
                                        </p:attrNameLst>
                                      </p:cBhvr>
                                      <p:to>
                                        <p:strVal val="visible"/>
                                      </p:to>
                                    </p:set>
                                    <p:anim calcmode="lin" valueType="num">
                                      <p:cBhvr additive="base">
                                        <p:cTn id="58" dur="500" fill="hold"/>
                                        <p:tgtEl>
                                          <p:spTgt spid="60"/>
                                        </p:tgtEl>
                                        <p:attrNameLst>
                                          <p:attrName>ppt_x</p:attrName>
                                        </p:attrNameLst>
                                      </p:cBhvr>
                                      <p:tavLst>
                                        <p:tav tm="0">
                                          <p:val>
                                            <p:strVal val="0-#ppt_w/2"/>
                                          </p:val>
                                        </p:tav>
                                        <p:tav tm="100000">
                                          <p:val>
                                            <p:strVal val="#ppt_x"/>
                                          </p:val>
                                        </p:tav>
                                      </p:tavLst>
                                    </p:anim>
                                    <p:anim calcmode="lin" valueType="num">
                                      <p:cBhvr additive="base">
                                        <p:cTn id="59" dur="500" fill="hold"/>
                                        <p:tgtEl>
                                          <p:spTgt spid="60"/>
                                        </p:tgtEl>
                                        <p:attrNameLst>
                                          <p:attrName>ppt_y</p:attrName>
                                        </p:attrNameLst>
                                      </p:cBhvr>
                                      <p:tavLst>
                                        <p:tav tm="0">
                                          <p:val>
                                            <p:strVal val="#ppt_y"/>
                                          </p:val>
                                        </p:tav>
                                        <p:tav tm="100000">
                                          <p:val>
                                            <p:strVal val="#ppt_y"/>
                                          </p:val>
                                        </p:tav>
                                      </p:tavLst>
                                    </p:anim>
                                  </p:childTnLst>
                                </p:cTn>
                              </p:par>
                            </p:childTnLst>
                          </p:cTn>
                        </p:par>
                        <p:par>
                          <p:cTn id="60" fill="hold">
                            <p:stCondLst>
                              <p:cond delay="5000"/>
                            </p:stCondLst>
                            <p:childTnLst>
                              <p:par>
                                <p:cTn id="61" presetID="53" presetClass="entr" presetSubtype="16" fill="hold" grpId="0" nodeType="afterEffect">
                                  <p:stCondLst>
                                    <p:cond delay="0"/>
                                  </p:stCondLst>
                                  <p:childTnLst>
                                    <p:set>
                                      <p:cBhvr>
                                        <p:cTn id="62" dur="1" fill="hold">
                                          <p:stCondLst>
                                            <p:cond delay="0"/>
                                          </p:stCondLst>
                                        </p:cTn>
                                        <p:tgtEl>
                                          <p:spTgt spid="48"/>
                                        </p:tgtEl>
                                        <p:attrNameLst>
                                          <p:attrName>style.visibility</p:attrName>
                                        </p:attrNameLst>
                                      </p:cBhvr>
                                      <p:to>
                                        <p:strVal val="visible"/>
                                      </p:to>
                                    </p:set>
                                    <p:anim calcmode="lin" valueType="num">
                                      <p:cBhvr>
                                        <p:cTn id="63" dur="500" fill="hold"/>
                                        <p:tgtEl>
                                          <p:spTgt spid="48"/>
                                        </p:tgtEl>
                                        <p:attrNameLst>
                                          <p:attrName>ppt_w</p:attrName>
                                        </p:attrNameLst>
                                      </p:cBhvr>
                                      <p:tavLst>
                                        <p:tav tm="0">
                                          <p:val>
                                            <p:fltVal val="0"/>
                                          </p:val>
                                        </p:tav>
                                        <p:tav tm="100000">
                                          <p:val>
                                            <p:strVal val="#ppt_w"/>
                                          </p:val>
                                        </p:tav>
                                      </p:tavLst>
                                    </p:anim>
                                    <p:anim calcmode="lin" valueType="num">
                                      <p:cBhvr>
                                        <p:cTn id="64" dur="500" fill="hold"/>
                                        <p:tgtEl>
                                          <p:spTgt spid="48"/>
                                        </p:tgtEl>
                                        <p:attrNameLst>
                                          <p:attrName>ppt_h</p:attrName>
                                        </p:attrNameLst>
                                      </p:cBhvr>
                                      <p:tavLst>
                                        <p:tav tm="0">
                                          <p:val>
                                            <p:fltVal val="0"/>
                                          </p:val>
                                        </p:tav>
                                        <p:tav tm="100000">
                                          <p:val>
                                            <p:strVal val="#ppt_h"/>
                                          </p:val>
                                        </p:tav>
                                      </p:tavLst>
                                    </p:anim>
                                    <p:animEffect transition="in" filter="fade">
                                      <p:cBhvr>
                                        <p:cTn id="65" dur="500"/>
                                        <p:tgtEl>
                                          <p:spTgt spid="48"/>
                                        </p:tgtEl>
                                      </p:cBhvr>
                                    </p:animEffect>
                                  </p:childTnLst>
                                </p:cTn>
                              </p:par>
                            </p:childTnLst>
                          </p:cTn>
                        </p:par>
                        <p:par>
                          <p:cTn id="66" fill="hold">
                            <p:stCondLst>
                              <p:cond delay="5500"/>
                            </p:stCondLst>
                            <p:childTnLst>
                              <p:par>
                                <p:cTn id="67" presetID="53" presetClass="entr" presetSubtype="16" fill="hold" nodeType="afterEffect">
                                  <p:stCondLst>
                                    <p:cond delay="0"/>
                                  </p:stCondLst>
                                  <p:childTnLst>
                                    <p:set>
                                      <p:cBhvr>
                                        <p:cTn id="68" dur="1" fill="hold">
                                          <p:stCondLst>
                                            <p:cond delay="0"/>
                                          </p:stCondLst>
                                        </p:cTn>
                                        <p:tgtEl>
                                          <p:spTgt spid="42"/>
                                        </p:tgtEl>
                                        <p:attrNameLst>
                                          <p:attrName>style.visibility</p:attrName>
                                        </p:attrNameLst>
                                      </p:cBhvr>
                                      <p:to>
                                        <p:strVal val="visible"/>
                                      </p:to>
                                    </p:set>
                                    <p:anim calcmode="lin" valueType="num">
                                      <p:cBhvr>
                                        <p:cTn id="69" dur="500" fill="hold"/>
                                        <p:tgtEl>
                                          <p:spTgt spid="42"/>
                                        </p:tgtEl>
                                        <p:attrNameLst>
                                          <p:attrName>ppt_w</p:attrName>
                                        </p:attrNameLst>
                                      </p:cBhvr>
                                      <p:tavLst>
                                        <p:tav tm="0">
                                          <p:val>
                                            <p:fltVal val="0"/>
                                          </p:val>
                                        </p:tav>
                                        <p:tav tm="100000">
                                          <p:val>
                                            <p:strVal val="#ppt_w"/>
                                          </p:val>
                                        </p:tav>
                                      </p:tavLst>
                                    </p:anim>
                                    <p:anim calcmode="lin" valueType="num">
                                      <p:cBhvr>
                                        <p:cTn id="70" dur="500" fill="hold"/>
                                        <p:tgtEl>
                                          <p:spTgt spid="42"/>
                                        </p:tgtEl>
                                        <p:attrNameLst>
                                          <p:attrName>ppt_h</p:attrName>
                                        </p:attrNameLst>
                                      </p:cBhvr>
                                      <p:tavLst>
                                        <p:tav tm="0">
                                          <p:val>
                                            <p:fltVal val="0"/>
                                          </p:val>
                                        </p:tav>
                                        <p:tav tm="100000">
                                          <p:val>
                                            <p:strVal val="#ppt_h"/>
                                          </p:val>
                                        </p:tav>
                                      </p:tavLst>
                                    </p:anim>
                                    <p:animEffect transition="in" filter="fade">
                                      <p:cBhvr>
                                        <p:cTn id="7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bldLvl="0" animBg="1"/>
      <p:bldP spid="53" grpId="0" bldLvl="0" animBg="1"/>
      <p:bldP spid="55" grpId="0" bldLvl="0" animBg="1"/>
      <p:bldP spid="60" grpId="0" bldLvl="0" animBg="1"/>
      <p:bldP spid="41" grpId="0" bldLvl="0" animBg="1"/>
      <p:bldP spid="46" grpId="0" bldLvl="0" animBg="1"/>
      <p:bldP spid="47" grpId="0" bldLvl="0" animBg="1"/>
      <p:bldP spid="48"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4"/>
          <p:cNvSpPr>
            <a:spLocks noGrp="1" noChangeArrowheads="1"/>
          </p:cNvSpPr>
          <p:nvPr>
            <p:ph type="ctrTitle" idx="4294967295"/>
          </p:nvPr>
        </p:nvSpPr>
        <p:spPr>
          <a:xfrm>
            <a:off x="193675" y="735965"/>
            <a:ext cx="4655185" cy="1153795"/>
          </a:xfrm>
        </p:spPr>
        <p:txBody>
          <a:bodyPr/>
          <a:lstStyle/>
          <a:p>
            <a:pPr eaLnBrk="1" hangingPunct="1"/>
            <a:r>
              <a:rPr lang="en-US" altLang="zh-CN" b="1">
                <a:solidFill>
                  <a:srgbClr val="C00000"/>
                </a:solidFill>
                <a:latin typeface="Times New Roman" pitchFamily="18" charset="0"/>
                <a:ea typeface="楷体" charset="0"/>
                <a:cs typeface="微软雅黑"/>
              </a:rPr>
              <a:t>1. </a:t>
            </a:r>
            <a:r>
              <a:rPr lang="zh-CN" altLang="en-US" b="1">
                <a:solidFill>
                  <a:srgbClr val="C00000"/>
                </a:solidFill>
                <a:latin typeface="Times New Roman" pitchFamily="18" charset="0"/>
                <a:ea typeface="楷体" charset="0"/>
                <a:cs typeface="微软雅黑"/>
              </a:rPr>
              <a:t>矩阵连乘问题</a:t>
            </a:r>
          </a:p>
        </p:txBody>
      </p:sp>
      <p:sp>
        <p:nvSpPr>
          <p:cNvPr id="45058" name="Rectangle 5"/>
          <p:cNvSpPr>
            <a:spLocks noGrp="1" noChangeArrowheads="1"/>
          </p:cNvSpPr>
          <p:nvPr>
            <p:ph type="subTitle" idx="4294967295"/>
          </p:nvPr>
        </p:nvSpPr>
        <p:spPr>
          <a:xfrm>
            <a:off x="712470" y="2291715"/>
            <a:ext cx="4800600" cy="991870"/>
          </a:xfrm>
        </p:spPr>
        <p:txBody>
          <a:bodyPr/>
          <a:lstStyle/>
          <a:p>
            <a:pPr eaLnBrk="1" hangingPunct="1"/>
            <a:r>
              <a:rPr lang="zh-CN" altLang="en-US" b="1">
                <a:solidFill>
                  <a:schemeClr val="tx1"/>
                </a:solidFill>
              </a:rPr>
              <a:t>聪明的遍历</a:t>
            </a:r>
          </a:p>
          <a:p>
            <a:pPr eaLnBrk="1" hangingPunct="1"/>
            <a:r>
              <a:rPr lang="zh-CN" altLang="en-US" b="1">
                <a:solidFill>
                  <a:schemeClr val="tx1"/>
                </a:solidFill>
              </a:rPr>
              <a:t>自底向上的求解</a:t>
            </a:r>
          </a:p>
        </p:txBody>
      </p:sp>
      <p:sp>
        <p:nvSpPr>
          <p:cNvPr id="4" name="Rectangle 6"/>
          <p:cNvSpPr>
            <a:spLocks noGrp="1" noChangeArrowheads="1"/>
          </p:cNvSpPr>
          <p:nvPr>
            <p:ph type="sldNum" sz="quarter" idx="4294967295"/>
          </p:nvPr>
        </p:nvSpPr>
        <p:spPr>
          <a:xfrm>
            <a:off x="0" y="4800600"/>
            <a:ext cx="914400" cy="213360"/>
          </a:xfrm>
        </p:spPr>
        <p:txBody>
          <a:bodyPr/>
          <a:lstStyle/>
          <a:p>
            <a:pPr>
              <a:defRPr/>
            </a:pPr>
            <a:fld id="{324E7D4E-E33F-4958-9E0D-EFDCB687DE1B}" type="slidenum">
              <a:rPr lang="en-US" altLang="zh-CN" sz="1500"/>
              <a:t>12</a:t>
            </a:fld>
            <a:endParaRPr lang="en-US" altLang="zh-CN" sz="1500"/>
          </a:p>
        </p:txBody>
      </p:sp>
      <p:sp>
        <p:nvSpPr>
          <p:cNvPr id="1033" name="Freeform 9"/>
          <p:cNvSpPr/>
          <p:nvPr/>
        </p:nvSpPr>
        <p:spPr bwMode="auto">
          <a:xfrm>
            <a:off x="5245101" y="558747"/>
            <a:ext cx="3571875" cy="3784653"/>
          </a:xfrm>
          <a:custGeom>
            <a:avLst/>
            <a:gdLst>
              <a:gd name="connsiteX0" fmla="*/ 2953 w 10000"/>
              <a:gd name="connsiteY0" fmla="*/ 1410 h 9051"/>
              <a:gd name="connsiteX1" fmla="*/ 3446 w 10000"/>
              <a:gd name="connsiteY1" fmla="*/ 1622 h 9051"/>
              <a:gd name="connsiteX2" fmla="*/ 3451 w 10000"/>
              <a:gd name="connsiteY2" fmla="*/ 1622 h 9051"/>
              <a:gd name="connsiteX3" fmla="*/ 3455 w 10000"/>
              <a:gd name="connsiteY3" fmla="*/ 1625 h 9051"/>
              <a:gd name="connsiteX4" fmla="*/ 3835 w 10000"/>
              <a:gd name="connsiteY4" fmla="*/ 1897 h 9051"/>
              <a:gd name="connsiteX5" fmla="*/ 3885 w 10000"/>
              <a:gd name="connsiteY5" fmla="*/ 1957 h 9051"/>
              <a:gd name="connsiteX6" fmla="*/ 3890 w 10000"/>
              <a:gd name="connsiteY6" fmla="*/ 1957 h 9051"/>
              <a:gd name="connsiteX7" fmla="*/ 4337 w 10000"/>
              <a:gd name="connsiteY7" fmla="*/ 2704 h 9051"/>
              <a:gd name="connsiteX8" fmla="*/ 4342 w 10000"/>
              <a:gd name="connsiteY8" fmla="*/ 2718 h 9051"/>
              <a:gd name="connsiteX9" fmla="*/ 4414 w 10000"/>
              <a:gd name="connsiteY9" fmla="*/ 2919 h 9051"/>
              <a:gd name="connsiteX10" fmla="*/ 4414 w 10000"/>
              <a:gd name="connsiteY10" fmla="*/ 2919 h 9051"/>
              <a:gd name="connsiteX11" fmla="*/ 4763 w 10000"/>
              <a:gd name="connsiteY11" fmla="*/ 4217 h 9051"/>
              <a:gd name="connsiteX12" fmla="*/ 4853 w 10000"/>
              <a:gd name="connsiteY12" fmla="*/ 4756 h 9051"/>
              <a:gd name="connsiteX13" fmla="*/ 4996 w 10000"/>
              <a:gd name="connsiteY13" fmla="*/ 0 h 9051"/>
              <a:gd name="connsiteX14" fmla="*/ 5152 w 10000"/>
              <a:gd name="connsiteY14" fmla="*/ 4756 h 9051"/>
              <a:gd name="connsiteX15" fmla="*/ 5242 w 10000"/>
              <a:gd name="connsiteY15" fmla="*/ 4217 h 9051"/>
              <a:gd name="connsiteX16" fmla="*/ 5590 w 10000"/>
              <a:gd name="connsiteY16" fmla="*/ 2919 h 9051"/>
              <a:gd name="connsiteX17" fmla="*/ 5590 w 10000"/>
              <a:gd name="connsiteY17" fmla="*/ 2919 h 9051"/>
              <a:gd name="connsiteX18" fmla="*/ 5663 w 10000"/>
              <a:gd name="connsiteY18" fmla="*/ 2718 h 9051"/>
              <a:gd name="connsiteX19" fmla="*/ 5667 w 10000"/>
              <a:gd name="connsiteY19" fmla="*/ 2704 h 9051"/>
              <a:gd name="connsiteX20" fmla="*/ 6115 w 10000"/>
              <a:gd name="connsiteY20" fmla="*/ 1957 h 9051"/>
              <a:gd name="connsiteX21" fmla="*/ 6115 w 10000"/>
              <a:gd name="connsiteY21" fmla="*/ 1957 h 9051"/>
              <a:gd name="connsiteX22" fmla="*/ 6119 w 10000"/>
              <a:gd name="connsiteY22" fmla="*/ 1953 h 9051"/>
              <a:gd name="connsiteX23" fmla="*/ 6128 w 10000"/>
              <a:gd name="connsiteY23" fmla="*/ 1939 h 9051"/>
              <a:gd name="connsiteX24" fmla="*/ 6169 w 10000"/>
              <a:gd name="connsiteY24" fmla="*/ 1897 h 9051"/>
              <a:gd name="connsiteX25" fmla="*/ 7051 w 10000"/>
              <a:gd name="connsiteY25" fmla="*/ 1410 h 9051"/>
              <a:gd name="connsiteX26" fmla="*/ 7056 w 10000"/>
              <a:gd name="connsiteY26" fmla="*/ 1410 h 9051"/>
              <a:gd name="connsiteX27" fmla="*/ 7399 w 10000"/>
              <a:gd name="connsiteY27" fmla="*/ 1361 h 9051"/>
              <a:gd name="connsiteX28" fmla="*/ 7417 w 10000"/>
              <a:gd name="connsiteY28" fmla="*/ 1361 h 9051"/>
              <a:gd name="connsiteX29" fmla="*/ 7544 w 10000"/>
              <a:gd name="connsiteY29" fmla="*/ 1354 h 9051"/>
              <a:gd name="connsiteX30" fmla="*/ 8824 w 10000"/>
              <a:gd name="connsiteY30" fmla="*/ 698 h 9051"/>
              <a:gd name="connsiteX31" fmla="*/ 7562 w 10000"/>
              <a:gd name="connsiteY31" fmla="*/ 1424 h 9051"/>
              <a:gd name="connsiteX32" fmla="*/ 7558 w 10000"/>
              <a:gd name="connsiteY32" fmla="*/ 1424 h 9051"/>
              <a:gd name="connsiteX33" fmla="*/ 7553 w 10000"/>
              <a:gd name="connsiteY33" fmla="*/ 1424 h 9051"/>
              <a:gd name="connsiteX34" fmla="*/ 7540 w 10000"/>
              <a:gd name="connsiteY34" fmla="*/ 1428 h 9051"/>
              <a:gd name="connsiteX35" fmla="*/ 7531 w 10000"/>
              <a:gd name="connsiteY35" fmla="*/ 1428 h 9051"/>
              <a:gd name="connsiteX36" fmla="*/ 7526 w 10000"/>
              <a:gd name="connsiteY36" fmla="*/ 1428 h 9051"/>
              <a:gd name="connsiteX37" fmla="*/ 7521 w 10000"/>
              <a:gd name="connsiteY37" fmla="*/ 1428 h 9051"/>
              <a:gd name="connsiteX38" fmla="*/ 7517 w 10000"/>
              <a:gd name="connsiteY38" fmla="*/ 1428 h 9051"/>
              <a:gd name="connsiteX39" fmla="*/ 7508 w 10000"/>
              <a:gd name="connsiteY39" fmla="*/ 1431 h 9051"/>
              <a:gd name="connsiteX40" fmla="*/ 7503 w 10000"/>
              <a:gd name="connsiteY40" fmla="*/ 1431 h 9051"/>
              <a:gd name="connsiteX41" fmla="*/ 7422 w 10000"/>
              <a:gd name="connsiteY41" fmla="*/ 1442 h 9051"/>
              <a:gd name="connsiteX42" fmla="*/ 6232 w 10000"/>
              <a:gd name="connsiteY42" fmla="*/ 2016 h 9051"/>
              <a:gd name="connsiteX43" fmla="*/ 5753 w 10000"/>
              <a:gd name="connsiteY43" fmla="*/ 2951 h 9051"/>
              <a:gd name="connsiteX44" fmla="*/ 5355 w 10000"/>
              <a:gd name="connsiteY44" fmla="*/ 4799 h 9051"/>
              <a:gd name="connsiteX45" fmla="*/ 6395 w 10000"/>
              <a:gd name="connsiteY45" fmla="*/ 3177 h 9051"/>
              <a:gd name="connsiteX46" fmla="*/ 6395 w 10000"/>
              <a:gd name="connsiteY46" fmla="*/ 3177 h 9051"/>
              <a:gd name="connsiteX47" fmla="*/ 6400 w 10000"/>
              <a:gd name="connsiteY47" fmla="*/ 3173 h 9051"/>
              <a:gd name="connsiteX48" fmla="*/ 6563 w 10000"/>
              <a:gd name="connsiteY48" fmla="*/ 3071 h 9051"/>
              <a:gd name="connsiteX49" fmla="*/ 7065 w 10000"/>
              <a:gd name="connsiteY49" fmla="*/ 2849 h 9051"/>
              <a:gd name="connsiteX50" fmla="*/ 7983 w 10000"/>
              <a:gd name="connsiteY50" fmla="*/ 2824 h 9051"/>
              <a:gd name="connsiteX51" fmla="*/ 7983 w 10000"/>
              <a:gd name="connsiteY51" fmla="*/ 2824 h 9051"/>
              <a:gd name="connsiteX52" fmla="*/ 8024 w 10000"/>
              <a:gd name="connsiteY52" fmla="*/ 2831 h 9051"/>
              <a:gd name="connsiteX53" fmla="*/ 10000 w 10000"/>
              <a:gd name="connsiteY53" fmla="*/ 2464 h 9051"/>
              <a:gd name="connsiteX54" fmla="*/ 8114 w 10000"/>
              <a:gd name="connsiteY54" fmla="*/ 2919 h 9051"/>
              <a:gd name="connsiteX55" fmla="*/ 8005 w 10000"/>
              <a:gd name="connsiteY55" fmla="*/ 2905 h 9051"/>
              <a:gd name="connsiteX56" fmla="*/ 7965 w 10000"/>
              <a:gd name="connsiteY56" fmla="*/ 2898 h 9051"/>
              <a:gd name="connsiteX57" fmla="*/ 7155 w 10000"/>
              <a:gd name="connsiteY57" fmla="*/ 2937 h 9051"/>
              <a:gd name="connsiteX58" fmla="*/ 6630 w 10000"/>
              <a:gd name="connsiteY58" fmla="*/ 3152 h 9051"/>
              <a:gd name="connsiteX59" fmla="*/ 6481 w 10000"/>
              <a:gd name="connsiteY59" fmla="*/ 3251 h 9051"/>
              <a:gd name="connsiteX60" fmla="*/ 5473 w 10000"/>
              <a:gd name="connsiteY60" fmla="*/ 5303 h 9051"/>
              <a:gd name="connsiteX61" fmla="*/ 5427 w 10000"/>
              <a:gd name="connsiteY61" fmla="*/ 6304 h 9051"/>
              <a:gd name="connsiteX62" fmla="*/ 6811 w 10000"/>
              <a:gd name="connsiteY62" fmla="*/ 4079 h 9051"/>
              <a:gd name="connsiteX63" fmla="*/ 6870 w 10000"/>
              <a:gd name="connsiteY63" fmla="*/ 4037 h 9051"/>
              <a:gd name="connsiteX64" fmla="*/ 6870 w 10000"/>
              <a:gd name="connsiteY64" fmla="*/ 4037 h 9051"/>
              <a:gd name="connsiteX65" fmla="*/ 9091 w 10000"/>
              <a:gd name="connsiteY65" fmla="*/ 3755 h 9051"/>
              <a:gd name="connsiteX66" fmla="*/ 6979 w 10000"/>
              <a:gd name="connsiteY66" fmla="*/ 4118 h 9051"/>
              <a:gd name="connsiteX67" fmla="*/ 6974 w 10000"/>
              <a:gd name="connsiteY67" fmla="*/ 4122 h 9051"/>
              <a:gd name="connsiteX68" fmla="*/ 6938 w 10000"/>
              <a:gd name="connsiteY68" fmla="*/ 4160 h 9051"/>
              <a:gd name="connsiteX69" fmla="*/ 5785 w 10000"/>
              <a:gd name="connsiteY69" fmla="*/ 8148 h 9051"/>
              <a:gd name="connsiteX70" fmla="*/ 6160 w 10000"/>
              <a:gd name="connsiteY70" fmla="*/ 9051 h 9051"/>
              <a:gd name="connsiteX71" fmla="*/ 3844 w 10000"/>
              <a:gd name="connsiteY71" fmla="*/ 9051 h 9051"/>
              <a:gd name="connsiteX72" fmla="*/ 4215 w 10000"/>
              <a:gd name="connsiteY72" fmla="*/ 8148 h 9051"/>
              <a:gd name="connsiteX73" fmla="*/ 3066 w 10000"/>
              <a:gd name="connsiteY73" fmla="*/ 4160 h 9051"/>
              <a:gd name="connsiteX74" fmla="*/ 3057 w 10000"/>
              <a:gd name="connsiteY74" fmla="*/ 4150 h 9051"/>
              <a:gd name="connsiteX75" fmla="*/ 3048 w 10000"/>
              <a:gd name="connsiteY75" fmla="*/ 4143 h 9051"/>
              <a:gd name="connsiteX76" fmla="*/ 3035 w 10000"/>
              <a:gd name="connsiteY76" fmla="*/ 4129 h 9051"/>
              <a:gd name="connsiteX77" fmla="*/ 3026 w 10000"/>
              <a:gd name="connsiteY77" fmla="*/ 4122 h 9051"/>
              <a:gd name="connsiteX78" fmla="*/ 3021 w 10000"/>
              <a:gd name="connsiteY78" fmla="*/ 4118 h 9051"/>
              <a:gd name="connsiteX79" fmla="*/ 914 w 10000"/>
              <a:gd name="connsiteY79" fmla="*/ 3755 h 9051"/>
              <a:gd name="connsiteX80" fmla="*/ 3130 w 10000"/>
              <a:gd name="connsiteY80" fmla="*/ 4033 h 9051"/>
              <a:gd name="connsiteX81" fmla="*/ 3130 w 10000"/>
              <a:gd name="connsiteY81" fmla="*/ 4033 h 9051"/>
              <a:gd name="connsiteX82" fmla="*/ 3134 w 10000"/>
              <a:gd name="connsiteY82" fmla="*/ 4037 h 9051"/>
              <a:gd name="connsiteX83" fmla="*/ 3134 w 10000"/>
              <a:gd name="connsiteY83" fmla="*/ 4037 h 9051"/>
              <a:gd name="connsiteX84" fmla="*/ 3180 w 10000"/>
              <a:gd name="connsiteY84" fmla="*/ 4072 h 9051"/>
              <a:gd name="connsiteX85" fmla="*/ 3180 w 10000"/>
              <a:gd name="connsiteY85" fmla="*/ 4072 h 9051"/>
              <a:gd name="connsiteX86" fmla="*/ 3189 w 10000"/>
              <a:gd name="connsiteY86" fmla="*/ 4079 h 9051"/>
              <a:gd name="connsiteX87" fmla="*/ 4573 w 10000"/>
              <a:gd name="connsiteY87" fmla="*/ 6304 h 9051"/>
              <a:gd name="connsiteX88" fmla="*/ 4532 w 10000"/>
              <a:gd name="connsiteY88" fmla="*/ 5303 h 9051"/>
              <a:gd name="connsiteX89" fmla="*/ 3523 w 10000"/>
              <a:gd name="connsiteY89" fmla="*/ 3251 h 9051"/>
              <a:gd name="connsiteX90" fmla="*/ 3370 w 10000"/>
              <a:gd name="connsiteY90" fmla="*/ 3152 h 9051"/>
              <a:gd name="connsiteX91" fmla="*/ 2845 w 10000"/>
              <a:gd name="connsiteY91" fmla="*/ 2937 h 9051"/>
              <a:gd name="connsiteX92" fmla="*/ 2035 w 10000"/>
              <a:gd name="connsiteY92" fmla="*/ 2898 h 9051"/>
              <a:gd name="connsiteX93" fmla="*/ 1999 w 10000"/>
              <a:gd name="connsiteY93" fmla="*/ 2905 h 9051"/>
              <a:gd name="connsiteX94" fmla="*/ 1891 w 10000"/>
              <a:gd name="connsiteY94" fmla="*/ 2919 h 9051"/>
              <a:gd name="connsiteX95" fmla="*/ 0 w 10000"/>
              <a:gd name="connsiteY95" fmla="*/ 2464 h 9051"/>
              <a:gd name="connsiteX96" fmla="*/ 1981 w 10000"/>
              <a:gd name="connsiteY96" fmla="*/ 2831 h 9051"/>
              <a:gd name="connsiteX97" fmla="*/ 2017 w 10000"/>
              <a:gd name="connsiteY97" fmla="*/ 2824 h 9051"/>
              <a:gd name="connsiteX98" fmla="*/ 2022 w 10000"/>
              <a:gd name="connsiteY98" fmla="*/ 2824 h 9051"/>
              <a:gd name="connsiteX99" fmla="*/ 2022 w 10000"/>
              <a:gd name="connsiteY99" fmla="*/ 2824 h 9051"/>
              <a:gd name="connsiteX100" fmla="*/ 2935 w 10000"/>
              <a:gd name="connsiteY100" fmla="*/ 2849 h 9051"/>
              <a:gd name="connsiteX101" fmla="*/ 3442 w 10000"/>
              <a:gd name="connsiteY101" fmla="*/ 3071 h 9051"/>
              <a:gd name="connsiteX102" fmla="*/ 3605 w 10000"/>
              <a:gd name="connsiteY102" fmla="*/ 3173 h 9051"/>
              <a:gd name="connsiteX103" fmla="*/ 3609 w 10000"/>
              <a:gd name="connsiteY103" fmla="*/ 3177 h 9051"/>
              <a:gd name="connsiteX104" fmla="*/ 3609 w 10000"/>
              <a:gd name="connsiteY104" fmla="*/ 3177 h 9051"/>
              <a:gd name="connsiteX105" fmla="*/ 4649 w 10000"/>
              <a:gd name="connsiteY105" fmla="*/ 4799 h 9051"/>
              <a:gd name="connsiteX106" fmla="*/ 4251 w 10000"/>
              <a:gd name="connsiteY106" fmla="*/ 2951 h 9051"/>
              <a:gd name="connsiteX107" fmla="*/ 3772 w 10000"/>
              <a:gd name="connsiteY107" fmla="*/ 2016 h 9051"/>
              <a:gd name="connsiteX108" fmla="*/ 3379 w 10000"/>
              <a:gd name="connsiteY108" fmla="*/ 1699 h 9051"/>
              <a:gd name="connsiteX109" fmla="*/ 2583 w 10000"/>
              <a:gd name="connsiteY109" fmla="*/ 1442 h 9051"/>
              <a:gd name="connsiteX110" fmla="*/ 2492 w 10000"/>
              <a:gd name="connsiteY110" fmla="*/ 1431 h 9051"/>
              <a:gd name="connsiteX111" fmla="*/ 2488 w 10000"/>
              <a:gd name="connsiteY111" fmla="*/ 1428 h 9051"/>
              <a:gd name="connsiteX112" fmla="*/ 2474 w 10000"/>
              <a:gd name="connsiteY112" fmla="*/ 1428 h 9051"/>
              <a:gd name="connsiteX113" fmla="*/ 2465 w 10000"/>
              <a:gd name="connsiteY113" fmla="*/ 1428 h 9051"/>
              <a:gd name="connsiteX114" fmla="*/ 2460 w 10000"/>
              <a:gd name="connsiteY114" fmla="*/ 1428 h 9051"/>
              <a:gd name="connsiteX115" fmla="*/ 2460 w 10000"/>
              <a:gd name="connsiteY115" fmla="*/ 1424 h 9051"/>
              <a:gd name="connsiteX116" fmla="*/ 2447 w 10000"/>
              <a:gd name="connsiteY116" fmla="*/ 1424 h 9051"/>
              <a:gd name="connsiteX117" fmla="*/ 2442 w 10000"/>
              <a:gd name="connsiteY117" fmla="*/ 1424 h 9051"/>
              <a:gd name="connsiteX118" fmla="*/ 2442 w 10000"/>
              <a:gd name="connsiteY118" fmla="*/ 1424 h 9051"/>
              <a:gd name="connsiteX119" fmla="*/ 1180 w 10000"/>
              <a:gd name="connsiteY119" fmla="*/ 698 h 9051"/>
              <a:gd name="connsiteX120" fmla="*/ 2456 w 10000"/>
              <a:gd name="connsiteY120" fmla="*/ 1354 h 9051"/>
              <a:gd name="connsiteX121" fmla="*/ 2587 w 10000"/>
              <a:gd name="connsiteY121" fmla="*/ 1361 h 9051"/>
              <a:gd name="connsiteX122" fmla="*/ 2601 w 10000"/>
              <a:gd name="connsiteY122" fmla="*/ 1361 h 9051"/>
              <a:gd name="connsiteX123" fmla="*/ 2949 w 10000"/>
              <a:gd name="connsiteY123" fmla="*/ 1410 h 9051"/>
              <a:gd name="connsiteX124" fmla="*/ 2953 w 10000"/>
              <a:gd name="connsiteY124" fmla="*/ 1410 h 9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0000" h="9051">
                <a:moveTo>
                  <a:pt x="2953" y="1410"/>
                </a:moveTo>
                <a:cubicBezTo>
                  <a:pt x="3121" y="1456"/>
                  <a:pt x="3288" y="1526"/>
                  <a:pt x="3446" y="1622"/>
                </a:cubicBezTo>
                <a:lnTo>
                  <a:pt x="3451" y="1622"/>
                </a:lnTo>
                <a:lnTo>
                  <a:pt x="3455" y="1625"/>
                </a:lnTo>
                <a:cubicBezTo>
                  <a:pt x="3582" y="1699"/>
                  <a:pt x="3709" y="1791"/>
                  <a:pt x="3835" y="1897"/>
                </a:cubicBezTo>
                <a:cubicBezTo>
                  <a:pt x="3853" y="1918"/>
                  <a:pt x="3867" y="1935"/>
                  <a:pt x="3885" y="1957"/>
                </a:cubicBezTo>
                <a:lnTo>
                  <a:pt x="3890" y="1957"/>
                </a:lnTo>
                <a:cubicBezTo>
                  <a:pt x="4102" y="2200"/>
                  <a:pt x="4251" y="2450"/>
                  <a:pt x="4337" y="2704"/>
                </a:cubicBezTo>
                <a:cubicBezTo>
                  <a:pt x="4337" y="2708"/>
                  <a:pt x="4337" y="2711"/>
                  <a:pt x="4342" y="2718"/>
                </a:cubicBezTo>
                <a:cubicBezTo>
                  <a:pt x="4365" y="2785"/>
                  <a:pt x="4387" y="2852"/>
                  <a:pt x="4414" y="2919"/>
                </a:cubicBezTo>
                <a:lnTo>
                  <a:pt x="4414" y="2919"/>
                </a:lnTo>
                <a:cubicBezTo>
                  <a:pt x="4582" y="3409"/>
                  <a:pt x="4699" y="3839"/>
                  <a:pt x="4763" y="4217"/>
                </a:cubicBezTo>
                <a:lnTo>
                  <a:pt x="4853" y="4756"/>
                </a:lnTo>
                <a:cubicBezTo>
                  <a:pt x="4901" y="3171"/>
                  <a:pt x="4948" y="1585"/>
                  <a:pt x="4996" y="0"/>
                </a:cubicBezTo>
                <a:lnTo>
                  <a:pt x="5152" y="4756"/>
                </a:lnTo>
                <a:lnTo>
                  <a:pt x="5242" y="4217"/>
                </a:lnTo>
                <a:cubicBezTo>
                  <a:pt x="5305" y="3839"/>
                  <a:pt x="5423" y="3409"/>
                  <a:pt x="5590" y="2919"/>
                </a:cubicBezTo>
                <a:lnTo>
                  <a:pt x="5590" y="2919"/>
                </a:lnTo>
                <a:cubicBezTo>
                  <a:pt x="5613" y="2852"/>
                  <a:pt x="5635" y="2785"/>
                  <a:pt x="5663" y="2718"/>
                </a:cubicBezTo>
                <a:cubicBezTo>
                  <a:pt x="5663" y="2711"/>
                  <a:pt x="5667" y="2708"/>
                  <a:pt x="5667" y="2704"/>
                </a:cubicBezTo>
                <a:cubicBezTo>
                  <a:pt x="5753" y="2450"/>
                  <a:pt x="5902" y="2200"/>
                  <a:pt x="6115" y="1957"/>
                </a:cubicBezTo>
                <a:lnTo>
                  <a:pt x="6115" y="1957"/>
                </a:lnTo>
                <a:cubicBezTo>
                  <a:pt x="6115" y="1957"/>
                  <a:pt x="6119" y="1957"/>
                  <a:pt x="6119" y="1953"/>
                </a:cubicBezTo>
                <a:cubicBezTo>
                  <a:pt x="6124" y="1949"/>
                  <a:pt x="6124" y="1946"/>
                  <a:pt x="6128" y="1939"/>
                </a:cubicBezTo>
                <a:lnTo>
                  <a:pt x="6169" y="1897"/>
                </a:lnTo>
                <a:cubicBezTo>
                  <a:pt x="6450" y="1657"/>
                  <a:pt x="6744" y="1495"/>
                  <a:pt x="7051" y="1410"/>
                </a:cubicBezTo>
                <a:lnTo>
                  <a:pt x="7056" y="1410"/>
                </a:lnTo>
                <a:cubicBezTo>
                  <a:pt x="7173" y="1378"/>
                  <a:pt x="7291" y="1361"/>
                  <a:pt x="7399" y="1361"/>
                </a:cubicBezTo>
                <a:lnTo>
                  <a:pt x="7417" y="1361"/>
                </a:lnTo>
                <a:cubicBezTo>
                  <a:pt x="7458" y="1357"/>
                  <a:pt x="7503" y="1357"/>
                  <a:pt x="7544" y="1354"/>
                </a:cubicBezTo>
                <a:cubicBezTo>
                  <a:pt x="8064" y="1315"/>
                  <a:pt x="8489" y="1096"/>
                  <a:pt x="8824" y="698"/>
                </a:cubicBezTo>
                <a:cubicBezTo>
                  <a:pt x="8598" y="1107"/>
                  <a:pt x="8177" y="1350"/>
                  <a:pt x="7562" y="1424"/>
                </a:cubicBezTo>
                <a:lnTo>
                  <a:pt x="7558" y="1424"/>
                </a:lnTo>
                <a:lnTo>
                  <a:pt x="7553" y="1424"/>
                </a:lnTo>
                <a:cubicBezTo>
                  <a:pt x="7549" y="1424"/>
                  <a:pt x="7544" y="1424"/>
                  <a:pt x="7540" y="1428"/>
                </a:cubicBezTo>
                <a:lnTo>
                  <a:pt x="7531" y="1428"/>
                </a:lnTo>
                <a:lnTo>
                  <a:pt x="7526" y="1428"/>
                </a:lnTo>
                <a:lnTo>
                  <a:pt x="7521" y="1428"/>
                </a:lnTo>
                <a:lnTo>
                  <a:pt x="7517" y="1428"/>
                </a:lnTo>
                <a:lnTo>
                  <a:pt x="7508" y="1431"/>
                </a:lnTo>
                <a:lnTo>
                  <a:pt x="7503" y="1431"/>
                </a:lnTo>
                <a:cubicBezTo>
                  <a:pt x="7476" y="1435"/>
                  <a:pt x="7449" y="1435"/>
                  <a:pt x="7422" y="1442"/>
                </a:cubicBezTo>
                <a:cubicBezTo>
                  <a:pt x="6906" y="1509"/>
                  <a:pt x="6508" y="1703"/>
                  <a:pt x="6232" y="2016"/>
                </a:cubicBezTo>
                <a:cubicBezTo>
                  <a:pt x="6047" y="2256"/>
                  <a:pt x="5889" y="2567"/>
                  <a:pt x="5753" y="2951"/>
                </a:cubicBezTo>
                <a:cubicBezTo>
                  <a:pt x="5577" y="3448"/>
                  <a:pt x="5445" y="4062"/>
                  <a:pt x="5355" y="4799"/>
                </a:cubicBezTo>
                <a:cubicBezTo>
                  <a:pt x="5522" y="4076"/>
                  <a:pt x="5871" y="3533"/>
                  <a:pt x="6395" y="3177"/>
                </a:cubicBezTo>
                <a:lnTo>
                  <a:pt x="6395" y="3177"/>
                </a:lnTo>
                <a:cubicBezTo>
                  <a:pt x="6395" y="3173"/>
                  <a:pt x="6400" y="3173"/>
                  <a:pt x="6400" y="3173"/>
                </a:cubicBezTo>
                <a:cubicBezTo>
                  <a:pt x="6450" y="3138"/>
                  <a:pt x="6504" y="3102"/>
                  <a:pt x="6563" y="3071"/>
                </a:cubicBezTo>
                <a:cubicBezTo>
                  <a:pt x="6716" y="2983"/>
                  <a:pt x="6884" y="2909"/>
                  <a:pt x="7065" y="2849"/>
                </a:cubicBezTo>
                <a:cubicBezTo>
                  <a:pt x="7295" y="2778"/>
                  <a:pt x="7603" y="2771"/>
                  <a:pt x="7983" y="2824"/>
                </a:cubicBezTo>
                <a:lnTo>
                  <a:pt x="7983" y="2824"/>
                </a:lnTo>
                <a:cubicBezTo>
                  <a:pt x="7996" y="2827"/>
                  <a:pt x="8010" y="2827"/>
                  <a:pt x="8024" y="2831"/>
                </a:cubicBezTo>
                <a:cubicBezTo>
                  <a:pt x="8797" y="2926"/>
                  <a:pt x="9457" y="2803"/>
                  <a:pt x="10000" y="2464"/>
                </a:cubicBezTo>
                <a:cubicBezTo>
                  <a:pt x="9512" y="2859"/>
                  <a:pt x="8878" y="3011"/>
                  <a:pt x="8114" y="2919"/>
                </a:cubicBezTo>
                <a:cubicBezTo>
                  <a:pt x="8078" y="2912"/>
                  <a:pt x="8042" y="2909"/>
                  <a:pt x="8005" y="2905"/>
                </a:cubicBezTo>
                <a:cubicBezTo>
                  <a:pt x="7992" y="2901"/>
                  <a:pt x="7978" y="2901"/>
                  <a:pt x="7965" y="2898"/>
                </a:cubicBezTo>
                <a:cubicBezTo>
                  <a:pt x="7635" y="2863"/>
                  <a:pt x="7363" y="2873"/>
                  <a:pt x="7155" y="2937"/>
                </a:cubicBezTo>
                <a:cubicBezTo>
                  <a:pt x="6965" y="2990"/>
                  <a:pt x="6789" y="3064"/>
                  <a:pt x="6630" y="3152"/>
                </a:cubicBezTo>
                <a:cubicBezTo>
                  <a:pt x="6581" y="3184"/>
                  <a:pt x="6526" y="3215"/>
                  <a:pt x="6481" y="3251"/>
                </a:cubicBezTo>
                <a:cubicBezTo>
                  <a:pt x="5889" y="3656"/>
                  <a:pt x="5550" y="4340"/>
                  <a:pt x="5473" y="5303"/>
                </a:cubicBezTo>
                <a:cubicBezTo>
                  <a:pt x="5400" y="5662"/>
                  <a:pt x="5387" y="5997"/>
                  <a:pt x="5427" y="6304"/>
                </a:cubicBezTo>
                <a:cubicBezTo>
                  <a:pt x="5717" y="5324"/>
                  <a:pt x="6178" y="4583"/>
                  <a:pt x="6811" y="4079"/>
                </a:cubicBezTo>
                <a:cubicBezTo>
                  <a:pt x="6829" y="4065"/>
                  <a:pt x="6852" y="4051"/>
                  <a:pt x="6870" y="4037"/>
                </a:cubicBezTo>
                <a:lnTo>
                  <a:pt x="6870" y="4037"/>
                </a:lnTo>
                <a:cubicBezTo>
                  <a:pt x="7494" y="3571"/>
                  <a:pt x="8236" y="3476"/>
                  <a:pt x="9091" y="3755"/>
                </a:cubicBezTo>
                <a:cubicBezTo>
                  <a:pt x="8204" y="3547"/>
                  <a:pt x="7499" y="3670"/>
                  <a:pt x="6979" y="4118"/>
                </a:cubicBezTo>
                <a:cubicBezTo>
                  <a:pt x="6979" y="4122"/>
                  <a:pt x="6979" y="4122"/>
                  <a:pt x="6974" y="4122"/>
                </a:cubicBezTo>
                <a:cubicBezTo>
                  <a:pt x="6961" y="4136"/>
                  <a:pt x="6947" y="4146"/>
                  <a:pt x="6938" y="4160"/>
                </a:cubicBezTo>
                <a:cubicBezTo>
                  <a:pt x="5699" y="5313"/>
                  <a:pt x="5319" y="6643"/>
                  <a:pt x="5785" y="8148"/>
                </a:cubicBezTo>
                <a:cubicBezTo>
                  <a:pt x="5880" y="8445"/>
                  <a:pt x="6002" y="8744"/>
                  <a:pt x="6160" y="9051"/>
                </a:cubicBezTo>
                <a:lnTo>
                  <a:pt x="3844" y="9051"/>
                </a:lnTo>
                <a:cubicBezTo>
                  <a:pt x="4003" y="8744"/>
                  <a:pt x="4125" y="8445"/>
                  <a:pt x="4215" y="8148"/>
                </a:cubicBezTo>
                <a:cubicBezTo>
                  <a:pt x="4686" y="6643"/>
                  <a:pt x="4301" y="5313"/>
                  <a:pt x="3066" y="4160"/>
                </a:cubicBezTo>
                <a:lnTo>
                  <a:pt x="3057" y="4150"/>
                </a:lnTo>
                <a:cubicBezTo>
                  <a:pt x="3053" y="4146"/>
                  <a:pt x="3053" y="4143"/>
                  <a:pt x="3048" y="4143"/>
                </a:cubicBezTo>
                <a:lnTo>
                  <a:pt x="3035" y="4129"/>
                </a:lnTo>
                <a:cubicBezTo>
                  <a:pt x="3030" y="4125"/>
                  <a:pt x="3030" y="4125"/>
                  <a:pt x="3026" y="4122"/>
                </a:cubicBezTo>
                <a:lnTo>
                  <a:pt x="3021" y="4118"/>
                </a:lnTo>
                <a:cubicBezTo>
                  <a:pt x="2506" y="3670"/>
                  <a:pt x="1800" y="3547"/>
                  <a:pt x="914" y="3755"/>
                </a:cubicBezTo>
                <a:cubicBezTo>
                  <a:pt x="1768" y="3480"/>
                  <a:pt x="2506" y="3571"/>
                  <a:pt x="3130" y="4033"/>
                </a:cubicBezTo>
                <a:lnTo>
                  <a:pt x="3130" y="4033"/>
                </a:lnTo>
                <a:lnTo>
                  <a:pt x="3134" y="4037"/>
                </a:lnTo>
                <a:lnTo>
                  <a:pt x="3134" y="4037"/>
                </a:lnTo>
                <a:cubicBezTo>
                  <a:pt x="3148" y="4047"/>
                  <a:pt x="3161" y="4062"/>
                  <a:pt x="3180" y="4072"/>
                </a:cubicBezTo>
                <a:lnTo>
                  <a:pt x="3180" y="4072"/>
                </a:lnTo>
                <a:cubicBezTo>
                  <a:pt x="3184" y="4076"/>
                  <a:pt x="3184" y="4079"/>
                  <a:pt x="3189" y="4079"/>
                </a:cubicBezTo>
                <a:cubicBezTo>
                  <a:pt x="3826" y="4583"/>
                  <a:pt x="4288" y="5324"/>
                  <a:pt x="4573" y="6304"/>
                </a:cubicBezTo>
                <a:cubicBezTo>
                  <a:pt x="4618" y="5997"/>
                  <a:pt x="4604" y="5662"/>
                  <a:pt x="4532" y="5303"/>
                </a:cubicBezTo>
                <a:cubicBezTo>
                  <a:pt x="4450" y="4340"/>
                  <a:pt x="4116" y="3656"/>
                  <a:pt x="3523" y="3251"/>
                </a:cubicBezTo>
                <a:cubicBezTo>
                  <a:pt x="3474" y="3215"/>
                  <a:pt x="3424" y="3184"/>
                  <a:pt x="3370" y="3152"/>
                </a:cubicBezTo>
                <a:cubicBezTo>
                  <a:pt x="3211" y="3064"/>
                  <a:pt x="3039" y="2990"/>
                  <a:pt x="2845" y="2937"/>
                </a:cubicBezTo>
                <a:cubicBezTo>
                  <a:pt x="2637" y="2873"/>
                  <a:pt x="2365" y="2863"/>
                  <a:pt x="2035" y="2898"/>
                </a:cubicBezTo>
                <a:cubicBezTo>
                  <a:pt x="2022" y="2901"/>
                  <a:pt x="2013" y="2901"/>
                  <a:pt x="1999" y="2905"/>
                </a:cubicBezTo>
                <a:cubicBezTo>
                  <a:pt x="1963" y="2909"/>
                  <a:pt x="1927" y="2912"/>
                  <a:pt x="1891" y="2919"/>
                </a:cubicBezTo>
                <a:cubicBezTo>
                  <a:pt x="1122" y="3011"/>
                  <a:pt x="493" y="2859"/>
                  <a:pt x="0" y="2464"/>
                </a:cubicBezTo>
                <a:cubicBezTo>
                  <a:pt x="543" y="2803"/>
                  <a:pt x="1203" y="2926"/>
                  <a:pt x="1981" y="2831"/>
                </a:cubicBezTo>
                <a:cubicBezTo>
                  <a:pt x="1995" y="2827"/>
                  <a:pt x="2008" y="2827"/>
                  <a:pt x="2017" y="2824"/>
                </a:cubicBezTo>
                <a:lnTo>
                  <a:pt x="2022" y="2824"/>
                </a:lnTo>
                <a:lnTo>
                  <a:pt x="2022" y="2824"/>
                </a:lnTo>
                <a:cubicBezTo>
                  <a:pt x="2402" y="2771"/>
                  <a:pt x="2705" y="2778"/>
                  <a:pt x="2935" y="2849"/>
                </a:cubicBezTo>
                <a:cubicBezTo>
                  <a:pt x="3121" y="2909"/>
                  <a:pt x="3288" y="2983"/>
                  <a:pt x="3442" y="3071"/>
                </a:cubicBezTo>
                <a:cubicBezTo>
                  <a:pt x="3501" y="3102"/>
                  <a:pt x="3555" y="3138"/>
                  <a:pt x="3605" y="3173"/>
                </a:cubicBezTo>
                <a:cubicBezTo>
                  <a:pt x="3605" y="3173"/>
                  <a:pt x="3609" y="3173"/>
                  <a:pt x="3609" y="3177"/>
                </a:cubicBezTo>
                <a:lnTo>
                  <a:pt x="3609" y="3177"/>
                </a:lnTo>
                <a:cubicBezTo>
                  <a:pt x="4134" y="3533"/>
                  <a:pt x="4478" y="4076"/>
                  <a:pt x="4649" y="4799"/>
                </a:cubicBezTo>
                <a:cubicBezTo>
                  <a:pt x="4559" y="4062"/>
                  <a:pt x="4423" y="3448"/>
                  <a:pt x="4251" y="2951"/>
                </a:cubicBezTo>
                <a:cubicBezTo>
                  <a:pt x="4116" y="2567"/>
                  <a:pt x="3957" y="2256"/>
                  <a:pt x="3772" y="2016"/>
                </a:cubicBezTo>
                <a:cubicBezTo>
                  <a:pt x="3659" y="1890"/>
                  <a:pt x="3528" y="1784"/>
                  <a:pt x="3379" y="1699"/>
                </a:cubicBezTo>
                <a:cubicBezTo>
                  <a:pt x="3157" y="1569"/>
                  <a:pt x="2890" y="1480"/>
                  <a:pt x="2583" y="1442"/>
                </a:cubicBezTo>
                <a:cubicBezTo>
                  <a:pt x="2551" y="1435"/>
                  <a:pt x="2524" y="1431"/>
                  <a:pt x="2492" y="1431"/>
                </a:cubicBezTo>
                <a:lnTo>
                  <a:pt x="2488" y="1428"/>
                </a:lnTo>
                <a:lnTo>
                  <a:pt x="2474" y="1428"/>
                </a:lnTo>
                <a:lnTo>
                  <a:pt x="2465" y="1428"/>
                </a:lnTo>
                <a:lnTo>
                  <a:pt x="2460" y="1428"/>
                </a:lnTo>
                <a:lnTo>
                  <a:pt x="2460" y="1424"/>
                </a:lnTo>
                <a:lnTo>
                  <a:pt x="2447" y="1424"/>
                </a:lnTo>
                <a:lnTo>
                  <a:pt x="2442" y="1424"/>
                </a:lnTo>
                <a:lnTo>
                  <a:pt x="2442" y="1424"/>
                </a:lnTo>
                <a:cubicBezTo>
                  <a:pt x="1823" y="1350"/>
                  <a:pt x="1407" y="1107"/>
                  <a:pt x="1180" y="698"/>
                </a:cubicBezTo>
                <a:cubicBezTo>
                  <a:pt x="1511" y="1096"/>
                  <a:pt x="1940" y="1315"/>
                  <a:pt x="2456" y="1354"/>
                </a:cubicBezTo>
                <a:cubicBezTo>
                  <a:pt x="2501" y="1357"/>
                  <a:pt x="2542" y="1357"/>
                  <a:pt x="2587" y="1361"/>
                </a:cubicBezTo>
                <a:lnTo>
                  <a:pt x="2601" y="1361"/>
                </a:lnTo>
                <a:cubicBezTo>
                  <a:pt x="2714" y="1361"/>
                  <a:pt x="2827" y="1378"/>
                  <a:pt x="2949" y="1410"/>
                </a:cubicBezTo>
                <a:lnTo>
                  <a:pt x="2953" y="1410"/>
                </a:lnTo>
                <a:close/>
              </a:path>
            </a:pathLst>
          </a:custGeom>
          <a:solidFill>
            <a:schemeClr val="bg1">
              <a:lumMod val="50000"/>
            </a:schemeClr>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64" name="Teardrop 63"/>
          <p:cNvSpPr/>
          <p:nvPr/>
        </p:nvSpPr>
        <p:spPr>
          <a:xfrm>
            <a:off x="6568594" y="390855"/>
            <a:ext cx="921715" cy="921712"/>
          </a:xfrm>
          <a:prstGeom prst="teardrop">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rgbClr val="FFC000"/>
              </a:solidFill>
              <a:latin typeface="Arial" pitchFamily="34" charset="0"/>
              <a:ea typeface="微软雅黑" pitchFamily="34" charset="-122"/>
              <a:sym typeface="Arial" pitchFamily="34" charset="0"/>
            </a:endParaRPr>
          </a:p>
        </p:txBody>
      </p:sp>
      <p:sp>
        <p:nvSpPr>
          <p:cNvPr id="66" name="Teardrop 65"/>
          <p:cNvSpPr/>
          <p:nvPr/>
        </p:nvSpPr>
        <p:spPr>
          <a:xfrm flipH="1">
            <a:off x="7951162" y="631793"/>
            <a:ext cx="680777" cy="680774"/>
          </a:xfrm>
          <a:prstGeom prst="teardrop">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latin typeface="Arial" pitchFamily="34" charset="0"/>
              <a:ea typeface="微软雅黑" pitchFamily="34" charset="-122"/>
              <a:sym typeface="Arial" pitchFamily="34" charset="0"/>
            </a:endParaRPr>
          </a:p>
        </p:txBody>
      </p:sp>
      <p:sp>
        <p:nvSpPr>
          <p:cNvPr id="69" name="Teardrop 68"/>
          <p:cNvSpPr/>
          <p:nvPr/>
        </p:nvSpPr>
        <p:spPr>
          <a:xfrm>
            <a:off x="4972052" y="1300396"/>
            <a:ext cx="610552" cy="610550"/>
          </a:xfrm>
          <a:prstGeom prst="teardrop">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2500" dirty="0">
              <a:solidFill>
                <a:srgbClr val="92D050"/>
              </a:solidFill>
              <a:latin typeface="Arial" pitchFamily="34" charset="0"/>
              <a:ea typeface="微软雅黑" pitchFamily="34" charset="-122"/>
              <a:sym typeface="Arial" pitchFamily="34" charset="0"/>
            </a:endParaRPr>
          </a:p>
        </p:txBody>
      </p:sp>
      <p:sp>
        <p:nvSpPr>
          <p:cNvPr id="72" name="Teardrop 71"/>
          <p:cNvSpPr/>
          <p:nvPr/>
        </p:nvSpPr>
        <p:spPr>
          <a:xfrm>
            <a:off x="5474061" y="631793"/>
            <a:ext cx="680777" cy="680774"/>
          </a:xfrm>
          <a:prstGeom prst="teardrop">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ea typeface="微软雅黑" pitchFamily="34" charset="-122"/>
              <a:sym typeface="Arial" pitchFamily="34" charset="0"/>
            </a:endParaRPr>
          </a:p>
        </p:txBody>
      </p:sp>
      <p:sp>
        <p:nvSpPr>
          <p:cNvPr id="73" name="Teardrop 72"/>
          <p:cNvSpPr/>
          <p:nvPr/>
        </p:nvSpPr>
        <p:spPr>
          <a:xfrm flipH="1">
            <a:off x="8476300" y="1338496"/>
            <a:ext cx="610552" cy="610550"/>
          </a:xfrm>
          <a:prstGeom prst="teardrop">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2400" dirty="0">
              <a:solidFill>
                <a:srgbClr val="9DDFBE"/>
              </a:solidFill>
              <a:latin typeface="Arial" pitchFamily="34" charset="0"/>
              <a:ea typeface="微软雅黑" pitchFamily="34" charset="-122"/>
              <a:sym typeface="Arial" pitchFamily="34" charset="0"/>
            </a:endParaRPr>
          </a:p>
        </p:txBody>
      </p:sp>
      <p:sp>
        <p:nvSpPr>
          <p:cNvPr id="74" name="Teardrop 73"/>
          <p:cNvSpPr/>
          <p:nvPr/>
        </p:nvSpPr>
        <p:spPr>
          <a:xfrm>
            <a:off x="5444263" y="1910946"/>
            <a:ext cx="472211" cy="472209"/>
          </a:xfrm>
          <a:prstGeom prst="teardrop">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lstStyle/>
          <a:p>
            <a:pPr algn="ctr"/>
            <a:endParaRPr lang="en-US" dirty="0">
              <a:solidFill>
                <a:srgbClr val="00B050"/>
              </a:solidFill>
              <a:latin typeface="Arial" pitchFamily="34" charset="0"/>
              <a:ea typeface="微软雅黑" pitchFamily="34" charset="-122"/>
              <a:sym typeface="Arial" pitchFamily="34" charset="0"/>
            </a:endParaRPr>
          </a:p>
        </p:txBody>
      </p:sp>
      <p:sp>
        <p:nvSpPr>
          <p:cNvPr id="75" name="Teardrop 74"/>
          <p:cNvSpPr/>
          <p:nvPr/>
        </p:nvSpPr>
        <p:spPr>
          <a:xfrm flipH="1">
            <a:off x="8159728" y="1910946"/>
            <a:ext cx="472211" cy="472209"/>
          </a:xfrm>
          <a:prstGeom prst="teardrop">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lstStyle/>
          <a:p>
            <a:pPr algn="ctr"/>
            <a:endParaRPr lang="en-US" dirty="0">
              <a:solidFill>
                <a:srgbClr val="FF66FF"/>
              </a:solidFill>
              <a:latin typeface="Arial" pitchFamily="34" charset="0"/>
              <a:ea typeface="微软雅黑" pitchFamily="34" charset="-122"/>
              <a:sym typeface="Arial" pitchFamily="34" charset="0"/>
            </a:endParaRPr>
          </a:p>
        </p:txBody>
      </p:sp>
      <p:sp>
        <p:nvSpPr>
          <p:cNvPr id="76" name="Teardrop 75"/>
          <p:cNvSpPr/>
          <p:nvPr/>
        </p:nvSpPr>
        <p:spPr>
          <a:xfrm>
            <a:off x="6626199" y="1829257"/>
            <a:ext cx="806502" cy="806498"/>
          </a:xfrm>
          <a:prstGeom prst="teardrop">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3200" dirty="0">
              <a:solidFill>
                <a:srgbClr val="FFC000"/>
              </a:solidFill>
              <a:latin typeface="Arial" pitchFamily="34" charset="0"/>
              <a:ea typeface="微软雅黑" pitchFamily="34" charset="-122"/>
              <a:sym typeface="Arial" pitchFamily="34" charset="0"/>
            </a:endParaRPr>
          </a:p>
        </p:txBody>
      </p:sp>
      <p:sp>
        <p:nvSpPr>
          <p:cNvPr id="22" name="Freeform 24"/>
          <p:cNvSpPr>
            <a:spLocks noEditPoints="1"/>
          </p:cNvSpPr>
          <p:nvPr/>
        </p:nvSpPr>
        <p:spPr bwMode="auto">
          <a:xfrm>
            <a:off x="5675937" y="774174"/>
            <a:ext cx="304604" cy="330782"/>
          </a:xfrm>
          <a:custGeom>
            <a:avLst/>
            <a:gdLst/>
            <a:ahLst/>
            <a:cxnLst>
              <a:cxn ang="0">
                <a:pos x="55" y="55"/>
              </a:cxn>
              <a:cxn ang="0">
                <a:pos x="39" y="55"/>
              </a:cxn>
              <a:cxn ang="0">
                <a:pos x="30" y="64"/>
              </a:cxn>
              <a:cxn ang="0">
                <a:pos x="21" y="55"/>
              </a:cxn>
              <a:cxn ang="0">
                <a:pos x="5" y="55"/>
              </a:cxn>
              <a:cxn ang="0">
                <a:pos x="0" y="50"/>
              </a:cxn>
              <a:cxn ang="0">
                <a:pos x="11" y="20"/>
              </a:cxn>
              <a:cxn ang="0">
                <a:pos x="27" y="5"/>
              </a:cxn>
              <a:cxn ang="0">
                <a:pos x="26" y="3"/>
              </a:cxn>
              <a:cxn ang="0">
                <a:pos x="30" y="0"/>
              </a:cxn>
              <a:cxn ang="0">
                <a:pos x="33" y="3"/>
              </a:cxn>
              <a:cxn ang="0">
                <a:pos x="33" y="5"/>
              </a:cxn>
              <a:cxn ang="0">
                <a:pos x="48" y="20"/>
              </a:cxn>
              <a:cxn ang="0">
                <a:pos x="59" y="50"/>
              </a:cxn>
              <a:cxn ang="0">
                <a:pos x="55" y="55"/>
              </a:cxn>
              <a:cxn ang="0">
                <a:pos x="30" y="60"/>
              </a:cxn>
              <a:cxn ang="0">
                <a:pos x="25" y="55"/>
              </a:cxn>
              <a:cxn ang="0">
                <a:pos x="24" y="54"/>
              </a:cxn>
              <a:cxn ang="0">
                <a:pos x="23" y="55"/>
              </a:cxn>
              <a:cxn ang="0">
                <a:pos x="30" y="61"/>
              </a:cxn>
              <a:cxn ang="0">
                <a:pos x="30" y="60"/>
              </a:cxn>
              <a:cxn ang="0">
                <a:pos x="30" y="60"/>
              </a:cxn>
            </a:cxnLst>
            <a:rect l="0" t="0" r="r" b="b"/>
            <a:pathLst>
              <a:path w="59" h="64">
                <a:moveTo>
                  <a:pt x="55" y="55"/>
                </a:moveTo>
                <a:cubicBezTo>
                  <a:pt x="39" y="55"/>
                  <a:pt x="39" y="55"/>
                  <a:pt x="39" y="55"/>
                </a:cubicBezTo>
                <a:cubicBezTo>
                  <a:pt x="39" y="60"/>
                  <a:pt x="35" y="64"/>
                  <a:pt x="30" y="64"/>
                </a:cubicBezTo>
                <a:cubicBezTo>
                  <a:pt x="25" y="64"/>
                  <a:pt x="21" y="60"/>
                  <a:pt x="21" y="55"/>
                </a:cubicBezTo>
                <a:cubicBezTo>
                  <a:pt x="5" y="55"/>
                  <a:pt x="5" y="55"/>
                  <a:pt x="5" y="55"/>
                </a:cubicBezTo>
                <a:cubicBezTo>
                  <a:pt x="2" y="55"/>
                  <a:pt x="0" y="53"/>
                  <a:pt x="0" y="50"/>
                </a:cubicBezTo>
                <a:cubicBezTo>
                  <a:pt x="5" y="46"/>
                  <a:pt x="11" y="38"/>
                  <a:pt x="11" y="20"/>
                </a:cubicBezTo>
                <a:cubicBezTo>
                  <a:pt x="11" y="13"/>
                  <a:pt x="17" y="6"/>
                  <a:pt x="27" y="5"/>
                </a:cubicBezTo>
                <a:cubicBezTo>
                  <a:pt x="26" y="4"/>
                  <a:pt x="26" y="4"/>
                  <a:pt x="26" y="3"/>
                </a:cubicBezTo>
                <a:cubicBezTo>
                  <a:pt x="26" y="1"/>
                  <a:pt x="28" y="0"/>
                  <a:pt x="30" y="0"/>
                </a:cubicBezTo>
                <a:cubicBezTo>
                  <a:pt x="32" y="0"/>
                  <a:pt x="33" y="1"/>
                  <a:pt x="33" y="3"/>
                </a:cubicBezTo>
                <a:cubicBezTo>
                  <a:pt x="33" y="4"/>
                  <a:pt x="33" y="4"/>
                  <a:pt x="33" y="5"/>
                </a:cubicBezTo>
                <a:cubicBezTo>
                  <a:pt x="42" y="6"/>
                  <a:pt x="48" y="13"/>
                  <a:pt x="48" y="20"/>
                </a:cubicBezTo>
                <a:cubicBezTo>
                  <a:pt x="48" y="38"/>
                  <a:pt x="54" y="46"/>
                  <a:pt x="59" y="50"/>
                </a:cubicBezTo>
                <a:cubicBezTo>
                  <a:pt x="59" y="53"/>
                  <a:pt x="57" y="55"/>
                  <a:pt x="55" y="55"/>
                </a:cubicBezTo>
                <a:close/>
                <a:moveTo>
                  <a:pt x="30" y="60"/>
                </a:moveTo>
                <a:cubicBezTo>
                  <a:pt x="27" y="60"/>
                  <a:pt x="25" y="57"/>
                  <a:pt x="25" y="55"/>
                </a:cubicBezTo>
                <a:cubicBezTo>
                  <a:pt x="25" y="54"/>
                  <a:pt x="24" y="54"/>
                  <a:pt x="24" y="54"/>
                </a:cubicBezTo>
                <a:cubicBezTo>
                  <a:pt x="24" y="54"/>
                  <a:pt x="23" y="54"/>
                  <a:pt x="23" y="55"/>
                </a:cubicBezTo>
                <a:cubicBezTo>
                  <a:pt x="23" y="58"/>
                  <a:pt x="26" y="61"/>
                  <a:pt x="30" y="61"/>
                </a:cubicBezTo>
                <a:cubicBezTo>
                  <a:pt x="30" y="61"/>
                  <a:pt x="30" y="61"/>
                  <a:pt x="30" y="60"/>
                </a:cubicBezTo>
                <a:cubicBezTo>
                  <a:pt x="30" y="60"/>
                  <a:pt x="30" y="60"/>
                  <a:pt x="30" y="60"/>
                </a:cubicBezTo>
                <a:close/>
              </a:path>
            </a:pathLst>
          </a:custGeom>
          <a:solidFill>
            <a:schemeClr val="accent2"/>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3" name="Freeform 5"/>
          <p:cNvSpPr>
            <a:spLocks noEditPoints="1"/>
          </p:cNvSpPr>
          <p:nvPr/>
        </p:nvSpPr>
        <p:spPr bwMode="auto">
          <a:xfrm>
            <a:off x="6802953" y="596335"/>
            <a:ext cx="454742" cy="454742"/>
          </a:xfrm>
          <a:custGeom>
            <a:avLst/>
            <a:gdLst/>
            <a:ahLst/>
            <a:cxnLst>
              <a:cxn ang="0">
                <a:pos x="0" y="192"/>
              </a:cxn>
              <a:cxn ang="0">
                <a:pos x="255" y="135"/>
              </a:cxn>
              <a:cxn ang="0">
                <a:pos x="277" y="122"/>
              </a:cxn>
              <a:cxn ang="0">
                <a:pos x="303" y="116"/>
              </a:cxn>
              <a:cxn ang="0">
                <a:pos x="296" y="105"/>
              </a:cxn>
              <a:cxn ang="0">
                <a:pos x="278" y="89"/>
              </a:cxn>
              <a:cxn ang="0">
                <a:pos x="265" y="90"/>
              </a:cxn>
              <a:cxn ang="0">
                <a:pos x="256" y="82"/>
              </a:cxn>
              <a:cxn ang="0">
                <a:pos x="231" y="73"/>
              </a:cxn>
              <a:cxn ang="0">
                <a:pos x="234" y="98"/>
              </a:cxn>
              <a:cxn ang="0">
                <a:pos x="224" y="118"/>
              </a:cxn>
              <a:cxn ang="0">
                <a:pos x="205" y="103"/>
              </a:cxn>
              <a:cxn ang="0">
                <a:pos x="175" y="89"/>
              </a:cxn>
              <a:cxn ang="0">
                <a:pos x="183" y="68"/>
              </a:cxn>
              <a:cxn ang="0">
                <a:pos x="212" y="58"/>
              </a:cxn>
              <a:cxn ang="0">
                <a:pos x="207" y="47"/>
              </a:cxn>
              <a:cxn ang="0">
                <a:pos x="188" y="50"/>
              </a:cxn>
              <a:cxn ang="0">
                <a:pos x="168" y="37"/>
              </a:cxn>
              <a:cxn ang="0">
                <a:pos x="171" y="52"/>
              </a:cxn>
              <a:cxn ang="0">
                <a:pos x="157" y="52"/>
              </a:cxn>
              <a:cxn ang="0">
                <a:pos x="141" y="40"/>
              </a:cxn>
              <a:cxn ang="0">
                <a:pos x="126" y="47"/>
              </a:cxn>
              <a:cxn ang="0">
                <a:pos x="143" y="51"/>
              </a:cxn>
              <a:cxn ang="0">
                <a:pos x="131" y="58"/>
              </a:cxn>
              <a:cxn ang="0">
                <a:pos x="56" y="107"/>
              </a:cxn>
              <a:cxn ang="0">
                <a:pos x="65" y="118"/>
              </a:cxn>
              <a:cxn ang="0">
                <a:pos x="79" y="135"/>
              </a:cxn>
              <a:cxn ang="0">
                <a:pos x="74" y="158"/>
              </a:cxn>
              <a:cxn ang="0">
                <a:pos x="88" y="185"/>
              </a:cxn>
              <a:cxn ang="0">
                <a:pos x="108" y="214"/>
              </a:cxn>
              <a:cxn ang="0">
                <a:pos x="118" y="227"/>
              </a:cxn>
              <a:cxn ang="0">
                <a:pos x="105" y="197"/>
              </a:cxn>
              <a:cxn ang="0">
                <a:pos x="125" y="225"/>
              </a:cxn>
              <a:cxn ang="0">
                <a:pos x="150" y="255"/>
              </a:cxn>
              <a:cxn ang="0">
                <a:pos x="184" y="269"/>
              </a:cxn>
              <a:cxn ang="0">
                <a:pos x="213" y="290"/>
              </a:cxn>
              <a:cxn ang="0">
                <a:pos x="224" y="288"/>
              </a:cxn>
              <a:cxn ang="0">
                <a:pos x="212" y="268"/>
              </a:cxn>
              <a:cxn ang="0">
                <a:pos x="197" y="262"/>
              </a:cxn>
              <a:cxn ang="0">
                <a:pos x="194" y="239"/>
              </a:cxn>
              <a:cxn ang="0">
                <a:pos x="171" y="250"/>
              </a:cxn>
              <a:cxn ang="0">
                <a:pos x="168" y="210"/>
              </a:cxn>
              <a:cxn ang="0">
                <a:pos x="184" y="206"/>
              </a:cxn>
              <a:cxn ang="0">
                <a:pos x="196" y="202"/>
              </a:cxn>
              <a:cxn ang="0">
                <a:pos x="214" y="211"/>
              </a:cxn>
              <a:cxn ang="0">
                <a:pos x="221" y="205"/>
              </a:cxn>
              <a:cxn ang="0">
                <a:pos x="234" y="179"/>
              </a:cxn>
              <a:cxn ang="0">
                <a:pos x="233" y="171"/>
              </a:cxn>
              <a:cxn ang="0">
                <a:pos x="252" y="157"/>
              </a:cxn>
              <a:cxn ang="0">
                <a:pos x="266" y="143"/>
              </a:cxn>
              <a:cxn ang="0">
                <a:pos x="273" y="131"/>
              </a:cxn>
              <a:cxn ang="0">
                <a:pos x="255" y="135"/>
              </a:cxn>
              <a:cxn ang="0">
                <a:pos x="295" y="298"/>
              </a:cxn>
              <a:cxn ang="0">
                <a:pos x="272" y="288"/>
              </a:cxn>
              <a:cxn ang="0">
                <a:pos x="251" y="288"/>
              </a:cxn>
              <a:cxn ang="0">
                <a:pos x="236" y="286"/>
              </a:cxn>
              <a:cxn ang="0">
                <a:pos x="230" y="307"/>
              </a:cxn>
              <a:cxn ang="0">
                <a:pos x="223" y="335"/>
              </a:cxn>
              <a:cxn ang="0">
                <a:pos x="308" y="302"/>
              </a:cxn>
            </a:cxnLst>
            <a:rect l="0" t="0" r="r" b="b"/>
            <a:pathLst>
              <a:path w="384" h="384">
                <a:moveTo>
                  <a:pt x="384" y="192"/>
                </a:moveTo>
                <a:cubicBezTo>
                  <a:pt x="384" y="298"/>
                  <a:pt x="298" y="384"/>
                  <a:pt x="192" y="384"/>
                </a:cubicBezTo>
                <a:cubicBezTo>
                  <a:pt x="86" y="384"/>
                  <a:pt x="0" y="298"/>
                  <a:pt x="0" y="192"/>
                </a:cubicBezTo>
                <a:cubicBezTo>
                  <a:pt x="0" y="86"/>
                  <a:pt x="86" y="0"/>
                  <a:pt x="192" y="0"/>
                </a:cubicBezTo>
                <a:cubicBezTo>
                  <a:pt x="298" y="0"/>
                  <a:pt x="384" y="86"/>
                  <a:pt x="384" y="192"/>
                </a:cubicBezTo>
                <a:close/>
                <a:moveTo>
                  <a:pt x="255" y="135"/>
                </a:moveTo>
                <a:cubicBezTo>
                  <a:pt x="256" y="135"/>
                  <a:pt x="257" y="130"/>
                  <a:pt x="258" y="129"/>
                </a:cubicBezTo>
                <a:cubicBezTo>
                  <a:pt x="260" y="127"/>
                  <a:pt x="262" y="126"/>
                  <a:pt x="264" y="125"/>
                </a:cubicBezTo>
                <a:cubicBezTo>
                  <a:pt x="268" y="124"/>
                  <a:pt x="272" y="123"/>
                  <a:pt x="277" y="122"/>
                </a:cubicBezTo>
                <a:cubicBezTo>
                  <a:pt x="281" y="121"/>
                  <a:pt x="286" y="121"/>
                  <a:pt x="289" y="125"/>
                </a:cubicBezTo>
                <a:cubicBezTo>
                  <a:pt x="289" y="124"/>
                  <a:pt x="295" y="119"/>
                  <a:pt x="295" y="119"/>
                </a:cubicBezTo>
                <a:cubicBezTo>
                  <a:pt x="298" y="118"/>
                  <a:pt x="301" y="118"/>
                  <a:pt x="303" y="116"/>
                </a:cubicBezTo>
                <a:cubicBezTo>
                  <a:pt x="303" y="115"/>
                  <a:pt x="303" y="110"/>
                  <a:pt x="303" y="110"/>
                </a:cubicBezTo>
                <a:cubicBezTo>
                  <a:pt x="299" y="111"/>
                  <a:pt x="298" y="107"/>
                  <a:pt x="297" y="103"/>
                </a:cubicBezTo>
                <a:cubicBezTo>
                  <a:pt x="297" y="104"/>
                  <a:pt x="297" y="104"/>
                  <a:pt x="296" y="105"/>
                </a:cubicBezTo>
                <a:cubicBezTo>
                  <a:pt x="296" y="102"/>
                  <a:pt x="291" y="104"/>
                  <a:pt x="290" y="104"/>
                </a:cubicBezTo>
                <a:cubicBezTo>
                  <a:pt x="284" y="102"/>
                  <a:pt x="285" y="98"/>
                  <a:pt x="283" y="94"/>
                </a:cubicBezTo>
                <a:cubicBezTo>
                  <a:pt x="282" y="92"/>
                  <a:pt x="279" y="91"/>
                  <a:pt x="278" y="89"/>
                </a:cubicBezTo>
                <a:cubicBezTo>
                  <a:pt x="277" y="87"/>
                  <a:pt x="277" y="84"/>
                  <a:pt x="274" y="84"/>
                </a:cubicBezTo>
                <a:cubicBezTo>
                  <a:pt x="273" y="84"/>
                  <a:pt x="270" y="89"/>
                  <a:pt x="270" y="89"/>
                </a:cubicBezTo>
                <a:cubicBezTo>
                  <a:pt x="267" y="88"/>
                  <a:pt x="266" y="89"/>
                  <a:pt x="265" y="90"/>
                </a:cubicBezTo>
                <a:cubicBezTo>
                  <a:pt x="263" y="91"/>
                  <a:pt x="262" y="91"/>
                  <a:pt x="260" y="92"/>
                </a:cubicBezTo>
                <a:cubicBezTo>
                  <a:pt x="265" y="90"/>
                  <a:pt x="258" y="88"/>
                  <a:pt x="256" y="88"/>
                </a:cubicBezTo>
                <a:cubicBezTo>
                  <a:pt x="260" y="87"/>
                  <a:pt x="258" y="83"/>
                  <a:pt x="256" y="82"/>
                </a:cubicBezTo>
                <a:cubicBezTo>
                  <a:pt x="256" y="82"/>
                  <a:pt x="257" y="82"/>
                  <a:pt x="257" y="82"/>
                </a:cubicBezTo>
                <a:cubicBezTo>
                  <a:pt x="257" y="79"/>
                  <a:pt x="250" y="77"/>
                  <a:pt x="247" y="76"/>
                </a:cubicBezTo>
                <a:cubicBezTo>
                  <a:pt x="245" y="74"/>
                  <a:pt x="233" y="72"/>
                  <a:pt x="231" y="73"/>
                </a:cubicBezTo>
                <a:cubicBezTo>
                  <a:pt x="228" y="75"/>
                  <a:pt x="231" y="80"/>
                  <a:pt x="231" y="83"/>
                </a:cubicBezTo>
                <a:cubicBezTo>
                  <a:pt x="232" y="86"/>
                  <a:pt x="228" y="86"/>
                  <a:pt x="228" y="89"/>
                </a:cubicBezTo>
                <a:cubicBezTo>
                  <a:pt x="228" y="93"/>
                  <a:pt x="236" y="92"/>
                  <a:pt x="234" y="98"/>
                </a:cubicBezTo>
                <a:cubicBezTo>
                  <a:pt x="233" y="102"/>
                  <a:pt x="228" y="102"/>
                  <a:pt x="226" y="105"/>
                </a:cubicBezTo>
                <a:cubicBezTo>
                  <a:pt x="224" y="108"/>
                  <a:pt x="227" y="112"/>
                  <a:pt x="229" y="114"/>
                </a:cubicBezTo>
                <a:cubicBezTo>
                  <a:pt x="231" y="115"/>
                  <a:pt x="225" y="118"/>
                  <a:pt x="224" y="118"/>
                </a:cubicBezTo>
                <a:cubicBezTo>
                  <a:pt x="220" y="120"/>
                  <a:pt x="217" y="114"/>
                  <a:pt x="216" y="110"/>
                </a:cubicBezTo>
                <a:cubicBezTo>
                  <a:pt x="215" y="108"/>
                  <a:pt x="215" y="104"/>
                  <a:pt x="212" y="103"/>
                </a:cubicBezTo>
                <a:cubicBezTo>
                  <a:pt x="210" y="102"/>
                  <a:pt x="206" y="102"/>
                  <a:pt x="205" y="103"/>
                </a:cubicBezTo>
                <a:cubicBezTo>
                  <a:pt x="203" y="99"/>
                  <a:pt x="198" y="98"/>
                  <a:pt x="194" y="97"/>
                </a:cubicBezTo>
                <a:cubicBezTo>
                  <a:pt x="189" y="95"/>
                  <a:pt x="185" y="95"/>
                  <a:pt x="180" y="96"/>
                </a:cubicBezTo>
                <a:cubicBezTo>
                  <a:pt x="181" y="95"/>
                  <a:pt x="179" y="88"/>
                  <a:pt x="175" y="89"/>
                </a:cubicBezTo>
                <a:cubicBezTo>
                  <a:pt x="176" y="86"/>
                  <a:pt x="176" y="84"/>
                  <a:pt x="176" y="81"/>
                </a:cubicBezTo>
                <a:cubicBezTo>
                  <a:pt x="177" y="79"/>
                  <a:pt x="178" y="77"/>
                  <a:pt x="179" y="75"/>
                </a:cubicBezTo>
                <a:cubicBezTo>
                  <a:pt x="180" y="74"/>
                  <a:pt x="185" y="69"/>
                  <a:pt x="183" y="68"/>
                </a:cubicBezTo>
                <a:cubicBezTo>
                  <a:pt x="188" y="69"/>
                  <a:pt x="193" y="69"/>
                  <a:pt x="196" y="66"/>
                </a:cubicBezTo>
                <a:cubicBezTo>
                  <a:pt x="198" y="63"/>
                  <a:pt x="199" y="60"/>
                  <a:pt x="202" y="57"/>
                </a:cubicBezTo>
                <a:cubicBezTo>
                  <a:pt x="205" y="53"/>
                  <a:pt x="209" y="58"/>
                  <a:pt x="212" y="58"/>
                </a:cubicBezTo>
                <a:cubicBezTo>
                  <a:pt x="217" y="59"/>
                  <a:pt x="217" y="53"/>
                  <a:pt x="214" y="51"/>
                </a:cubicBezTo>
                <a:cubicBezTo>
                  <a:pt x="218" y="51"/>
                  <a:pt x="215" y="45"/>
                  <a:pt x="213" y="44"/>
                </a:cubicBezTo>
                <a:cubicBezTo>
                  <a:pt x="211" y="43"/>
                  <a:pt x="202" y="46"/>
                  <a:pt x="207" y="47"/>
                </a:cubicBezTo>
                <a:cubicBezTo>
                  <a:pt x="206" y="47"/>
                  <a:pt x="200" y="59"/>
                  <a:pt x="196" y="53"/>
                </a:cubicBezTo>
                <a:cubicBezTo>
                  <a:pt x="195" y="52"/>
                  <a:pt x="195" y="47"/>
                  <a:pt x="193" y="46"/>
                </a:cubicBezTo>
                <a:cubicBezTo>
                  <a:pt x="190" y="46"/>
                  <a:pt x="189" y="49"/>
                  <a:pt x="188" y="50"/>
                </a:cubicBezTo>
                <a:cubicBezTo>
                  <a:pt x="190" y="47"/>
                  <a:pt x="181" y="45"/>
                  <a:pt x="180" y="44"/>
                </a:cubicBezTo>
                <a:cubicBezTo>
                  <a:pt x="183" y="42"/>
                  <a:pt x="180" y="39"/>
                  <a:pt x="178" y="38"/>
                </a:cubicBezTo>
                <a:cubicBezTo>
                  <a:pt x="176" y="36"/>
                  <a:pt x="169" y="35"/>
                  <a:pt x="168" y="37"/>
                </a:cubicBezTo>
                <a:cubicBezTo>
                  <a:pt x="163" y="43"/>
                  <a:pt x="173" y="44"/>
                  <a:pt x="175" y="45"/>
                </a:cubicBezTo>
                <a:cubicBezTo>
                  <a:pt x="176" y="46"/>
                  <a:pt x="179" y="48"/>
                  <a:pt x="177" y="49"/>
                </a:cubicBezTo>
                <a:cubicBezTo>
                  <a:pt x="176" y="50"/>
                  <a:pt x="171" y="51"/>
                  <a:pt x="171" y="52"/>
                </a:cubicBezTo>
                <a:cubicBezTo>
                  <a:pt x="169" y="54"/>
                  <a:pt x="172" y="57"/>
                  <a:pt x="170" y="59"/>
                </a:cubicBezTo>
                <a:cubicBezTo>
                  <a:pt x="168" y="57"/>
                  <a:pt x="168" y="53"/>
                  <a:pt x="166" y="50"/>
                </a:cubicBezTo>
                <a:cubicBezTo>
                  <a:pt x="168" y="53"/>
                  <a:pt x="157" y="52"/>
                  <a:pt x="157" y="52"/>
                </a:cubicBezTo>
                <a:cubicBezTo>
                  <a:pt x="154" y="52"/>
                  <a:pt x="148" y="54"/>
                  <a:pt x="145" y="50"/>
                </a:cubicBezTo>
                <a:cubicBezTo>
                  <a:pt x="144" y="49"/>
                  <a:pt x="144" y="44"/>
                  <a:pt x="146" y="45"/>
                </a:cubicBezTo>
                <a:cubicBezTo>
                  <a:pt x="144" y="43"/>
                  <a:pt x="142" y="41"/>
                  <a:pt x="141" y="40"/>
                </a:cubicBezTo>
                <a:cubicBezTo>
                  <a:pt x="132" y="43"/>
                  <a:pt x="125" y="47"/>
                  <a:pt x="117" y="51"/>
                </a:cubicBezTo>
                <a:cubicBezTo>
                  <a:pt x="118" y="51"/>
                  <a:pt x="119" y="51"/>
                  <a:pt x="120" y="50"/>
                </a:cubicBezTo>
                <a:cubicBezTo>
                  <a:pt x="122" y="50"/>
                  <a:pt x="124" y="48"/>
                  <a:pt x="126" y="47"/>
                </a:cubicBezTo>
                <a:cubicBezTo>
                  <a:pt x="128" y="46"/>
                  <a:pt x="134" y="43"/>
                  <a:pt x="136" y="46"/>
                </a:cubicBezTo>
                <a:cubicBezTo>
                  <a:pt x="137" y="45"/>
                  <a:pt x="137" y="45"/>
                  <a:pt x="138" y="44"/>
                </a:cubicBezTo>
                <a:cubicBezTo>
                  <a:pt x="139" y="46"/>
                  <a:pt x="141" y="48"/>
                  <a:pt x="143" y="51"/>
                </a:cubicBezTo>
                <a:cubicBezTo>
                  <a:pt x="141" y="50"/>
                  <a:pt x="137" y="50"/>
                  <a:pt x="135" y="50"/>
                </a:cubicBezTo>
                <a:cubicBezTo>
                  <a:pt x="133" y="51"/>
                  <a:pt x="130" y="51"/>
                  <a:pt x="130" y="53"/>
                </a:cubicBezTo>
                <a:cubicBezTo>
                  <a:pt x="130" y="55"/>
                  <a:pt x="131" y="57"/>
                  <a:pt x="131" y="58"/>
                </a:cubicBezTo>
                <a:cubicBezTo>
                  <a:pt x="128" y="56"/>
                  <a:pt x="125" y="52"/>
                  <a:pt x="121" y="51"/>
                </a:cubicBezTo>
                <a:cubicBezTo>
                  <a:pt x="119" y="51"/>
                  <a:pt x="117" y="51"/>
                  <a:pt x="115" y="52"/>
                </a:cubicBezTo>
                <a:cubicBezTo>
                  <a:pt x="91" y="65"/>
                  <a:pt x="71" y="84"/>
                  <a:pt x="56" y="107"/>
                </a:cubicBezTo>
                <a:cubicBezTo>
                  <a:pt x="57" y="108"/>
                  <a:pt x="58" y="109"/>
                  <a:pt x="59" y="109"/>
                </a:cubicBezTo>
                <a:cubicBezTo>
                  <a:pt x="62" y="110"/>
                  <a:pt x="59" y="117"/>
                  <a:pt x="64" y="113"/>
                </a:cubicBezTo>
                <a:cubicBezTo>
                  <a:pt x="66" y="115"/>
                  <a:pt x="66" y="116"/>
                  <a:pt x="65" y="118"/>
                </a:cubicBezTo>
                <a:cubicBezTo>
                  <a:pt x="65" y="118"/>
                  <a:pt x="75" y="124"/>
                  <a:pt x="76" y="125"/>
                </a:cubicBezTo>
                <a:cubicBezTo>
                  <a:pt x="78" y="126"/>
                  <a:pt x="80" y="128"/>
                  <a:pt x="81" y="130"/>
                </a:cubicBezTo>
                <a:cubicBezTo>
                  <a:pt x="82" y="132"/>
                  <a:pt x="80" y="134"/>
                  <a:pt x="79" y="135"/>
                </a:cubicBezTo>
                <a:cubicBezTo>
                  <a:pt x="78" y="134"/>
                  <a:pt x="75" y="130"/>
                  <a:pt x="74" y="131"/>
                </a:cubicBezTo>
                <a:cubicBezTo>
                  <a:pt x="73" y="133"/>
                  <a:pt x="74" y="139"/>
                  <a:pt x="77" y="139"/>
                </a:cubicBezTo>
                <a:cubicBezTo>
                  <a:pt x="73" y="139"/>
                  <a:pt x="75" y="155"/>
                  <a:pt x="74" y="158"/>
                </a:cubicBezTo>
                <a:cubicBezTo>
                  <a:pt x="74" y="158"/>
                  <a:pt x="74" y="158"/>
                  <a:pt x="74" y="158"/>
                </a:cubicBezTo>
                <a:cubicBezTo>
                  <a:pt x="73" y="161"/>
                  <a:pt x="76" y="173"/>
                  <a:pt x="81" y="172"/>
                </a:cubicBezTo>
                <a:cubicBezTo>
                  <a:pt x="78" y="172"/>
                  <a:pt x="87" y="184"/>
                  <a:pt x="88" y="185"/>
                </a:cubicBezTo>
                <a:cubicBezTo>
                  <a:pt x="91" y="187"/>
                  <a:pt x="95" y="188"/>
                  <a:pt x="97" y="192"/>
                </a:cubicBezTo>
                <a:cubicBezTo>
                  <a:pt x="100" y="195"/>
                  <a:pt x="100" y="201"/>
                  <a:pt x="103" y="203"/>
                </a:cubicBezTo>
                <a:cubicBezTo>
                  <a:pt x="102" y="206"/>
                  <a:pt x="108" y="210"/>
                  <a:pt x="108" y="214"/>
                </a:cubicBezTo>
                <a:cubicBezTo>
                  <a:pt x="108" y="214"/>
                  <a:pt x="107" y="214"/>
                  <a:pt x="107" y="215"/>
                </a:cubicBezTo>
                <a:cubicBezTo>
                  <a:pt x="108" y="218"/>
                  <a:pt x="113" y="218"/>
                  <a:pt x="115" y="221"/>
                </a:cubicBezTo>
                <a:cubicBezTo>
                  <a:pt x="116" y="223"/>
                  <a:pt x="115" y="228"/>
                  <a:pt x="118" y="227"/>
                </a:cubicBezTo>
                <a:cubicBezTo>
                  <a:pt x="118" y="222"/>
                  <a:pt x="115" y="216"/>
                  <a:pt x="112" y="212"/>
                </a:cubicBezTo>
                <a:cubicBezTo>
                  <a:pt x="110" y="209"/>
                  <a:pt x="109" y="207"/>
                  <a:pt x="108" y="204"/>
                </a:cubicBezTo>
                <a:cubicBezTo>
                  <a:pt x="106" y="202"/>
                  <a:pt x="106" y="199"/>
                  <a:pt x="105" y="197"/>
                </a:cubicBezTo>
                <a:cubicBezTo>
                  <a:pt x="106" y="197"/>
                  <a:pt x="112" y="199"/>
                  <a:pt x="111" y="200"/>
                </a:cubicBezTo>
                <a:cubicBezTo>
                  <a:pt x="109" y="205"/>
                  <a:pt x="119" y="214"/>
                  <a:pt x="122" y="217"/>
                </a:cubicBezTo>
                <a:cubicBezTo>
                  <a:pt x="123" y="218"/>
                  <a:pt x="128" y="225"/>
                  <a:pt x="125" y="225"/>
                </a:cubicBezTo>
                <a:cubicBezTo>
                  <a:pt x="129" y="225"/>
                  <a:pt x="133" y="230"/>
                  <a:pt x="135" y="233"/>
                </a:cubicBezTo>
                <a:cubicBezTo>
                  <a:pt x="137" y="236"/>
                  <a:pt x="136" y="241"/>
                  <a:pt x="138" y="245"/>
                </a:cubicBezTo>
                <a:cubicBezTo>
                  <a:pt x="139" y="250"/>
                  <a:pt x="146" y="252"/>
                  <a:pt x="150" y="255"/>
                </a:cubicBezTo>
                <a:cubicBezTo>
                  <a:pt x="154" y="256"/>
                  <a:pt x="157" y="259"/>
                  <a:pt x="160" y="260"/>
                </a:cubicBezTo>
                <a:cubicBezTo>
                  <a:pt x="166" y="262"/>
                  <a:pt x="167" y="260"/>
                  <a:pt x="171" y="260"/>
                </a:cubicBezTo>
                <a:cubicBezTo>
                  <a:pt x="178" y="259"/>
                  <a:pt x="179" y="266"/>
                  <a:pt x="184" y="269"/>
                </a:cubicBezTo>
                <a:cubicBezTo>
                  <a:pt x="187" y="270"/>
                  <a:pt x="194" y="273"/>
                  <a:pt x="198" y="271"/>
                </a:cubicBezTo>
                <a:cubicBezTo>
                  <a:pt x="196" y="272"/>
                  <a:pt x="203" y="282"/>
                  <a:pt x="204" y="283"/>
                </a:cubicBezTo>
                <a:cubicBezTo>
                  <a:pt x="206" y="286"/>
                  <a:pt x="210" y="287"/>
                  <a:pt x="213" y="290"/>
                </a:cubicBezTo>
                <a:cubicBezTo>
                  <a:pt x="213" y="290"/>
                  <a:pt x="214" y="289"/>
                  <a:pt x="214" y="288"/>
                </a:cubicBezTo>
                <a:cubicBezTo>
                  <a:pt x="213" y="291"/>
                  <a:pt x="218" y="296"/>
                  <a:pt x="221" y="296"/>
                </a:cubicBezTo>
                <a:cubicBezTo>
                  <a:pt x="223" y="295"/>
                  <a:pt x="224" y="290"/>
                  <a:pt x="224" y="288"/>
                </a:cubicBezTo>
                <a:cubicBezTo>
                  <a:pt x="219" y="290"/>
                  <a:pt x="215" y="288"/>
                  <a:pt x="212" y="283"/>
                </a:cubicBezTo>
                <a:cubicBezTo>
                  <a:pt x="211" y="282"/>
                  <a:pt x="207" y="275"/>
                  <a:pt x="211" y="275"/>
                </a:cubicBezTo>
                <a:cubicBezTo>
                  <a:pt x="216" y="275"/>
                  <a:pt x="212" y="271"/>
                  <a:pt x="212" y="268"/>
                </a:cubicBezTo>
                <a:cubicBezTo>
                  <a:pt x="211" y="264"/>
                  <a:pt x="208" y="262"/>
                  <a:pt x="206" y="259"/>
                </a:cubicBezTo>
                <a:cubicBezTo>
                  <a:pt x="205" y="262"/>
                  <a:pt x="200" y="261"/>
                  <a:pt x="198" y="259"/>
                </a:cubicBezTo>
                <a:cubicBezTo>
                  <a:pt x="198" y="259"/>
                  <a:pt x="197" y="261"/>
                  <a:pt x="197" y="262"/>
                </a:cubicBezTo>
                <a:cubicBezTo>
                  <a:pt x="196" y="262"/>
                  <a:pt x="195" y="262"/>
                  <a:pt x="194" y="261"/>
                </a:cubicBezTo>
                <a:cubicBezTo>
                  <a:pt x="194" y="258"/>
                  <a:pt x="194" y="255"/>
                  <a:pt x="195" y="251"/>
                </a:cubicBezTo>
                <a:cubicBezTo>
                  <a:pt x="196" y="247"/>
                  <a:pt x="205" y="238"/>
                  <a:pt x="194" y="239"/>
                </a:cubicBezTo>
                <a:cubicBezTo>
                  <a:pt x="190" y="239"/>
                  <a:pt x="188" y="240"/>
                  <a:pt x="187" y="244"/>
                </a:cubicBezTo>
                <a:cubicBezTo>
                  <a:pt x="186" y="247"/>
                  <a:pt x="186" y="249"/>
                  <a:pt x="183" y="251"/>
                </a:cubicBezTo>
                <a:cubicBezTo>
                  <a:pt x="181" y="252"/>
                  <a:pt x="173" y="251"/>
                  <a:pt x="171" y="250"/>
                </a:cubicBezTo>
                <a:cubicBezTo>
                  <a:pt x="166" y="247"/>
                  <a:pt x="163" y="239"/>
                  <a:pt x="163" y="234"/>
                </a:cubicBezTo>
                <a:cubicBezTo>
                  <a:pt x="163" y="227"/>
                  <a:pt x="166" y="221"/>
                  <a:pt x="163" y="215"/>
                </a:cubicBezTo>
                <a:cubicBezTo>
                  <a:pt x="164" y="213"/>
                  <a:pt x="166" y="211"/>
                  <a:pt x="168" y="210"/>
                </a:cubicBezTo>
                <a:cubicBezTo>
                  <a:pt x="169" y="209"/>
                  <a:pt x="171" y="210"/>
                  <a:pt x="172" y="207"/>
                </a:cubicBezTo>
                <a:cubicBezTo>
                  <a:pt x="171" y="207"/>
                  <a:pt x="170" y="206"/>
                  <a:pt x="170" y="206"/>
                </a:cubicBezTo>
                <a:cubicBezTo>
                  <a:pt x="173" y="208"/>
                  <a:pt x="180" y="203"/>
                  <a:pt x="184" y="206"/>
                </a:cubicBezTo>
                <a:cubicBezTo>
                  <a:pt x="186" y="207"/>
                  <a:pt x="188" y="208"/>
                  <a:pt x="189" y="205"/>
                </a:cubicBezTo>
                <a:cubicBezTo>
                  <a:pt x="189" y="205"/>
                  <a:pt x="187" y="202"/>
                  <a:pt x="188" y="200"/>
                </a:cubicBezTo>
                <a:cubicBezTo>
                  <a:pt x="189" y="204"/>
                  <a:pt x="192" y="205"/>
                  <a:pt x="196" y="202"/>
                </a:cubicBezTo>
                <a:cubicBezTo>
                  <a:pt x="197" y="203"/>
                  <a:pt x="201" y="203"/>
                  <a:pt x="204" y="204"/>
                </a:cubicBezTo>
                <a:cubicBezTo>
                  <a:pt x="207" y="206"/>
                  <a:pt x="207" y="209"/>
                  <a:pt x="211" y="205"/>
                </a:cubicBezTo>
                <a:cubicBezTo>
                  <a:pt x="213" y="208"/>
                  <a:pt x="213" y="208"/>
                  <a:pt x="214" y="211"/>
                </a:cubicBezTo>
                <a:cubicBezTo>
                  <a:pt x="214" y="214"/>
                  <a:pt x="216" y="221"/>
                  <a:pt x="218" y="222"/>
                </a:cubicBezTo>
                <a:cubicBezTo>
                  <a:pt x="224" y="225"/>
                  <a:pt x="222" y="217"/>
                  <a:pt x="222" y="214"/>
                </a:cubicBezTo>
                <a:cubicBezTo>
                  <a:pt x="222" y="213"/>
                  <a:pt x="222" y="205"/>
                  <a:pt x="221" y="205"/>
                </a:cubicBezTo>
                <a:cubicBezTo>
                  <a:pt x="213" y="203"/>
                  <a:pt x="216" y="197"/>
                  <a:pt x="221" y="193"/>
                </a:cubicBezTo>
                <a:cubicBezTo>
                  <a:pt x="222" y="192"/>
                  <a:pt x="227" y="190"/>
                  <a:pt x="230" y="188"/>
                </a:cubicBezTo>
                <a:cubicBezTo>
                  <a:pt x="232" y="186"/>
                  <a:pt x="235" y="183"/>
                  <a:pt x="234" y="179"/>
                </a:cubicBezTo>
                <a:cubicBezTo>
                  <a:pt x="235" y="179"/>
                  <a:pt x="236" y="178"/>
                  <a:pt x="236" y="177"/>
                </a:cubicBezTo>
                <a:cubicBezTo>
                  <a:pt x="236" y="177"/>
                  <a:pt x="233" y="174"/>
                  <a:pt x="232" y="175"/>
                </a:cubicBezTo>
                <a:cubicBezTo>
                  <a:pt x="234" y="174"/>
                  <a:pt x="234" y="172"/>
                  <a:pt x="233" y="171"/>
                </a:cubicBezTo>
                <a:cubicBezTo>
                  <a:pt x="235" y="169"/>
                  <a:pt x="234" y="166"/>
                  <a:pt x="236" y="165"/>
                </a:cubicBezTo>
                <a:cubicBezTo>
                  <a:pt x="239" y="169"/>
                  <a:pt x="245" y="165"/>
                  <a:pt x="242" y="162"/>
                </a:cubicBezTo>
                <a:cubicBezTo>
                  <a:pt x="244" y="158"/>
                  <a:pt x="250" y="160"/>
                  <a:pt x="252" y="157"/>
                </a:cubicBezTo>
                <a:cubicBezTo>
                  <a:pt x="255" y="158"/>
                  <a:pt x="253" y="153"/>
                  <a:pt x="255" y="150"/>
                </a:cubicBezTo>
                <a:cubicBezTo>
                  <a:pt x="256" y="148"/>
                  <a:pt x="259" y="148"/>
                  <a:pt x="262" y="147"/>
                </a:cubicBezTo>
                <a:cubicBezTo>
                  <a:pt x="262" y="147"/>
                  <a:pt x="268" y="143"/>
                  <a:pt x="266" y="143"/>
                </a:cubicBezTo>
                <a:cubicBezTo>
                  <a:pt x="270" y="144"/>
                  <a:pt x="279" y="139"/>
                  <a:pt x="272" y="135"/>
                </a:cubicBezTo>
                <a:cubicBezTo>
                  <a:pt x="273" y="133"/>
                  <a:pt x="270" y="132"/>
                  <a:pt x="268" y="132"/>
                </a:cubicBezTo>
                <a:cubicBezTo>
                  <a:pt x="269" y="131"/>
                  <a:pt x="272" y="132"/>
                  <a:pt x="273" y="131"/>
                </a:cubicBezTo>
                <a:cubicBezTo>
                  <a:pt x="276" y="129"/>
                  <a:pt x="274" y="128"/>
                  <a:pt x="271" y="127"/>
                </a:cubicBezTo>
                <a:cubicBezTo>
                  <a:pt x="268" y="126"/>
                  <a:pt x="263" y="128"/>
                  <a:pt x="261" y="130"/>
                </a:cubicBezTo>
                <a:cubicBezTo>
                  <a:pt x="259" y="132"/>
                  <a:pt x="257" y="134"/>
                  <a:pt x="255" y="135"/>
                </a:cubicBezTo>
                <a:close/>
                <a:moveTo>
                  <a:pt x="308" y="302"/>
                </a:moveTo>
                <a:cubicBezTo>
                  <a:pt x="306" y="301"/>
                  <a:pt x="303" y="301"/>
                  <a:pt x="301" y="300"/>
                </a:cubicBezTo>
                <a:cubicBezTo>
                  <a:pt x="299" y="300"/>
                  <a:pt x="298" y="299"/>
                  <a:pt x="295" y="298"/>
                </a:cubicBezTo>
                <a:cubicBezTo>
                  <a:pt x="296" y="293"/>
                  <a:pt x="290" y="292"/>
                  <a:pt x="287" y="289"/>
                </a:cubicBezTo>
                <a:cubicBezTo>
                  <a:pt x="284" y="287"/>
                  <a:pt x="282" y="284"/>
                  <a:pt x="277" y="285"/>
                </a:cubicBezTo>
                <a:cubicBezTo>
                  <a:pt x="276" y="285"/>
                  <a:pt x="271" y="287"/>
                  <a:pt x="272" y="288"/>
                </a:cubicBezTo>
                <a:cubicBezTo>
                  <a:pt x="269" y="285"/>
                  <a:pt x="268" y="284"/>
                  <a:pt x="263" y="282"/>
                </a:cubicBezTo>
                <a:cubicBezTo>
                  <a:pt x="259" y="281"/>
                  <a:pt x="257" y="276"/>
                  <a:pt x="253" y="281"/>
                </a:cubicBezTo>
                <a:cubicBezTo>
                  <a:pt x="251" y="283"/>
                  <a:pt x="252" y="286"/>
                  <a:pt x="251" y="288"/>
                </a:cubicBezTo>
                <a:cubicBezTo>
                  <a:pt x="247" y="285"/>
                  <a:pt x="254" y="282"/>
                  <a:pt x="251" y="279"/>
                </a:cubicBezTo>
                <a:cubicBezTo>
                  <a:pt x="248" y="275"/>
                  <a:pt x="243" y="281"/>
                  <a:pt x="240" y="282"/>
                </a:cubicBezTo>
                <a:cubicBezTo>
                  <a:pt x="239" y="284"/>
                  <a:pt x="237" y="284"/>
                  <a:pt x="236" y="286"/>
                </a:cubicBezTo>
                <a:cubicBezTo>
                  <a:pt x="235" y="287"/>
                  <a:pt x="234" y="290"/>
                  <a:pt x="233" y="291"/>
                </a:cubicBezTo>
                <a:cubicBezTo>
                  <a:pt x="233" y="289"/>
                  <a:pt x="228" y="290"/>
                  <a:pt x="228" y="288"/>
                </a:cubicBezTo>
                <a:cubicBezTo>
                  <a:pt x="229" y="294"/>
                  <a:pt x="229" y="301"/>
                  <a:pt x="230" y="307"/>
                </a:cubicBezTo>
                <a:cubicBezTo>
                  <a:pt x="231" y="310"/>
                  <a:pt x="230" y="316"/>
                  <a:pt x="227" y="319"/>
                </a:cubicBezTo>
                <a:cubicBezTo>
                  <a:pt x="224" y="321"/>
                  <a:pt x="221" y="324"/>
                  <a:pt x="220" y="329"/>
                </a:cubicBezTo>
                <a:cubicBezTo>
                  <a:pt x="220" y="332"/>
                  <a:pt x="220" y="334"/>
                  <a:pt x="223" y="335"/>
                </a:cubicBezTo>
                <a:cubicBezTo>
                  <a:pt x="223" y="339"/>
                  <a:pt x="219" y="342"/>
                  <a:pt x="219" y="346"/>
                </a:cubicBezTo>
                <a:cubicBezTo>
                  <a:pt x="219" y="346"/>
                  <a:pt x="220" y="348"/>
                  <a:pt x="220" y="350"/>
                </a:cubicBezTo>
                <a:cubicBezTo>
                  <a:pt x="254" y="344"/>
                  <a:pt x="285" y="327"/>
                  <a:pt x="308" y="302"/>
                </a:cubicBezTo>
                <a:close/>
              </a:path>
            </a:pathLst>
          </a:custGeom>
          <a:solidFill>
            <a:schemeClr val="accent1"/>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4" name="Freeform 56"/>
          <p:cNvSpPr>
            <a:spLocks noEditPoints="1"/>
          </p:cNvSpPr>
          <p:nvPr/>
        </p:nvSpPr>
        <p:spPr bwMode="auto">
          <a:xfrm>
            <a:off x="8125311" y="778217"/>
            <a:ext cx="361263" cy="361263"/>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solidFill>
            <a:schemeClr val="accent3"/>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5" name="Freeform 126"/>
          <p:cNvSpPr/>
          <p:nvPr/>
        </p:nvSpPr>
        <p:spPr bwMode="auto">
          <a:xfrm>
            <a:off x="6849429" y="1955089"/>
            <a:ext cx="387589" cy="498842"/>
          </a:xfrm>
          <a:custGeom>
            <a:avLst/>
            <a:gdLst/>
            <a:ahLst/>
            <a:cxnLst>
              <a:cxn ang="0">
                <a:pos x="25" y="46"/>
              </a:cxn>
              <a:cxn ang="0">
                <a:pos x="1" y="64"/>
              </a:cxn>
              <a:cxn ang="0">
                <a:pos x="0" y="62"/>
              </a:cxn>
              <a:cxn ang="0">
                <a:pos x="1" y="61"/>
              </a:cxn>
              <a:cxn ang="0">
                <a:pos x="22" y="46"/>
              </a:cxn>
              <a:cxn ang="0">
                <a:pos x="1" y="36"/>
              </a:cxn>
              <a:cxn ang="0">
                <a:pos x="24" y="41"/>
              </a:cxn>
              <a:cxn ang="0">
                <a:pos x="27" y="31"/>
              </a:cxn>
              <a:cxn ang="0">
                <a:pos x="7" y="18"/>
              </a:cxn>
              <a:cxn ang="0">
                <a:pos x="27" y="28"/>
              </a:cxn>
              <a:cxn ang="0">
                <a:pos x="28" y="21"/>
              </a:cxn>
              <a:cxn ang="0">
                <a:pos x="23" y="0"/>
              </a:cxn>
              <a:cxn ang="0">
                <a:pos x="31" y="21"/>
              </a:cxn>
              <a:cxn ang="0">
                <a:pos x="31" y="25"/>
              </a:cxn>
              <a:cxn ang="0">
                <a:pos x="48" y="18"/>
              </a:cxn>
              <a:cxn ang="0">
                <a:pos x="30" y="32"/>
              </a:cxn>
              <a:cxn ang="0">
                <a:pos x="27" y="42"/>
              </a:cxn>
              <a:cxn ang="0">
                <a:pos x="50" y="39"/>
              </a:cxn>
              <a:cxn ang="0">
                <a:pos x="25" y="46"/>
              </a:cxn>
            </a:cxnLst>
            <a:rect l="0" t="0" r="r" b="b"/>
            <a:pathLst>
              <a:path w="50" h="64">
                <a:moveTo>
                  <a:pt x="25" y="46"/>
                </a:moveTo>
                <a:cubicBezTo>
                  <a:pt x="20" y="57"/>
                  <a:pt x="11" y="64"/>
                  <a:pt x="1" y="64"/>
                </a:cubicBezTo>
                <a:cubicBezTo>
                  <a:pt x="0" y="64"/>
                  <a:pt x="0" y="63"/>
                  <a:pt x="0" y="62"/>
                </a:cubicBezTo>
                <a:cubicBezTo>
                  <a:pt x="0" y="61"/>
                  <a:pt x="0" y="61"/>
                  <a:pt x="1" y="61"/>
                </a:cubicBezTo>
                <a:cubicBezTo>
                  <a:pt x="10" y="61"/>
                  <a:pt x="17" y="55"/>
                  <a:pt x="22" y="46"/>
                </a:cubicBezTo>
                <a:cubicBezTo>
                  <a:pt x="17" y="48"/>
                  <a:pt x="6" y="50"/>
                  <a:pt x="1" y="36"/>
                </a:cubicBezTo>
                <a:cubicBezTo>
                  <a:pt x="15" y="30"/>
                  <a:pt x="22" y="37"/>
                  <a:pt x="24" y="41"/>
                </a:cubicBezTo>
                <a:cubicBezTo>
                  <a:pt x="25" y="38"/>
                  <a:pt x="26" y="35"/>
                  <a:pt x="27" y="31"/>
                </a:cubicBezTo>
                <a:cubicBezTo>
                  <a:pt x="27" y="31"/>
                  <a:pt x="9" y="34"/>
                  <a:pt x="7" y="18"/>
                </a:cubicBezTo>
                <a:cubicBezTo>
                  <a:pt x="23" y="12"/>
                  <a:pt x="27" y="28"/>
                  <a:pt x="27" y="28"/>
                </a:cubicBezTo>
                <a:cubicBezTo>
                  <a:pt x="27" y="26"/>
                  <a:pt x="28" y="21"/>
                  <a:pt x="28" y="21"/>
                </a:cubicBezTo>
                <a:cubicBezTo>
                  <a:pt x="28" y="21"/>
                  <a:pt x="14" y="12"/>
                  <a:pt x="23" y="0"/>
                </a:cubicBezTo>
                <a:cubicBezTo>
                  <a:pt x="39" y="5"/>
                  <a:pt x="31" y="21"/>
                  <a:pt x="31" y="21"/>
                </a:cubicBezTo>
                <a:cubicBezTo>
                  <a:pt x="31" y="21"/>
                  <a:pt x="31" y="24"/>
                  <a:pt x="31" y="25"/>
                </a:cubicBezTo>
                <a:cubicBezTo>
                  <a:pt x="31" y="25"/>
                  <a:pt x="37" y="14"/>
                  <a:pt x="48" y="18"/>
                </a:cubicBezTo>
                <a:cubicBezTo>
                  <a:pt x="48" y="35"/>
                  <a:pt x="30" y="32"/>
                  <a:pt x="30" y="32"/>
                </a:cubicBezTo>
                <a:cubicBezTo>
                  <a:pt x="29" y="35"/>
                  <a:pt x="29" y="39"/>
                  <a:pt x="27" y="42"/>
                </a:cubicBezTo>
                <a:cubicBezTo>
                  <a:pt x="27" y="42"/>
                  <a:pt x="38" y="30"/>
                  <a:pt x="50" y="39"/>
                </a:cubicBezTo>
                <a:cubicBezTo>
                  <a:pt x="43" y="57"/>
                  <a:pt x="25" y="46"/>
                  <a:pt x="25" y="46"/>
                </a:cubicBezTo>
                <a:close/>
              </a:path>
            </a:pathLst>
          </a:custGeom>
          <a:solidFill>
            <a:schemeClr val="accent5"/>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6" name="Freeform 127"/>
          <p:cNvSpPr/>
          <p:nvPr/>
        </p:nvSpPr>
        <p:spPr bwMode="auto">
          <a:xfrm>
            <a:off x="8631939" y="1457758"/>
            <a:ext cx="295296" cy="325373"/>
          </a:xfrm>
          <a:custGeom>
            <a:avLst/>
            <a:gdLst/>
            <a:ahLst/>
            <a:cxnLst>
              <a:cxn ang="0">
                <a:pos x="40" y="55"/>
              </a:cxn>
              <a:cxn ang="0">
                <a:pos x="32" y="51"/>
              </a:cxn>
              <a:cxn ang="0">
                <a:pos x="4" y="24"/>
              </a:cxn>
              <a:cxn ang="0">
                <a:pos x="0" y="14"/>
              </a:cxn>
              <a:cxn ang="0">
                <a:pos x="13" y="0"/>
              </a:cxn>
              <a:cxn ang="0">
                <a:pos x="23" y="5"/>
              </a:cxn>
              <a:cxn ang="0">
                <a:pos x="45" y="26"/>
              </a:cxn>
              <a:cxn ang="0">
                <a:pos x="45" y="27"/>
              </a:cxn>
              <a:cxn ang="0">
                <a:pos x="42" y="30"/>
              </a:cxn>
              <a:cxn ang="0">
                <a:pos x="42" y="29"/>
              </a:cxn>
              <a:cxn ang="0">
                <a:pos x="20" y="8"/>
              </a:cxn>
              <a:cxn ang="0">
                <a:pos x="13" y="5"/>
              </a:cxn>
              <a:cxn ang="0">
                <a:pos x="4" y="14"/>
              </a:cxn>
              <a:cxn ang="0">
                <a:pos x="7" y="21"/>
              </a:cxn>
              <a:cxn ang="0">
                <a:pos x="35" y="48"/>
              </a:cxn>
              <a:cxn ang="0">
                <a:pos x="40" y="50"/>
              </a:cxn>
              <a:cxn ang="0">
                <a:pos x="45" y="45"/>
              </a:cxn>
              <a:cxn ang="0">
                <a:pos x="43" y="40"/>
              </a:cxn>
              <a:cxn ang="0">
                <a:pos x="22" y="19"/>
              </a:cxn>
              <a:cxn ang="0">
                <a:pos x="20" y="18"/>
              </a:cxn>
              <a:cxn ang="0">
                <a:pos x="18" y="21"/>
              </a:cxn>
              <a:cxn ang="0">
                <a:pos x="19" y="23"/>
              </a:cxn>
              <a:cxn ang="0">
                <a:pos x="33" y="38"/>
              </a:cxn>
              <a:cxn ang="0">
                <a:pos x="34" y="38"/>
              </a:cxn>
              <a:cxn ang="0">
                <a:pos x="31" y="41"/>
              </a:cxn>
              <a:cxn ang="0">
                <a:pos x="30" y="41"/>
              </a:cxn>
              <a:cxn ang="0">
                <a:pos x="16" y="26"/>
              </a:cxn>
              <a:cxn ang="0">
                <a:pos x="13" y="21"/>
              </a:cxn>
              <a:cxn ang="0">
                <a:pos x="20" y="14"/>
              </a:cxn>
              <a:cxn ang="0">
                <a:pos x="26" y="16"/>
              </a:cxn>
              <a:cxn ang="0">
                <a:pos x="46" y="37"/>
              </a:cxn>
              <a:cxn ang="0">
                <a:pos x="50" y="45"/>
              </a:cxn>
              <a:cxn ang="0">
                <a:pos x="40" y="55"/>
              </a:cxn>
            </a:cxnLst>
            <a:rect l="0" t="0" r="r" b="b"/>
            <a:pathLst>
              <a:path w="50" h="55">
                <a:moveTo>
                  <a:pt x="40" y="55"/>
                </a:moveTo>
                <a:cubicBezTo>
                  <a:pt x="37" y="55"/>
                  <a:pt x="34" y="54"/>
                  <a:pt x="32" y="51"/>
                </a:cubicBezTo>
                <a:cubicBezTo>
                  <a:pt x="4" y="24"/>
                  <a:pt x="4" y="24"/>
                  <a:pt x="4" y="24"/>
                </a:cubicBezTo>
                <a:cubicBezTo>
                  <a:pt x="1" y="21"/>
                  <a:pt x="0" y="18"/>
                  <a:pt x="0" y="14"/>
                </a:cubicBezTo>
                <a:cubicBezTo>
                  <a:pt x="0" y="7"/>
                  <a:pt x="6" y="0"/>
                  <a:pt x="13" y="0"/>
                </a:cubicBezTo>
                <a:cubicBezTo>
                  <a:pt x="17" y="0"/>
                  <a:pt x="21" y="2"/>
                  <a:pt x="23" y="5"/>
                </a:cubicBezTo>
                <a:cubicBezTo>
                  <a:pt x="45" y="26"/>
                  <a:pt x="45" y="26"/>
                  <a:pt x="45" y="26"/>
                </a:cubicBezTo>
                <a:cubicBezTo>
                  <a:pt x="45" y="26"/>
                  <a:pt x="45" y="27"/>
                  <a:pt x="45" y="27"/>
                </a:cubicBezTo>
                <a:cubicBezTo>
                  <a:pt x="45" y="28"/>
                  <a:pt x="43" y="30"/>
                  <a:pt x="42" y="30"/>
                </a:cubicBezTo>
                <a:cubicBezTo>
                  <a:pt x="42" y="30"/>
                  <a:pt x="42" y="30"/>
                  <a:pt x="42" y="29"/>
                </a:cubicBezTo>
                <a:cubicBezTo>
                  <a:pt x="20" y="8"/>
                  <a:pt x="20" y="8"/>
                  <a:pt x="20" y="8"/>
                </a:cubicBezTo>
                <a:cubicBezTo>
                  <a:pt x="18" y="6"/>
                  <a:pt x="16" y="5"/>
                  <a:pt x="13" y="5"/>
                </a:cubicBezTo>
                <a:cubicBezTo>
                  <a:pt x="8" y="5"/>
                  <a:pt x="4" y="9"/>
                  <a:pt x="4" y="14"/>
                </a:cubicBezTo>
                <a:cubicBezTo>
                  <a:pt x="4" y="16"/>
                  <a:pt x="5" y="19"/>
                  <a:pt x="7" y="21"/>
                </a:cubicBezTo>
                <a:cubicBezTo>
                  <a:pt x="35" y="48"/>
                  <a:pt x="35" y="48"/>
                  <a:pt x="35" y="48"/>
                </a:cubicBezTo>
                <a:cubicBezTo>
                  <a:pt x="36" y="50"/>
                  <a:pt x="38" y="50"/>
                  <a:pt x="40" y="50"/>
                </a:cubicBezTo>
                <a:cubicBezTo>
                  <a:pt x="43" y="50"/>
                  <a:pt x="45" y="48"/>
                  <a:pt x="45" y="45"/>
                </a:cubicBezTo>
                <a:cubicBezTo>
                  <a:pt x="45" y="43"/>
                  <a:pt x="44" y="41"/>
                  <a:pt x="43" y="40"/>
                </a:cubicBezTo>
                <a:cubicBezTo>
                  <a:pt x="22" y="19"/>
                  <a:pt x="22" y="19"/>
                  <a:pt x="22" y="19"/>
                </a:cubicBezTo>
                <a:cubicBezTo>
                  <a:pt x="22" y="19"/>
                  <a:pt x="21" y="18"/>
                  <a:pt x="20" y="18"/>
                </a:cubicBezTo>
                <a:cubicBezTo>
                  <a:pt x="19" y="18"/>
                  <a:pt x="18" y="19"/>
                  <a:pt x="18" y="21"/>
                </a:cubicBezTo>
                <a:cubicBezTo>
                  <a:pt x="18" y="22"/>
                  <a:pt x="18" y="22"/>
                  <a:pt x="19" y="23"/>
                </a:cubicBezTo>
                <a:cubicBezTo>
                  <a:pt x="33" y="38"/>
                  <a:pt x="33" y="38"/>
                  <a:pt x="33" y="38"/>
                </a:cubicBezTo>
                <a:cubicBezTo>
                  <a:pt x="34" y="38"/>
                  <a:pt x="34" y="38"/>
                  <a:pt x="34" y="38"/>
                </a:cubicBezTo>
                <a:cubicBezTo>
                  <a:pt x="34" y="39"/>
                  <a:pt x="32" y="41"/>
                  <a:pt x="31" y="41"/>
                </a:cubicBezTo>
                <a:cubicBezTo>
                  <a:pt x="31" y="41"/>
                  <a:pt x="30" y="41"/>
                  <a:pt x="30" y="41"/>
                </a:cubicBezTo>
                <a:cubicBezTo>
                  <a:pt x="16" y="26"/>
                  <a:pt x="16" y="26"/>
                  <a:pt x="16" y="26"/>
                </a:cubicBezTo>
                <a:cubicBezTo>
                  <a:pt x="14" y="25"/>
                  <a:pt x="13" y="23"/>
                  <a:pt x="13" y="21"/>
                </a:cubicBezTo>
                <a:cubicBezTo>
                  <a:pt x="13" y="17"/>
                  <a:pt x="16" y="14"/>
                  <a:pt x="20" y="14"/>
                </a:cubicBezTo>
                <a:cubicBezTo>
                  <a:pt x="22" y="14"/>
                  <a:pt x="24" y="15"/>
                  <a:pt x="26" y="16"/>
                </a:cubicBezTo>
                <a:cubicBezTo>
                  <a:pt x="46" y="37"/>
                  <a:pt x="46" y="37"/>
                  <a:pt x="46" y="37"/>
                </a:cubicBezTo>
                <a:cubicBezTo>
                  <a:pt x="49" y="39"/>
                  <a:pt x="50" y="42"/>
                  <a:pt x="50" y="45"/>
                </a:cubicBezTo>
                <a:cubicBezTo>
                  <a:pt x="50" y="51"/>
                  <a:pt x="46" y="55"/>
                  <a:pt x="40" y="55"/>
                </a:cubicBezTo>
                <a:close/>
              </a:path>
            </a:pathLst>
          </a:custGeom>
          <a:solidFill>
            <a:schemeClr val="accent4"/>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7" name="Freeform 66"/>
          <p:cNvSpPr>
            <a:spLocks noEditPoints="1"/>
          </p:cNvSpPr>
          <p:nvPr/>
        </p:nvSpPr>
        <p:spPr bwMode="auto">
          <a:xfrm>
            <a:off x="5121276" y="1477265"/>
            <a:ext cx="330416" cy="256285"/>
          </a:xfrm>
          <a:custGeom>
            <a:avLst/>
            <a:gdLst/>
            <a:ahLst/>
            <a:cxnLst>
              <a:cxn ang="0">
                <a:pos x="29" y="41"/>
              </a:cxn>
              <a:cxn ang="0">
                <a:pos x="22" y="40"/>
              </a:cxn>
              <a:cxn ang="0">
                <a:pos x="11" y="45"/>
              </a:cxn>
              <a:cxn ang="0">
                <a:pos x="7" y="46"/>
              </a:cxn>
              <a:cxn ang="0">
                <a:pos x="7" y="46"/>
              </a:cxn>
              <a:cxn ang="0">
                <a:pos x="6" y="45"/>
              </a:cxn>
              <a:cxn ang="0">
                <a:pos x="6" y="43"/>
              </a:cxn>
              <a:cxn ang="0">
                <a:pos x="11" y="36"/>
              </a:cxn>
              <a:cxn ang="0">
                <a:pos x="0" y="20"/>
              </a:cxn>
              <a:cxn ang="0">
                <a:pos x="29" y="0"/>
              </a:cxn>
              <a:cxn ang="0">
                <a:pos x="57" y="20"/>
              </a:cxn>
              <a:cxn ang="0">
                <a:pos x="29" y="41"/>
              </a:cxn>
              <a:cxn ang="0">
                <a:pos x="62" y="47"/>
              </a:cxn>
              <a:cxn ang="0">
                <a:pos x="66" y="53"/>
              </a:cxn>
              <a:cxn ang="0">
                <a:pos x="67" y="55"/>
              </a:cxn>
              <a:cxn ang="0">
                <a:pos x="66" y="56"/>
              </a:cxn>
              <a:cxn ang="0">
                <a:pos x="62" y="55"/>
              </a:cxn>
              <a:cxn ang="0">
                <a:pos x="51" y="50"/>
              </a:cxn>
              <a:cxn ang="0">
                <a:pos x="44" y="51"/>
              </a:cxn>
              <a:cxn ang="0">
                <a:pos x="25" y="46"/>
              </a:cxn>
              <a:cxn ang="0">
                <a:pos x="29" y="46"/>
              </a:cxn>
              <a:cxn ang="0">
                <a:pos x="52" y="39"/>
              </a:cxn>
              <a:cxn ang="0">
                <a:pos x="62" y="20"/>
              </a:cxn>
              <a:cxn ang="0">
                <a:pos x="61" y="14"/>
              </a:cxn>
              <a:cxn ang="0">
                <a:pos x="72" y="30"/>
              </a:cxn>
              <a:cxn ang="0">
                <a:pos x="62" y="47"/>
              </a:cxn>
            </a:cxnLst>
            <a:rect l="0" t="0" r="r" b="b"/>
            <a:pathLst>
              <a:path w="72" h="56">
                <a:moveTo>
                  <a:pt x="29" y="41"/>
                </a:moveTo>
                <a:cubicBezTo>
                  <a:pt x="26" y="41"/>
                  <a:pt x="24" y="40"/>
                  <a:pt x="22" y="40"/>
                </a:cubicBezTo>
                <a:cubicBezTo>
                  <a:pt x="18" y="42"/>
                  <a:pt x="15" y="44"/>
                  <a:pt x="11" y="45"/>
                </a:cubicBezTo>
                <a:cubicBezTo>
                  <a:pt x="9" y="45"/>
                  <a:pt x="8" y="46"/>
                  <a:pt x="7" y="46"/>
                </a:cubicBezTo>
                <a:cubicBezTo>
                  <a:pt x="7" y="46"/>
                  <a:pt x="7" y="46"/>
                  <a:pt x="7" y="46"/>
                </a:cubicBezTo>
                <a:cubicBezTo>
                  <a:pt x="6" y="46"/>
                  <a:pt x="6" y="45"/>
                  <a:pt x="6" y="45"/>
                </a:cubicBezTo>
                <a:cubicBezTo>
                  <a:pt x="5" y="44"/>
                  <a:pt x="6" y="43"/>
                  <a:pt x="6" y="43"/>
                </a:cubicBezTo>
                <a:cubicBezTo>
                  <a:pt x="8" y="41"/>
                  <a:pt x="10" y="40"/>
                  <a:pt x="11" y="36"/>
                </a:cubicBezTo>
                <a:cubicBezTo>
                  <a:pt x="5" y="32"/>
                  <a:pt x="0" y="27"/>
                  <a:pt x="0" y="20"/>
                </a:cubicBezTo>
                <a:cubicBezTo>
                  <a:pt x="0" y="9"/>
                  <a:pt x="13" y="0"/>
                  <a:pt x="29" y="0"/>
                </a:cubicBezTo>
                <a:cubicBezTo>
                  <a:pt x="44" y="0"/>
                  <a:pt x="57" y="9"/>
                  <a:pt x="57" y="20"/>
                </a:cubicBezTo>
                <a:cubicBezTo>
                  <a:pt x="57" y="32"/>
                  <a:pt x="44" y="41"/>
                  <a:pt x="29" y="41"/>
                </a:cubicBezTo>
                <a:close/>
                <a:moveTo>
                  <a:pt x="62" y="47"/>
                </a:moveTo>
                <a:cubicBezTo>
                  <a:pt x="63" y="50"/>
                  <a:pt x="65" y="51"/>
                  <a:pt x="66" y="53"/>
                </a:cubicBezTo>
                <a:cubicBezTo>
                  <a:pt x="67" y="54"/>
                  <a:pt x="67" y="54"/>
                  <a:pt x="67" y="55"/>
                </a:cubicBezTo>
                <a:cubicBezTo>
                  <a:pt x="67" y="56"/>
                  <a:pt x="67" y="56"/>
                  <a:pt x="66" y="56"/>
                </a:cubicBezTo>
                <a:cubicBezTo>
                  <a:pt x="65" y="56"/>
                  <a:pt x="63" y="56"/>
                  <a:pt x="62" y="55"/>
                </a:cubicBezTo>
                <a:cubicBezTo>
                  <a:pt x="58" y="54"/>
                  <a:pt x="55" y="53"/>
                  <a:pt x="51" y="50"/>
                </a:cubicBezTo>
                <a:cubicBezTo>
                  <a:pt x="49" y="51"/>
                  <a:pt x="47" y="51"/>
                  <a:pt x="44" y="51"/>
                </a:cubicBezTo>
                <a:cubicBezTo>
                  <a:pt x="37" y="51"/>
                  <a:pt x="30" y="49"/>
                  <a:pt x="25" y="46"/>
                </a:cubicBezTo>
                <a:cubicBezTo>
                  <a:pt x="26" y="46"/>
                  <a:pt x="28" y="46"/>
                  <a:pt x="29" y="46"/>
                </a:cubicBezTo>
                <a:cubicBezTo>
                  <a:pt x="37" y="46"/>
                  <a:pt x="46" y="43"/>
                  <a:pt x="52" y="39"/>
                </a:cubicBezTo>
                <a:cubicBezTo>
                  <a:pt x="58" y="34"/>
                  <a:pt x="62" y="27"/>
                  <a:pt x="62" y="20"/>
                </a:cubicBezTo>
                <a:cubicBezTo>
                  <a:pt x="62" y="18"/>
                  <a:pt x="62" y="16"/>
                  <a:pt x="61" y="14"/>
                </a:cubicBezTo>
                <a:cubicBezTo>
                  <a:pt x="68" y="18"/>
                  <a:pt x="72" y="24"/>
                  <a:pt x="72" y="30"/>
                </a:cubicBezTo>
                <a:cubicBezTo>
                  <a:pt x="72" y="37"/>
                  <a:pt x="68" y="43"/>
                  <a:pt x="62" y="47"/>
                </a:cubicBezTo>
                <a:close/>
              </a:path>
            </a:pathLst>
          </a:custGeom>
          <a:solidFill>
            <a:schemeClr val="accent1"/>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8" name="Freeform 74"/>
          <p:cNvSpPr>
            <a:spLocks noEditPoints="1"/>
          </p:cNvSpPr>
          <p:nvPr/>
        </p:nvSpPr>
        <p:spPr bwMode="auto">
          <a:xfrm>
            <a:off x="5563554" y="2050160"/>
            <a:ext cx="247650" cy="192088"/>
          </a:xfrm>
          <a:custGeom>
            <a:avLst/>
            <a:gdLst/>
            <a:ahLst/>
            <a:cxnLst>
              <a:cxn ang="0">
                <a:pos x="66" y="17"/>
              </a:cxn>
              <a:cxn ang="0">
                <a:pos x="47" y="30"/>
              </a:cxn>
              <a:cxn ang="0">
                <a:pos x="37" y="36"/>
              </a:cxn>
              <a:cxn ang="0">
                <a:pos x="36" y="36"/>
              </a:cxn>
              <a:cxn ang="0">
                <a:pos x="36" y="36"/>
              </a:cxn>
              <a:cxn ang="0">
                <a:pos x="26" y="30"/>
              </a:cxn>
              <a:cxn ang="0">
                <a:pos x="7" y="17"/>
              </a:cxn>
              <a:cxn ang="0">
                <a:pos x="0" y="7"/>
              </a:cxn>
              <a:cxn ang="0">
                <a:pos x="7" y="0"/>
              </a:cxn>
              <a:cxn ang="0">
                <a:pos x="66" y="0"/>
              </a:cxn>
              <a:cxn ang="0">
                <a:pos x="72" y="6"/>
              </a:cxn>
              <a:cxn ang="0">
                <a:pos x="66" y="17"/>
              </a:cxn>
              <a:cxn ang="0">
                <a:pos x="72" y="50"/>
              </a:cxn>
              <a:cxn ang="0">
                <a:pos x="66" y="56"/>
              </a:cxn>
              <a:cxn ang="0">
                <a:pos x="7" y="56"/>
              </a:cxn>
              <a:cxn ang="0">
                <a:pos x="0" y="50"/>
              </a:cxn>
              <a:cxn ang="0">
                <a:pos x="0" y="18"/>
              </a:cxn>
              <a:cxn ang="0">
                <a:pos x="5" y="21"/>
              </a:cxn>
              <a:cxn ang="0">
                <a:pos x="24" y="35"/>
              </a:cxn>
              <a:cxn ang="0">
                <a:pos x="36" y="41"/>
              </a:cxn>
              <a:cxn ang="0">
                <a:pos x="36" y="41"/>
              </a:cxn>
              <a:cxn ang="0">
                <a:pos x="37" y="41"/>
              </a:cxn>
              <a:cxn ang="0">
                <a:pos x="48" y="35"/>
              </a:cxn>
              <a:cxn ang="0">
                <a:pos x="68" y="21"/>
              </a:cxn>
              <a:cxn ang="0">
                <a:pos x="72" y="18"/>
              </a:cxn>
              <a:cxn ang="0">
                <a:pos x="72" y="50"/>
              </a:cxn>
            </a:cxnLst>
            <a:rect l="0" t="0" r="r" b="b"/>
            <a:pathLst>
              <a:path w="72" h="56">
                <a:moveTo>
                  <a:pt x="66" y="17"/>
                </a:moveTo>
                <a:cubicBezTo>
                  <a:pt x="59" y="21"/>
                  <a:pt x="53" y="26"/>
                  <a:pt x="47" y="30"/>
                </a:cubicBezTo>
                <a:cubicBezTo>
                  <a:pt x="44" y="32"/>
                  <a:pt x="40" y="36"/>
                  <a:pt x="37" y="36"/>
                </a:cubicBezTo>
                <a:cubicBezTo>
                  <a:pt x="36" y="36"/>
                  <a:pt x="36" y="36"/>
                  <a:pt x="36" y="36"/>
                </a:cubicBezTo>
                <a:cubicBezTo>
                  <a:pt x="36" y="36"/>
                  <a:pt x="36" y="36"/>
                  <a:pt x="36" y="36"/>
                </a:cubicBezTo>
                <a:cubicBezTo>
                  <a:pt x="33" y="36"/>
                  <a:pt x="29" y="32"/>
                  <a:pt x="26" y="30"/>
                </a:cubicBezTo>
                <a:cubicBezTo>
                  <a:pt x="20" y="26"/>
                  <a:pt x="14" y="21"/>
                  <a:pt x="7" y="17"/>
                </a:cubicBezTo>
                <a:cubicBezTo>
                  <a:pt x="5" y="15"/>
                  <a:pt x="0" y="11"/>
                  <a:pt x="0" y="7"/>
                </a:cubicBezTo>
                <a:cubicBezTo>
                  <a:pt x="0" y="3"/>
                  <a:pt x="3" y="0"/>
                  <a:pt x="7" y="0"/>
                </a:cubicBezTo>
                <a:cubicBezTo>
                  <a:pt x="66" y="0"/>
                  <a:pt x="66" y="0"/>
                  <a:pt x="66" y="0"/>
                </a:cubicBezTo>
                <a:cubicBezTo>
                  <a:pt x="70" y="0"/>
                  <a:pt x="72" y="2"/>
                  <a:pt x="72" y="6"/>
                </a:cubicBezTo>
                <a:cubicBezTo>
                  <a:pt x="72" y="11"/>
                  <a:pt x="69" y="15"/>
                  <a:pt x="66" y="17"/>
                </a:cubicBezTo>
                <a:close/>
                <a:moveTo>
                  <a:pt x="72" y="50"/>
                </a:moveTo>
                <a:cubicBezTo>
                  <a:pt x="72" y="53"/>
                  <a:pt x="70" y="56"/>
                  <a:pt x="66" y="56"/>
                </a:cubicBezTo>
                <a:cubicBezTo>
                  <a:pt x="7" y="56"/>
                  <a:pt x="7" y="56"/>
                  <a:pt x="7" y="56"/>
                </a:cubicBezTo>
                <a:cubicBezTo>
                  <a:pt x="3" y="56"/>
                  <a:pt x="0" y="53"/>
                  <a:pt x="0" y="50"/>
                </a:cubicBezTo>
                <a:cubicBezTo>
                  <a:pt x="0" y="18"/>
                  <a:pt x="0" y="18"/>
                  <a:pt x="0" y="18"/>
                </a:cubicBezTo>
                <a:cubicBezTo>
                  <a:pt x="2" y="19"/>
                  <a:pt x="3" y="20"/>
                  <a:pt x="5" y="21"/>
                </a:cubicBezTo>
                <a:cubicBezTo>
                  <a:pt x="11" y="26"/>
                  <a:pt x="18" y="30"/>
                  <a:pt x="24" y="35"/>
                </a:cubicBezTo>
                <a:cubicBezTo>
                  <a:pt x="28" y="38"/>
                  <a:pt x="32" y="41"/>
                  <a:pt x="36" y="41"/>
                </a:cubicBezTo>
                <a:cubicBezTo>
                  <a:pt x="36" y="41"/>
                  <a:pt x="36" y="41"/>
                  <a:pt x="36" y="41"/>
                </a:cubicBezTo>
                <a:cubicBezTo>
                  <a:pt x="37" y="41"/>
                  <a:pt x="37" y="41"/>
                  <a:pt x="37" y="41"/>
                </a:cubicBezTo>
                <a:cubicBezTo>
                  <a:pt x="41" y="41"/>
                  <a:pt x="45" y="38"/>
                  <a:pt x="48" y="35"/>
                </a:cubicBezTo>
                <a:cubicBezTo>
                  <a:pt x="55" y="30"/>
                  <a:pt x="62" y="26"/>
                  <a:pt x="68" y="21"/>
                </a:cubicBezTo>
                <a:cubicBezTo>
                  <a:pt x="70" y="20"/>
                  <a:pt x="71" y="19"/>
                  <a:pt x="72" y="18"/>
                </a:cubicBezTo>
                <a:lnTo>
                  <a:pt x="72" y="50"/>
                </a:lnTo>
                <a:close/>
              </a:path>
            </a:pathLst>
          </a:custGeom>
          <a:solidFill>
            <a:schemeClr val="accent6"/>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9" name="Freeform 152"/>
          <p:cNvSpPr>
            <a:spLocks noEditPoints="1"/>
          </p:cNvSpPr>
          <p:nvPr/>
        </p:nvSpPr>
        <p:spPr bwMode="auto">
          <a:xfrm>
            <a:off x="8274687" y="2021764"/>
            <a:ext cx="230188" cy="212725"/>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accent6"/>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033"/>
                                        </p:tgtEl>
                                        <p:attrNameLst>
                                          <p:attrName>style.visibility</p:attrName>
                                        </p:attrNameLst>
                                      </p:cBhvr>
                                      <p:to>
                                        <p:strVal val="visible"/>
                                      </p:to>
                                    </p:set>
                                    <p:animEffect transition="in" filter="wipe(down)">
                                      <p:cBhvr>
                                        <p:cTn id="7" dur="1000"/>
                                        <p:tgtEl>
                                          <p:spTgt spid="1033"/>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64"/>
                                        </p:tgtEl>
                                        <p:attrNameLst>
                                          <p:attrName>style.visibility</p:attrName>
                                        </p:attrNameLst>
                                      </p:cBhvr>
                                      <p:to>
                                        <p:strVal val="visible"/>
                                      </p:to>
                                    </p:set>
                                    <p:anim calcmode="lin" valueType="num">
                                      <p:cBhvr>
                                        <p:cTn id="11" dur="500" fill="hold"/>
                                        <p:tgtEl>
                                          <p:spTgt spid="64"/>
                                        </p:tgtEl>
                                        <p:attrNameLst>
                                          <p:attrName>ppt_w</p:attrName>
                                        </p:attrNameLst>
                                      </p:cBhvr>
                                      <p:tavLst>
                                        <p:tav tm="0">
                                          <p:val>
                                            <p:fltVal val="0"/>
                                          </p:val>
                                        </p:tav>
                                        <p:tav tm="100000">
                                          <p:val>
                                            <p:strVal val="#ppt_w"/>
                                          </p:val>
                                        </p:tav>
                                      </p:tavLst>
                                    </p:anim>
                                    <p:anim calcmode="lin" valueType="num">
                                      <p:cBhvr>
                                        <p:cTn id="12" dur="500" fill="hold"/>
                                        <p:tgtEl>
                                          <p:spTgt spid="64"/>
                                        </p:tgtEl>
                                        <p:attrNameLst>
                                          <p:attrName>ppt_h</p:attrName>
                                        </p:attrNameLst>
                                      </p:cBhvr>
                                      <p:tavLst>
                                        <p:tav tm="0">
                                          <p:val>
                                            <p:fltVal val="0"/>
                                          </p:val>
                                        </p:tav>
                                        <p:tav tm="100000">
                                          <p:val>
                                            <p:strVal val="#ppt_h"/>
                                          </p:val>
                                        </p:tav>
                                      </p:tavLst>
                                    </p:anim>
                                    <p:animEffect transition="in" filter="fade">
                                      <p:cBhvr>
                                        <p:cTn id="13" dur="500"/>
                                        <p:tgtEl>
                                          <p:spTgt spid="64"/>
                                        </p:tgtEl>
                                      </p:cBhvr>
                                    </p:animEffect>
                                  </p:childTnLst>
                                </p:cTn>
                              </p:par>
                            </p:childTnLst>
                          </p:cTn>
                        </p:par>
                        <p:par>
                          <p:cTn id="14" fill="hold">
                            <p:stCondLst>
                              <p:cond delay="1500"/>
                            </p:stCondLst>
                            <p:childTnLst>
                              <p:par>
                                <p:cTn id="15" presetID="53" presetClass="entr" presetSubtype="16" fill="hold" grpId="0" nodeType="after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p:cTn id="17" dur="500" fill="hold"/>
                                        <p:tgtEl>
                                          <p:spTgt spid="23"/>
                                        </p:tgtEl>
                                        <p:attrNameLst>
                                          <p:attrName>ppt_w</p:attrName>
                                        </p:attrNameLst>
                                      </p:cBhvr>
                                      <p:tavLst>
                                        <p:tav tm="0">
                                          <p:val>
                                            <p:fltVal val="0"/>
                                          </p:val>
                                        </p:tav>
                                        <p:tav tm="100000">
                                          <p:val>
                                            <p:strVal val="#ppt_w"/>
                                          </p:val>
                                        </p:tav>
                                      </p:tavLst>
                                    </p:anim>
                                    <p:anim calcmode="lin" valueType="num">
                                      <p:cBhvr>
                                        <p:cTn id="18" dur="500" fill="hold"/>
                                        <p:tgtEl>
                                          <p:spTgt spid="23"/>
                                        </p:tgtEl>
                                        <p:attrNameLst>
                                          <p:attrName>ppt_h</p:attrName>
                                        </p:attrNameLst>
                                      </p:cBhvr>
                                      <p:tavLst>
                                        <p:tav tm="0">
                                          <p:val>
                                            <p:fltVal val="0"/>
                                          </p:val>
                                        </p:tav>
                                        <p:tav tm="100000">
                                          <p:val>
                                            <p:strVal val="#ppt_h"/>
                                          </p:val>
                                        </p:tav>
                                      </p:tavLst>
                                    </p:anim>
                                    <p:animEffect transition="in" filter="fade">
                                      <p:cBhvr>
                                        <p:cTn id="19" dur="500"/>
                                        <p:tgtEl>
                                          <p:spTgt spid="23"/>
                                        </p:tgtEl>
                                      </p:cBhvr>
                                    </p:animEffect>
                                  </p:childTnLst>
                                </p:cTn>
                              </p:par>
                            </p:childTnLst>
                          </p:cTn>
                        </p:par>
                        <p:par>
                          <p:cTn id="20" fill="hold">
                            <p:stCondLst>
                              <p:cond delay="2000"/>
                            </p:stCondLst>
                            <p:childTnLst>
                              <p:par>
                                <p:cTn id="21" presetID="53" presetClass="entr" presetSubtype="16" fill="hold" grpId="0" nodeType="afterEffect">
                                  <p:stCondLst>
                                    <p:cond delay="0"/>
                                  </p:stCondLst>
                                  <p:childTnLst>
                                    <p:set>
                                      <p:cBhvr>
                                        <p:cTn id="22" dur="1" fill="hold">
                                          <p:stCondLst>
                                            <p:cond delay="0"/>
                                          </p:stCondLst>
                                        </p:cTn>
                                        <p:tgtEl>
                                          <p:spTgt spid="72"/>
                                        </p:tgtEl>
                                        <p:attrNameLst>
                                          <p:attrName>style.visibility</p:attrName>
                                        </p:attrNameLst>
                                      </p:cBhvr>
                                      <p:to>
                                        <p:strVal val="visible"/>
                                      </p:to>
                                    </p:set>
                                    <p:anim calcmode="lin" valueType="num">
                                      <p:cBhvr>
                                        <p:cTn id="23" dur="500" fill="hold"/>
                                        <p:tgtEl>
                                          <p:spTgt spid="72"/>
                                        </p:tgtEl>
                                        <p:attrNameLst>
                                          <p:attrName>ppt_w</p:attrName>
                                        </p:attrNameLst>
                                      </p:cBhvr>
                                      <p:tavLst>
                                        <p:tav tm="0">
                                          <p:val>
                                            <p:fltVal val="0"/>
                                          </p:val>
                                        </p:tav>
                                        <p:tav tm="100000">
                                          <p:val>
                                            <p:strVal val="#ppt_w"/>
                                          </p:val>
                                        </p:tav>
                                      </p:tavLst>
                                    </p:anim>
                                    <p:anim calcmode="lin" valueType="num">
                                      <p:cBhvr>
                                        <p:cTn id="24" dur="500" fill="hold"/>
                                        <p:tgtEl>
                                          <p:spTgt spid="72"/>
                                        </p:tgtEl>
                                        <p:attrNameLst>
                                          <p:attrName>ppt_h</p:attrName>
                                        </p:attrNameLst>
                                      </p:cBhvr>
                                      <p:tavLst>
                                        <p:tav tm="0">
                                          <p:val>
                                            <p:fltVal val="0"/>
                                          </p:val>
                                        </p:tav>
                                        <p:tav tm="100000">
                                          <p:val>
                                            <p:strVal val="#ppt_h"/>
                                          </p:val>
                                        </p:tav>
                                      </p:tavLst>
                                    </p:anim>
                                    <p:animEffect transition="in" filter="fade">
                                      <p:cBhvr>
                                        <p:cTn id="25" dur="500"/>
                                        <p:tgtEl>
                                          <p:spTgt spid="72"/>
                                        </p:tgtEl>
                                      </p:cBhvr>
                                    </p:animEffect>
                                  </p:childTnLst>
                                </p:cTn>
                              </p:par>
                            </p:childTnLst>
                          </p:cTn>
                        </p:par>
                        <p:par>
                          <p:cTn id="26" fill="hold">
                            <p:stCondLst>
                              <p:cond delay="2500"/>
                            </p:stCondLst>
                            <p:childTnLst>
                              <p:par>
                                <p:cTn id="27" presetID="53" presetClass="entr" presetSubtype="16" fill="hold" grpId="0" nodeType="after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p:cTn id="29" dur="500" fill="hold"/>
                                        <p:tgtEl>
                                          <p:spTgt spid="22"/>
                                        </p:tgtEl>
                                        <p:attrNameLst>
                                          <p:attrName>ppt_w</p:attrName>
                                        </p:attrNameLst>
                                      </p:cBhvr>
                                      <p:tavLst>
                                        <p:tav tm="0">
                                          <p:val>
                                            <p:fltVal val="0"/>
                                          </p:val>
                                        </p:tav>
                                        <p:tav tm="100000">
                                          <p:val>
                                            <p:strVal val="#ppt_w"/>
                                          </p:val>
                                        </p:tav>
                                      </p:tavLst>
                                    </p:anim>
                                    <p:anim calcmode="lin" valueType="num">
                                      <p:cBhvr>
                                        <p:cTn id="30" dur="500" fill="hold"/>
                                        <p:tgtEl>
                                          <p:spTgt spid="22"/>
                                        </p:tgtEl>
                                        <p:attrNameLst>
                                          <p:attrName>ppt_h</p:attrName>
                                        </p:attrNameLst>
                                      </p:cBhvr>
                                      <p:tavLst>
                                        <p:tav tm="0">
                                          <p:val>
                                            <p:fltVal val="0"/>
                                          </p:val>
                                        </p:tav>
                                        <p:tav tm="100000">
                                          <p:val>
                                            <p:strVal val="#ppt_h"/>
                                          </p:val>
                                        </p:tav>
                                      </p:tavLst>
                                    </p:anim>
                                    <p:animEffect transition="in" filter="fade">
                                      <p:cBhvr>
                                        <p:cTn id="31" dur="500"/>
                                        <p:tgtEl>
                                          <p:spTgt spid="22"/>
                                        </p:tgtEl>
                                      </p:cBhvr>
                                    </p:animEffect>
                                  </p:childTnLst>
                                </p:cTn>
                              </p:par>
                            </p:childTnLst>
                          </p:cTn>
                        </p:par>
                        <p:par>
                          <p:cTn id="32" fill="hold">
                            <p:stCondLst>
                              <p:cond delay="3000"/>
                            </p:stCondLst>
                            <p:childTnLst>
                              <p:par>
                                <p:cTn id="33" presetID="53" presetClass="entr" presetSubtype="16" fill="hold" grpId="0" nodeType="afterEffect">
                                  <p:stCondLst>
                                    <p:cond delay="0"/>
                                  </p:stCondLst>
                                  <p:childTnLst>
                                    <p:set>
                                      <p:cBhvr>
                                        <p:cTn id="34" dur="1" fill="hold">
                                          <p:stCondLst>
                                            <p:cond delay="0"/>
                                          </p:stCondLst>
                                        </p:cTn>
                                        <p:tgtEl>
                                          <p:spTgt spid="66"/>
                                        </p:tgtEl>
                                        <p:attrNameLst>
                                          <p:attrName>style.visibility</p:attrName>
                                        </p:attrNameLst>
                                      </p:cBhvr>
                                      <p:to>
                                        <p:strVal val="visible"/>
                                      </p:to>
                                    </p:set>
                                    <p:anim calcmode="lin" valueType="num">
                                      <p:cBhvr>
                                        <p:cTn id="35" dur="500" fill="hold"/>
                                        <p:tgtEl>
                                          <p:spTgt spid="66"/>
                                        </p:tgtEl>
                                        <p:attrNameLst>
                                          <p:attrName>ppt_w</p:attrName>
                                        </p:attrNameLst>
                                      </p:cBhvr>
                                      <p:tavLst>
                                        <p:tav tm="0">
                                          <p:val>
                                            <p:fltVal val="0"/>
                                          </p:val>
                                        </p:tav>
                                        <p:tav tm="100000">
                                          <p:val>
                                            <p:strVal val="#ppt_w"/>
                                          </p:val>
                                        </p:tav>
                                      </p:tavLst>
                                    </p:anim>
                                    <p:anim calcmode="lin" valueType="num">
                                      <p:cBhvr>
                                        <p:cTn id="36" dur="500" fill="hold"/>
                                        <p:tgtEl>
                                          <p:spTgt spid="66"/>
                                        </p:tgtEl>
                                        <p:attrNameLst>
                                          <p:attrName>ppt_h</p:attrName>
                                        </p:attrNameLst>
                                      </p:cBhvr>
                                      <p:tavLst>
                                        <p:tav tm="0">
                                          <p:val>
                                            <p:fltVal val="0"/>
                                          </p:val>
                                        </p:tav>
                                        <p:tav tm="100000">
                                          <p:val>
                                            <p:strVal val="#ppt_h"/>
                                          </p:val>
                                        </p:tav>
                                      </p:tavLst>
                                    </p:anim>
                                    <p:animEffect transition="in" filter="fade">
                                      <p:cBhvr>
                                        <p:cTn id="37" dur="500"/>
                                        <p:tgtEl>
                                          <p:spTgt spid="66"/>
                                        </p:tgtEl>
                                      </p:cBhvr>
                                    </p:animEffect>
                                  </p:childTnLst>
                                </p:cTn>
                              </p:par>
                            </p:childTnLst>
                          </p:cTn>
                        </p:par>
                        <p:par>
                          <p:cTn id="38" fill="hold">
                            <p:stCondLst>
                              <p:cond delay="3500"/>
                            </p:stCondLst>
                            <p:childTnLst>
                              <p:par>
                                <p:cTn id="39" presetID="53" presetClass="entr" presetSubtype="16" fill="hold" grpId="0" nodeType="after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p:cTn id="41" dur="500" fill="hold"/>
                                        <p:tgtEl>
                                          <p:spTgt spid="24"/>
                                        </p:tgtEl>
                                        <p:attrNameLst>
                                          <p:attrName>ppt_w</p:attrName>
                                        </p:attrNameLst>
                                      </p:cBhvr>
                                      <p:tavLst>
                                        <p:tav tm="0">
                                          <p:val>
                                            <p:fltVal val="0"/>
                                          </p:val>
                                        </p:tav>
                                        <p:tav tm="100000">
                                          <p:val>
                                            <p:strVal val="#ppt_w"/>
                                          </p:val>
                                        </p:tav>
                                      </p:tavLst>
                                    </p:anim>
                                    <p:anim calcmode="lin" valueType="num">
                                      <p:cBhvr>
                                        <p:cTn id="42" dur="500" fill="hold"/>
                                        <p:tgtEl>
                                          <p:spTgt spid="24"/>
                                        </p:tgtEl>
                                        <p:attrNameLst>
                                          <p:attrName>ppt_h</p:attrName>
                                        </p:attrNameLst>
                                      </p:cBhvr>
                                      <p:tavLst>
                                        <p:tav tm="0">
                                          <p:val>
                                            <p:fltVal val="0"/>
                                          </p:val>
                                        </p:tav>
                                        <p:tav tm="100000">
                                          <p:val>
                                            <p:strVal val="#ppt_h"/>
                                          </p:val>
                                        </p:tav>
                                      </p:tavLst>
                                    </p:anim>
                                    <p:animEffect transition="in" filter="fade">
                                      <p:cBhvr>
                                        <p:cTn id="43" dur="500"/>
                                        <p:tgtEl>
                                          <p:spTgt spid="24"/>
                                        </p:tgtEl>
                                      </p:cBhvr>
                                    </p:animEffect>
                                  </p:childTnLst>
                                </p:cTn>
                              </p:par>
                            </p:childTnLst>
                          </p:cTn>
                        </p:par>
                        <p:par>
                          <p:cTn id="44" fill="hold">
                            <p:stCondLst>
                              <p:cond delay="4000"/>
                            </p:stCondLst>
                            <p:childTnLst>
                              <p:par>
                                <p:cTn id="45" presetID="53" presetClass="entr" presetSubtype="16" fill="hold" grpId="0" nodeType="afterEffect">
                                  <p:stCondLst>
                                    <p:cond delay="0"/>
                                  </p:stCondLst>
                                  <p:childTnLst>
                                    <p:set>
                                      <p:cBhvr>
                                        <p:cTn id="46" dur="1" fill="hold">
                                          <p:stCondLst>
                                            <p:cond delay="0"/>
                                          </p:stCondLst>
                                        </p:cTn>
                                        <p:tgtEl>
                                          <p:spTgt spid="73"/>
                                        </p:tgtEl>
                                        <p:attrNameLst>
                                          <p:attrName>style.visibility</p:attrName>
                                        </p:attrNameLst>
                                      </p:cBhvr>
                                      <p:to>
                                        <p:strVal val="visible"/>
                                      </p:to>
                                    </p:set>
                                    <p:anim calcmode="lin" valueType="num">
                                      <p:cBhvr>
                                        <p:cTn id="47" dur="500" fill="hold"/>
                                        <p:tgtEl>
                                          <p:spTgt spid="73"/>
                                        </p:tgtEl>
                                        <p:attrNameLst>
                                          <p:attrName>ppt_w</p:attrName>
                                        </p:attrNameLst>
                                      </p:cBhvr>
                                      <p:tavLst>
                                        <p:tav tm="0">
                                          <p:val>
                                            <p:fltVal val="0"/>
                                          </p:val>
                                        </p:tav>
                                        <p:tav tm="100000">
                                          <p:val>
                                            <p:strVal val="#ppt_w"/>
                                          </p:val>
                                        </p:tav>
                                      </p:tavLst>
                                    </p:anim>
                                    <p:anim calcmode="lin" valueType="num">
                                      <p:cBhvr>
                                        <p:cTn id="48" dur="500" fill="hold"/>
                                        <p:tgtEl>
                                          <p:spTgt spid="73"/>
                                        </p:tgtEl>
                                        <p:attrNameLst>
                                          <p:attrName>ppt_h</p:attrName>
                                        </p:attrNameLst>
                                      </p:cBhvr>
                                      <p:tavLst>
                                        <p:tav tm="0">
                                          <p:val>
                                            <p:fltVal val="0"/>
                                          </p:val>
                                        </p:tav>
                                        <p:tav tm="100000">
                                          <p:val>
                                            <p:strVal val="#ppt_h"/>
                                          </p:val>
                                        </p:tav>
                                      </p:tavLst>
                                    </p:anim>
                                    <p:animEffect transition="in" filter="fade">
                                      <p:cBhvr>
                                        <p:cTn id="49" dur="500"/>
                                        <p:tgtEl>
                                          <p:spTgt spid="73"/>
                                        </p:tgtEl>
                                      </p:cBhvr>
                                    </p:animEffect>
                                  </p:childTnLst>
                                </p:cTn>
                              </p:par>
                            </p:childTnLst>
                          </p:cTn>
                        </p:par>
                        <p:par>
                          <p:cTn id="50" fill="hold">
                            <p:stCondLst>
                              <p:cond delay="4500"/>
                            </p:stCondLst>
                            <p:childTnLst>
                              <p:par>
                                <p:cTn id="51" presetID="53" presetClass="entr" presetSubtype="16" fill="hold" grpId="0" nodeType="afterEffect">
                                  <p:stCondLst>
                                    <p:cond delay="0"/>
                                  </p:stCondLst>
                                  <p:childTnLst>
                                    <p:set>
                                      <p:cBhvr>
                                        <p:cTn id="52" dur="1" fill="hold">
                                          <p:stCondLst>
                                            <p:cond delay="0"/>
                                          </p:stCondLst>
                                        </p:cTn>
                                        <p:tgtEl>
                                          <p:spTgt spid="26"/>
                                        </p:tgtEl>
                                        <p:attrNameLst>
                                          <p:attrName>style.visibility</p:attrName>
                                        </p:attrNameLst>
                                      </p:cBhvr>
                                      <p:to>
                                        <p:strVal val="visible"/>
                                      </p:to>
                                    </p:set>
                                    <p:anim calcmode="lin" valueType="num">
                                      <p:cBhvr>
                                        <p:cTn id="53" dur="500" fill="hold"/>
                                        <p:tgtEl>
                                          <p:spTgt spid="26"/>
                                        </p:tgtEl>
                                        <p:attrNameLst>
                                          <p:attrName>ppt_w</p:attrName>
                                        </p:attrNameLst>
                                      </p:cBhvr>
                                      <p:tavLst>
                                        <p:tav tm="0">
                                          <p:val>
                                            <p:fltVal val="0"/>
                                          </p:val>
                                        </p:tav>
                                        <p:tav tm="100000">
                                          <p:val>
                                            <p:strVal val="#ppt_w"/>
                                          </p:val>
                                        </p:tav>
                                      </p:tavLst>
                                    </p:anim>
                                    <p:anim calcmode="lin" valueType="num">
                                      <p:cBhvr>
                                        <p:cTn id="54" dur="500" fill="hold"/>
                                        <p:tgtEl>
                                          <p:spTgt spid="26"/>
                                        </p:tgtEl>
                                        <p:attrNameLst>
                                          <p:attrName>ppt_h</p:attrName>
                                        </p:attrNameLst>
                                      </p:cBhvr>
                                      <p:tavLst>
                                        <p:tav tm="0">
                                          <p:val>
                                            <p:fltVal val="0"/>
                                          </p:val>
                                        </p:tav>
                                        <p:tav tm="100000">
                                          <p:val>
                                            <p:strVal val="#ppt_h"/>
                                          </p:val>
                                        </p:tav>
                                      </p:tavLst>
                                    </p:anim>
                                    <p:animEffect transition="in" filter="fade">
                                      <p:cBhvr>
                                        <p:cTn id="55" dur="500"/>
                                        <p:tgtEl>
                                          <p:spTgt spid="26"/>
                                        </p:tgtEl>
                                      </p:cBhvr>
                                    </p:animEffect>
                                  </p:childTnLst>
                                </p:cTn>
                              </p:par>
                            </p:childTnLst>
                          </p:cTn>
                        </p:par>
                        <p:par>
                          <p:cTn id="56" fill="hold">
                            <p:stCondLst>
                              <p:cond delay="5000"/>
                            </p:stCondLst>
                            <p:childTnLst>
                              <p:par>
                                <p:cTn id="57" presetID="53" presetClass="entr" presetSubtype="16" fill="hold" grpId="0" nodeType="afterEffect">
                                  <p:stCondLst>
                                    <p:cond delay="0"/>
                                  </p:stCondLst>
                                  <p:childTnLst>
                                    <p:set>
                                      <p:cBhvr>
                                        <p:cTn id="58" dur="1" fill="hold">
                                          <p:stCondLst>
                                            <p:cond delay="0"/>
                                          </p:stCondLst>
                                        </p:cTn>
                                        <p:tgtEl>
                                          <p:spTgt spid="69"/>
                                        </p:tgtEl>
                                        <p:attrNameLst>
                                          <p:attrName>style.visibility</p:attrName>
                                        </p:attrNameLst>
                                      </p:cBhvr>
                                      <p:to>
                                        <p:strVal val="visible"/>
                                      </p:to>
                                    </p:set>
                                    <p:anim calcmode="lin" valueType="num">
                                      <p:cBhvr>
                                        <p:cTn id="59" dur="500" fill="hold"/>
                                        <p:tgtEl>
                                          <p:spTgt spid="69"/>
                                        </p:tgtEl>
                                        <p:attrNameLst>
                                          <p:attrName>ppt_w</p:attrName>
                                        </p:attrNameLst>
                                      </p:cBhvr>
                                      <p:tavLst>
                                        <p:tav tm="0">
                                          <p:val>
                                            <p:fltVal val="0"/>
                                          </p:val>
                                        </p:tav>
                                        <p:tav tm="100000">
                                          <p:val>
                                            <p:strVal val="#ppt_w"/>
                                          </p:val>
                                        </p:tav>
                                      </p:tavLst>
                                    </p:anim>
                                    <p:anim calcmode="lin" valueType="num">
                                      <p:cBhvr>
                                        <p:cTn id="60" dur="500" fill="hold"/>
                                        <p:tgtEl>
                                          <p:spTgt spid="69"/>
                                        </p:tgtEl>
                                        <p:attrNameLst>
                                          <p:attrName>ppt_h</p:attrName>
                                        </p:attrNameLst>
                                      </p:cBhvr>
                                      <p:tavLst>
                                        <p:tav tm="0">
                                          <p:val>
                                            <p:fltVal val="0"/>
                                          </p:val>
                                        </p:tav>
                                        <p:tav tm="100000">
                                          <p:val>
                                            <p:strVal val="#ppt_h"/>
                                          </p:val>
                                        </p:tav>
                                      </p:tavLst>
                                    </p:anim>
                                    <p:animEffect transition="in" filter="fade">
                                      <p:cBhvr>
                                        <p:cTn id="61" dur="500"/>
                                        <p:tgtEl>
                                          <p:spTgt spid="69"/>
                                        </p:tgtEl>
                                      </p:cBhvr>
                                    </p:animEffect>
                                  </p:childTnLst>
                                </p:cTn>
                              </p:par>
                            </p:childTnLst>
                          </p:cTn>
                        </p:par>
                        <p:par>
                          <p:cTn id="62" fill="hold">
                            <p:stCondLst>
                              <p:cond delay="5500"/>
                            </p:stCondLst>
                            <p:childTnLst>
                              <p:par>
                                <p:cTn id="63" presetID="53" presetClass="entr" presetSubtype="16" fill="hold" grpId="0" nodeType="afterEffect">
                                  <p:stCondLst>
                                    <p:cond delay="0"/>
                                  </p:stCondLst>
                                  <p:childTnLst>
                                    <p:set>
                                      <p:cBhvr>
                                        <p:cTn id="64" dur="1" fill="hold">
                                          <p:stCondLst>
                                            <p:cond delay="0"/>
                                          </p:stCondLst>
                                        </p:cTn>
                                        <p:tgtEl>
                                          <p:spTgt spid="27"/>
                                        </p:tgtEl>
                                        <p:attrNameLst>
                                          <p:attrName>style.visibility</p:attrName>
                                        </p:attrNameLst>
                                      </p:cBhvr>
                                      <p:to>
                                        <p:strVal val="visible"/>
                                      </p:to>
                                    </p:set>
                                    <p:anim calcmode="lin" valueType="num">
                                      <p:cBhvr>
                                        <p:cTn id="65" dur="500" fill="hold"/>
                                        <p:tgtEl>
                                          <p:spTgt spid="27"/>
                                        </p:tgtEl>
                                        <p:attrNameLst>
                                          <p:attrName>ppt_w</p:attrName>
                                        </p:attrNameLst>
                                      </p:cBhvr>
                                      <p:tavLst>
                                        <p:tav tm="0">
                                          <p:val>
                                            <p:fltVal val="0"/>
                                          </p:val>
                                        </p:tav>
                                        <p:tav tm="100000">
                                          <p:val>
                                            <p:strVal val="#ppt_w"/>
                                          </p:val>
                                        </p:tav>
                                      </p:tavLst>
                                    </p:anim>
                                    <p:anim calcmode="lin" valueType="num">
                                      <p:cBhvr>
                                        <p:cTn id="66" dur="500" fill="hold"/>
                                        <p:tgtEl>
                                          <p:spTgt spid="27"/>
                                        </p:tgtEl>
                                        <p:attrNameLst>
                                          <p:attrName>ppt_h</p:attrName>
                                        </p:attrNameLst>
                                      </p:cBhvr>
                                      <p:tavLst>
                                        <p:tav tm="0">
                                          <p:val>
                                            <p:fltVal val="0"/>
                                          </p:val>
                                        </p:tav>
                                        <p:tav tm="100000">
                                          <p:val>
                                            <p:strVal val="#ppt_h"/>
                                          </p:val>
                                        </p:tav>
                                      </p:tavLst>
                                    </p:anim>
                                    <p:animEffect transition="in" filter="fade">
                                      <p:cBhvr>
                                        <p:cTn id="67" dur="500"/>
                                        <p:tgtEl>
                                          <p:spTgt spid="27"/>
                                        </p:tgtEl>
                                      </p:cBhvr>
                                    </p:animEffect>
                                  </p:childTnLst>
                                </p:cTn>
                              </p:par>
                            </p:childTnLst>
                          </p:cTn>
                        </p:par>
                        <p:par>
                          <p:cTn id="68" fill="hold">
                            <p:stCondLst>
                              <p:cond delay="6000"/>
                            </p:stCondLst>
                            <p:childTnLst>
                              <p:par>
                                <p:cTn id="69" presetID="53" presetClass="entr" presetSubtype="16" fill="hold" grpId="0" nodeType="afterEffect">
                                  <p:stCondLst>
                                    <p:cond delay="0"/>
                                  </p:stCondLst>
                                  <p:childTnLst>
                                    <p:set>
                                      <p:cBhvr>
                                        <p:cTn id="70" dur="1" fill="hold">
                                          <p:stCondLst>
                                            <p:cond delay="0"/>
                                          </p:stCondLst>
                                        </p:cTn>
                                        <p:tgtEl>
                                          <p:spTgt spid="75"/>
                                        </p:tgtEl>
                                        <p:attrNameLst>
                                          <p:attrName>style.visibility</p:attrName>
                                        </p:attrNameLst>
                                      </p:cBhvr>
                                      <p:to>
                                        <p:strVal val="visible"/>
                                      </p:to>
                                    </p:set>
                                    <p:anim calcmode="lin" valueType="num">
                                      <p:cBhvr>
                                        <p:cTn id="71" dur="500" fill="hold"/>
                                        <p:tgtEl>
                                          <p:spTgt spid="75"/>
                                        </p:tgtEl>
                                        <p:attrNameLst>
                                          <p:attrName>ppt_w</p:attrName>
                                        </p:attrNameLst>
                                      </p:cBhvr>
                                      <p:tavLst>
                                        <p:tav tm="0">
                                          <p:val>
                                            <p:fltVal val="0"/>
                                          </p:val>
                                        </p:tav>
                                        <p:tav tm="100000">
                                          <p:val>
                                            <p:strVal val="#ppt_w"/>
                                          </p:val>
                                        </p:tav>
                                      </p:tavLst>
                                    </p:anim>
                                    <p:anim calcmode="lin" valueType="num">
                                      <p:cBhvr>
                                        <p:cTn id="72" dur="500" fill="hold"/>
                                        <p:tgtEl>
                                          <p:spTgt spid="75"/>
                                        </p:tgtEl>
                                        <p:attrNameLst>
                                          <p:attrName>ppt_h</p:attrName>
                                        </p:attrNameLst>
                                      </p:cBhvr>
                                      <p:tavLst>
                                        <p:tav tm="0">
                                          <p:val>
                                            <p:fltVal val="0"/>
                                          </p:val>
                                        </p:tav>
                                        <p:tav tm="100000">
                                          <p:val>
                                            <p:strVal val="#ppt_h"/>
                                          </p:val>
                                        </p:tav>
                                      </p:tavLst>
                                    </p:anim>
                                    <p:animEffect transition="in" filter="fade">
                                      <p:cBhvr>
                                        <p:cTn id="73" dur="500"/>
                                        <p:tgtEl>
                                          <p:spTgt spid="75"/>
                                        </p:tgtEl>
                                      </p:cBhvr>
                                    </p:animEffect>
                                  </p:childTnLst>
                                </p:cTn>
                              </p:par>
                            </p:childTnLst>
                          </p:cTn>
                        </p:par>
                        <p:par>
                          <p:cTn id="74" fill="hold">
                            <p:stCondLst>
                              <p:cond delay="6500"/>
                            </p:stCondLst>
                            <p:childTnLst>
                              <p:par>
                                <p:cTn id="75" presetID="53" presetClass="entr" presetSubtype="16" fill="hold" grpId="0" nodeType="afterEffect">
                                  <p:stCondLst>
                                    <p:cond delay="0"/>
                                  </p:stCondLst>
                                  <p:childTnLst>
                                    <p:set>
                                      <p:cBhvr>
                                        <p:cTn id="76" dur="1" fill="hold">
                                          <p:stCondLst>
                                            <p:cond delay="0"/>
                                          </p:stCondLst>
                                        </p:cTn>
                                        <p:tgtEl>
                                          <p:spTgt spid="29"/>
                                        </p:tgtEl>
                                        <p:attrNameLst>
                                          <p:attrName>style.visibility</p:attrName>
                                        </p:attrNameLst>
                                      </p:cBhvr>
                                      <p:to>
                                        <p:strVal val="visible"/>
                                      </p:to>
                                    </p:set>
                                    <p:anim calcmode="lin" valueType="num">
                                      <p:cBhvr>
                                        <p:cTn id="77" dur="500" fill="hold"/>
                                        <p:tgtEl>
                                          <p:spTgt spid="29"/>
                                        </p:tgtEl>
                                        <p:attrNameLst>
                                          <p:attrName>ppt_w</p:attrName>
                                        </p:attrNameLst>
                                      </p:cBhvr>
                                      <p:tavLst>
                                        <p:tav tm="0">
                                          <p:val>
                                            <p:fltVal val="0"/>
                                          </p:val>
                                        </p:tav>
                                        <p:tav tm="100000">
                                          <p:val>
                                            <p:strVal val="#ppt_w"/>
                                          </p:val>
                                        </p:tav>
                                      </p:tavLst>
                                    </p:anim>
                                    <p:anim calcmode="lin" valueType="num">
                                      <p:cBhvr>
                                        <p:cTn id="78" dur="500" fill="hold"/>
                                        <p:tgtEl>
                                          <p:spTgt spid="29"/>
                                        </p:tgtEl>
                                        <p:attrNameLst>
                                          <p:attrName>ppt_h</p:attrName>
                                        </p:attrNameLst>
                                      </p:cBhvr>
                                      <p:tavLst>
                                        <p:tav tm="0">
                                          <p:val>
                                            <p:fltVal val="0"/>
                                          </p:val>
                                        </p:tav>
                                        <p:tav tm="100000">
                                          <p:val>
                                            <p:strVal val="#ppt_h"/>
                                          </p:val>
                                        </p:tav>
                                      </p:tavLst>
                                    </p:anim>
                                    <p:animEffect transition="in" filter="fade">
                                      <p:cBhvr>
                                        <p:cTn id="79" dur="500"/>
                                        <p:tgtEl>
                                          <p:spTgt spid="29"/>
                                        </p:tgtEl>
                                      </p:cBhvr>
                                    </p:animEffect>
                                  </p:childTnLst>
                                </p:cTn>
                              </p:par>
                            </p:childTnLst>
                          </p:cTn>
                        </p:par>
                        <p:par>
                          <p:cTn id="80" fill="hold">
                            <p:stCondLst>
                              <p:cond delay="7000"/>
                            </p:stCondLst>
                            <p:childTnLst>
                              <p:par>
                                <p:cTn id="81" presetID="53" presetClass="entr" presetSubtype="16" fill="hold" grpId="0" nodeType="afterEffect">
                                  <p:stCondLst>
                                    <p:cond delay="0"/>
                                  </p:stCondLst>
                                  <p:childTnLst>
                                    <p:set>
                                      <p:cBhvr>
                                        <p:cTn id="82" dur="1" fill="hold">
                                          <p:stCondLst>
                                            <p:cond delay="0"/>
                                          </p:stCondLst>
                                        </p:cTn>
                                        <p:tgtEl>
                                          <p:spTgt spid="74"/>
                                        </p:tgtEl>
                                        <p:attrNameLst>
                                          <p:attrName>style.visibility</p:attrName>
                                        </p:attrNameLst>
                                      </p:cBhvr>
                                      <p:to>
                                        <p:strVal val="visible"/>
                                      </p:to>
                                    </p:set>
                                    <p:anim calcmode="lin" valueType="num">
                                      <p:cBhvr>
                                        <p:cTn id="83" dur="500" fill="hold"/>
                                        <p:tgtEl>
                                          <p:spTgt spid="74"/>
                                        </p:tgtEl>
                                        <p:attrNameLst>
                                          <p:attrName>ppt_w</p:attrName>
                                        </p:attrNameLst>
                                      </p:cBhvr>
                                      <p:tavLst>
                                        <p:tav tm="0">
                                          <p:val>
                                            <p:fltVal val="0"/>
                                          </p:val>
                                        </p:tav>
                                        <p:tav tm="100000">
                                          <p:val>
                                            <p:strVal val="#ppt_w"/>
                                          </p:val>
                                        </p:tav>
                                      </p:tavLst>
                                    </p:anim>
                                    <p:anim calcmode="lin" valueType="num">
                                      <p:cBhvr>
                                        <p:cTn id="84" dur="500" fill="hold"/>
                                        <p:tgtEl>
                                          <p:spTgt spid="74"/>
                                        </p:tgtEl>
                                        <p:attrNameLst>
                                          <p:attrName>ppt_h</p:attrName>
                                        </p:attrNameLst>
                                      </p:cBhvr>
                                      <p:tavLst>
                                        <p:tav tm="0">
                                          <p:val>
                                            <p:fltVal val="0"/>
                                          </p:val>
                                        </p:tav>
                                        <p:tav tm="100000">
                                          <p:val>
                                            <p:strVal val="#ppt_h"/>
                                          </p:val>
                                        </p:tav>
                                      </p:tavLst>
                                    </p:anim>
                                    <p:animEffect transition="in" filter="fade">
                                      <p:cBhvr>
                                        <p:cTn id="85" dur="500"/>
                                        <p:tgtEl>
                                          <p:spTgt spid="74"/>
                                        </p:tgtEl>
                                      </p:cBhvr>
                                    </p:animEffect>
                                  </p:childTnLst>
                                </p:cTn>
                              </p:par>
                            </p:childTnLst>
                          </p:cTn>
                        </p:par>
                        <p:par>
                          <p:cTn id="86" fill="hold">
                            <p:stCondLst>
                              <p:cond delay="7500"/>
                            </p:stCondLst>
                            <p:childTnLst>
                              <p:par>
                                <p:cTn id="87" presetID="53" presetClass="entr" presetSubtype="16" fill="hold" grpId="0" nodeType="afterEffect">
                                  <p:stCondLst>
                                    <p:cond delay="0"/>
                                  </p:stCondLst>
                                  <p:childTnLst>
                                    <p:set>
                                      <p:cBhvr>
                                        <p:cTn id="88" dur="1" fill="hold">
                                          <p:stCondLst>
                                            <p:cond delay="0"/>
                                          </p:stCondLst>
                                        </p:cTn>
                                        <p:tgtEl>
                                          <p:spTgt spid="28"/>
                                        </p:tgtEl>
                                        <p:attrNameLst>
                                          <p:attrName>style.visibility</p:attrName>
                                        </p:attrNameLst>
                                      </p:cBhvr>
                                      <p:to>
                                        <p:strVal val="visible"/>
                                      </p:to>
                                    </p:set>
                                    <p:anim calcmode="lin" valueType="num">
                                      <p:cBhvr>
                                        <p:cTn id="89" dur="500" fill="hold"/>
                                        <p:tgtEl>
                                          <p:spTgt spid="28"/>
                                        </p:tgtEl>
                                        <p:attrNameLst>
                                          <p:attrName>ppt_w</p:attrName>
                                        </p:attrNameLst>
                                      </p:cBhvr>
                                      <p:tavLst>
                                        <p:tav tm="0">
                                          <p:val>
                                            <p:fltVal val="0"/>
                                          </p:val>
                                        </p:tav>
                                        <p:tav tm="100000">
                                          <p:val>
                                            <p:strVal val="#ppt_w"/>
                                          </p:val>
                                        </p:tav>
                                      </p:tavLst>
                                    </p:anim>
                                    <p:anim calcmode="lin" valueType="num">
                                      <p:cBhvr>
                                        <p:cTn id="90" dur="500" fill="hold"/>
                                        <p:tgtEl>
                                          <p:spTgt spid="28"/>
                                        </p:tgtEl>
                                        <p:attrNameLst>
                                          <p:attrName>ppt_h</p:attrName>
                                        </p:attrNameLst>
                                      </p:cBhvr>
                                      <p:tavLst>
                                        <p:tav tm="0">
                                          <p:val>
                                            <p:fltVal val="0"/>
                                          </p:val>
                                        </p:tav>
                                        <p:tav tm="100000">
                                          <p:val>
                                            <p:strVal val="#ppt_h"/>
                                          </p:val>
                                        </p:tav>
                                      </p:tavLst>
                                    </p:anim>
                                    <p:animEffect transition="in" filter="fade">
                                      <p:cBhvr>
                                        <p:cTn id="91" dur="500"/>
                                        <p:tgtEl>
                                          <p:spTgt spid="28"/>
                                        </p:tgtEl>
                                      </p:cBhvr>
                                    </p:animEffect>
                                  </p:childTnLst>
                                </p:cTn>
                              </p:par>
                            </p:childTnLst>
                          </p:cTn>
                        </p:par>
                        <p:par>
                          <p:cTn id="92" fill="hold">
                            <p:stCondLst>
                              <p:cond delay="8000"/>
                            </p:stCondLst>
                            <p:childTnLst>
                              <p:par>
                                <p:cTn id="93" presetID="53" presetClass="entr" presetSubtype="16" fill="hold" grpId="0" nodeType="afterEffect">
                                  <p:stCondLst>
                                    <p:cond delay="0"/>
                                  </p:stCondLst>
                                  <p:childTnLst>
                                    <p:set>
                                      <p:cBhvr>
                                        <p:cTn id="94" dur="1" fill="hold">
                                          <p:stCondLst>
                                            <p:cond delay="0"/>
                                          </p:stCondLst>
                                        </p:cTn>
                                        <p:tgtEl>
                                          <p:spTgt spid="76"/>
                                        </p:tgtEl>
                                        <p:attrNameLst>
                                          <p:attrName>style.visibility</p:attrName>
                                        </p:attrNameLst>
                                      </p:cBhvr>
                                      <p:to>
                                        <p:strVal val="visible"/>
                                      </p:to>
                                    </p:set>
                                    <p:anim calcmode="lin" valueType="num">
                                      <p:cBhvr>
                                        <p:cTn id="95" dur="500" fill="hold"/>
                                        <p:tgtEl>
                                          <p:spTgt spid="76"/>
                                        </p:tgtEl>
                                        <p:attrNameLst>
                                          <p:attrName>ppt_w</p:attrName>
                                        </p:attrNameLst>
                                      </p:cBhvr>
                                      <p:tavLst>
                                        <p:tav tm="0">
                                          <p:val>
                                            <p:fltVal val="0"/>
                                          </p:val>
                                        </p:tav>
                                        <p:tav tm="100000">
                                          <p:val>
                                            <p:strVal val="#ppt_w"/>
                                          </p:val>
                                        </p:tav>
                                      </p:tavLst>
                                    </p:anim>
                                    <p:anim calcmode="lin" valueType="num">
                                      <p:cBhvr>
                                        <p:cTn id="96" dur="500" fill="hold"/>
                                        <p:tgtEl>
                                          <p:spTgt spid="76"/>
                                        </p:tgtEl>
                                        <p:attrNameLst>
                                          <p:attrName>ppt_h</p:attrName>
                                        </p:attrNameLst>
                                      </p:cBhvr>
                                      <p:tavLst>
                                        <p:tav tm="0">
                                          <p:val>
                                            <p:fltVal val="0"/>
                                          </p:val>
                                        </p:tav>
                                        <p:tav tm="100000">
                                          <p:val>
                                            <p:strVal val="#ppt_h"/>
                                          </p:val>
                                        </p:tav>
                                      </p:tavLst>
                                    </p:anim>
                                    <p:animEffect transition="in" filter="fade">
                                      <p:cBhvr>
                                        <p:cTn id="97" dur="500"/>
                                        <p:tgtEl>
                                          <p:spTgt spid="76"/>
                                        </p:tgtEl>
                                      </p:cBhvr>
                                    </p:animEffect>
                                  </p:childTnLst>
                                </p:cTn>
                              </p:par>
                            </p:childTnLst>
                          </p:cTn>
                        </p:par>
                        <p:par>
                          <p:cTn id="98" fill="hold">
                            <p:stCondLst>
                              <p:cond delay="8500"/>
                            </p:stCondLst>
                            <p:childTnLst>
                              <p:par>
                                <p:cTn id="99" presetID="53" presetClass="entr" presetSubtype="16" fill="hold" grpId="0" nodeType="afterEffect">
                                  <p:stCondLst>
                                    <p:cond delay="0"/>
                                  </p:stCondLst>
                                  <p:childTnLst>
                                    <p:set>
                                      <p:cBhvr>
                                        <p:cTn id="100" dur="1" fill="hold">
                                          <p:stCondLst>
                                            <p:cond delay="0"/>
                                          </p:stCondLst>
                                        </p:cTn>
                                        <p:tgtEl>
                                          <p:spTgt spid="25"/>
                                        </p:tgtEl>
                                        <p:attrNameLst>
                                          <p:attrName>style.visibility</p:attrName>
                                        </p:attrNameLst>
                                      </p:cBhvr>
                                      <p:to>
                                        <p:strVal val="visible"/>
                                      </p:to>
                                    </p:set>
                                    <p:anim calcmode="lin" valueType="num">
                                      <p:cBhvr>
                                        <p:cTn id="101" dur="500" fill="hold"/>
                                        <p:tgtEl>
                                          <p:spTgt spid="25"/>
                                        </p:tgtEl>
                                        <p:attrNameLst>
                                          <p:attrName>ppt_w</p:attrName>
                                        </p:attrNameLst>
                                      </p:cBhvr>
                                      <p:tavLst>
                                        <p:tav tm="0">
                                          <p:val>
                                            <p:fltVal val="0"/>
                                          </p:val>
                                        </p:tav>
                                        <p:tav tm="100000">
                                          <p:val>
                                            <p:strVal val="#ppt_w"/>
                                          </p:val>
                                        </p:tav>
                                      </p:tavLst>
                                    </p:anim>
                                    <p:anim calcmode="lin" valueType="num">
                                      <p:cBhvr>
                                        <p:cTn id="102" dur="500" fill="hold"/>
                                        <p:tgtEl>
                                          <p:spTgt spid="25"/>
                                        </p:tgtEl>
                                        <p:attrNameLst>
                                          <p:attrName>ppt_h</p:attrName>
                                        </p:attrNameLst>
                                      </p:cBhvr>
                                      <p:tavLst>
                                        <p:tav tm="0">
                                          <p:val>
                                            <p:fltVal val="0"/>
                                          </p:val>
                                        </p:tav>
                                        <p:tav tm="100000">
                                          <p:val>
                                            <p:strVal val="#ppt_h"/>
                                          </p:val>
                                        </p:tav>
                                      </p:tavLst>
                                    </p:anim>
                                    <p:animEffect transition="in" filter="fade">
                                      <p:cBhvr>
                                        <p:cTn id="10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3" grpId="0" bldLvl="0" animBg="1"/>
      <p:bldP spid="64" grpId="0" bldLvl="0" animBg="1"/>
      <p:bldP spid="66" grpId="0" bldLvl="0" animBg="1"/>
      <p:bldP spid="69" grpId="0" bldLvl="0" animBg="1"/>
      <p:bldP spid="72" grpId="0" bldLvl="0" animBg="1"/>
      <p:bldP spid="73" grpId="0" bldLvl="0" animBg="1"/>
      <p:bldP spid="74" grpId="0" bldLvl="0" animBg="1"/>
      <p:bldP spid="75" grpId="0" bldLvl="0" animBg="1"/>
      <p:bldP spid="76" grpId="0" bldLvl="0" animBg="1"/>
      <p:bldP spid="22" grpId="0" bldLvl="0" animBg="1"/>
      <p:bldP spid="23" grpId="0" bldLvl="0" animBg="1"/>
      <p:bldP spid="24" grpId="0" bldLvl="0" animBg="1"/>
      <p:bldP spid="25" grpId="0" bldLvl="0" animBg="1"/>
      <p:bldP spid="26" grpId="0" bldLvl="0" animBg="1"/>
      <p:bldP spid="27" grpId="0" bldLvl="0" animBg="1"/>
      <p:bldP spid="28" grpId="0" bldLvl="0" animBg="1"/>
      <p:bldP spid="29"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4294967295"/>
          </p:nvPr>
        </p:nvSpPr>
        <p:spPr>
          <a:xfrm>
            <a:off x="8458200" y="4800600"/>
            <a:ext cx="685800" cy="213360"/>
          </a:xfrm>
        </p:spPr>
        <p:txBody>
          <a:bodyPr/>
          <a:lstStyle/>
          <a:p>
            <a:pPr>
              <a:defRPr/>
            </a:pPr>
            <a:fld id="{8EC7CA02-47CC-4E6A-B12C-4CDD3CF82161}" type="slidenum">
              <a:rPr lang="en-US" altLang="zh-CN" sz="1500">
                <a:latin typeface="Times New Roman" pitchFamily="18" charset="0"/>
                <a:ea typeface="楷体" charset="0"/>
              </a:rPr>
              <a:t>13</a:t>
            </a:fld>
            <a:endParaRPr lang="en-US" altLang="zh-CN" sz="1500" dirty="0">
              <a:latin typeface="Times New Roman" pitchFamily="18" charset="0"/>
              <a:ea typeface="楷体" charset="0"/>
            </a:endParaRPr>
          </a:p>
        </p:txBody>
      </p:sp>
      <p:sp>
        <p:nvSpPr>
          <p:cNvPr id="289794" name="Rectangle 2"/>
          <p:cNvSpPr>
            <a:spLocks noChangeArrowheads="1"/>
          </p:cNvSpPr>
          <p:nvPr/>
        </p:nvSpPr>
        <p:spPr bwMode="auto">
          <a:xfrm>
            <a:off x="205105" y="215265"/>
            <a:ext cx="5612765" cy="596265"/>
          </a:xfrm>
          <a:prstGeom prst="rect">
            <a:avLst/>
          </a:prstGeom>
          <a:noFill/>
          <a:ln>
            <a:noFill/>
          </a:ln>
          <a:effectLst/>
        </p:spPr>
        <p:txBody>
          <a:bodyPr anchor="b"/>
          <a:lstStyle/>
          <a:p>
            <a:pPr>
              <a:defRPr/>
            </a:pPr>
            <a:r>
              <a:rPr lang="zh-CN" altLang="en-US" sz="2850" b="1">
                <a:solidFill>
                  <a:srgbClr val="000066"/>
                </a:solidFill>
                <a:effectLst>
                  <a:outerShdw blurRad="38100" dist="38100" dir="2700000" algn="tl">
                    <a:srgbClr val="C0C0C0"/>
                  </a:outerShdw>
                </a:effectLst>
                <a:latin typeface="Times New Roman" pitchFamily="18" charset="0"/>
                <a:ea typeface="楷体" charset="0"/>
              </a:rPr>
              <a:t>矩阵连乘问题</a:t>
            </a:r>
          </a:p>
        </p:txBody>
      </p:sp>
      <p:sp>
        <p:nvSpPr>
          <p:cNvPr id="120137" name="Rectangle 3"/>
          <p:cNvSpPr>
            <a:spLocks noChangeArrowheads="1"/>
          </p:cNvSpPr>
          <p:nvPr/>
        </p:nvSpPr>
        <p:spPr bwMode="auto">
          <a:xfrm>
            <a:off x="189230" y="1167765"/>
            <a:ext cx="8764905" cy="3086100"/>
          </a:xfrm>
          <a:prstGeom prst="rect">
            <a:avLst/>
          </a:prstGeom>
          <a:noFill/>
          <a:ln w="9525">
            <a:noFill/>
            <a:miter lim="800000"/>
          </a:ln>
        </p:spPr>
        <p:txBody>
          <a:bodyPr/>
          <a:lstStyle/>
          <a:p>
            <a:pPr marL="342900" indent="-342900">
              <a:spcBef>
                <a:spcPct val="20000"/>
              </a:spcBef>
              <a:buClr>
                <a:schemeClr val="accent2"/>
              </a:buClr>
              <a:buSzPct val="50000"/>
              <a:buFont typeface="Wingdings" pitchFamily="2" charset="2"/>
              <a:buChar char="n"/>
            </a:pPr>
            <a:r>
              <a:rPr lang="zh-CN" altLang="en-US" b="1" dirty="0">
                <a:solidFill>
                  <a:srgbClr val="000066"/>
                </a:solidFill>
                <a:latin typeface="Times New Roman" pitchFamily="18" charset="0"/>
                <a:ea typeface="楷体" charset="0"/>
                <a:cs typeface="楷体_GB2312"/>
              </a:rPr>
              <a:t>给定</a:t>
            </a:r>
            <a:r>
              <a:rPr lang="en-US" altLang="zh-CN" b="1" dirty="0">
                <a:solidFill>
                  <a:srgbClr val="000066"/>
                </a:solidFill>
                <a:latin typeface="Times New Roman" pitchFamily="18" charset="0"/>
                <a:ea typeface="楷体" charset="0"/>
                <a:cs typeface="楷体_GB2312"/>
              </a:rPr>
              <a:t>n</a:t>
            </a:r>
            <a:r>
              <a:rPr lang="zh-CN" altLang="en-US" b="1" dirty="0">
                <a:solidFill>
                  <a:srgbClr val="000066"/>
                </a:solidFill>
                <a:latin typeface="Times New Roman" pitchFamily="18" charset="0"/>
                <a:ea typeface="楷体" charset="0"/>
                <a:cs typeface="楷体_GB2312"/>
              </a:rPr>
              <a:t>个矩阵              </a:t>
            </a:r>
            <a:r>
              <a:rPr lang="en-US" altLang="zh-CN" b="1" dirty="0">
                <a:solidFill>
                  <a:srgbClr val="000066"/>
                </a:solidFill>
                <a:latin typeface="Times New Roman" pitchFamily="18" charset="0"/>
                <a:ea typeface="楷体" charset="0"/>
                <a:cs typeface="楷体_GB2312"/>
              </a:rPr>
              <a:t>           </a:t>
            </a:r>
            <a:r>
              <a:rPr lang="zh-CN" altLang="en-US" b="1" dirty="0">
                <a:solidFill>
                  <a:srgbClr val="000066"/>
                </a:solidFill>
                <a:latin typeface="Times New Roman" pitchFamily="18" charset="0"/>
                <a:ea typeface="楷体" charset="0"/>
                <a:cs typeface="楷体_GB2312"/>
              </a:rPr>
              <a:t>，其中</a:t>
            </a:r>
            <a:r>
              <a:rPr lang="en-US" altLang="zh-CN" b="1" dirty="0">
                <a:solidFill>
                  <a:srgbClr val="000066"/>
                </a:solidFill>
                <a:latin typeface="Times New Roman" pitchFamily="18" charset="0"/>
                <a:ea typeface="楷体" charset="0"/>
                <a:cs typeface="楷体_GB2312"/>
              </a:rPr>
              <a:t>   </a:t>
            </a:r>
            <a:r>
              <a:rPr lang="zh-CN" altLang="en-US" b="1" dirty="0">
                <a:solidFill>
                  <a:srgbClr val="000066"/>
                </a:solidFill>
                <a:latin typeface="Times New Roman" pitchFamily="18" charset="0"/>
                <a:ea typeface="楷体" charset="0"/>
                <a:cs typeface="楷体_GB2312"/>
              </a:rPr>
              <a:t> 与</a:t>
            </a:r>
            <a:r>
              <a:rPr lang="en-US" altLang="zh-CN" b="1" dirty="0">
                <a:solidFill>
                  <a:srgbClr val="000066"/>
                </a:solidFill>
                <a:latin typeface="Times New Roman" pitchFamily="18" charset="0"/>
                <a:ea typeface="楷体" charset="0"/>
                <a:cs typeface="楷体_GB2312"/>
              </a:rPr>
              <a:t>  </a:t>
            </a:r>
            <a:r>
              <a:rPr lang="zh-CN" altLang="en-US" b="1" dirty="0">
                <a:solidFill>
                  <a:srgbClr val="000066"/>
                </a:solidFill>
                <a:latin typeface="Times New Roman" pitchFamily="18" charset="0"/>
                <a:ea typeface="楷体" charset="0"/>
                <a:cs typeface="楷体_GB2312"/>
              </a:rPr>
              <a:t>    是可乘的，</a:t>
            </a:r>
            <a:r>
              <a:rPr lang="en-US" altLang="zh-CN" b="1" dirty="0">
                <a:solidFill>
                  <a:srgbClr val="000066"/>
                </a:solidFill>
                <a:latin typeface="Times New Roman" pitchFamily="18" charset="0"/>
                <a:ea typeface="楷体" charset="0"/>
                <a:cs typeface="楷体_GB2312"/>
              </a:rPr>
              <a:t>       </a:t>
            </a:r>
            <a:r>
              <a:rPr lang="zh-CN" altLang="en-US" b="1" dirty="0">
                <a:solidFill>
                  <a:srgbClr val="000066"/>
                </a:solidFill>
                <a:latin typeface="Times New Roman" pitchFamily="18" charset="0"/>
                <a:ea typeface="楷体" charset="0"/>
                <a:cs typeface="楷体_GB2312"/>
              </a:rPr>
              <a:t>             。</a:t>
            </a:r>
          </a:p>
          <a:p>
            <a:pPr marL="342900" indent="-342900">
              <a:spcBef>
                <a:spcPct val="20000"/>
              </a:spcBef>
              <a:buClr>
                <a:schemeClr val="accent2"/>
              </a:buClr>
              <a:buSzPct val="50000"/>
              <a:buFont typeface="Wingdings" pitchFamily="2" charset="2"/>
              <a:buChar char="n"/>
            </a:pPr>
            <a:r>
              <a:rPr lang="zh-CN" altLang="en-US" b="1" dirty="0">
                <a:solidFill>
                  <a:srgbClr val="000066"/>
                </a:solidFill>
                <a:latin typeface="Times New Roman" pitchFamily="18" charset="0"/>
                <a:ea typeface="楷体" charset="0"/>
                <a:cs typeface="楷体_GB2312"/>
              </a:rPr>
              <a:t>考察这</a:t>
            </a:r>
            <a:r>
              <a:rPr lang="en-US" altLang="zh-CN" b="1" dirty="0">
                <a:solidFill>
                  <a:srgbClr val="000066"/>
                </a:solidFill>
                <a:latin typeface="Times New Roman" pitchFamily="18" charset="0"/>
                <a:ea typeface="楷体" charset="0"/>
                <a:cs typeface="楷体_GB2312"/>
              </a:rPr>
              <a:t>n</a:t>
            </a:r>
            <a:r>
              <a:rPr lang="zh-CN" altLang="en-US" b="1" dirty="0">
                <a:solidFill>
                  <a:srgbClr val="000066"/>
                </a:solidFill>
                <a:latin typeface="Times New Roman" pitchFamily="18" charset="0"/>
                <a:ea typeface="楷体" charset="0"/>
                <a:cs typeface="楷体_GB2312"/>
              </a:rPr>
              <a:t>个矩阵的连乘积          </a:t>
            </a:r>
          </a:p>
          <a:p>
            <a:pPr marL="342900" indent="-342900">
              <a:spcBef>
                <a:spcPct val="20000"/>
              </a:spcBef>
              <a:buClr>
                <a:schemeClr val="accent2"/>
              </a:buClr>
              <a:buSzPct val="50000"/>
              <a:buFont typeface="Wingdings" pitchFamily="2" charset="2"/>
              <a:buChar char="n"/>
            </a:pPr>
            <a:endParaRPr lang="zh-CN" altLang="en-US" sz="2400" b="1" dirty="0">
              <a:solidFill>
                <a:srgbClr val="000066"/>
              </a:solidFill>
              <a:latin typeface="Times New Roman" pitchFamily="18" charset="0"/>
              <a:ea typeface="楷体" charset="0"/>
              <a:cs typeface="楷体_GB2312"/>
            </a:endParaRPr>
          </a:p>
          <a:p>
            <a:pPr marL="342900" indent="-342900">
              <a:spcBef>
                <a:spcPct val="20000"/>
              </a:spcBef>
              <a:buClr>
                <a:schemeClr val="accent2"/>
              </a:buClr>
              <a:buSzPct val="50000"/>
              <a:buFont typeface="Wingdings" pitchFamily="2" charset="2"/>
              <a:buChar char="n"/>
            </a:pPr>
            <a:r>
              <a:rPr lang="zh-CN" altLang="en-US" b="1" dirty="0">
                <a:solidFill>
                  <a:srgbClr val="000066"/>
                </a:solidFill>
                <a:latin typeface="Times New Roman" pitchFamily="18" charset="0"/>
                <a:ea typeface="楷体" charset="0"/>
                <a:cs typeface="楷体_GB2312"/>
              </a:rPr>
              <a:t>由于矩阵乘法满足结合律，所以计算矩阵的连乘可以有许多不同的计算次序。这种计算次序可以用加括号的方式来确定。</a:t>
            </a:r>
          </a:p>
          <a:p>
            <a:pPr marL="342900" indent="-342900">
              <a:spcBef>
                <a:spcPct val="20000"/>
              </a:spcBef>
              <a:buClr>
                <a:schemeClr val="accent2"/>
              </a:buClr>
              <a:buSzPct val="50000"/>
              <a:buFont typeface="Wingdings" pitchFamily="2" charset="2"/>
              <a:buChar char="n"/>
            </a:pPr>
            <a:r>
              <a:rPr lang="zh-CN" altLang="en-US" b="1" dirty="0">
                <a:solidFill>
                  <a:srgbClr val="000066"/>
                </a:solidFill>
                <a:latin typeface="Times New Roman" pitchFamily="18" charset="0"/>
                <a:ea typeface="楷体" charset="0"/>
                <a:cs typeface="楷体_GB2312"/>
              </a:rPr>
              <a:t>若一个矩阵连乘积的计算次序完全确定，也就是说该连乘积已完全加括号，则可以依此次序反复调用</a:t>
            </a:r>
            <a:r>
              <a:rPr lang="en-US" altLang="zh-CN" b="1" dirty="0">
                <a:solidFill>
                  <a:srgbClr val="000066"/>
                </a:solidFill>
                <a:latin typeface="Times New Roman" pitchFamily="18" charset="0"/>
                <a:ea typeface="楷体" charset="0"/>
                <a:cs typeface="楷体_GB2312"/>
              </a:rPr>
              <a:t>2</a:t>
            </a:r>
            <a:r>
              <a:rPr lang="zh-CN" altLang="en-US" b="1" dirty="0">
                <a:solidFill>
                  <a:srgbClr val="000066"/>
                </a:solidFill>
                <a:latin typeface="Times New Roman" pitchFamily="18" charset="0"/>
                <a:ea typeface="楷体" charset="0"/>
                <a:cs typeface="楷体_GB2312"/>
              </a:rPr>
              <a:t>个矩阵相乘的标准算法计算出矩阵连乘积</a:t>
            </a:r>
          </a:p>
        </p:txBody>
      </p:sp>
      <p:graphicFrame>
        <p:nvGraphicFramePr>
          <p:cNvPr id="120130" name="Object 322"/>
          <p:cNvGraphicFramePr>
            <a:graphicFrameLocks noChangeAspect="1"/>
          </p:cNvGraphicFramePr>
          <p:nvPr/>
        </p:nvGraphicFramePr>
        <p:xfrm>
          <a:off x="2049941" y="1170738"/>
          <a:ext cx="1527572" cy="404813"/>
        </p:xfrm>
        <a:graphic>
          <a:graphicData uri="http://schemas.openxmlformats.org/presentationml/2006/ole">
            <mc:AlternateContent xmlns:mc="http://schemas.openxmlformats.org/markup-compatibility/2006">
              <mc:Choice xmlns:v="urn:schemas-microsoft-com:vml" Requires="v">
                <p:oleObj spid="_x0000_s120424" name="数式" r:id="rId3" imgW="862965" imgH="228600" progId="Equation.3">
                  <p:embed/>
                </p:oleObj>
              </mc:Choice>
              <mc:Fallback>
                <p:oleObj name="数式" r:id="rId3" imgW="862965" imgH="228600" progId="Equation.3">
                  <p:embed/>
                  <p:pic>
                    <p:nvPicPr>
                      <p:cNvPr id="0" name="Picture 3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9941" y="1170738"/>
                        <a:ext cx="1527572" cy="404813"/>
                      </a:xfrm>
                      <a:prstGeom prst="rect">
                        <a:avLst/>
                      </a:prstGeom>
                      <a:noFill/>
                    </p:spPr>
                  </p:pic>
                </p:oleObj>
              </mc:Fallback>
            </mc:AlternateContent>
          </a:graphicData>
        </a:graphic>
      </p:graphicFrame>
      <p:graphicFrame>
        <p:nvGraphicFramePr>
          <p:cNvPr id="120131" name="Object 323"/>
          <p:cNvGraphicFramePr>
            <a:graphicFrameLocks noChangeAspect="1"/>
          </p:cNvGraphicFramePr>
          <p:nvPr/>
        </p:nvGraphicFramePr>
        <p:xfrm>
          <a:off x="4365353" y="1200150"/>
          <a:ext cx="267891" cy="370285"/>
        </p:xfrm>
        <a:graphic>
          <a:graphicData uri="http://schemas.openxmlformats.org/presentationml/2006/ole">
            <mc:AlternateContent xmlns:mc="http://schemas.openxmlformats.org/markup-compatibility/2006">
              <mc:Choice xmlns:v="urn:schemas-microsoft-com:vml" Requires="v">
                <p:oleObj spid="_x0000_s120425" name="数式" r:id="rId5" imgW="165100" imgH="228600" progId="Equation.3">
                  <p:embed/>
                </p:oleObj>
              </mc:Choice>
              <mc:Fallback>
                <p:oleObj name="数式" r:id="rId5" imgW="165100" imgH="228600" progId="Equation.3">
                  <p:embed/>
                  <p:pic>
                    <p:nvPicPr>
                      <p:cNvPr id="0" name="Picture 3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5353" y="1200150"/>
                        <a:ext cx="267891" cy="370285"/>
                      </a:xfrm>
                      <a:prstGeom prst="rect">
                        <a:avLst/>
                      </a:prstGeom>
                      <a:noFill/>
                    </p:spPr>
                  </p:pic>
                </p:oleObj>
              </mc:Fallback>
            </mc:AlternateContent>
          </a:graphicData>
        </a:graphic>
      </p:graphicFrame>
      <p:graphicFrame>
        <p:nvGraphicFramePr>
          <p:cNvPr id="120132" name="Object 324"/>
          <p:cNvGraphicFramePr>
            <a:graphicFrameLocks noChangeAspect="1"/>
          </p:cNvGraphicFramePr>
          <p:nvPr/>
        </p:nvGraphicFramePr>
        <p:xfrm>
          <a:off x="4879703" y="1200150"/>
          <a:ext cx="411956" cy="370285"/>
        </p:xfrm>
        <a:graphic>
          <a:graphicData uri="http://schemas.openxmlformats.org/presentationml/2006/ole">
            <mc:AlternateContent xmlns:mc="http://schemas.openxmlformats.org/markup-compatibility/2006">
              <mc:Choice xmlns:v="urn:schemas-microsoft-com:vml" Requires="v">
                <p:oleObj spid="_x0000_s120426" name="数式" r:id="rId7" imgW="254000" imgH="228600" progId="Equation.3">
                  <p:embed/>
                </p:oleObj>
              </mc:Choice>
              <mc:Fallback>
                <p:oleObj name="数式" r:id="rId7" imgW="254000" imgH="228600" progId="Equation.3">
                  <p:embed/>
                  <p:pic>
                    <p:nvPicPr>
                      <p:cNvPr id="0" name="Picture 3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9703" y="1200150"/>
                        <a:ext cx="411956" cy="370285"/>
                      </a:xfrm>
                      <a:prstGeom prst="rect">
                        <a:avLst/>
                      </a:prstGeom>
                      <a:noFill/>
                    </p:spPr>
                  </p:pic>
                </p:oleObj>
              </mc:Fallback>
            </mc:AlternateContent>
          </a:graphicData>
        </a:graphic>
      </p:graphicFrame>
      <p:graphicFrame>
        <p:nvGraphicFramePr>
          <p:cNvPr id="120133" name="Object 325"/>
          <p:cNvGraphicFramePr>
            <a:graphicFrameLocks noChangeAspect="1"/>
          </p:cNvGraphicFramePr>
          <p:nvPr/>
        </p:nvGraphicFramePr>
        <p:xfrm>
          <a:off x="6532129" y="1245064"/>
          <a:ext cx="1237060" cy="267891"/>
        </p:xfrm>
        <a:graphic>
          <a:graphicData uri="http://schemas.openxmlformats.org/presentationml/2006/ole">
            <mc:AlternateContent xmlns:mc="http://schemas.openxmlformats.org/markup-compatibility/2006">
              <mc:Choice xmlns:v="urn:schemas-microsoft-com:vml" Requires="v">
                <p:oleObj spid="_x0000_s120427" name="数式" r:id="rId9" imgW="876300" imgH="190500" progId="Equation.3">
                  <p:embed/>
                </p:oleObj>
              </mc:Choice>
              <mc:Fallback>
                <p:oleObj name="数式" r:id="rId9" imgW="876300" imgH="190500" progId="Equation.3">
                  <p:embed/>
                  <p:pic>
                    <p:nvPicPr>
                      <p:cNvPr id="0" name="Picture 3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32129" y="1245064"/>
                        <a:ext cx="1237060" cy="267891"/>
                      </a:xfrm>
                      <a:prstGeom prst="rect">
                        <a:avLst/>
                      </a:prstGeom>
                      <a:noFill/>
                    </p:spPr>
                  </p:pic>
                </p:oleObj>
              </mc:Fallback>
            </mc:AlternateContent>
          </a:graphicData>
        </a:graphic>
      </p:graphicFrame>
      <p:graphicFrame>
        <p:nvGraphicFramePr>
          <p:cNvPr id="120134" name="Object 326"/>
          <p:cNvGraphicFramePr>
            <a:graphicFrameLocks noChangeAspect="1"/>
          </p:cNvGraphicFramePr>
          <p:nvPr/>
        </p:nvGraphicFramePr>
        <p:xfrm>
          <a:off x="3525520" y="1633220"/>
          <a:ext cx="1525905" cy="596900"/>
        </p:xfrm>
        <a:graphic>
          <a:graphicData uri="http://schemas.openxmlformats.org/presentationml/2006/ole">
            <mc:AlternateContent xmlns:mc="http://schemas.openxmlformats.org/markup-compatibility/2006">
              <mc:Choice xmlns:v="urn:schemas-microsoft-com:vml" Requires="v">
                <p:oleObj spid="_x0000_s120428" name="数式" r:id="rId11" imgW="584200" imgH="228600" progId="Equation.3">
                  <p:embed/>
                </p:oleObj>
              </mc:Choice>
              <mc:Fallback>
                <p:oleObj name="数式" r:id="rId11" imgW="584200" imgH="228600" progId="Equation.3">
                  <p:embed/>
                  <p:pic>
                    <p:nvPicPr>
                      <p:cNvPr id="0" name="Picture 3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25520" y="1633220"/>
                        <a:ext cx="1525905" cy="596900"/>
                      </a:xfrm>
                      <a:prstGeom prst="rect">
                        <a:avLst/>
                      </a:prstGeom>
                      <a:noFill/>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3" name="Picture 302"/>
          <p:cNvPicPr>
            <a:picLocks noChangeAspect="1" noChangeArrowheads="1"/>
          </p:cNvPicPr>
          <p:nvPr/>
        </p:nvPicPr>
        <p:blipFill>
          <a:blip r:embed="rId2"/>
          <a:srcRect/>
          <a:stretch>
            <a:fillRect/>
          </a:stretch>
        </p:blipFill>
        <p:spPr bwMode="auto">
          <a:xfrm>
            <a:off x="950119" y="132160"/>
            <a:ext cx="6641306" cy="4266009"/>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434" name="Picture 2"/>
          <p:cNvPicPr>
            <a:picLocks noChangeAspect="1" noChangeArrowheads="1"/>
          </p:cNvPicPr>
          <p:nvPr/>
        </p:nvPicPr>
        <p:blipFill>
          <a:blip r:embed="rId2"/>
          <a:srcRect/>
          <a:stretch>
            <a:fillRect/>
          </a:stretch>
        </p:blipFill>
        <p:spPr bwMode="auto">
          <a:xfrm>
            <a:off x="1057831" y="325200"/>
            <a:ext cx="6627019" cy="34290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Freeform 9"/>
          <p:cNvSpPr/>
          <p:nvPr/>
        </p:nvSpPr>
        <p:spPr bwMode="auto">
          <a:xfrm>
            <a:off x="5302251" y="787347"/>
            <a:ext cx="3571875" cy="3784653"/>
          </a:xfrm>
          <a:custGeom>
            <a:avLst/>
            <a:gdLst>
              <a:gd name="connsiteX0" fmla="*/ 2953 w 10000"/>
              <a:gd name="connsiteY0" fmla="*/ 1410 h 9051"/>
              <a:gd name="connsiteX1" fmla="*/ 3446 w 10000"/>
              <a:gd name="connsiteY1" fmla="*/ 1622 h 9051"/>
              <a:gd name="connsiteX2" fmla="*/ 3451 w 10000"/>
              <a:gd name="connsiteY2" fmla="*/ 1622 h 9051"/>
              <a:gd name="connsiteX3" fmla="*/ 3455 w 10000"/>
              <a:gd name="connsiteY3" fmla="*/ 1625 h 9051"/>
              <a:gd name="connsiteX4" fmla="*/ 3835 w 10000"/>
              <a:gd name="connsiteY4" fmla="*/ 1897 h 9051"/>
              <a:gd name="connsiteX5" fmla="*/ 3885 w 10000"/>
              <a:gd name="connsiteY5" fmla="*/ 1957 h 9051"/>
              <a:gd name="connsiteX6" fmla="*/ 3890 w 10000"/>
              <a:gd name="connsiteY6" fmla="*/ 1957 h 9051"/>
              <a:gd name="connsiteX7" fmla="*/ 4337 w 10000"/>
              <a:gd name="connsiteY7" fmla="*/ 2704 h 9051"/>
              <a:gd name="connsiteX8" fmla="*/ 4342 w 10000"/>
              <a:gd name="connsiteY8" fmla="*/ 2718 h 9051"/>
              <a:gd name="connsiteX9" fmla="*/ 4414 w 10000"/>
              <a:gd name="connsiteY9" fmla="*/ 2919 h 9051"/>
              <a:gd name="connsiteX10" fmla="*/ 4414 w 10000"/>
              <a:gd name="connsiteY10" fmla="*/ 2919 h 9051"/>
              <a:gd name="connsiteX11" fmla="*/ 4763 w 10000"/>
              <a:gd name="connsiteY11" fmla="*/ 4217 h 9051"/>
              <a:gd name="connsiteX12" fmla="*/ 4853 w 10000"/>
              <a:gd name="connsiteY12" fmla="*/ 4756 h 9051"/>
              <a:gd name="connsiteX13" fmla="*/ 4996 w 10000"/>
              <a:gd name="connsiteY13" fmla="*/ 0 h 9051"/>
              <a:gd name="connsiteX14" fmla="*/ 5152 w 10000"/>
              <a:gd name="connsiteY14" fmla="*/ 4756 h 9051"/>
              <a:gd name="connsiteX15" fmla="*/ 5242 w 10000"/>
              <a:gd name="connsiteY15" fmla="*/ 4217 h 9051"/>
              <a:gd name="connsiteX16" fmla="*/ 5590 w 10000"/>
              <a:gd name="connsiteY16" fmla="*/ 2919 h 9051"/>
              <a:gd name="connsiteX17" fmla="*/ 5590 w 10000"/>
              <a:gd name="connsiteY17" fmla="*/ 2919 h 9051"/>
              <a:gd name="connsiteX18" fmla="*/ 5663 w 10000"/>
              <a:gd name="connsiteY18" fmla="*/ 2718 h 9051"/>
              <a:gd name="connsiteX19" fmla="*/ 5667 w 10000"/>
              <a:gd name="connsiteY19" fmla="*/ 2704 h 9051"/>
              <a:gd name="connsiteX20" fmla="*/ 6115 w 10000"/>
              <a:gd name="connsiteY20" fmla="*/ 1957 h 9051"/>
              <a:gd name="connsiteX21" fmla="*/ 6115 w 10000"/>
              <a:gd name="connsiteY21" fmla="*/ 1957 h 9051"/>
              <a:gd name="connsiteX22" fmla="*/ 6119 w 10000"/>
              <a:gd name="connsiteY22" fmla="*/ 1953 h 9051"/>
              <a:gd name="connsiteX23" fmla="*/ 6128 w 10000"/>
              <a:gd name="connsiteY23" fmla="*/ 1939 h 9051"/>
              <a:gd name="connsiteX24" fmla="*/ 6169 w 10000"/>
              <a:gd name="connsiteY24" fmla="*/ 1897 h 9051"/>
              <a:gd name="connsiteX25" fmla="*/ 7051 w 10000"/>
              <a:gd name="connsiteY25" fmla="*/ 1410 h 9051"/>
              <a:gd name="connsiteX26" fmla="*/ 7056 w 10000"/>
              <a:gd name="connsiteY26" fmla="*/ 1410 h 9051"/>
              <a:gd name="connsiteX27" fmla="*/ 7399 w 10000"/>
              <a:gd name="connsiteY27" fmla="*/ 1361 h 9051"/>
              <a:gd name="connsiteX28" fmla="*/ 7417 w 10000"/>
              <a:gd name="connsiteY28" fmla="*/ 1361 h 9051"/>
              <a:gd name="connsiteX29" fmla="*/ 7544 w 10000"/>
              <a:gd name="connsiteY29" fmla="*/ 1354 h 9051"/>
              <a:gd name="connsiteX30" fmla="*/ 8824 w 10000"/>
              <a:gd name="connsiteY30" fmla="*/ 698 h 9051"/>
              <a:gd name="connsiteX31" fmla="*/ 7562 w 10000"/>
              <a:gd name="connsiteY31" fmla="*/ 1424 h 9051"/>
              <a:gd name="connsiteX32" fmla="*/ 7558 w 10000"/>
              <a:gd name="connsiteY32" fmla="*/ 1424 h 9051"/>
              <a:gd name="connsiteX33" fmla="*/ 7553 w 10000"/>
              <a:gd name="connsiteY33" fmla="*/ 1424 h 9051"/>
              <a:gd name="connsiteX34" fmla="*/ 7540 w 10000"/>
              <a:gd name="connsiteY34" fmla="*/ 1428 h 9051"/>
              <a:gd name="connsiteX35" fmla="*/ 7531 w 10000"/>
              <a:gd name="connsiteY35" fmla="*/ 1428 h 9051"/>
              <a:gd name="connsiteX36" fmla="*/ 7526 w 10000"/>
              <a:gd name="connsiteY36" fmla="*/ 1428 h 9051"/>
              <a:gd name="connsiteX37" fmla="*/ 7521 w 10000"/>
              <a:gd name="connsiteY37" fmla="*/ 1428 h 9051"/>
              <a:gd name="connsiteX38" fmla="*/ 7517 w 10000"/>
              <a:gd name="connsiteY38" fmla="*/ 1428 h 9051"/>
              <a:gd name="connsiteX39" fmla="*/ 7508 w 10000"/>
              <a:gd name="connsiteY39" fmla="*/ 1431 h 9051"/>
              <a:gd name="connsiteX40" fmla="*/ 7503 w 10000"/>
              <a:gd name="connsiteY40" fmla="*/ 1431 h 9051"/>
              <a:gd name="connsiteX41" fmla="*/ 7422 w 10000"/>
              <a:gd name="connsiteY41" fmla="*/ 1442 h 9051"/>
              <a:gd name="connsiteX42" fmla="*/ 6232 w 10000"/>
              <a:gd name="connsiteY42" fmla="*/ 2016 h 9051"/>
              <a:gd name="connsiteX43" fmla="*/ 5753 w 10000"/>
              <a:gd name="connsiteY43" fmla="*/ 2951 h 9051"/>
              <a:gd name="connsiteX44" fmla="*/ 5355 w 10000"/>
              <a:gd name="connsiteY44" fmla="*/ 4799 h 9051"/>
              <a:gd name="connsiteX45" fmla="*/ 6395 w 10000"/>
              <a:gd name="connsiteY45" fmla="*/ 3177 h 9051"/>
              <a:gd name="connsiteX46" fmla="*/ 6395 w 10000"/>
              <a:gd name="connsiteY46" fmla="*/ 3177 h 9051"/>
              <a:gd name="connsiteX47" fmla="*/ 6400 w 10000"/>
              <a:gd name="connsiteY47" fmla="*/ 3173 h 9051"/>
              <a:gd name="connsiteX48" fmla="*/ 6563 w 10000"/>
              <a:gd name="connsiteY48" fmla="*/ 3071 h 9051"/>
              <a:gd name="connsiteX49" fmla="*/ 7065 w 10000"/>
              <a:gd name="connsiteY49" fmla="*/ 2849 h 9051"/>
              <a:gd name="connsiteX50" fmla="*/ 7983 w 10000"/>
              <a:gd name="connsiteY50" fmla="*/ 2824 h 9051"/>
              <a:gd name="connsiteX51" fmla="*/ 7983 w 10000"/>
              <a:gd name="connsiteY51" fmla="*/ 2824 h 9051"/>
              <a:gd name="connsiteX52" fmla="*/ 8024 w 10000"/>
              <a:gd name="connsiteY52" fmla="*/ 2831 h 9051"/>
              <a:gd name="connsiteX53" fmla="*/ 10000 w 10000"/>
              <a:gd name="connsiteY53" fmla="*/ 2464 h 9051"/>
              <a:gd name="connsiteX54" fmla="*/ 8114 w 10000"/>
              <a:gd name="connsiteY54" fmla="*/ 2919 h 9051"/>
              <a:gd name="connsiteX55" fmla="*/ 8005 w 10000"/>
              <a:gd name="connsiteY55" fmla="*/ 2905 h 9051"/>
              <a:gd name="connsiteX56" fmla="*/ 7965 w 10000"/>
              <a:gd name="connsiteY56" fmla="*/ 2898 h 9051"/>
              <a:gd name="connsiteX57" fmla="*/ 7155 w 10000"/>
              <a:gd name="connsiteY57" fmla="*/ 2937 h 9051"/>
              <a:gd name="connsiteX58" fmla="*/ 6630 w 10000"/>
              <a:gd name="connsiteY58" fmla="*/ 3152 h 9051"/>
              <a:gd name="connsiteX59" fmla="*/ 6481 w 10000"/>
              <a:gd name="connsiteY59" fmla="*/ 3251 h 9051"/>
              <a:gd name="connsiteX60" fmla="*/ 5473 w 10000"/>
              <a:gd name="connsiteY60" fmla="*/ 5303 h 9051"/>
              <a:gd name="connsiteX61" fmla="*/ 5427 w 10000"/>
              <a:gd name="connsiteY61" fmla="*/ 6304 h 9051"/>
              <a:gd name="connsiteX62" fmla="*/ 6811 w 10000"/>
              <a:gd name="connsiteY62" fmla="*/ 4079 h 9051"/>
              <a:gd name="connsiteX63" fmla="*/ 6870 w 10000"/>
              <a:gd name="connsiteY63" fmla="*/ 4037 h 9051"/>
              <a:gd name="connsiteX64" fmla="*/ 6870 w 10000"/>
              <a:gd name="connsiteY64" fmla="*/ 4037 h 9051"/>
              <a:gd name="connsiteX65" fmla="*/ 9091 w 10000"/>
              <a:gd name="connsiteY65" fmla="*/ 3755 h 9051"/>
              <a:gd name="connsiteX66" fmla="*/ 6979 w 10000"/>
              <a:gd name="connsiteY66" fmla="*/ 4118 h 9051"/>
              <a:gd name="connsiteX67" fmla="*/ 6974 w 10000"/>
              <a:gd name="connsiteY67" fmla="*/ 4122 h 9051"/>
              <a:gd name="connsiteX68" fmla="*/ 6938 w 10000"/>
              <a:gd name="connsiteY68" fmla="*/ 4160 h 9051"/>
              <a:gd name="connsiteX69" fmla="*/ 5785 w 10000"/>
              <a:gd name="connsiteY69" fmla="*/ 8148 h 9051"/>
              <a:gd name="connsiteX70" fmla="*/ 6160 w 10000"/>
              <a:gd name="connsiteY70" fmla="*/ 9051 h 9051"/>
              <a:gd name="connsiteX71" fmla="*/ 3844 w 10000"/>
              <a:gd name="connsiteY71" fmla="*/ 9051 h 9051"/>
              <a:gd name="connsiteX72" fmla="*/ 4215 w 10000"/>
              <a:gd name="connsiteY72" fmla="*/ 8148 h 9051"/>
              <a:gd name="connsiteX73" fmla="*/ 3066 w 10000"/>
              <a:gd name="connsiteY73" fmla="*/ 4160 h 9051"/>
              <a:gd name="connsiteX74" fmla="*/ 3057 w 10000"/>
              <a:gd name="connsiteY74" fmla="*/ 4150 h 9051"/>
              <a:gd name="connsiteX75" fmla="*/ 3048 w 10000"/>
              <a:gd name="connsiteY75" fmla="*/ 4143 h 9051"/>
              <a:gd name="connsiteX76" fmla="*/ 3035 w 10000"/>
              <a:gd name="connsiteY76" fmla="*/ 4129 h 9051"/>
              <a:gd name="connsiteX77" fmla="*/ 3026 w 10000"/>
              <a:gd name="connsiteY77" fmla="*/ 4122 h 9051"/>
              <a:gd name="connsiteX78" fmla="*/ 3021 w 10000"/>
              <a:gd name="connsiteY78" fmla="*/ 4118 h 9051"/>
              <a:gd name="connsiteX79" fmla="*/ 914 w 10000"/>
              <a:gd name="connsiteY79" fmla="*/ 3755 h 9051"/>
              <a:gd name="connsiteX80" fmla="*/ 3130 w 10000"/>
              <a:gd name="connsiteY80" fmla="*/ 4033 h 9051"/>
              <a:gd name="connsiteX81" fmla="*/ 3130 w 10000"/>
              <a:gd name="connsiteY81" fmla="*/ 4033 h 9051"/>
              <a:gd name="connsiteX82" fmla="*/ 3134 w 10000"/>
              <a:gd name="connsiteY82" fmla="*/ 4037 h 9051"/>
              <a:gd name="connsiteX83" fmla="*/ 3134 w 10000"/>
              <a:gd name="connsiteY83" fmla="*/ 4037 h 9051"/>
              <a:gd name="connsiteX84" fmla="*/ 3180 w 10000"/>
              <a:gd name="connsiteY84" fmla="*/ 4072 h 9051"/>
              <a:gd name="connsiteX85" fmla="*/ 3180 w 10000"/>
              <a:gd name="connsiteY85" fmla="*/ 4072 h 9051"/>
              <a:gd name="connsiteX86" fmla="*/ 3189 w 10000"/>
              <a:gd name="connsiteY86" fmla="*/ 4079 h 9051"/>
              <a:gd name="connsiteX87" fmla="*/ 4573 w 10000"/>
              <a:gd name="connsiteY87" fmla="*/ 6304 h 9051"/>
              <a:gd name="connsiteX88" fmla="*/ 4532 w 10000"/>
              <a:gd name="connsiteY88" fmla="*/ 5303 h 9051"/>
              <a:gd name="connsiteX89" fmla="*/ 3523 w 10000"/>
              <a:gd name="connsiteY89" fmla="*/ 3251 h 9051"/>
              <a:gd name="connsiteX90" fmla="*/ 3370 w 10000"/>
              <a:gd name="connsiteY90" fmla="*/ 3152 h 9051"/>
              <a:gd name="connsiteX91" fmla="*/ 2845 w 10000"/>
              <a:gd name="connsiteY91" fmla="*/ 2937 h 9051"/>
              <a:gd name="connsiteX92" fmla="*/ 2035 w 10000"/>
              <a:gd name="connsiteY92" fmla="*/ 2898 h 9051"/>
              <a:gd name="connsiteX93" fmla="*/ 1999 w 10000"/>
              <a:gd name="connsiteY93" fmla="*/ 2905 h 9051"/>
              <a:gd name="connsiteX94" fmla="*/ 1891 w 10000"/>
              <a:gd name="connsiteY94" fmla="*/ 2919 h 9051"/>
              <a:gd name="connsiteX95" fmla="*/ 0 w 10000"/>
              <a:gd name="connsiteY95" fmla="*/ 2464 h 9051"/>
              <a:gd name="connsiteX96" fmla="*/ 1981 w 10000"/>
              <a:gd name="connsiteY96" fmla="*/ 2831 h 9051"/>
              <a:gd name="connsiteX97" fmla="*/ 2017 w 10000"/>
              <a:gd name="connsiteY97" fmla="*/ 2824 h 9051"/>
              <a:gd name="connsiteX98" fmla="*/ 2022 w 10000"/>
              <a:gd name="connsiteY98" fmla="*/ 2824 h 9051"/>
              <a:gd name="connsiteX99" fmla="*/ 2022 w 10000"/>
              <a:gd name="connsiteY99" fmla="*/ 2824 h 9051"/>
              <a:gd name="connsiteX100" fmla="*/ 2935 w 10000"/>
              <a:gd name="connsiteY100" fmla="*/ 2849 h 9051"/>
              <a:gd name="connsiteX101" fmla="*/ 3442 w 10000"/>
              <a:gd name="connsiteY101" fmla="*/ 3071 h 9051"/>
              <a:gd name="connsiteX102" fmla="*/ 3605 w 10000"/>
              <a:gd name="connsiteY102" fmla="*/ 3173 h 9051"/>
              <a:gd name="connsiteX103" fmla="*/ 3609 w 10000"/>
              <a:gd name="connsiteY103" fmla="*/ 3177 h 9051"/>
              <a:gd name="connsiteX104" fmla="*/ 3609 w 10000"/>
              <a:gd name="connsiteY104" fmla="*/ 3177 h 9051"/>
              <a:gd name="connsiteX105" fmla="*/ 4649 w 10000"/>
              <a:gd name="connsiteY105" fmla="*/ 4799 h 9051"/>
              <a:gd name="connsiteX106" fmla="*/ 4251 w 10000"/>
              <a:gd name="connsiteY106" fmla="*/ 2951 h 9051"/>
              <a:gd name="connsiteX107" fmla="*/ 3772 w 10000"/>
              <a:gd name="connsiteY107" fmla="*/ 2016 h 9051"/>
              <a:gd name="connsiteX108" fmla="*/ 3379 w 10000"/>
              <a:gd name="connsiteY108" fmla="*/ 1699 h 9051"/>
              <a:gd name="connsiteX109" fmla="*/ 2583 w 10000"/>
              <a:gd name="connsiteY109" fmla="*/ 1442 h 9051"/>
              <a:gd name="connsiteX110" fmla="*/ 2492 w 10000"/>
              <a:gd name="connsiteY110" fmla="*/ 1431 h 9051"/>
              <a:gd name="connsiteX111" fmla="*/ 2488 w 10000"/>
              <a:gd name="connsiteY111" fmla="*/ 1428 h 9051"/>
              <a:gd name="connsiteX112" fmla="*/ 2474 w 10000"/>
              <a:gd name="connsiteY112" fmla="*/ 1428 h 9051"/>
              <a:gd name="connsiteX113" fmla="*/ 2465 w 10000"/>
              <a:gd name="connsiteY113" fmla="*/ 1428 h 9051"/>
              <a:gd name="connsiteX114" fmla="*/ 2460 w 10000"/>
              <a:gd name="connsiteY114" fmla="*/ 1428 h 9051"/>
              <a:gd name="connsiteX115" fmla="*/ 2460 w 10000"/>
              <a:gd name="connsiteY115" fmla="*/ 1424 h 9051"/>
              <a:gd name="connsiteX116" fmla="*/ 2447 w 10000"/>
              <a:gd name="connsiteY116" fmla="*/ 1424 h 9051"/>
              <a:gd name="connsiteX117" fmla="*/ 2442 w 10000"/>
              <a:gd name="connsiteY117" fmla="*/ 1424 h 9051"/>
              <a:gd name="connsiteX118" fmla="*/ 2442 w 10000"/>
              <a:gd name="connsiteY118" fmla="*/ 1424 h 9051"/>
              <a:gd name="connsiteX119" fmla="*/ 1180 w 10000"/>
              <a:gd name="connsiteY119" fmla="*/ 698 h 9051"/>
              <a:gd name="connsiteX120" fmla="*/ 2456 w 10000"/>
              <a:gd name="connsiteY120" fmla="*/ 1354 h 9051"/>
              <a:gd name="connsiteX121" fmla="*/ 2587 w 10000"/>
              <a:gd name="connsiteY121" fmla="*/ 1361 h 9051"/>
              <a:gd name="connsiteX122" fmla="*/ 2601 w 10000"/>
              <a:gd name="connsiteY122" fmla="*/ 1361 h 9051"/>
              <a:gd name="connsiteX123" fmla="*/ 2949 w 10000"/>
              <a:gd name="connsiteY123" fmla="*/ 1410 h 9051"/>
              <a:gd name="connsiteX124" fmla="*/ 2953 w 10000"/>
              <a:gd name="connsiteY124" fmla="*/ 1410 h 9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0000" h="9051">
                <a:moveTo>
                  <a:pt x="2953" y="1410"/>
                </a:moveTo>
                <a:cubicBezTo>
                  <a:pt x="3121" y="1456"/>
                  <a:pt x="3288" y="1526"/>
                  <a:pt x="3446" y="1622"/>
                </a:cubicBezTo>
                <a:lnTo>
                  <a:pt x="3451" y="1622"/>
                </a:lnTo>
                <a:lnTo>
                  <a:pt x="3455" y="1625"/>
                </a:lnTo>
                <a:cubicBezTo>
                  <a:pt x="3582" y="1699"/>
                  <a:pt x="3709" y="1791"/>
                  <a:pt x="3835" y="1897"/>
                </a:cubicBezTo>
                <a:cubicBezTo>
                  <a:pt x="3853" y="1918"/>
                  <a:pt x="3867" y="1935"/>
                  <a:pt x="3885" y="1957"/>
                </a:cubicBezTo>
                <a:lnTo>
                  <a:pt x="3890" y="1957"/>
                </a:lnTo>
                <a:cubicBezTo>
                  <a:pt x="4102" y="2200"/>
                  <a:pt x="4251" y="2450"/>
                  <a:pt x="4337" y="2704"/>
                </a:cubicBezTo>
                <a:cubicBezTo>
                  <a:pt x="4337" y="2708"/>
                  <a:pt x="4337" y="2711"/>
                  <a:pt x="4342" y="2718"/>
                </a:cubicBezTo>
                <a:cubicBezTo>
                  <a:pt x="4365" y="2785"/>
                  <a:pt x="4387" y="2852"/>
                  <a:pt x="4414" y="2919"/>
                </a:cubicBezTo>
                <a:lnTo>
                  <a:pt x="4414" y="2919"/>
                </a:lnTo>
                <a:cubicBezTo>
                  <a:pt x="4582" y="3409"/>
                  <a:pt x="4699" y="3839"/>
                  <a:pt x="4763" y="4217"/>
                </a:cubicBezTo>
                <a:lnTo>
                  <a:pt x="4853" y="4756"/>
                </a:lnTo>
                <a:cubicBezTo>
                  <a:pt x="4901" y="3171"/>
                  <a:pt x="4948" y="1585"/>
                  <a:pt x="4996" y="0"/>
                </a:cubicBezTo>
                <a:lnTo>
                  <a:pt x="5152" y="4756"/>
                </a:lnTo>
                <a:lnTo>
                  <a:pt x="5242" y="4217"/>
                </a:lnTo>
                <a:cubicBezTo>
                  <a:pt x="5305" y="3839"/>
                  <a:pt x="5423" y="3409"/>
                  <a:pt x="5590" y="2919"/>
                </a:cubicBezTo>
                <a:lnTo>
                  <a:pt x="5590" y="2919"/>
                </a:lnTo>
                <a:cubicBezTo>
                  <a:pt x="5613" y="2852"/>
                  <a:pt x="5635" y="2785"/>
                  <a:pt x="5663" y="2718"/>
                </a:cubicBezTo>
                <a:cubicBezTo>
                  <a:pt x="5663" y="2711"/>
                  <a:pt x="5667" y="2708"/>
                  <a:pt x="5667" y="2704"/>
                </a:cubicBezTo>
                <a:cubicBezTo>
                  <a:pt x="5753" y="2450"/>
                  <a:pt x="5902" y="2200"/>
                  <a:pt x="6115" y="1957"/>
                </a:cubicBezTo>
                <a:lnTo>
                  <a:pt x="6115" y="1957"/>
                </a:lnTo>
                <a:cubicBezTo>
                  <a:pt x="6115" y="1957"/>
                  <a:pt x="6119" y="1957"/>
                  <a:pt x="6119" y="1953"/>
                </a:cubicBezTo>
                <a:cubicBezTo>
                  <a:pt x="6124" y="1949"/>
                  <a:pt x="6124" y="1946"/>
                  <a:pt x="6128" y="1939"/>
                </a:cubicBezTo>
                <a:lnTo>
                  <a:pt x="6169" y="1897"/>
                </a:lnTo>
                <a:cubicBezTo>
                  <a:pt x="6450" y="1657"/>
                  <a:pt x="6744" y="1495"/>
                  <a:pt x="7051" y="1410"/>
                </a:cubicBezTo>
                <a:lnTo>
                  <a:pt x="7056" y="1410"/>
                </a:lnTo>
                <a:cubicBezTo>
                  <a:pt x="7173" y="1378"/>
                  <a:pt x="7291" y="1361"/>
                  <a:pt x="7399" y="1361"/>
                </a:cubicBezTo>
                <a:lnTo>
                  <a:pt x="7417" y="1361"/>
                </a:lnTo>
                <a:cubicBezTo>
                  <a:pt x="7458" y="1357"/>
                  <a:pt x="7503" y="1357"/>
                  <a:pt x="7544" y="1354"/>
                </a:cubicBezTo>
                <a:cubicBezTo>
                  <a:pt x="8064" y="1315"/>
                  <a:pt x="8489" y="1096"/>
                  <a:pt x="8824" y="698"/>
                </a:cubicBezTo>
                <a:cubicBezTo>
                  <a:pt x="8598" y="1107"/>
                  <a:pt x="8177" y="1350"/>
                  <a:pt x="7562" y="1424"/>
                </a:cubicBezTo>
                <a:lnTo>
                  <a:pt x="7558" y="1424"/>
                </a:lnTo>
                <a:lnTo>
                  <a:pt x="7553" y="1424"/>
                </a:lnTo>
                <a:cubicBezTo>
                  <a:pt x="7549" y="1424"/>
                  <a:pt x="7544" y="1424"/>
                  <a:pt x="7540" y="1428"/>
                </a:cubicBezTo>
                <a:lnTo>
                  <a:pt x="7531" y="1428"/>
                </a:lnTo>
                <a:lnTo>
                  <a:pt x="7526" y="1428"/>
                </a:lnTo>
                <a:lnTo>
                  <a:pt x="7521" y="1428"/>
                </a:lnTo>
                <a:lnTo>
                  <a:pt x="7517" y="1428"/>
                </a:lnTo>
                <a:lnTo>
                  <a:pt x="7508" y="1431"/>
                </a:lnTo>
                <a:lnTo>
                  <a:pt x="7503" y="1431"/>
                </a:lnTo>
                <a:cubicBezTo>
                  <a:pt x="7476" y="1435"/>
                  <a:pt x="7449" y="1435"/>
                  <a:pt x="7422" y="1442"/>
                </a:cubicBezTo>
                <a:cubicBezTo>
                  <a:pt x="6906" y="1509"/>
                  <a:pt x="6508" y="1703"/>
                  <a:pt x="6232" y="2016"/>
                </a:cubicBezTo>
                <a:cubicBezTo>
                  <a:pt x="6047" y="2256"/>
                  <a:pt x="5889" y="2567"/>
                  <a:pt x="5753" y="2951"/>
                </a:cubicBezTo>
                <a:cubicBezTo>
                  <a:pt x="5577" y="3448"/>
                  <a:pt x="5445" y="4062"/>
                  <a:pt x="5355" y="4799"/>
                </a:cubicBezTo>
                <a:cubicBezTo>
                  <a:pt x="5522" y="4076"/>
                  <a:pt x="5871" y="3533"/>
                  <a:pt x="6395" y="3177"/>
                </a:cubicBezTo>
                <a:lnTo>
                  <a:pt x="6395" y="3177"/>
                </a:lnTo>
                <a:cubicBezTo>
                  <a:pt x="6395" y="3173"/>
                  <a:pt x="6400" y="3173"/>
                  <a:pt x="6400" y="3173"/>
                </a:cubicBezTo>
                <a:cubicBezTo>
                  <a:pt x="6450" y="3138"/>
                  <a:pt x="6504" y="3102"/>
                  <a:pt x="6563" y="3071"/>
                </a:cubicBezTo>
                <a:cubicBezTo>
                  <a:pt x="6716" y="2983"/>
                  <a:pt x="6884" y="2909"/>
                  <a:pt x="7065" y="2849"/>
                </a:cubicBezTo>
                <a:cubicBezTo>
                  <a:pt x="7295" y="2778"/>
                  <a:pt x="7603" y="2771"/>
                  <a:pt x="7983" y="2824"/>
                </a:cubicBezTo>
                <a:lnTo>
                  <a:pt x="7983" y="2824"/>
                </a:lnTo>
                <a:cubicBezTo>
                  <a:pt x="7996" y="2827"/>
                  <a:pt x="8010" y="2827"/>
                  <a:pt x="8024" y="2831"/>
                </a:cubicBezTo>
                <a:cubicBezTo>
                  <a:pt x="8797" y="2926"/>
                  <a:pt x="9457" y="2803"/>
                  <a:pt x="10000" y="2464"/>
                </a:cubicBezTo>
                <a:cubicBezTo>
                  <a:pt x="9512" y="2859"/>
                  <a:pt x="8878" y="3011"/>
                  <a:pt x="8114" y="2919"/>
                </a:cubicBezTo>
                <a:cubicBezTo>
                  <a:pt x="8078" y="2912"/>
                  <a:pt x="8042" y="2909"/>
                  <a:pt x="8005" y="2905"/>
                </a:cubicBezTo>
                <a:cubicBezTo>
                  <a:pt x="7992" y="2901"/>
                  <a:pt x="7978" y="2901"/>
                  <a:pt x="7965" y="2898"/>
                </a:cubicBezTo>
                <a:cubicBezTo>
                  <a:pt x="7635" y="2863"/>
                  <a:pt x="7363" y="2873"/>
                  <a:pt x="7155" y="2937"/>
                </a:cubicBezTo>
                <a:cubicBezTo>
                  <a:pt x="6965" y="2990"/>
                  <a:pt x="6789" y="3064"/>
                  <a:pt x="6630" y="3152"/>
                </a:cubicBezTo>
                <a:cubicBezTo>
                  <a:pt x="6581" y="3184"/>
                  <a:pt x="6526" y="3215"/>
                  <a:pt x="6481" y="3251"/>
                </a:cubicBezTo>
                <a:cubicBezTo>
                  <a:pt x="5889" y="3656"/>
                  <a:pt x="5550" y="4340"/>
                  <a:pt x="5473" y="5303"/>
                </a:cubicBezTo>
                <a:cubicBezTo>
                  <a:pt x="5400" y="5662"/>
                  <a:pt x="5387" y="5997"/>
                  <a:pt x="5427" y="6304"/>
                </a:cubicBezTo>
                <a:cubicBezTo>
                  <a:pt x="5717" y="5324"/>
                  <a:pt x="6178" y="4583"/>
                  <a:pt x="6811" y="4079"/>
                </a:cubicBezTo>
                <a:cubicBezTo>
                  <a:pt x="6829" y="4065"/>
                  <a:pt x="6852" y="4051"/>
                  <a:pt x="6870" y="4037"/>
                </a:cubicBezTo>
                <a:lnTo>
                  <a:pt x="6870" y="4037"/>
                </a:lnTo>
                <a:cubicBezTo>
                  <a:pt x="7494" y="3571"/>
                  <a:pt x="8236" y="3476"/>
                  <a:pt x="9091" y="3755"/>
                </a:cubicBezTo>
                <a:cubicBezTo>
                  <a:pt x="8204" y="3547"/>
                  <a:pt x="7499" y="3670"/>
                  <a:pt x="6979" y="4118"/>
                </a:cubicBezTo>
                <a:cubicBezTo>
                  <a:pt x="6979" y="4122"/>
                  <a:pt x="6979" y="4122"/>
                  <a:pt x="6974" y="4122"/>
                </a:cubicBezTo>
                <a:cubicBezTo>
                  <a:pt x="6961" y="4136"/>
                  <a:pt x="6947" y="4146"/>
                  <a:pt x="6938" y="4160"/>
                </a:cubicBezTo>
                <a:cubicBezTo>
                  <a:pt x="5699" y="5313"/>
                  <a:pt x="5319" y="6643"/>
                  <a:pt x="5785" y="8148"/>
                </a:cubicBezTo>
                <a:cubicBezTo>
                  <a:pt x="5880" y="8445"/>
                  <a:pt x="6002" y="8744"/>
                  <a:pt x="6160" y="9051"/>
                </a:cubicBezTo>
                <a:lnTo>
                  <a:pt x="3844" y="9051"/>
                </a:lnTo>
                <a:cubicBezTo>
                  <a:pt x="4003" y="8744"/>
                  <a:pt x="4125" y="8445"/>
                  <a:pt x="4215" y="8148"/>
                </a:cubicBezTo>
                <a:cubicBezTo>
                  <a:pt x="4686" y="6643"/>
                  <a:pt x="4301" y="5313"/>
                  <a:pt x="3066" y="4160"/>
                </a:cubicBezTo>
                <a:lnTo>
                  <a:pt x="3057" y="4150"/>
                </a:lnTo>
                <a:cubicBezTo>
                  <a:pt x="3053" y="4146"/>
                  <a:pt x="3053" y="4143"/>
                  <a:pt x="3048" y="4143"/>
                </a:cubicBezTo>
                <a:lnTo>
                  <a:pt x="3035" y="4129"/>
                </a:lnTo>
                <a:cubicBezTo>
                  <a:pt x="3030" y="4125"/>
                  <a:pt x="3030" y="4125"/>
                  <a:pt x="3026" y="4122"/>
                </a:cubicBezTo>
                <a:lnTo>
                  <a:pt x="3021" y="4118"/>
                </a:lnTo>
                <a:cubicBezTo>
                  <a:pt x="2506" y="3670"/>
                  <a:pt x="1800" y="3547"/>
                  <a:pt x="914" y="3755"/>
                </a:cubicBezTo>
                <a:cubicBezTo>
                  <a:pt x="1768" y="3480"/>
                  <a:pt x="2506" y="3571"/>
                  <a:pt x="3130" y="4033"/>
                </a:cubicBezTo>
                <a:lnTo>
                  <a:pt x="3130" y="4033"/>
                </a:lnTo>
                <a:lnTo>
                  <a:pt x="3134" y="4037"/>
                </a:lnTo>
                <a:lnTo>
                  <a:pt x="3134" y="4037"/>
                </a:lnTo>
                <a:cubicBezTo>
                  <a:pt x="3148" y="4047"/>
                  <a:pt x="3161" y="4062"/>
                  <a:pt x="3180" y="4072"/>
                </a:cubicBezTo>
                <a:lnTo>
                  <a:pt x="3180" y="4072"/>
                </a:lnTo>
                <a:cubicBezTo>
                  <a:pt x="3184" y="4076"/>
                  <a:pt x="3184" y="4079"/>
                  <a:pt x="3189" y="4079"/>
                </a:cubicBezTo>
                <a:cubicBezTo>
                  <a:pt x="3826" y="4583"/>
                  <a:pt x="4288" y="5324"/>
                  <a:pt x="4573" y="6304"/>
                </a:cubicBezTo>
                <a:cubicBezTo>
                  <a:pt x="4618" y="5997"/>
                  <a:pt x="4604" y="5662"/>
                  <a:pt x="4532" y="5303"/>
                </a:cubicBezTo>
                <a:cubicBezTo>
                  <a:pt x="4450" y="4340"/>
                  <a:pt x="4116" y="3656"/>
                  <a:pt x="3523" y="3251"/>
                </a:cubicBezTo>
                <a:cubicBezTo>
                  <a:pt x="3474" y="3215"/>
                  <a:pt x="3424" y="3184"/>
                  <a:pt x="3370" y="3152"/>
                </a:cubicBezTo>
                <a:cubicBezTo>
                  <a:pt x="3211" y="3064"/>
                  <a:pt x="3039" y="2990"/>
                  <a:pt x="2845" y="2937"/>
                </a:cubicBezTo>
                <a:cubicBezTo>
                  <a:pt x="2637" y="2873"/>
                  <a:pt x="2365" y="2863"/>
                  <a:pt x="2035" y="2898"/>
                </a:cubicBezTo>
                <a:cubicBezTo>
                  <a:pt x="2022" y="2901"/>
                  <a:pt x="2013" y="2901"/>
                  <a:pt x="1999" y="2905"/>
                </a:cubicBezTo>
                <a:cubicBezTo>
                  <a:pt x="1963" y="2909"/>
                  <a:pt x="1927" y="2912"/>
                  <a:pt x="1891" y="2919"/>
                </a:cubicBezTo>
                <a:cubicBezTo>
                  <a:pt x="1122" y="3011"/>
                  <a:pt x="493" y="2859"/>
                  <a:pt x="0" y="2464"/>
                </a:cubicBezTo>
                <a:cubicBezTo>
                  <a:pt x="543" y="2803"/>
                  <a:pt x="1203" y="2926"/>
                  <a:pt x="1981" y="2831"/>
                </a:cubicBezTo>
                <a:cubicBezTo>
                  <a:pt x="1995" y="2827"/>
                  <a:pt x="2008" y="2827"/>
                  <a:pt x="2017" y="2824"/>
                </a:cubicBezTo>
                <a:lnTo>
                  <a:pt x="2022" y="2824"/>
                </a:lnTo>
                <a:lnTo>
                  <a:pt x="2022" y="2824"/>
                </a:lnTo>
                <a:cubicBezTo>
                  <a:pt x="2402" y="2771"/>
                  <a:pt x="2705" y="2778"/>
                  <a:pt x="2935" y="2849"/>
                </a:cubicBezTo>
                <a:cubicBezTo>
                  <a:pt x="3121" y="2909"/>
                  <a:pt x="3288" y="2983"/>
                  <a:pt x="3442" y="3071"/>
                </a:cubicBezTo>
                <a:cubicBezTo>
                  <a:pt x="3501" y="3102"/>
                  <a:pt x="3555" y="3138"/>
                  <a:pt x="3605" y="3173"/>
                </a:cubicBezTo>
                <a:cubicBezTo>
                  <a:pt x="3605" y="3173"/>
                  <a:pt x="3609" y="3173"/>
                  <a:pt x="3609" y="3177"/>
                </a:cubicBezTo>
                <a:lnTo>
                  <a:pt x="3609" y="3177"/>
                </a:lnTo>
                <a:cubicBezTo>
                  <a:pt x="4134" y="3533"/>
                  <a:pt x="4478" y="4076"/>
                  <a:pt x="4649" y="4799"/>
                </a:cubicBezTo>
                <a:cubicBezTo>
                  <a:pt x="4559" y="4062"/>
                  <a:pt x="4423" y="3448"/>
                  <a:pt x="4251" y="2951"/>
                </a:cubicBezTo>
                <a:cubicBezTo>
                  <a:pt x="4116" y="2567"/>
                  <a:pt x="3957" y="2256"/>
                  <a:pt x="3772" y="2016"/>
                </a:cubicBezTo>
                <a:cubicBezTo>
                  <a:pt x="3659" y="1890"/>
                  <a:pt x="3528" y="1784"/>
                  <a:pt x="3379" y="1699"/>
                </a:cubicBezTo>
                <a:cubicBezTo>
                  <a:pt x="3157" y="1569"/>
                  <a:pt x="2890" y="1480"/>
                  <a:pt x="2583" y="1442"/>
                </a:cubicBezTo>
                <a:cubicBezTo>
                  <a:pt x="2551" y="1435"/>
                  <a:pt x="2524" y="1431"/>
                  <a:pt x="2492" y="1431"/>
                </a:cubicBezTo>
                <a:lnTo>
                  <a:pt x="2488" y="1428"/>
                </a:lnTo>
                <a:lnTo>
                  <a:pt x="2474" y="1428"/>
                </a:lnTo>
                <a:lnTo>
                  <a:pt x="2465" y="1428"/>
                </a:lnTo>
                <a:lnTo>
                  <a:pt x="2460" y="1428"/>
                </a:lnTo>
                <a:lnTo>
                  <a:pt x="2460" y="1424"/>
                </a:lnTo>
                <a:lnTo>
                  <a:pt x="2447" y="1424"/>
                </a:lnTo>
                <a:lnTo>
                  <a:pt x="2442" y="1424"/>
                </a:lnTo>
                <a:lnTo>
                  <a:pt x="2442" y="1424"/>
                </a:lnTo>
                <a:cubicBezTo>
                  <a:pt x="1823" y="1350"/>
                  <a:pt x="1407" y="1107"/>
                  <a:pt x="1180" y="698"/>
                </a:cubicBezTo>
                <a:cubicBezTo>
                  <a:pt x="1511" y="1096"/>
                  <a:pt x="1940" y="1315"/>
                  <a:pt x="2456" y="1354"/>
                </a:cubicBezTo>
                <a:cubicBezTo>
                  <a:pt x="2501" y="1357"/>
                  <a:pt x="2542" y="1357"/>
                  <a:pt x="2587" y="1361"/>
                </a:cubicBezTo>
                <a:lnTo>
                  <a:pt x="2601" y="1361"/>
                </a:lnTo>
                <a:cubicBezTo>
                  <a:pt x="2714" y="1361"/>
                  <a:pt x="2827" y="1378"/>
                  <a:pt x="2949" y="1410"/>
                </a:cubicBezTo>
                <a:lnTo>
                  <a:pt x="2953" y="1410"/>
                </a:lnTo>
                <a:close/>
              </a:path>
            </a:pathLst>
          </a:custGeom>
          <a:solidFill>
            <a:schemeClr val="bg1">
              <a:lumMod val="50000"/>
            </a:schemeClr>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64" name="Teardrop 63"/>
          <p:cNvSpPr/>
          <p:nvPr/>
        </p:nvSpPr>
        <p:spPr>
          <a:xfrm>
            <a:off x="6625744" y="619455"/>
            <a:ext cx="921715" cy="921712"/>
          </a:xfrm>
          <a:prstGeom prst="teardrop">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rgbClr val="FFC000"/>
              </a:solidFill>
              <a:latin typeface="Arial" pitchFamily="34" charset="0"/>
              <a:ea typeface="微软雅黑" pitchFamily="34" charset="-122"/>
              <a:sym typeface="Arial" pitchFamily="34" charset="0"/>
            </a:endParaRPr>
          </a:p>
        </p:txBody>
      </p:sp>
      <p:sp>
        <p:nvSpPr>
          <p:cNvPr id="66" name="Teardrop 65"/>
          <p:cNvSpPr/>
          <p:nvPr/>
        </p:nvSpPr>
        <p:spPr>
          <a:xfrm flipH="1">
            <a:off x="8008312" y="860393"/>
            <a:ext cx="680777" cy="680774"/>
          </a:xfrm>
          <a:prstGeom prst="teardrop">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latin typeface="Arial" pitchFamily="34" charset="0"/>
              <a:ea typeface="微软雅黑" pitchFamily="34" charset="-122"/>
              <a:sym typeface="Arial" pitchFamily="34" charset="0"/>
            </a:endParaRPr>
          </a:p>
        </p:txBody>
      </p:sp>
      <p:sp>
        <p:nvSpPr>
          <p:cNvPr id="69" name="Teardrop 68"/>
          <p:cNvSpPr/>
          <p:nvPr/>
        </p:nvSpPr>
        <p:spPr>
          <a:xfrm>
            <a:off x="5029202" y="1528996"/>
            <a:ext cx="610552" cy="610550"/>
          </a:xfrm>
          <a:prstGeom prst="teardrop">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2500" dirty="0">
              <a:solidFill>
                <a:srgbClr val="92D050"/>
              </a:solidFill>
              <a:latin typeface="Arial" pitchFamily="34" charset="0"/>
              <a:ea typeface="微软雅黑" pitchFamily="34" charset="-122"/>
              <a:sym typeface="Arial" pitchFamily="34" charset="0"/>
            </a:endParaRPr>
          </a:p>
        </p:txBody>
      </p:sp>
      <p:sp>
        <p:nvSpPr>
          <p:cNvPr id="72" name="Teardrop 71"/>
          <p:cNvSpPr/>
          <p:nvPr/>
        </p:nvSpPr>
        <p:spPr>
          <a:xfrm>
            <a:off x="5531211" y="860393"/>
            <a:ext cx="680777" cy="680774"/>
          </a:xfrm>
          <a:prstGeom prst="teardrop">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ea typeface="微软雅黑" pitchFamily="34" charset="-122"/>
              <a:sym typeface="Arial" pitchFamily="34" charset="0"/>
            </a:endParaRPr>
          </a:p>
        </p:txBody>
      </p:sp>
      <p:sp>
        <p:nvSpPr>
          <p:cNvPr id="73" name="Teardrop 72"/>
          <p:cNvSpPr/>
          <p:nvPr/>
        </p:nvSpPr>
        <p:spPr>
          <a:xfrm flipH="1">
            <a:off x="8533450" y="1567096"/>
            <a:ext cx="610552" cy="610550"/>
          </a:xfrm>
          <a:prstGeom prst="teardrop">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2400" dirty="0">
              <a:solidFill>
                <a:srgbClr val="9DDFBE"/>
              </a:solidFill>
              <a:latin typeface="Arial" pitchFamily="34" charset="0"/>
              <a:ea typeface="微软雅黑" pitchFamily="34" charset="-122"/>
              <a:sym typeface="Arial" pitchFamily="34" charset="0"/>
            </a:endParaRPr>
          </a:p>
        </p:txBody>
      </p:sp>
      <p:sp>
        <p:nvSpPr>
          <p:cNvPr id="74" name="Teardrop 73"/>
          <p:cNvSpPr/>
          <p:nvPr/>
        </p:nvSpPr>
        <p:spPr>
          <a:xfrm>
            <a:off x="5501413" y="2139546"/>
            <a:ext cx="472211" cy="472209"/>
          </a:xfrm>
          <a:prstGeom prst="teardrop">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lstStyle/>
          <a:p>
            <a:pPr algn="ctr"/>
            <a:endParaRPr lang="en-US" dirty="0">
              <a:solidFill>
                <a:srgbClr val="00B050"/>
              </a:solidFill>
              <a:latin typeface="Arial" pitchFamily="34" charset="0"/>
              <a:ea typeface="微软雅黑" pitchFamily="34" charset="-122"/>
              <a:sym typeface="Arial" pitchFamily="34" charset="0"/>
            </a:endParaRPr>
          </a:p>
        </p:txBody>
      </p:sp>
      <p:sp>
        <p:nvSpPr>
          <p:cNvPr id="75" name="Teardrop 74"/>
          <p:cNvSpPr/>
          <p:nvPr/>
        </p:nvSpPr>
        <p:spPr>
          <a:xfrm flipH="1">
            <a:off x="8216878" y="2139546"/>
            <a:ext cx="472211" cy="472209"/>
          </a:xfrm>
          <a:prstGeom prst="teardrop">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lstStyle/>
          <a:p>
            <a:pPr algn="ctr"/>
            <a:endParaRPr lang="en-US" dirty="0">
              <a:solidFill>
                <a:srgbClr val="FF66FF"/>
              </a:solidFill>
              <a:latin typeface="Arial" pitchFamily="34" charset="0"/>
              <a:ea typeface="微软雅黑" pitchFamily="34" charset="-122"/>
              <a:sym typeface="Arial" pitchFamily="34" charset="0"/>
            </a:endParaRPr>
          </a:p>
        </p:txBody>
      </p:sp>
      <p:sp>
        <p:nvSpPr>
          <p:cNvPr id="76" name="Teardrop 75"/>
          <p:cNvSpPr/>
          <p:nvPr/>
        </p:nvSpPr>
        <p:spPr>
          <a:xfrm>
            <a:off x="6683349" y="2057857"/>
            <a:ext cx="806502" cy="806498"/>
          </a:xfrm>
          <a:prstGeom prst="teardrop">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3200" dirty="0">
              <a:solidFill>
                <a:srgbClr val="FFC000"/>
              </a:solidFill>
              <a:latin typeface="Arial" pitchFamily="34" charset="0"/>
              <a:ea typeface="微软雅黑" pitchFamily="34" charset="-122"/>
              <a:sym typeface="Arial" pitchFamily="34" charset="0"/>
            </a:endParaRPr>
          </a:p>
        </p:txBody>
      </p:sp>
      <p:sp>
        <p:nvSpPr>
          <p:cNvPr id="22" name="Freeform 24"/>
          <p:cNvSpPr>
            <a:spLocks noEditPoints="1"/>
          </p:cNvSpPr>
          <p:nvPr/>
        </p:nvSpPr>
        <p:spPr bwMode="auto">
          <a:xfrm>
            <a:off x="5733087" y="1002774"/>
            <a:ext cx="304604" cy="330782"/>
          </a:xfrm>
          <a:custGeom>
            <a:avLst/>
            <a:gdLst/>
            <a:ahLst/>
            <a:cxnLst>
              <a:cxn ang="0">
                <a:pos x="55" y="55"/>
              </a:cxn>
              <a:cxn ang="0">
                <a:pos x="39" y="55"/>
              </a:cxn>
              <a:cxn ang="0">
                <a:pos x="30" y="64"/>
              </a:cxn>
              <a:cxn ang="0">
                <a:pos x="21" y="55"/>
              </a:cxn>
              <a:cxn ang="0">
                <a:pos x="5" y="55"/>
              </a:cxn>
              <a:cxn ang="0">
                <a:pos x="0" y="50"/>
              </a:cxn>
              <a:cxn ang="0">
                <a:pos x="11" y="20"/>
              </a:cxn>
              <a:cxn ang="0">
                <a:pos x="27" y="5"/>
              </a:cxn>
              <a:cxn ang="0">
                <a:pos x="26" y="3"/>
              </a:cxn>
              <a:cxn ang="0">
                <a:pos x="30" y="0"/>
              </a:cxn>
              <a:cxn ang="0">
                <a:pos x="33" y="3"/>
              </a:cxn>
              <a:cxn ang="0">
                <a:pos x="33" y="5"/>
              </a:cxn>
              <a:cxn ang="0">
                <a:pos x="48" y="20"/>
              </a:cxn>
              <a:cxn ang="0">
                <a:pos x="59" y="50"/>
              </a:cxn>
              <a:cxn ang="0">
                <a:pos x="55" y="55"/>
              </a:cxn>
              <a:cxn ang="0">
                <a:pos x="30" y="60"/>
              </a:cxn>
              <a:cxn ang="0">
                <a:pos x="25" y="55"/>
              </a:cxn>
              <a:cxn ang="0">
                <a:pos x="24" y="54"/>
              </a:cxn>
              <a:cxn ang="0">
                <a:pos x="23" y="55"/>
              </a:cxn>
              <a:cxn ang="0">
                <a:pos x="30" y="61"/>
              </a:cxn>
              <a:cxn ang="0">
                <a:pos x="30" y="60"/>
              </a:cxn>
              <a:cxn ang="0">
                <a:pos x="30" y="60"/>
              </a:cxn>
            </a:cxnLst>
            <a:rect l="0" t="0" r="r" b="b"/>
            <a:pathLst>
              <a:path w="59" h="64">
                <a:moveTo>
                  <a:pt x="55" y="55"/>
                </a:moveTo>
                <a:cubicBezTo>
                  <a:pt x="39" y="55"/>
                  <a:pt x="39" y="55"/>
                  <a:pt x="39" y="55"/>
                </a:cubicBezTo>
                <a:cubicBezTo>
                  <a:pt x="39" y="60"/>
                  <a:pt x="35" y="64"/>
                  <a:pt x="30" y="64"/>
                </a:cubicBezTo>
                <a:cubicBezTo>
                  <a:pt x="25" y="64"/>
                  <a:pt x="21" y="60"/>
                  <a:pt x="21" y="55"/>
                </a:cubicBezTo>
                <a:cubicBezTo>
                  <a:pt x="5" y="55"/>
                  <a:pt x="5" y="55"/>
                  <a:pt x="5" y="55"/>
                </a:cubicBezTo>
                <a:cubicBezTo>
                  <a:pt x="2" y="55"/>
                  <a:pt x="0" y="53"/>
                  <a:pt x="0" y="50"/>
                </a:cubicBezTo>
                <a:cubicBezTo>
                  <a:pt x="5" y="46"/>
                  <a:pt x="11" y="38"/>
                  <a:pt x="11" y="20"/>
                </a:cubicBezTo>
                <a:cubicBezTo>
                  <a:pt x="11" y="13"/>
                  <a:pt x="17" y="6"/>
                  <a:pt x="27" y="5"/>
                </a:cubicBezTo>
                <a:cubicBezTo>
                  <a:pt x="26" y="4"/>
                  <a:pt x="26" y="4"/>
                  <a:pt x="26" y="3"/>
                </a:cubicBezTo>
                <a:cubicBezTo>
                  <a:pt x="26" y="1"/>
                  <a:pt x="28" y="0"/>
                  <a:pt x="30" y="0"/>
                </a:cubicBezTo>
                <a:cubicBezTo>
                  <a:pt x="32" y="0"/>
                  <a:pt x="33" y="1"/>
                  <a:pt x="33" y="3"/>
                </a:cubicBezTo>
                <a:cubicBezTo>
                  <a:pt x="33" y="4"/>
                  <a:pt x="33" y="4"/>
                  <a:pt x="33" y="5"/>
                </a:cubicBezTo>
                <a:cubicBezTo>
                  <a:pt x="42" y="6"/>
                  <a:pt x="48" y="13"/>
                  <a:pt x="48" y="20"/>
                </a:cubicBezTo>
                <a:cubicBezTo>
                  <a:pt x="48" y="38"/>
                  <a:pt x="54" y="46"/>
                  <a:pt x="59" y="50"/>
                </a:cubicBezTo>
                <a:cubicBezTo>
                  <a:pt x="59" y="53"/>
                  <a:pt x="57" y="55"/>
                  <a:pt x="55" y="55"/>
                </a:cubicBezTo>
                <a:close/>
                <a:moveTo>
                  <a:pt x="30" y="60"/>
                </a:moveTo>
                <a:cubicBezTo>
                  <a:pt x="27" y="60"/>
                  <a:pt x="25" y="57"/>
                  <a:pt x="25" y="55"/>
                </a:cubicBezTo>
                <a:cubicBezTo>
                  <a:pt x="25" y="54"/>
                  <a:pt x="24" y="54"/>
                  <a:pt x="24" y="54"/>
                </a:cubicBezTo>
                <a:cubicBezTo>
                  <a:pt x="24" y="54"/>
                  <a:pt x="23" y="54"/>
                  <a:pt x="23" y="55"/>
                </a:cubicBezTo>
                <a:cubicBezTo>
                  <a:pt x="23" y="58"/>
                  <a:pt x="26" y="61"/>
                  <a:pt x="30" y="61"/>
                </a:cubicBezTo>
                <a:cubicBezTo>
                  <a:pt x="30" y="61"/>
                  <a:pt x="30" y="61"/>
                  <a:pt x="30" y="60"/>
                </a:cubicBezTo>
                <a:cubicBezTo>
                  <a:pt x="30" y="60"/>
                  <a:pt x="30" y="60"/>
                  <a:pt x="30" y="60"/>
                </a:cubicBezTo>
                <a:close/>
              </a:path>
            </a:pathLst>
          </a:custGeom>
          <a:solidFill>
            <a:schemeClr val="accent2"/>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3" name="Freeform 5"/>
          <p:cNvSpPr>
            <a:spLocks noEditPoints="1"/>
          </p:cNvSpPr>
          <p:nvPr/>
        </p:nvSpPr>
        <p:spPr bwMode="auto">
          <a:xfrm>
            <a:off x="6860103" y="824935"/>
            <a:ext cx="454742" cy="454742"/>
          </a:xfrm>
          <a:custGeom>
            <a:avLst/>
            <a:gdLst/>
            <a:ahLst/>
            <a:cxnLst>
              <a:cxn ang="0">
                <a:pos x="0" y="192"/>
              </a:cxn>
              <a:cxn ang="0">
                <a:pos x="255" y="135"/>
              </a:cxn>
              <a:cxn ang="0">
                <a:pos x="277" y="122"/>
              </a:cxn>
              <a:cxn ang="0">
                <a:pos x="303" y="116"/>
              </a:cxn>
              <a:cxn ang="0">
                <a:pos x="296" y="105"/>
              </a:cxn>
              <a:cxn ang="0">
                <a:pos x="278" y="89"/>
              </a:cxn>
              <a:cxn ang="0">
                <a:pos x="265" y="90"/>
              </a:cxn>
              <a:cxn ang="0">
                <a:pos x="256" y="82"/>
              </a:cxn>
              <a:cxn ang="0">
                <a:pos x="231" y="73"/>
              </a:cxn>
              <a:cxn ang="0">
                <a:pos x="234" y="98"/>
              </a:cxn>
              <a:cxn ang="0">
                <a:pos x="224" y="118"/>
              </a:cxn>
              <a:cxn ang="0">
                <a:pos x="205" y="103"/>
              </a:cxn>
              <a:cxn ang="0">
                <a:pos x="175" y="89"/>
              </a:cxn>
              <a:cxn ang="0">
                <a:pos x="183" y="68"/>
              </a:cxn>
              <a:cxn ang="0">
                <a:pos x="212" y="58"/>
              </a:cxn>
              <a:cxn ang="0">
                <a:pos x="207" y="47"/>
              </a:cxn>
              <a:cxn ang="0">
                <a:pos x="188" y="50"/>
              </a:cxn>
              <a:cxn ang="0">
                <a:pos x="168" y="37"/>
              </a:cxn>
              <a:cxn ang="0">
                <a:pos x="171" y="52"/>
              </a:cxn>
              <a:cxn ang="0">
                <a:pos x="157" y="52"/>
              </a:cxn>
              <a:cxn ang="0">
                <a:pos x="141" y="40"/>
              </a:cxn>
              <a:cxn ang="0">
                <a:pos x="126" y="47"/>
              </a:cxn>
              <a:cxn ang="0">
                <a:pos x="143" y="51"/>
              </a:cxn>
              <a:cxn ang="0">
                <a:pos x="131" y="58"/>
              </a:cxn>
              <a:cxn ang="0">
                <a:pos x="56" y="107"/>
              </a:cxn>
              <a:cxn ang="0">
                <a:pos x="65" y="118"/>
              </a:cxn>
              <a:cxn ang="0">
                <a:pos x="79" y="135"/>
              </a:cxn>
              <a:cxn ang="0">
                <a:pos x="74" y="158"/>
              </a:cxn>
              <a:cxn ang="0">
                <a:pos x="88" y="185"/>
              </a:cxn>
              <a:cxn ang="0">
                <a:pos x="108" y="214"/>
              </a:cxn>
              <a:cxn ang="0">
                <a:pos x="118" y="227"/>
              </a:cxn>
              <a:cxn ang="0">
                <a:pos x="105" y="197"/>
              </a:cxn>
              <a:cxn ang="0">
                <a:pos x="125" y="225"/>
              </a:cxn>
              <a:cxn ang="0">
                <a:pos x="150" y="255"/>
              </a:cxn>
              <a:cxn ang="0">
                <a:pos x="184" y="269"/>
              </a:cxn>
              <a:cxn ang="0">
                <a:pos x="213" y="290"/>
              </a:cxn>
              <a:cxn ang="0">
                <a:pos x="224" y="288"/>
              </a:cxn>
              <a:cxn ang="0">
                <a:pos x="212" y="268"/>
              </a:cxn>
              <a:cxn ang="0">
                <a:pos x="197" y="262"/>
              </a:cxn>
              <a:cxn ang="0">
                <a:pos x="194" y="239"/>
              </a:cxn>
              <a:cxn ang="0">
                <a:pos x="171" y="250"/>
              </a:cxn>
              <a:cxn ang="0">
                <a:pos x="168" y="210"/>
              </a:cxn>
              <a:cxn ang="0">
                <a:pos x="184" y="206"/>
              </a:cxn>
              <a:cxn ang="0">
                <a:pos x="196" y="202"/>
              </a:cxn>
              <a:cxn ang="0">
                <a:pos x="214" y="211"/>
              </a:cxn>
              <a:cxn ang="0">
                <a:pos x="221" y="205"/>
              </a:cxn>
              <a:cxn ang="0">
                <a:pos x="234" y="179"/>
              </a:cxn>
              <a:cxn ang="0">
                <a:pos x="233" y="171"/>
              </a:cxn>
              <a:cxn ang="0">
                <a:pos x="252" y="157"/>
              </a:cxn>
              <a:cxn ang="0">
                <a:pos x="266" y="143"/>
              </a:cxn>
              <a:cxn ang="0">
                <a:pos x="273" y="131"/>
              </a:cxn>
              <a:cxn ang="0">
                <a:pos x="255" y="135"/>
              </a:cxn>
              <a:cxn ang="0">
                <a:pos x="295" y="298"/>
              </a:cxn>
              <a:cxn ang="0">
                <a:pos x="272" y="288"/>
              </a:cxn>
              <a:cxn ang="0">
                <a:pos x="251" y="288"/>
              </a:cxn>
              <a:cxn ang="0">
                <a:pos x="236" y="286"/>
              </a:cxn>
              <a:cxn ang="0">
                <a:pos x="230" y="307"/>
              </a:cxn>
              <a:cxn ang="0">
                <a:pos x="223" y="335"/>
              </a:cxn>
              <a:cxn ang="0">
                <a:pos x="308" y="302"/>
              </a:cxn>
            </a:cxnLst>
            <a:rect l="0" t="0" r="r" b="b"/>
            <a:pathLst>
              <a:path w="384" h="384">
                <a:moveTo>
                  <a:pt x="384" y="192"/>
                </a:moveTo>
                <a:cubicBezTo>
                  <a:pt x="384" y="298"/>
                  <a:pt x="298" y="384"/>
                  <a:pt x="192" y="384"/>
                </a:cubicBezTo>
                <a:cubicBezTo>
                  <a:pt x="86" y="384"/>
                  <a:pt x="0" y="298"/>
                  <a:pt x="0" y="192"/>
                </a:cubicBezTo>
                <a:cubicBezTo>
                  <a:pt x="0" y="86"/>
                  <a:pt x="86" y="0"/>
                  <a:pt x="192" y="0"/>
                </a:cubicBezTo>
                <a:cubicBezTo>
                  <a:pt x="298" y="0"/>
                  <a:pt x="384" y="86"/>
                  <a:pt x="384" y="192"/>
                </a:cubicBezTo>
                <a:close/>
                <a:moveTo>
                  <a:pt x="255" y="135"/>
                </a:moveTo>
                <a:cubicBezTo>
                  <a:pt x="256" y="135"/>
                  <a:pt x="257" y="130"/>
                  <a:pt x="258" y="129"/>
                </a:cubicBezTo>
                <a:cubicBezTo>
                  <a:pt x="260" y="127"/>
                  <a:pt x="262" y="126"/>
                  <a:pt x="264" y="125"/>
                </a:cubicBezTo>
                <a:cubicBezTo>
                  <a:pt x="268" y="124"/>
                  <a:pt x="272" y="123"/>
                  <a:pt x="277" y="122"/>
                </a:cubicBezTo>
                <a:cubicBezTo>
                  <a:pt x="281" y="121"/>
                  <a:pt x="286" y="121"/>
                  <a:pt x="289" y="125"/>
                </a:cubicBezTo>
                <a:cubicBezTo>
                  <a:pt x="289" y="124"/>
                  <a:pt x="295" y="119"/>
                  <a:pt x="295" y="119"/>
                </a:cubicBezTo>
                <a:cubicBezTo>
                  <a:pt x="298" y="118"/>
                  <a:pt x="301" y="118"/>
                  <a:pt x="303" y="116"/>
                </a:cubicBezTo>
                <a:cubicBezTo>
                  <a:pt x="303" y="115"/>
                  <a:pt x="303" y="110"/>
                  <a:pt x="303" y="110"/>
                </a:cubicBezTo>
                <a:cubicBezTo>
                  <a:pt x="299" y="111"/>
                  <a:pt x="298" y="107"/>
                  <a:pt x="297" y="103"/>
                </a:cubicBezTo>
                <a:cubicBezTo>
                  <a:pt x="297" y="104"/>
                  <a:pt x="297" y="104"/>
                  <a:pt x="296" y="105"/>
                </a:cubicBezTo>
                <a:cubicBezTo>
                  <a:pt x="296" y="102"/>
                  <a:pt x="291" y="104"/>
                  <a:pt x="290" y="104"/>
                </a:cubicBezTo>
                <a:cubicBezTo>
                  <a:pt x="284" y="102"/>
                  <a:pt x="285" y="98"/>
                  <a:pt x="283" y="94"/>
                </a:cubicBezTo>
                <a:cubicBezTo>
                  <a:pt x="282" y="92"/>
                  <a:pt x="279" y="91"/>
                  <a:pt x="278" y="89"/>
                </a:cubicBezTo>
                <a:cubicBezTo>
                  <a:pt x="277" y="87"/>
                  <a:pt x="277" y="84"/>
                  <a:pt x="274" y="84"/>
                </a:cubicBezTo>
                <a:cubicBezTo>
                  <a:pt x="273" y="84"/>
                  <a:pt x="270" y="89"/>
                  <a:pt x="270" y="89"/>
                </a:cubicBezTo>
                <a:cubicBezTo>
                  <a:pt x="267" y="88"/>
                  <a:pt x="266" y="89"/>
                  <a:pt x="265" y="90"/>
                </a:cubicBezTo>
                <a:cubicBezTo>
                  <a:pt x="263" y="91"/>
                  <a:pt x="262" y="91"/>
                  <a:pt x="260" y="92"/>
                </a:cubicBezTo>
                <a:cubicBezTo>
                  <a:pt x="265" y="90"/>
                  <a:pt x="258" y="88"/>
                  <a:pt x="256" y="88"/>
                </a:cubicBezTo>
                <a:cubicBezTo>
                  <a:pt x="260" y="87"/>
                  <a:pt x="258" y="83"/>
                  <a:pt x="256" y="82"/>
                </a:cubicBezTo>
                <a:cubicBezTo>
                  <a:pt x="256" y="82"/>
                  <a:pt x="257" y="82"/>
                  <a:pt x="257" y="82"/>
                </a:cubicBezTo>
                <a:cubicBezTo>
                  <a:pt x="257" y="79"/>
                  <a:pt x="250" y="77"/>
                  <a:pt x="247" y="76"/>
                </a:cubicBezTo>
                <a:cubicBezTo>
                  <a:pt x="245" y="74"/>
                  <a:pt x="233" y="72"/>
                  <a:pt x="231" y="73"/>
                </a:cubicBezTo>
                <a:cubicBezTo>
                  <a:pt x="228" y="75"/>
                  <a:pt x="231" y="80"/>
                  <a:pt x="231" y="83"/>
                </a:cubicBezTo>
                <a:cubicBezTo>
                  <a:pt x="232" y="86"/>
                  <a:pt x="228" y="86"/>
                  <a:pt x="228" y="89"/>
                </a:cubicBezTo>
                <a:cubicBezTo>
                  <a:pt x="228" y="93"/>
                  <a:pt x="236" y="92"/>
                  <a:pt x="234" y="98"/>
                </a:cubicBezTo>
                <a:cubicBezTo>
                  <a:pt x="233" y="102"/>
                  <a:pt x="228" y="102"/>
                  <a:pt x="226" y="105"/>
                </a:cubicBezTo>
                <a:cubicBezTo>
                  <a:pt x="224" y="108"/>
                  <a:pt x="227" y="112"/>
                  <a:pt x="229" y="114"/>
                </a:cubicBezTo>
                <a:cubicBezTo>
                  <a:pt x="231" y="115"/>
                  <a:pt x="225" y="118"/>
                  <a:pt x="224" y="118"/>
                </a:cubicBezTo>
                <a:cubicBezTo>
                  <a:pt x="220" y="120"/>
                  <a:pt x="217" y="114"/>
                  <a:pt x="216" y="110"/>
                </a:cubicBezTo>
                <a:cubicBezTo>
                  <a:pt x="215" y="108"/>
                  <a:pt x="215" y="104"/>
                  <a:pt x="212" y="103"/>
                </a:cubicBezTo>
                <a:cubicBezTo>
                  <a:pt x="210" y="102"/>
                  <a:pt x="206" y="102"/>
                  <a:pt x="205" y="103"/>
                </a:cubicBezTo>
                <a:cubicBezTo>
                  <a:pt x="203" y="99"/>
                  <a:pt x="198" y="98"/>
                  <a:pt x="194" y="97"/>
                </a:cubicBezTo>
                <a:cubicBezTo>
                  <a:pt x="189" y="95"/>
                  <a:pt x="185" y="95"/>
                  <a:pt x="180" y="96"/>
                </a:cubicBezTo>
                <a:cubicBezTo>
                  <a:pt x="181" y="95"/>
                  <a:pt x="179" y="88"/>
                  <a:pt x="175" y="89"/>
                </a:cubicBezTo>
                <a:cubicBezTo>
                  <a:pt x="176" y="86"/>
                  <a:pt x="176" y="84"/>
                  <a:pt x="176" y="81"/>
                </a:cubicBezTo>
                <a:cubicBezTo>
                  <a:pt x="177" y="79"/>
                  <a:pt x="178" y="77"/>
                  <a:pt x="179" y="75"/>
                </a:cubicBezTo>
                <a:cubicBezTo>
                  <a:pt x="180" y="74"/>
                  <a:pt x="185" y="69"/>
                  <a:pt x="183" y="68"/>
                </a:cubicBezTo>
                <a:cubicBezTo>
                  <a:pt x="188" y="69"/>
                  <a:pt x="193" y="69"/>
                  <a:pt x="196" y="66"/>
                </a:cubicBezTo>
                <a:cubicBezTo>
                  <a:pt x="198" y="63"/>
                  <a:pt x="199" y="60"/>
                  <a:pt x="202" y="57"/>
                </a:cubicBezTo>
                <a:cubicBezTo>
                  <a:pt x="205" y="53"/>
                  <a:pt x="209" y="58"/>
                  <a:pt x="212" y="58"/>
                </a:cubicBezTo>
                <a:cubicBezTo>
                  <a:pt x="217" y="59"/>
                  <a:pt x="217" y="53"/>
                  <a:pt x="214" y="51"/>
                </a:cubicBezTo>
                <a:cubicBezTo>
                  <a:pt x="218" y="51"/>
                  <a:pt x="215" y="45"/>
                  <a:pt x="213" y="44"/>
                </a:cubicBezTo>
                <a:cubicBezTo>
                  <a:pt x="211" y="43"/>
                  <a:pt x="202" y="46"/>
                  <a:pt x="207" y="47"/>
                </a:cubicBezTo>
                <a:cubicBezTo>
                  <a:pt x="206" y="47"/>
                  <a:pt x="200" y="59"/>
                  <a:pt x="196" y="53"/>
                </a:cubicBezTo>
                <a:cubicBezTo>
                  <a:pt x="195" y="52"/>
                  <a:pt x="195" y="47"/>
                  <a:pt x="193" y="46"/>
                </a:cubicBezTo>
                <a:cubicBezTo>
                  <a:pt x="190" y="46"/>
                  <a:pt x="189" y="49"/>
                  <a:pt x="188" y="50"/>
                </a:cubicBezTo>
                <a:cubicBezTo>
                  <a:pt x="190" y="47"/>
                  <a:pt x="181" y="45"/>
                  <a:pt x="180" y="44"/>
                </a:cubicBezTo>
                <a:cubicBezTo>
                  <a:pt x="183" y="42"/>
                  <a:pt x="180" y="39"/>
                  <a:pt x="178" y="38"/>
                </a:cubicBezTo>
                <a:cubicBezTo>
                  <a:pt x="176" y="36"/>
                  <a:pt x="169" y="35"/>
                  <a:pt x="168" y="37"/>
                </a:cubicBezTo>
                <a:cubicBezTo>
                  <a:pt x="163" y="43"/>
                  <a:pt x="173" y="44"/>
                  <a:pt x="175" y="45"/>
                </a:cubicBezTo>
                <a:cubicBezTo>
                  <a:pt x="176" y="46"/>
                  <a:pt x="179" y="48"/>
                  <a:pt x="177" y="49"/>
                </a:cubicBezTo>
                <a:cubicBezTo>
                  <a:pt x="176" y="50"/>
                  <a:pt x="171" y="51"/>
                  <a:pt x="171" y="52"/>
                </a:cubicBezTo>
                <a:cubicBezTo>
                  <a:pt x="169" y="54"/>
                  <a:pt x="172" y="57"/>
                  <a:pt x="170" y="59"/>
                </a:cubicBezTo>
                <a:cubicBezTo>
                  <a:pt x="168" y="57"/>
                  <a:pt x="168" y="53"/>
                  <a:pt x="166" y="50"/>
                </a:cubicBezTo>
                <a:cubicBezTo>
                  <a:pt x="168" y="53"/>
                  <a:pt x="157" y="52"/>
                  <a:pt x="157" y="52"/>
                </a:cubicBezTo>
                <a:cubicBezTo>
                  <a:pt x="154" y="52"/>
                  <a:pt x="148" y="54"/>
                  <a:pt x="145" y="50"/>
                </a:cubicBezTo>
                <a:cubicBezTo>
                  <a:pt x="144" y="49"/>
                  <a:pt x="144" y="44"/>
                  <a:pt x="146" y="45"/>
                </a:cubicBezTo>
                <a:cubicBezTo>
                  <a:pt x="144" y="43"/>
                  <a:pt x="142" y="41"/>
                  <a:pt x="141" y="40"/>
                </a:cubicBezTo>
                <a:cubicBezTo>
                  <a:pt x="132" y="43"/>
                  <a:pt x="125" y="47"/>
                  <a:pt x="117" y="51"/>
                </a:cubicBezTo>
                <a:cubicBezTo>
                  <a:pt x="118" y="51"/>
                  <a:pt x="119" y="51"/>
                  <a:pt x="120" y="50"/>
                </a:cubicBezTo>
                <a:cubicBezTo>
                  <a:pt x="122" y="50"/>
                  <a:pt x="124" y="48"/>
                  <a:pt x="126" y="47"/>
                </a:cubicBezTo>
                <a:cubicBezTo>
                  <a:pt x="128" y="46"/>
                  <a:pt x="134" y="43"/>
                  <a:pt x="136" y="46"/>
                </a:cubicBezTo>
                <a:cubicBezTo>
                  <a:pt x="137" y="45"/>
                  <a:pt x="137" y="45"/>
                  <a:pt x="138" y="44"/>
                </a:cubicBezTo>
                <a:cubicBezTo>
                  <a:pt x="139" y="46"/>
                  <a:pt x="141" y="48"/>
                  <a:pt x="143" y="51"/>
                </a:cubicBezTo>
                <a:cubicBezTo>
                  <a:pt x="141" y="50"/>
                  <a:pt x="137" y="50"/>
                  <a:pt x="135" y="50"/>
                </a:cubicBezTo>
                <a:cubicBezTo>
                  <a:pt x="133" y="51"/>
                  <a:pt x="130" y="51"/>
                  <a:pt x="130" y="53"/>
                </a:cubicBezTo>
                <a:cubicBezTo>
                  <a:pt x="130" y="55"/>
                  <a:pt x="131" y="57"/>
                  <a:pt x="131" y="58"/>
                </a:cubicBezTo>
                <a:cubicBezTo>
                  <a:pt x="128" y="56"/>
                  <a:pt x="125" y="52"/>
                  <a:pt x="121" y="51"/>
                </a:cubicBezTo>
                <a:cubicBezTo>
                  <a:pt x="119" y="51"/>
                  <a:pt x="117" y="51"/>
                  <a:pt x="115" y="52"/>
                </a:cubicBezTo>
                <a:cubicBezTo>
                  <a:pt x="91" y="65"/>
                  <a:pt x="71" y="84"/>
                  <a:pt x="56" y="107"/>
                </a:cubicBezTo>
                <a:cubicBezTo>
                  <a:pt x="57" y="108"/>
                  <a:pt x="58" y="109"/>
                  <a:pt x="59" y="109"/>
                </a:cubicBezTo>
                <a:cubicBezTo>
                  <a:pt x="62" y="110"/>
                  <a:pt x="59" y="117"/>
                  <a:pt x="64" y="113"/>
                </a:cubicBezTo>
                <a:cubicBezTo>
                  <a:pt x="66" y="115"/>
                  <a:pt x="66" y="116"/>
                  <a:pt x="65" y="118"/>
                </a:cubicBezTo>
                <a:cubicBezTo>
                  <a:pt x="65" y="118"/>
                  <a:pt x="75" y="124"/>
                  <a:pt x="76" y="125"/>
                </a:cubicBezTo>
                <a:cubicBezTo>
                  <a:pt x="78" y="126"/>
                  <a:pt x="80" y="128"/>
                  <a:pt x="81" y="130"/>
                </a:cubicBezTo>
                <a:cubicBezTo>
                  <a:pt x="82" y="132"/>
                  <a:pt x="80" y="134"/>
                  <a:pt x="79" y="135"/>
                </a:cubicBezTo>
                <a:cubicBezTo>
                  <a:pt x="78" y="134"/>
                  <a:pt x="75" y="130"/>
                  <a:pt x="74" y="131"/>
                </a:cubicBezTo>
                <a:cubicBezTo>
                  <a:pt x="73" y="133"/>
                  <a:pt x="74" y="139"/>
                  <a:pt x="77" y="139"/>
                </a:cubicBezTo>
                <a:cubicBezTo>
                  <a:pt x="73" y="139"/>
                  <a:pt x="75" y="155"/>
                  <a:pt x="74" y="158"/>
                </a:cubicBezTo>
                <a:cubicBezTo>
                  <a:pt x="74" y="158"/>
                  <a:pt x="74" y="158"/>
                  <a:pt x="74" y="158"/>
                </a:cubicBezTo>
                <a:cubicBezTo>
                  <a:pt x="73" y="161"/>
                  <a:pt x="76" y="173"/>
                  <a:pt x="81" y="172"/>
                </a:cubicBezTo>
                <a:cubicBezTo>
                  <a:pt x="78" y="172"/>
                  <a:pt x="87" y="184"/>
                  <a:pt x="88" y="185"/>
                </a:cubicBezTo>
                <a:cubicBezTo>
                  <a:pt x="91" y="187"/>
                  <a:pt x="95" y="188"/>
                  <a:pt x="97" y="192"/>
                </a:cubicBezTo>
                <a:cubicBezTo>
                  <a:pt x="100" y="195"/>
                  <a:pt x="100" y="201"/>
                  <a:pt x="103" y="203"/>
                </a:cubicBezTo>
                <a:cubicBezTo>
                  <a:pt x="102" y="206"/>
                  <a:pt x="108" y="210"/>
                  <a:pt x="108" y="214"/>
                </a:cubicBezTo>
                <a:cubicBezTo>
                  <a:pt x="108" y="214"/>
                  <a:pt x="107" y="214"/>
                  <a:pt x="107" y="215"/>
                </a:cubicBezTo>
                <a:cubicBezTo>
                  <a:pt x="108" y="218"/>
                  <a:pt x="113" y="218"/>
                  <a:pt x="115" y="221"/>
                </a:cubicBezTo>
                <a:cubicBezTo>
                  <a:pt x="116" y="223"/>
                  <a:pt x="115" y="228"/>
                  <a:pt x="118" y="227"/>
                </a:cubicBezTo>
                <a:cubicBezTo>
                  <a:pt x="118" y="222"/>
                  <a:pt x="115" y="216"/>
                  <a:pt x="112" y="212"/>
                </a:cubicBezTo>
                <a:cubicBezTo>
                  <a:pt x="110" y="209"/>
                  <a:pt x="109" y="207"/>
                  <a:pt x="108" y="204"/>
                </a:cubicBezTo>
                <a:cubicBezTo>
                  <a:pt x="106" y="202"/>
                  <a:pt x="106" y="199"/>
                  <a:pt x="105" y="197"/>
                </a:cubicBezTo>
                <a:cubicBezTo>
                  <a:pt x="106" y="197"/>
                  <a:pt x="112" y="199"/>
                  <a:pt x="111" y="200"/>
                </a:cubicBezTo>
                <a:cubicBezTo>
                  <a:pt x="109" y="205"/>
                  <a:pt x="119" y="214"/>
                  <a:pt x="122" y="217"/>
                </a:cubicBezTo>
                <a:cubicBezTo>
                  <a:pt x="123" y="218"/>
                  <a:pt x="128" y="225"/>
                  <a:pt x="125" y="225"/>
                </a:cubicBezTo>
                <a:cubicBezTo>
                  <a:pt x="129" y="225"/>
                  <a:pt x="133" y="230"/>
                  <a:pt x="135" y="233"/>
                </a:cubicBezTo>
                <a:cubicBezTo>
                  <a:pt x="137" y="236"/>
                  <a:pt x="136" y="241"/>
                  <a:pt x="138" y="245"/>
                </a:cubicBezTo>
                <a:cubicBezTo>
                  <a:pt x="139" y="250"/>
                  <a:pt x="146" y="252"/>
                  <a:pt x="150" y="255"/>
                </a:cubicBezTo>
                <a:cubicBezTo>
                  <a:pt x="154" y="256"/>
                  <a:pt x="157" y="259"/>
                  <a:pt x="160" y="260"/>
                </a:cubicBezTo>
                <a:cubicBezTo>
                  <a:pt x="166" y="262"/>
                  <a:pt x="167" y="260"/>
                  <a:pt x="171" y="260"/>
                </a:cubicBezTo>
                <a:cubicBezTo>
                  <a:pt x="178" y="259"/>
                  <a:pt x="179" y="266"/>
                  <a:pt x="184" y="269"/>
                </a:cubicBezTo>
                <a:cubicBezTo>
                  <a:pt x="187" y="270"/>
                  <a:pt x="194" y="273"/>
                  <a:pt x="198" y="271"/>
                </a:cubicBezTo>
                <a:cubicBezTo>
                  <a:pt x="196" y="272"/>
                  <a:pt x="203" y="282"/>
                  <a:pt x="204" y="283"/>
                </a:cubicBezTo>
                <a:cubicBezTo>
                  <a:pt x="206" y="286"/>
                  <a:pt x="210" y="287"/>
                  <a:pt x="213" y="290"/>
                </a:cubicBezTo>
                <a:cubicBezTo>
                  <a:pt x="213" y="290"/>
                  <a:pt x="214" y="289"/>
                  <a:pt x="214" y="288"/>
                </a:cubicBezTo>
                <a:cubicBezTo>
                  <a:pt x="213" y="291"/>
                  <a:pt x="218" y="296"/>
                  <a:pt x="221" y="296"/>
                </a:cubicBezTo>
                <a:cubicBezTo>
                  <a:pt x="223" y="295"/>
                  <a:pt x="224" y="290"/>
                  <a:pt x="224" y="288"/>
                </a:cubicBezTo>
                <a:cubicBezTo>
                  <a:pt x="219" y="290"/>
                  <a:pt x="215" y="288"/>
                  <a:pt x="212" y="283"/>
                </a:cubicBezTo>
                <a:cubicBezTo>
                  <a:pt x="211" y="282"/>
                  <a:pt x="207" y="275"/>
                  <a:pt x="211" y="275"/>
                </a:cubicBezTo>
                <a:cubicBezTo>
                  <a:pt x="216" y="275"/>
                  <a:pt x="212" y="271"/>
                  <a:pt x="212" y="268"/>
                </a:cubicBezTo>
                <a:cubicBezTo>
                  <a:pt x="211" y="264"/>
                  <a:pt x="208" y="262"/>
                  <a:pt x="206" y="259"/>
                </a:cubicBezTo>
                <a:cubicBezTo>
                  <a:pt x="205" y="262"/>
                  <a:pt x="200" y="261"/>
                  <a:pt x="198" y="259"/>
                </a:cubicBezTo>
                <a:cubicBezTo>
                  <a:pt x="198" y="259"/>
                  <a:pt x="197" y="261"/>
                  <a:pt x="197" y="262"/>
                </a:cubicBezTo>
                <a:cubicBezTo>
                  <a:pt x="196" y="262"/>
                  <a:pt x="195" y="262"/>
                  <a:pt x="194" y="261"/>
                </a:cubicBezTo>
                <a:cubicBezTo>
                  <a:pt x="194" y="258"/>
                  <a:pt x="194" y="255"/>
                  <a:pt x="195" y="251"/>
                </a:cubicBezTo>
                <a:cubicBezTo>
                  <a:pt x="196" y="247"/>
                  <a:pt x="205" y="238"/>
                  <a:pt x="194" y="239"/>
                </a:cubicBezTo>
                <a:cubicBezTo>
                  <a:pt x="190" y="239"/>
                  <a:pt x="188" y="240"/>
                  <a:pt x="187" y="244"/>
                </a:cubicBezTo>
                <a:cubicBezTo>
                  <a:pt x="186" y="247"/>
                  <a:pt x="186" y="249"/>
                  <a:pt x="183" y="251"/>
                </a:cubicBezTo>
                <a:cubicBezTo>
                  <a:pt x="181" y="252"/>
                  <a:pt x="173" y="251"/>
                  <a:pt x="171" y="250"/>
                </a:cubicBezTo>
                <a:cubicBezTo>
                  <a:pt x="166" y="247"/>
                  <a:pt x="163" y="239"/>
                  <a:pt x="163" y="234"/>
                </a:cubicBezTo>
                <a:cubicBezTo>
                  <a:pt x="163" y="227"/>
                  <a:pt x="166" y="221"/>
                  <a:pt x="163" y="215"/>
                </a:cubicBezTo>
                <a:cubicBezTo>
                  <a:pt x="164" y="213"/>
                  <a:pt x="166" y="211"/>
                  <a:pt x="168" y="210"/>
                </a:cubicBezTo>
                <a:cubicBezTo>
                  <a:pt x="169" y="209"/>
                  <a:pt x="171" y="210"/>
                  <a:pt x="172" y="207"/>
                </a:cubicBezTo>
                <a:cubicBezTo>
                  <a:pt x="171" y="207"/>
                  <a:pt x="170" y="206"/>
                  <a:pt x="170" y="206"/>
                </a:cubicBezTo>
                <a:cubicBezTo>
                  <a:pt x="173" y="208"/>
                  <a:pt x="180" y="203"/>
                  <a:pt x="184" y="206"/>
                </a:cubicBezTo>
                <a:cubicBezTo>
                  <a:pt x="186" y="207"/>
                  <a:pt x="188" y="208"/>
                  <a:pt x="189" y="205"/>
                </a:cubicBezTo>
                <a:cubicBezTo>
                  <a:pt x="189" y="205"/>
                  <a:pt x="187" y="202"/>
                  <a:pt x="188" y="200"/>
                </a:cubicBezTo>
                <a:cubicBezTo>
                  <a:pt x="189" y="204"/>
                  <a:pt x="192" y="205"/>
                  <a:pt x="196" y="202"/>
                </a:cubicBezTo>
                <a:cubicBezTo>
                  <a:pt x="197" y="203"/>
                  <a:pt x="201" y="203"/>
                  <a:pt x="204" y="204"/>
                </a:cubicBezTo>
                <a:cubicBezTo>
                  <a:pt x="207" y="206"/>
                  <a:pt x="207" y="209"/>
                  <a:pt x="211" y="205"/>
                </a:cubicBezTo>
                <a:cubicBezTo>
                  <a:pt x="213" y="208"/>
                  <a:pt x="213" y="208"/>
                  <a:pt x="214" y="211"/>
                </a:cubicBezTo>
                <a:cubicBezTo>
                  <a:pt x="214" y="214"/>
                  <a:pt x="216" y="221"/>
                  <a:pt x="218" y="222"/>
                </a:cubicBezTo>
                <a:cubicBezTo>
                  <a:pt x="224" y="225"/>
                  <a:pt x="222" y="217"/>
                  <a:pt x="222" y="214"/>
                </a:cubicBezTo>
                <a:cubicBezTo>
                  <a:pt x="222" y="213"/>
                  <a:pt x="222" y="205"/>
                  <a:pt x="221" y="205"/>
                </a:cubicBezTo>
                <a:cubicBezTo>
                  <a:pt x="213" y="203"/>
                  <a:pt x="216" y="197"/>
                  <a:pt x="221" y="193"/>
                </a:cubicBezTo>
                <a:cubicBezTo>
                  <a:pt x="222" y="192"/>
                  <a:pt x="227" y="190"/>
                  <a:pt x="230" y="188"/>
                </a:cubicBezTo>
                <a:cubicBezTo>
                  <a:pt x="232" y="186"/>
                  <a:pt x="235" y="183"/>
                  <a:pt x="234" y="179"/>
                </a:cubicBezTo>
                <a:cubicBezTo>
                  <a:pt x="235" y="179"/>
                  <a:pt x="236" y="178"/>
                  <a:pt x="236" y="177"/>
                </a:cubicBezTo>
                <a:cubicBezTo>
                  <a:pt x="236" y="177"/>
                  <a:pt x="233" y="174"/>
                  <a:pt x="232" y="175"/>
                </a:cubicBezTo>
                <a:cubicBezTo>
                  <a:pt x="234" y="174"/>
                  <a:pt x="234" y="172"/>
                  <a:pt x="233" y="171"/>
                </a:cubicBezTo>
                <a:cubicBezTo>
                  <a:pt x="235" y="169"/>
                  <a:pt x="234" y="166"/>
                  <a:pt x="236" y="165"/>
                </a:cubicBezTo>
                <a:cubicBezTo>
                  <a:pt x="239" y="169"/>
                  <a:pt x="245" y="165"/>
                  <a:pt x="242" y="162"/>
                </a:cubicBezTo>
                <a:cubicBezTo>
                  <a:pt x="244" y="158"/>
                  <a:pt x="250" y="160"/>
                  <a:pt x="252" y="157"/>
                </a:cubicBezTo>
                <a:cubicBezTo>
                  <a:pt x="255" y="158"/>
                  <a:pt x="253" y="153"/>
                  <a:pt x="255" y="150"/>
                </a:cubicBezTo>
                <a:cubicBezTo>
                  <a:pt x="256" y="148"/>
                  <a:pt x="259" y="148"/>
                  <a:pt x="262" y="147"/>
                </a:cubicBezTo>
                <a:cubicBezTo>
                  <a:pt x="262" y="147"/>
                  <a:pt x="268" y="143"/>
                  <a:pt x="266" y="143"/>
                </a:cubicBezTo>
                <a:cubicBezTo>
                  <a:pt x="270" y="144"/>
                  <a:pt x="279" y="139"/>
                  <a:pt x="272" y="135"/>
                </a:cubicBezTo>
                <a:cubicBezTo>
                  <a:pt x="273" y="133"/>
                  <a:pt x="270" y="132"/>
                  <a:pt x="268" y="132"/>
                </a:cubicBezTo>
                <a:cubicBezTo>
                  <a:pt x="269" y="131"/>
                  <a:pt x="272" y="132"/>
                  <a:pt x="273" y="131"/>
                </a:cubicBezTo>
                <a:cubicBezTo>
                  <a:pt x="276" y="129"/>
                  <a:pt x="274" y="128"/>
                  <a:pt x="271" y="127"/>
                </a:cubicBezTo>
                <a:cubicBezTo>
                  <a:pt x="268" y="126"/>
                  <a:pt x="263" y="128"/>
                  <a:pt x="261" y="130"/>
                </a:cubicBezTo>
                <a:cubicBezTo>
                  <a:pt x="259" y="132"/>
                  <a:pt x="257" y="134"/>
                  <a:pt x="255" y="135"/>
                </a:cubicBezTo>
                <a:close/>
                <a:moveTo>
                  <a:pt x="308" y="302"/>
                </a:moveTo>
                <a:cubicBezTo>
                  <a:pt x="306" y="301"/>
                  <a:pt x="303" y="301"/>
                  <a:pt x="301" y="300"/>
                </a:cubicBezTo>
                <a:cubicBezTo>
                  <a:pt x="299" y="300"/>
                  <a:pt x="298" y="299"/>
                  <a:pt x="295" y="298"/>
                </a:cubicBezTo>
                <a:cubicBezTo>
                  <a:pt x="296" y="293"/>
                  <a:pt x="290" y="292"/>
                  <a:pt x="287" y="289"/>
                </a:cubicBezTo>
                <a:cubicBezTo>
                  <a:pt x="284" y="287"/>
                  <a:pt x="282" y="284"/>
                  <a:pt x="277" y="285"/>
                </a:cubicBezTo>
                <a:cubicBezTo>
                  <a:pt x="276" y="285"/>
                  <a:pt x="271" y="287"/>
                  <a:pt x="272" y="288"/>
                </a:cubicBezTo>
                <a:cubicBezTo>
                  <a:pt x="269" y="285"/>
                  <a:pt x="268" y="284"/>
                  <a:pt x="263" y="282"/>
                </a:cubicBezTo>
                <a:cubicBezTo>
                  <a:pt x="259" y="281"/>
                  <a:pt x="257" y="276"/>
                  <a:pt x="253" y="281"/>
                </a:cubicBezTo>
                <a:cubicBezTo>
                  <a:pt x="251" y="283"/>
                  <a:pt x="252" y="286"/>
                  <a:pt x="251" y="288"/>
                </a:cubicBezTo>
                <a:cubicBezTo>
                  <a:pt x="247" y="285"/>
                  <a:pt x="254" y="282"/>
                  <a:pt x="251" y="279"/>
                </a:cubicBezTo>
                <a:cubicBezTo>
                  <a:pt x="248" y="275"/>
                  <a:pt x="243" y="281"/>
                  <a:pt x="240" y="282"/>
                </a:cubicBezTo>
                <a:cubicBezTo>
                  <a:pt x="239" y="284"/>
                  <a:pt x="237" y="284"/>
                  <a:pt x="236" y="286"/>
                </a:cubicBezTo>
                <a:cubicBezTo>
                  <a:pt x="235" y="287"/>
                  <a:pt x="234" y="290"/>
                  <a:pt x="233" y="291"/>
                </a:cubicBezTo>
                <a:cubicBezTo>
                  <a:pt x="233" y="289"/>
                  <a:pt x="228" y="290"/>
                  <a:pt x="228" y="288"/>
                </a:cubicBezTo>
                <a:cubicBezTo>
                  <a:pt x="229" y="294"/>
                  <a:pt x="229" y="301"/>
                  <a:pt x="230" y="307"/>
                </a:cubicBezTo>
                <a:cubicBezTo>
                  <a:pt x="231" y="310"/>
                  <a:pt x="230" y="316"/>
                  <a:pt x="227" y="319"/>
                </a:cubicBezTo>
                <a:cubicBezTo>
                  <a:pt x="224" y="321"/>
                  <a:pt x="221" y="324"/>
                  <a:pt x="220" y="329"/>
                </a:cubicBezTo>
                <a:cubicBezTo>
                  <a:pt x="220" y="332"/>
                  <a:pt x="220" y="334"/>
                  <a:pt x="223" y="335"/>
                </a:cubicBezTo>
                <a:cubicBezTo>
                  <a:pt x="223" y="339"/>
                  <a:pt x="219" y="342"/>
                  <a:pt x="219" y="346"/>
                </a:cubicBezTo>
                <a:cubicBezTo>
                  <a:pt x="219" y="346"/>
                  <a:pt x="220" y="348"/>
                  <a:pt x="220" y="350"/>
                </a:cubicBezTo>
                <a:cubicBezTo>
                  <a:pt x="254" y="344"/>
                  <a:pt x="285" y="327"/>
                  <a:pt x="308" y="302"/>
                </a:cubicBezTo>
                <a:close/>
              </a:path>
            </a:pathLst>
          </a:custGeom>
          <a:solidFill>
            <a:schemeClr val="accent1"/>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4" name="Freeform 56"/>
          <p:cNvSpPr>
            <a:spLocks noEditPoints="1"/>
          </p:cNvSpPr>
          <p:nvPr/>
        </p:nvSpPr>
        <p:spPr bwMode="auto">
          <a:xfrm>
            <a:off x="8182461" y="1006817"/>
            <a:ext cx="361263" cy="361263"/>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solidFill>
            <a:schemeClr val="accent3"/>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5" name="Freeform 126"/>
          <p:cNvSpPr/>
          <p:nvPr/>
        </p:nvSpPr>
        <p:spPr bwMode="auto">
          <a:xfrm>
            <a:off x="6906579" y="2183689"/>
            <a:ext cx="387589" cy="498842"/>
          </a:xfrm>
          <a:custGeom>
            <a:avLst/>
            <a:gdLst/>
            <a:ahLst/>
            <a:cxnLst>
              <a:cxn ang="0">
                <a:pos x="25" y="46"/>
              </a:cxn>
              <a:cxn ang="0">
                <a:pos x="1" y="64"/>
              </a:cxn>
              <a:cxn ang="0">
                <a:pos x="0" y="62"/>
              </a:cxn>
              <a:cxn ang="0">
                <a:pos x="1" y="61"/>
              </a:cxn>
              <a:cxn ang="0">
                <a:pos x="22" y="46"/>
              </a:cxn>
              <a:cxn ang="0">
                <a:pos x="1" y="36"/>
              </a:cxn>
              <a:cxn ang="0">
                <a:pos x="24" y="41"/>
              </a:cxn>
              <a:cxn ang="0">
                <a:pos x="27" y="31"/>
              </a:cxn>
              <a:cxn ang="0">
                <a:pos x="7" y="18"/>
              </a:cxn>
              <a:cxn ang="0">
                <a:pos x="27" y="28"/>
              </a:cxn>
              <a:cxn ang="0">
                <a:pos x="28" y="21"/>
              </a:cxn>
              <a:cxn ang="0">
                <a:pos x="23" y="0"/>
              </a:cxn>
              <a:cxn ang="0">
                <a:pos x="31" y="21"/>
              </a:cxn>
              <a:cxn ang="0">
                <a:pos x="31" y="25"/>
              </a:cxn>
              <a:cxn ang="0">
                <a:pos x="48" y="18"/>
              </a:cxn>
              <a:cxn ang="0">
                <a:pos x="30" y="32"/>
              </a:cxn>
              <a:cxn ang="0">
                <a:pos x="27" y="42"/>
              </a:cxn>
              <a:cxn ang="0">
                <a:pos x="50" y="39"/>
              </a:cxn>
              <a:cxn ang="0">
                <a:pos x="25" y="46"/>
              </a:cxn>
            </a:cxnLst>
            <a:rect l="0" t="0" r="r" b="b"/>
            <a:pathLst>
              <a:path w="50" h="64">
                <a:moveTo>
                  <a:pt x="25" y="46"/>
                </a:moveTo>
                <a:cubicBezTo>
                  <a:pt x="20" y="57"/>
                  <a:pt x="11" y="64"/>
                  <a:pt x="1" y="64"/>
                </a:cubicBezTo>
                <a:cubicBezTo>
                  <a:pt x="0" y="64"/>
                  <a:pt x="0" y="63"/>
                  <a:pt x="0" y="62"/>
                </a:cubicBezTo>
                <a:cubicBezTo>
                  <a:pt x="0" y="61"/>
                  <a:pt x="0" y="61"/>
                  <a:pt x="1" y="61"/>
                </a:cubicBezTo>
                <a:cubicBezTo>
                  <a:pt x="10" y="61"/>
                  <a:pt x="17" y="55"/>
                  <a:pt x="22" y="46"/>
                </a:cubicBezTo>
                <a:cubicBezTo>
                  <a:pt x="17" y="48"/>
                  <a:pt x="6" y="50"/>
                  <a:pt x="1" y="36"/>
                </a:cubicBezTo>
                <a:cubicBezTo>
                  <a:pt x="15" y="30"/>
                  <a:pt x="22" y="37"/>
                  <a:pt x="24" y="41"/>
                </a:cubicBezTo>
                <a:cubicBezTo>
                  <a:pt x="25" y="38"/>
                  <a:pt x="26" y="35"/>
                  <a:pt x="27" y="31"/>
                </a:cubicBezTo>
                <a:cubicBezTo>
                  <a:pt x="27" y="31"/>
                  <a:pt x="9" y="34"/>
                  <a:pt x="7" y="18"/>
                </a:cubicBezTo>
                <a:cubicBezTo>
                  <a:pt x="23" y="12"/>
                  <a:pt x="27" y="28"/>
                  <a:pt x="27" y="28"/>
                </a:cubicBezTo>
                <a:cubicBezTo>
                  <a:pt x="27" y="26"/>
                  <a:pt x="28" y="21"/>
                  <a:pt x="28" y="21"/>
                </a:cubicBezTo>
                <a:cubicBezTo>
                  <a:pt x="28" y="21"/>
                  <a:pt x="14" y="12"/>
                  <a:pt x="23" y="0"/>
                </a:cubicBezTo>
                <a:cubicBezTo>
                  <a:pt x="39" y="5"/>
                  <a:pt x="31" y="21"/>
                  <a:pt x="31" y="21"/>
                </a:cubicBezTo>
                <a:cubicBezTo>
                  <a:pt x="31" y="21"/>
                  <a:pt x="31" y="24"/>
                  <a:pt x="31" y="25"/>
                </a:cubicBezTo>
                <a:cubicBezTo>
                  <a:pt x="31" y="25"/>
                  <a:pt x="37" y="14"/>
                  <a:pt x="48" y="18"/>
                </a:cubicBezTo>
                <a:cubicBezTo>
                  <a:pt x="48" y="35"/>
                  <a:pt x="30" y="32"/>
                  <a:pt x="30" y="32"/>
                </a:cubicBezTo>
                <a:cubicBezTo>
                  <a:pt x="29" y="35"/>
                  <a:pt x="29" y="39"/>
                  <a:pt x="27" y="42"/>
                </a:cubicBezTo>
                <a:cubicBezTo>
                  <a:pt x="27" y="42"/>
                  <a:pt x="38" y="30"/>
                  <a:pt x="50" y="39"/>
                </a:cubicBezTo>
                <a:cubicBezTo>
                  <a:pt x="43" y="57"/>
                  <a:pt x="25" y="46"/>
                  <a:pt x="25" y="46"/>
                </a:cubicBezTo>
                <a:close/>
              </a:path>
            </a:pathLst>
          </a:custGeom>
          <a:solidFill>
            <a:schemeClr val="accent5"/>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6" name="Freeform 127"/>
          <p:cNvSpPr/>
          <p:nvPr/>
        </p:nvSpPr>
        <p:spPr bwMode="auto">
          <a:xfrm>
            <a:off x="8689089" y="1686358"/>
            <a:ext cx="295296" cy="325373"/>
          </a:xfrm>
          <a:custGeom>
            <a:avLst/>
            <a:gdLst/>
            <a:ahLst/>
            <a:cxnLst>
              <a:cxn ang="0">
                <a:pos x="40" y="55"/>
              </a:cxn>
              <a:cxn ang="0">
                <a:pos x="32" y="51"/>
              </a:cxn>
              <a:cxn ang="0">
                <a:pos x="4" y="24"/>
              </a:cxn>
              <a:cxn ang="0">
                <a:pos x="0" y="14"/>
              </a:cxn>
              <a:cxn ang="0">
                <a:pos x="13" y="0"/>
              </a:cxn>
              <a:cxn ang="0">
                <a:pos x="23" y="5"/>
              </a:cxn>
              <a:cxn ang="0">
                <a:pos x="45" y="26"/>
              </a:cxn>
              <a:cxn ang="0">
                <a:pos x="45" y="27"/>
              </a:cxn>
              <a:cxn ang="0">
                <a:pos x="42" y="30"/>
              </a:cxn>
              <a:cxn ang="0">
                <a:pos x="42" y="29"/>
              </a:cxn>
              <a:cxn ang="0">
                <a:pos x="20" y="8"/>
              </a:cxn>
              <a:cxn ang="0">
                <a:pos x="13" y="5"/>
              </a:cxn>
              <a:cxn ang="0">
                <a:pos x="4" y="14"/>
              </a:cxn>
              <a:cxn ang="0">
                <a:pos x="7" y="21"/>
              </a:cxn>
              <a:cxn ang="0">
                <a:pos x="35" y="48"/>
              </a:cxn>
              <a:cxn ang="0">
                <a:pos x="40" y="50"/>
              </a:cxn>
              <a:cxn ang="0">
                <a:pos x="45" y="45"/>
              </a:cxn>
              <a:cxn ang="0">
                <a:pos x="43" y="40"/>
              </a:cxn>
              <a:cxn ang="0">
                <a:pos x="22" y="19"/>
              </a:cxn>
              <a:cxn ang="0">
                <a:pos x="20" y="18"/>
              </a:cxn>
              <a:cxn ang="0">
                <a:pos x="18" y="21"/>
              </a:cxn>
              <a:cxn ang="0">
                <a:pos x="19" y="23"/>
              </a:cxn>
              <a:cxn ang="0">
                <a:pos x="33" y="38"/>
              </a:cxn>
              <a:cxn ang="0">
                <a:pos x="34" y="38"/>
              </a:cxn>
              <a:cxn ang="0">
                <a:pos x="31" y="41"/>
              </a:cxn>
              <a:cxn ang="0">
                <a:pos x="30" y="41"/>
              </a:cxn>
              <a:cxn ang="0">
                <a:pos x="16" y="26"/>
              </a:cxn>
              <a:cxn ang="0">
                <a:pos x="13" y="21"/>
              </a:cxn>
              <a:cxn ang="0">
                <a:pos x="20" y="14"/>
              </a:cxn>
              <a:cxn ang="0">
                <a:pos x="26" y="16"/>
              </a:cxn>
              <a:cxn ang="0">
                <a:pos x="46" y="37"/>
              </a:cxn>
              <a:cxn ang="0">
                <a:pos x="50" y="45"/>
              </a:cxn>
              <a:cxn ang="0">
                <a:pos x="40" y="55"/>
              </a:cxn>
            </a:cxnLst>
            <a:rect l="0" t="0" r="r" b="b"/>
            <a:pathLst>
              <a:path w="50" h="55">
                <a:moveTo>
                  <a:pt x="40" y="55"/>
                </a:moveTo>
                <a:cubicBezTo>
                  <a:pt x="37" y="55"/>
                  <a:pt x="34" y="54"/>
                  <a:pt x="32" y="51"/>
                </a:cubicBezTo>
                <a:cubicBezTo>
                  <a:pt x="4" y="24"/>
                  <a:pt x="4" y="24"/>
                  <a:pt x="4" y="24"/>
                </a:cubicBezTo>
                <a:cubicBezTo>
                  <a:pt x="1" y="21"/>
                  <a:pt x="0" y="18"/>
                  <a:pt x="0" y="14"/>
                </a:cubicBezTo>
                <a:cubicBezTo>
                  <a:pt x="0" y="7"/>
                  <a:pt x="6" y="0"/>
                  <a:pt x="13" y="0"/>
                </a:cubicBezTo>
                <a:cubicBezTo>
                  <a:pt x="17" y="0"/>
                  <a:pt x="21" y="2"/>
                  <a:pt x="23" y="5"/>
                </a:cubicBezTo>
                <a:cubicBezTo>
                  <a:pt x="45" y="26"/>
                  <a:pt x="45" y="26"/>
                  <a:pt x="45" y="26"/>
                </a:cubicBezTo>
                <a:cubicBezTo>
                  <a:pt x="45" y="26"/>
                  <a:pt x="45" y="27"/>
                  <a:pt x="45" y="27"/>
                </a:cubicBezTo>
                <a:cubicBezTo>
                  <a:pt x="45" y="28"/>
                  <a:pt x="43" y="30"/>
                  <a:pt x="42" y="30"/>
                </a:cubicBezTo>
                <a:cubicBezTo>
                  <a:pt x="42" y="30"/>
                  <a:pt x="42" y="30"/>
                  <a:pt x="42" y="29"/>
                </a:cubicBezTo>
                <a:cubicBezTo>
                  <a:pt x="20" y="8"/>
                  <a:pt x="20" y="8"/>
                  <a:pt x="20" y="8"/>
                </a:cubicBezTo>
                <a:cubicBezTo>
                  <a:pt x="18" y="6"/>
                  <a:pt x="16" y="5"/>
                  <a:pt x="13" y="5"/>
                </a:cubicBezTo>
                <a:cubicBezTo>
                  <a:pt x="8" y="5"/>
                  <a:pt x="4" y="9"/>
                  <a:pt x="4" y="14"/>
                </a:cubicBezTo>
                <a:cubicBezTo>
                  <a:pt x="4" y="16"/>
                  <a:pt x="5" y="19"/>
                  <a:pt x="7" y="21"/>
                </a:cubicBezTo>
                <a:cubicBezTo>
                  <a:pt x="35" y="48"/>
                  <a:pt x="35" y="48"/>
                  <a:pt x="35" y="48"/>
                </a:cubicBezTo>
                <a:cubicBezTo>
                  <a:pt x="36" y="50"/>
                  <a:pt x="38" y="50"/>
                  <a:pt x="40" y="50"/>
                </a:cubicBezTo>
                <a:cubicBezTo>
                  <a:pt x="43" y="50"/>
                  <a:pt x="45" y="48"/>
                  <a:pt x="45" y="45"/>
                </a:cubicBezTo>
                <a:cubicBezTo>
                  <a:pt x="45" y="43"/>
                  <a:pt x="44" y="41"/>
                  <a:pt x="43" y="40"/>
                </a:cubicBezTo>
                <a:cubicBezTo>
                  <a:pt x="22" y="19"/>
                  <a:pt x="22" y="19"/>
                  <a:pt x="22" y="19"/>
                </a:cubicBezTo>
                <a:cubicBezTo>
                  <a:pt x="22" y="19"/>
                  <a:pt x="21" y="18"/>
                  <a:pt x="20" y="18"/>
                </a:cubicBezTo>
                <a:cubicBezTo>
                  <a:pt x="19" y="18"/>
                  <a:pt x="18" y="19"/>
                  <a:pt x="18" y="21"/>
                </a:cubicBezTo>
                <a:cubicBezTo>
                  <a:pt x="18" y="22"/>
                  <a:pt x="18" y="22"/>
                  <a:pt x="19" y="23"/>
                </a:cubicBezTo>
                <a:cubicBezTo>
                  <a:pt x="33" y="38"/>
                  <a:pt x="33" y="38"/>
                  <a:pt x="33" y="38"/>
                </a:cubicBezTo>
                <a:cubicBezTo>
                  <a:pt x="34" y="38"/>
                  <a:pt x="34" y="38"/>
                  <a:pt x="34" y="38"/>
                </a:cubicBezTo>
                <a:cubicBezTo>
                  <a:pt x="34" y="39"/>
                  <a:pt x="32" y="41"/>
                  <a:pt x="31" y="41"/>
                </a:cubicBezTo>
                <a:cubicBezTo>
                  <a:pt x="31" y="41"/>
                  <a:pt x="30" y="41"/>
                  <a:pt x="30" y="41"/>
                </a:cubicBezTo>
                <a:cubicBezTo>
                  <a:pt x="16" y="26"/>
                  <a:pt x="16" y="26"/>
                  <a:pt x="16" y="26"/>
                </a:cubicBezTo>
                <a:cubicBezTo>
                  <a:pt x="14" y="25"/>
                  <a:pt x="13" y="23"/>
                  <a:pt x="13" y="21"/>
                </a:cubicBezTo>
                <a:cubicBezTo>
                  <a:pt x="13" y="17"/>
                  <a:pt x="16" y="14"/>
                  <a:pt x="20" y="14"/>
                </a:cubicBezTo>
                <a:cubicBezTo>
                  <a:pt x="22" y="14"/>
                  <a:pt x="24" y="15"/>
                  <a:pt x="26" y="16"/>
                </a:cubicBezTo>
                <a:cubicBezTo>
                  <a:pt x="46" y="37"/>
                  <a:pt x="46" y="37"/>
                  <a:pt x="46" y="37"/>
                </a:cubicBezTo>
                <a:cubicBezTo>
                  <a:pt x="49" y="39"/>
                  <a:pt x="50" y="42"/>
                  <a:pt x="50" y="45"/>
                </a:cubicBezTo>
                <a:cubicBezTo>
                  <a:pt x="50" y="51"/>
                  <a:pt x="46" y="55"/>
                  <a:pt x="40" y="55"/>
                </a:cubicBezTo>
                <a:close/>
              </a:path>
            </a:pathLst>
          </a:custGeom>
          <a:solidFill>
            <a:schemeClr val="accent4"/>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7" name="Freeform 66"/>
          <p:cNvSpPr>
            <a:spLocks noEditPoints="1"/>
          </p:cNvSpPr>
          <p:nvPr/>
        </p:nvSpPr>
        <p:spPr bwMode="auto">
          <a:xfrm>
            <a:off x="5178426" y="1705865"/>
            <a:ext cx="330416" cy="256285"/>
          </a:xfrm>
          <a:custGeom>
            <a:avLst/>
            <a:gdLst/>
            <a:ahLst/>
            <a:cxnLst>
              <a:cxn ang="0">
                <a:pos x="29" y="41"/>
              </a:cxn>
              <a:cxn ang="0">
                <a:pos x="22" y="40"/>
              </a:cxn>
              <a:cxn ang="0">
                <a:pos x="11" y="45"/>
              </a:cxn>
              <a:cxn ang="0">
                <a:pos x="7" y="46"/>
              </a:cxn>
              <a:cxn ang="0">
                <a:pos x="7" y="46"/>
              </a:cxn>
              <a:cxn ang="0">
                <a:pos x="6" y="45"/>
              </a:cxn>
              <a:cxn ang="0">
                <a:pos x="6" y="43"/>
              </a:cxn>
              <a:cxn ang="0">
                <a:pos x="11" y="36"/>
              </a:cxn>
              <a:cxn ang="0">
                <a:pos x="0" y="20"/>
              </a:cxn>
              <a:cxn ang="0">
                <a:pos x="29" y="0"/>
              </a:cxn>
              <a:cxn ang="0">
                <a:pos x="57" y="20"/>
              </a:cxn>
              <a:cxn ang="0">
                <a:pos x="29" y="41"/>
              </a:cxn>
              <a:cxn ang="0">
                <a:pos x="62" y="47"/>
              </a:cxn>
              <a:cxn ang="0">
                <a:pos x="66" y="53"/>
              </a:cxn>
              <a:cxn ang="0">
                <a:pos x="67" y="55"/>
              </a:cxn>
              <a:cxn ang="0">
                <a:pos x="66" y="56"/>
              </a:cxn>
              <a:cxn ang="0">
                <a:pos x="62" y="55"/>
              </a:cxn>
              <a:cxn ang="0">
                <a:pos x="51" y="50"/>
              </a:cxn>
              <a:cxn ang="0">
                <a:pos x="44" y="51"/>
              </a:cxn>
              <a:cxn ang="0">
                <a:pos x="25" y="46"/>
              </a:cxn>
              <a:cxn ang="0">
                <a:pos x="29" y="46"/>
              </a:cxn>
              <a:cxn ang="0">
                <a:pos x="52" y="39"/>
              </a:cxn>
              <a:cxn ang="0">
                <a:pos x="62" y="20"/>
              </a:cxn>
              <a:cxn ang="0">
                <a:pos x="61" y="14"/>
              </a:cxn>
              <a:cxn ang="0">
                <a:pos x="72" y="30"/>
              </a:cxn>
              <a:cxn ang="0">
                <a:pos x="62" y="47"/>
              </a:cxn>
            </a:cxnLst>
            <a:rect l="0" t="0" r="r" b="b"/>
            <a:pathLst>
              <a:path w="72" h="56">
                <a:moveTo>
                  <a:pt x="29" y="41"/>
                </a:moveTo>
                <a:cubicBezTo>
                  <a:pt x="26" y="41"/>
                  <a:pt x="24" y="40"/>
                  <a:pt x="22" y="40"/>
                </a:cubicBezTo>
                <a:cubicBezTo>
                  <a:pt x="18" y="42"/>
                  <a:pt x="15" y="44"/>
                  <a:pt x="11" y="45"/>
                </a:cubicBezTo>
                <a:cubicBezTo>
                  <a:pt x="9" y="45"/>
                  <a:pt x="8" y="46"/>
                  <a:pt x="7" y="46"/>
                </a:cubicBezTo>
                <a:cubicBezTo>
                  <a:pt x="7" y="46"/>
                  <a:pt x="7" y="46"/>
                  <a:pt x="7" y="46"/>
                </a:cubicBezTo>
                <a:cubicBezTo>
                  <a:pt x="6" y="46"/>
                  <a:pt x="6" y="45"/>
                  <a:pt x="6" y="45"/>
                </a:cubicBezTo>
                <a:cubicBezTo>
                  <a:pt x="5" y="44"/>
                  <a:pt x="6" y="43"/>
                  <a:pt x="6" y="43"/>
                </a:cubicBezTo>
                <a:cubicBezTo>
                  <a:pt x="8" y="41"/>
                  <a:pt x="10" y="40"/>
                  <a:pt x="11" y="36"/>
                </a:cubicBezTo>
                <a:cubicBezTo>
                  <a:pt x="5" y="32"/>
                  <a:pt x="0" y="27"/>
                  <a:pt x="0" y="20"/>
                </a:cubicBezTo>
                <a:cubicBezTo>
                  <a:pt x="0" y="9"/>
                  <a:pt x="13" y="0"/>
                  <a:pt x="29" y="0"/>
                </a:cubicBezTo>
                <a:cubicBezTo>
                  <a:pt x="44" y="0"/>
                  <a:pt x="57" y="9"/>
                  <a:pt x="57" y="20"/>
                </a:cubicBezTo>
                <a:cubicBezTo>
                  <a:pt x="57" y="32"/>
                  <a:pt x="44" y="41"/>
                  <a:pt x="29" y="41"/>
                </a:cubicBezTo>
                <a:close/>
                <a:moveTo>
                  <a:pt x="62" y="47"/>
                </a:moveTo>
                <a:cubicBezTo>
                  <a:pt x="63" y="50"/>
                  <a:pt x="65" y="51"/>
                  <a:pt x="66" y="53"/>
                </a:cubicBezTo>
                <a:cubicBezTo>
                  <a:pt x="67" y="54"/>
                  <a:pt x="67" y="54"/>
                  <a:pt x="67" y="55"/>
                </a:cubicBezTo>
                <a:cubicBezTo>
                  <a:pt x="67" y="56"/>
                  <a:pt x="67" y="56"/>
                  <a:pt x="66" y="56"/>
                </a:cubicBezTo>
                <a:cubicBezTo>
                  <a:pt x="65" y="56"/>
                  <a:pt x="63" y="56"/>
                  <a:pt x="62" y="55"/>
                </a:cubicBezTo>
                <a:cubicBezTo>
                  <a:pt x="58" y="54"/>
                  <a:pt x="55" y="53"/>
                  <a:pt x="51" y="50"/>
                </a:cubicBezTo>
                <a:cubicBezTo>
                  <a:pt x="49" y="51"/>
                  <a:pt x="47" y="51"/>
                  <a:pt x="44" y="51"/>
                </a:cubicBezTo>
                <a:cubicBezTo>
                  <a:pt x="37" y="51"/>
                  <a:pt x="30" y="49"/>
                  <a:pt x="25" y="46"/>
                </a:cubicBezTo>
                <a:cubicBezTo>
                  <a:pt x="26" y="46"/>
                  <a:pt x="28" y="46"/>
                  <a:pt x="29" y="46"/>
                </a:cubicBezTo>
                <a:cubicBezTo>
                  <a:pt x="37" y="46"/>
                  <a:pt x="46" y="43"/>
                  <a:pt x="52" y="39"/>
                </a:cubicBezTo>
                <a:cubicBezTo>
                  <a:pt x="58" y="34"/>
                  <a:pt x="62" y="27"/>
                  <a:pt x="62" y="20"/>
                </a:cubicBezTo>
                <a:cubicBezTo>
                  <a:pt x="62" y="18"/>
                  <a:pt x="62" y="16"/>
                  <a:pt x="61" y="14"/>
                </a:cubicBezTo>
                <a:cubicBezTo>
                  <a:pt x="68" y="18"/>
                  <a:pt x="72" y="24"/>
                  <a:pt x="72" y="30"/>
                </a:cubicBezTo>
                <a:cubicBezTo>
                  <a:pt x="72" y="37"/>
                  <a:pt x="68" y="43"/>
                  <a:pt x="62" y="47"/>
                </a:cubicBezTo>
                <a:close/>
              </a:path>
            </a:pathLst>
          </a:custGeom>
          <a:solidFill>
            <a:schemeClr val="accent1"/>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8" name="Freeform 74"/>
          <p:cNvSpPr>
            <a:spLocks noEditPoints="1"/>
          </p:cNvSpPr>
          <p:nvPr/>
        </p:nvSpPr>
        <p:spPr bwMode="auto">
          <a:xfrm>
            <a:off x="5620704" y="2278760"/>
            <a:ext cx="247650" cy="192088"/>
          </a:xfrm>
          <a:custGeom>
            <a:avLst/>
            <a:gdLst/>
            <a:ahLst/>
            <a:cxnLst>
              <a:cxn ang="0">
                <a:pos x="66" y="17"/>
              </a:cxn>
              <a:cxn ang="0">
                <a:pos x="47" y="30"/>
              </a:cxn>
              <a:cxn ang="0">
                <a:pos x="37" y="36"/>
              </a:cxn>
              <a:cxn ang="0">
                <a:pos x="36" y="36"/>
              </a:cxn>
              <a:cxn ang="0">
                <a:pos x="36" y="36"/>
              </a:cxn>
              <a:cxn ang="0">
                <a:pos x="26" y="30"/>
              </a:cxn>
              <a:cxn ang="0">
                <a:pos x="7" y="17"/>
              </a:cxn>
              <a:cxn ang="0">
                <a:pos x="0" y="7"/>
              </a:cxn>
              <a:cxn ang="0">
                <a:pos x="7" y="0"/>
              </a:cxn>
              <a:cxn ang="0">
                <a:pos x="66" y="0"/>
              </a:cxn>
              <a:cxn ang="0">
                <a:pos x="72" y="6"/>
              </a:cxn>
              <a:cxn ang="0">
                <a:pos x="66" y="17"/>
              </a:cxn>
              <a:cxn ang="0">
                <a:pos x="72" y="50"/>
              </a:cxn>
              <a:cxn ang="0">
                <a:pos x="66" y="56"/>
              </a:cxn>
              <a:cxn ang="0">
                <a:pos x="7" y="56"/>
              </a:cxn>
              <a:cxn ang="0">
                <a:pos x="0" y="50"/>
              </a:cxn>
              <a:cxn ang="0">
                <a:pos x="0" y="18"/>
              </a:cxn>
              <a:cxn ang="0">
                <a:pos x="5" y="21"/>
              </a:cxn>
              <a:cxn ang="0">
                <a:pos x="24" y="35"/>
              </a:cxn>
              <a:cxn ang="0">
                <a:pos x="36" y="41"/>
              </a:cxn>
              <a:cxn ang="0">
                <a:pos x="36" y="41"/>
              </a:cxn>
              <a:cxn ang="0">
                <a:pos x="37" y="41"/>
              </a:cxn>
              <a:cxn ang="0">
                <a:pos x="48" y="35"/>
              </a:cxn>
              <a:cxn ang="0">
                <a:pos x="68" y="21"/>
              </a:cxn>
              <a:cxn ang="0">
                <a:pos x="72" y="18"/>
              </a:cxn>
              <a:cxn ang="0">
                <a:pos x="72" y="50"/>
              </a:cxn>
            </a:cxnLst>
            <a:rect l="0" t="0" r="r" b="b"/>
            <a:pathLst>
              <a:path w="72" h="56">
                <a:moveTo>
                  <a:pt x="66" y="17"/>
                </a:moveTo>
                <a:cubicBezTo>
                  <a:pt x="59" y="21"/>
                  <a:pt x="53" y="26"/>
                  <a:pt x="47" y="30"/>
                </a:cubicBezTo>
                <a:cubicBezTo>
                  <a:pt x="44" y="32"/>
                  <a:pt x="40" y="36"/>
                  <a:pt x="37" y="36"/>
                </a:cubicBezTo>
                <a:cubicBezTo>
                  <a:pt x="36" y="36"/>
                  <a:pt x="36" y="36"/>
                  <a:pt x="36" y="36"/>
                </a:cubicBezTo>
                <a:cubicBezTo>
                  <a:pt x="36" y="36"/>
                  <a:pt x="36" y="36"/>
                  <a:pt x="36" y="36"/>
                </a:cubicBezTo>
                <a:cubicBezTo>
                  <a:pt x="33" y="36"/>
                  <a:pt x="29" y="32"/>
                  <a:pt x="26" y="30"/>
                </a:cubicBezTo>
                <a:cubicBezTo>
                  <a:pt x="20" y="26"/>
                  <a:pt x="14" y="21"/>
                  <a:pt x="7" y="17"/>
                </a:cubicBezTo>
                <a:cubicBezTo>
                  <a:pt x="5" y="15"/>
                  <a:pt x="0" y="11"/>
                  <a:pt x="0" y="7"/>
                </a:cubicBezTo>
                <a:cubicBezTo>
                  <a:pt x="0" y="3"/>
                  <a:pt x="3" y="0"/>
                  <a:pt x="7" y="0"/>
                </a:cubicBezTo>
                <a:cubicBezTo>
                  <a:pt x="66" y="0"/>
                  <a:pt x="66" y="0"/>
                  <a:pt x="66" y="0"/>
                </a:cubicBezTo>
                <a:cubicBezTo>
                  <a:pt x="70" y="0"/>
                  <a:pt x="72" y="2"/>
                  <a:pt x="72" y="6"/>
                </a:cubicBezTo>
                <a:cubicBezTo>
                  <a:pt x="72" y="11"/>
                  <a:pt x="69" y="15"/>
                  <a:pt x="66" y="17"/>
                </a:cubicBezTo>
                <a:close/>
                <a:moveTo>
                  <a:pt x="72" y="50"/>
                </a:moveTo>
                <a:cubicBezTo>
                  <a:pt x="72" y="53"/>
                  <a:pt x="70" y="56"/>
                  <a:pt x="66" y="56"/>
                </a:cubicBezTo>
                <a:cubicBezTo>
                  <a:pt x="7" y="56"/>
                  <a:pt x="7" y="56"/>
                  <a:pt x="7" y="56"/>
                </a:cubicBezTo>
                <a:cubicBezTo>
                  <a:pt x="3" y="56"/>
                  <a:pt x="0" y="53"/>
                  <a:pt x="0" y="50"/>
                </a:cubicBezTo>
                <a:cubicBezTo>
                  <a:pt x="0" y="18"/>
                  <a:pt x="0" y="18"/>
                  <a:pt x="0" y="18"/>
                </a:cubicBezTo>
                <a:cubicBezTo>
                  <a:pt x="2" y="19"/>
                  <a:pt x="3" y="20"/>
                  <a:pt x="5" y="21"/>
                </a:cubicBezTo>
                <a:cubicBezTo>
                  <a:pt x="11" y="26"/>
                  <a:pt x="18" y="30"/>
                  <a:pt x="24" y="35"/>
                </a:cubicBezTo>
                <a:cubicBezTo>
                  <a:pt x="28" y="38"/>
                  <a:pt x="32" y="41"/>
                  <a:pt x="36" y="41"/>
                </a:cubicBezTo>
                <a:cubicBezTo>
                  <a:pt x="36" y="41"/>
                  <a:pt x="36" y="41"/>
                  <a:pt x="36" y="41"/>
                </a:cubicBezTo>
                <a:cubicBezTo>
                  <a:pt x="37" y="41"/>
                  <a:pt x="37" y="41"/>
                  <a:pt x="37" y="41"/>
                </a:cubicBezTo>
                <a:cubicBezTo>
                  <a:pt x="41" y="41"/>
                  <a:pt x="45" y="38"/>
                  <a:pt x="48" y="35"/>
                </a:cubicBezTo>
                <a:cubicBezTo>
                  <a:pt x="55" y="30"/>
                  <a:pt x="62" y="26"/>
                  <a:pt x="68" y="21"/>
                </a:cubicBezTo>
                <a:cubicBezTo>
                  <a:pt x="70" y="20"/>
                  <a:pt x="71" y="19"/>
                  <a:pt x="72" y="18"/>
                </a:cubicBezTo>
                <a:lnTo>
                  <a:pt x="72" y="50"/>
                </a:lnTo>
                <a:close/>
              </a:path>
            </a:pathLst>
          </a:custGeom>
          <a:solidFill>
            <a:schemeClr val="accent6"/>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9" name="Freeform 152"/>
          <p:cNvSpPr>
            <a:spLocks noEditPoints="1"/>
          </p:cNvSpPr>
          <p:nvPr/>
        </p:nvSpPr>
        <p:spPr bwMode="auto">
          <a:xfrm>
            <a:off x="8331837" y="2250364"/>
            <a:ext cx="230188" cy="212725"/>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accent6"/>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122881" name="标题 2"/>
          <p:cNvSpPr>
            <a:spLocks noGrp="1"/>
          </p:cNvSpPr>
          <p:nvPr>
            <p:ph type="ctrTitle" idx="4294967295"/>
          </p:nvPr>
        </p:nvSpPr>
        <p:spPr>
          <a:xfrm>
            <a:off x="193675" y="728345"/>
            <a:ext cx="4655185" cy="1153795"/>
          </a:xfrm>
        </p:spPr>
        <p:txBody>
          <a:bodyPr/>
          <a:lstStyle/>
          <a:p>
            <a:r>
              <a:rPr lang="zh-CN" altLang="en-US" b="1">
                <a:solidFill>
                  <a:srgbClr val="000000"/>
                </a:solidFill>
                <a:latin typeface="Times New Roman" pitchFamily="18" charset="0"/>
                <a:ea typeface="楷体" charset="0"/>
                <a:cs typeface="微软雅黑"/>
              </a:rPr>
              <a:t>如何求最优解？</a:t>
            </a:r>
          </a:p>
        </p:txBody>
      </p:sp>
      <p:sp>
        <p:nvSpPr>
          <p:cNvPr id="4" name="副标题 3"/>
          <p:cNvSpPr>
            <a:spLocks noGrp="1"/>
          </p:cNvSpPr>
          <p:nvPr>
            <p:ph type="subTitle" idx="4294967295"/>
          </p:nvPr>
        </p:nvSpPr>
        <p:spPr>
          <a:xfrm>
            <a:off x="193675" y="2283460"/>
            <a:ext cx="4380230" cy="1314450"/>
          </a:xfrm>
        </p:spPr>
        <p:txBody>
          <a:bodyPr/>
          <a:lstStyle/>
          <a:p>
            <a:pPr>
              <a:defRPr/>
            </a:pPr>
            <a:r>
              <a:rPr lang="zh-CN" altLang="en-US" b="1" dirty="0">
                <a:solidFill>
                  <a:srgbClr val="FF0000"/>
                </a:solidFill>
                <a:latin typeface="Times New Roman" pitchFamily="18" charset="0"/>
                <a:ea typeface="楷体" charset="0"/>
              </a:rPr>
              <a:t>最优解</a:t>
            </a:r>
            <a:r>
              <a:rPr lang="zh-CN" altLang="en-US" b="1" dirty="0">
                <a:latin typeface="Times New Roman" pitchFamily="18" charset="0"/>
                <a:ea typeface="楷体" charset="0"/>
              </a:rPr>
              <a:t> </a:t>
            </a:r>
            <a:r>
              <a:rPr lang="en-US" altLang="zh-CN" b="1" dirty="0">
                <a:latin typeface="Times New Roman" pitchFamily="18" charset="0"/>
                <a:ea typeface="楷体" charset="0"/>
              </a:rPr>
              <a:t>== </a:t>
            </a:r>
            <a:r>
              <a:rPr lang="zh-CN" altLang="en-US" b="1" dirty="0">
                <a:latin typeface="Times New Roman" pitchFamily="18" charset="0"/>
                <a:ea typeface="楷体" charset="0"/>
              </a:rPr>
              <a:t>以</a:t>
            </a:r>
            <a:r>
              <a:rPr lang="zh-CN" altLang="en-US" b="1" dirty="0">
                <a:solidFill>
                  <a:srgbClr val="FF0000"/>
                </a:solidFill>
                <a:latin typeface="Times New Roman" pitchFamily="18" charset="0"/>
                <a:ea typeface="楷体" charset="0"/>
              </a:rPr>
              <a:t>最少的</a:t>
            </a:r>
            <a:r>
              <a:rPr lang="zh-CN" altLang="en-US" b="1" dirty="0">
                <a:latin typeface="Times New Roman" pitchFamily="18" charset="0"/>
                <a:ea typeface="楷体" charset="0"/>
              </a:rPr>
              <a:t>数乘</a:t>
            </a:r>
            <a:r>
              <a:rPr lang="zh-CN" altLang="en-US" b="1" dirty="0">
                <a:solidFill>
                  <a:srgbClr val="FF0000"/>
                </a:solidFill>
                <a:latin typeface="Times New Roman" pitchFamily="18" charset="0"/>
                <a:ea typeface="楷体" charset="0"/>
              </a:rPr>
              <a:t>次数</a:t>
            </a:r>
            <a:r>
              <a:rPr lang="zh-CN" altLang="en-US" b="1" dirty="0">
                <a:latin typeface="Times New Roman" pitchFamily="18" charset="0"/>
                <a:ea typeface="楷体" charset="0"/>
              </a:rPr>
              <a:t>计算出矩阵连乘的乘积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033"/>
                                        </p:tgtEl>
                                        <p:attrNameLst>
                                          <p:attrName>style.visibility</p:attrName>
                                        </p:attrNameLst>
                                      </p:cBhvr>
                                      <p:to>
                                        <p:strVal val="visible"/>
                                      </p:to>
                                    </p:set>
                                    <p:animEffect transition="in" filter="wipe(down)">
                                      <p:cBhvr>
                                        <p:cTn id="7" dur="1000"/>
                                        <p:tgtEl>
                                          <p:spTgt spid="1033"/>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64"/>
                                        </p:tgtEl>
                                        <p:attrNameLst>
                                          <p:attrName>style.visibility</p:attrName>
                                        </p:attrNameLst>
                                      </p:cBhvr>
                                      <p:to>
                                        <p:strVal val="visible"/>
                                      </p:to>
                                    </p:set>
                                    <p:anim calcmode="lin" valueType="num">
                                      <p:cBhvr>
                                        <p:cTn id="11" dur="500" fill="hold"/>
                                        <p:tgtEl>
                                          <p:spTgt spid="64"/>
                                        </p:tgtEl>
                                        <p:attrNameLst>
                                          <p:attrName>ppt_w</p:attrName>
                                        </p:attrNameLst>
                                      </p:cBhvr>
                                      <p:tavLst>
                                        <p:tav tm="0">
                                          <p:val>
                                            <p:fltVal val="0"/>
                                          </p:val>
                                        </p:tav>
                                        <p:tav tm="100000">
                                          <p:val>
                                            <p:strVal val="#ppt_w"/>
                                          </p:val>
                                        </p:tav>
                                      </p:tavLst>
                                    </p:anim>
                                    <p:anim calcmode="lin" valueType="num">
                                      <p:cBhvr>
                                        <p:cTn id="12" dur="500" fill="hold"/>
                                        <p:tgtEl>
                                          <p:spTgt spid="64"/>
                                        </p:tgtEl>
                                        <p:attrNameLst>
                                          <p:attrName>ppt_h</p:attrName>
                                        </p:attrNameLst>
                                      </p:cBhvr>
                                      <p:tavLst>
                                        <p:tav tm="0">
                                          <p:val>
                                            <p:fltVal val="0"/>
                                          </p:val>
                                        </p:tav>
                                        <p:tav tm="100000">
                                          <p:val>
                                            <p:strVal val="#ppt_h"/>
                                          </p:val>
                                        </p:tav>
                                      </p:tavLst>
                                    </p:anim>
                                    <p:animEffect transition="in" filter="fade">
                                      <p:cBhvr>
                                        <p:cTn id="13" dur="500"/>
                                        <p:tgtEl>
                                          <p:spTgt spid="64"/>
                                        </p:tgtEl>
                                      </p:cBhvr>
                                    </p:animEffect>
                                  </p:childTnLst>
                                </p:cTn>
                              </p:par>
                            </p:childTnLst>
                          </p:cTn>
                        </p:par>
                        <p:par>
                          <p:cTn id="14" fill="hold">
                            <p:stCondLst>
                              <p:cond delay="1500"/>
                            </p:stCondLst>
                            <p:childTnLst>
                              <p:par>
                                <p:cTn id="15" presetID="53" presetClass="entr" presetSubtype="16" fill="hold" grpId="0" nodeType="after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p:cTn id="17" dur="500" fill="hold"/>
                                        <p:tgtEl>
                                          <p:spTgt spid="23"/>
                                        </p:tgtEl>
                                        <p:attrNameLst>
                                          <p:attrName>ppt_w</p:attrName>
                                        </p:attrNameLst>
                                      </p:cBhvr>
                                      <p:tavLst>
                                        <p:tav tm="0">
                                          <p:val>
                                            <p:fltVal val="0"/>
                                          </p:val>
                                        </p:tav>
                                        <p:tav tm="100000">
                                          <p:val>
                                            <p:strVal val="#ppt_w"/>
                                          </p:val>
                                        </p:tav>
                                      </p:tavLst>
                                    </p:anim>
                                    <p:anim calcmode="lin" valueType="num">
                                      <p:cBhvr>
                                        <p:cTn id="18" dur="500" fill="hold"/>
                                        <p:tgtEl>
                                          <p:spTgt spid="23"/>
                                        </p:tgtEl>
                                        <p:attrNameLst>
                                          <p:attrName>ppt_h</p:attrName>
                                        </p:attrNameLst>
                                      </p:cBhvr>
                                      <p:tavLst>
                                        <p:tav tm="0">
                                          <p:val>
                                            <p:fltVal val="0"/>
                                          </p:val>
                                        </p:tav>
                                        <p:tav tm="100000">
                                          <p:val>
                                            <p:strVal val="#ppt_h"/>
                                          </p:val>
                                        </p:tav>
                                      </p:tavLst>
                                    </p:anim>
                                    <p:animEffect transition="in" filter="fade">
                                      <p:cBhvr>
                                        <p:cTn id="19" dur="500"/>
                                        <p:tgtEl>
                                          <p:spTgt spid="23"/>
                                        </p:tgtEl>
                                      </p:cBhvr>
                                    </p:animEffect>
                                  </p:childTnLst>
                                </p:cTn>
                              </p:par>
                            </p:childTnLst>
                          </p:cTn>
                        </p:par>
                        <p:par>
                          <p:cTn id="20" fill="hold">
                            <p:stCondLst>
                              <p:cond delay="2000"/>
                            </p:stCondLst>
                            <p:childTnLst>
                              <p:par>
                                <p:cTn id="21" presetID="53" presetClass="entr" presetSubtype="16" fill="hold" grpId="0" nodeType="afterEffect">
                                  <p:stCondLst>
                                    <p:cond delay="0"/>
                                  </p:stCondLst>
                                  <p:childTnLst>
                                    <p:set>
                                      <p:cBhvr>
                                        <p:cTn id="22" dur="1" fill="hold">
                                          <p:stCondLst>
                                            <p:cond delay="0"/>
                                          </p:stCondLst>
                                        </p:cTn>
                                        <p:tgtEl>
                                          <p:spTgt spid="72"/>
                                        </p:tgtEl>
                                        <p:attrNameLst>
                                          <p:attrName>style.visibility</p:attrName>
                                        </p:attrNameLst>
                                      </p:cBhvr>
                                      <p:to>
                                        <p:strVal val="visible"/>
                                      </p:to>
                                    </p:set>
                                    <p:anim calcmode="lin" valueType="num">
                                      <p:cBhvr>
                                        <p:cTn id="23" dur="500" fill="hold"/>
                                        <p:tgtEl>
                                          <p:spTgt spid="72"/>
                                        </p:tgtEl>
                                        <p:attrNameLst>
                                          <p:attrName>ppt_w</p:attrName>
                                        </p:attrNameLst>
                                      </p:cBhvr>
                                      <p:tavLst>
                                        <p:tav tm="0">
                                          <p:val>
                                            <p:fltVal val="0"/>
                                          </p:val>
                                        </p:tav>
                                        <p:tav tm="100000">
                                          <p:val>
                                            <p:strVal val="#ppt_w"/>
                                          </p:val>
                                        </p:tav>
                                      </p:tavLst>
                                    </p:anim>
                                    <p:anim calcmode="lin" valueType="num">
                                      <p:cBhvr>
                                        <p:cTn id="24" dur="500" fill="hold"/>
                                        <p:tgtEl>
                                          <p:spTgt spid="72"/>
                                        </p:tgtEl>
                                        <p:attrNameLst>
                                          <p:attrName>ppt_h</p:attrName>
                                        </p:attrNameLst>
                                      </p:cBhvr>
                                      <p:tavLst>
                                        <p:tav tm="0">
                                          <p:val>
                                            <p:fltVal val="0"/>
                                          </p:val>
                                        </p:tav>
                                        <p:tav tm="100000">
                                          <p:val>
                                            <p:strVal val="#ppt_h"/>
                                          </p:val>
                                        </p:tav>
                                      </p:tavLst>
                                    </p:anim>
                                    <p:animEffect transition="in" filter="fade">
                                      <p:cBhvr>
                                        <p:cTn id="25" dur="500"/>
                                        <p:tgtEl>
                                          <p:spTgt spid="72"/>
                                        </p:tgtEl>
                                      </p:cBhvr>
                                    </p:animEffect>
                                  </p:childTnLst>
                                </p:cTn>
                              </p:par>
                            </p:childTnLst>
                          </p:cTn>
                        </p:par>
                        <p:par>
                          <p:cTn id="26" fill="hold">
                            <p:stCondLst>
                              <p:cond delay="2500"/>
                            </p:stCondLst>
                            <p:childTnLst>
                              <p:par>
                                <p:cTn id="27" presetID="53" presetClass="entr" presetSubtype="16" fill="hold" grpId="0" nodeType="after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p:cTn id="29" dur="500" fill="hold"/>
                                        <p:tgtEl>
                                          <p:spTgt spid="22"/>
                                        </p:tgtEl>
                                        <p:attrNameLst>
                                          <p:attrName>ppt_w</p:attrName>
                                        </p:attrNameLst>
                                      </p:cBhvr>
                                      <p:tavLst>
                                        <p:tav tm="0">
                                          <p:val>
                                            <p:fltVal val="0"/>
                                          </p:val>
                                        </p:tav>
                                        <p:tav tm="100000">
                                          <p:val>
                                            <p:strVal val="#ppt_w"/>
                                          </p:val>
                                        </p:tav>
                                      </p:tavLst>
                                    </p:anim>
                                    <p:anim calcmode="lin" valueType="num">
                                      <p:cBhvr>
                                        <p:cTn id="30" dur="500" fill="hold"/>
                                        <p:tgtEl>
                                          <p:spTgt spid="22"/>
                                        </p:tgtEl>
                                        <p:attrNameLst>
                                          <p:attrName>ppt_h</p:attrName>
                                        </p:attrNameLst>
                                      </p:cBhvr>
                                      <p:tavLst>
                                        <p:tav tm="0">
                                          <p:val>
                                            <p:fltVal val="0"/>
                                          </p:val>
                                        </p:tav>
                                        <p:tav tm="100000">
                                          <p:val>
                                            <p:strVal val="#ppt_h"/>
                                          </p:val>
                                        </p:tav>
                                      </p:tavLst>
                                    </p:anim>
                                    <p:animEffect transition="in" filter="fade">
                                      <p:cBhvr>
                                        <p:cTn id="31" dur="500"/>
                                        <p:tgtEl>
                                          <p:spTgt spid="22"/>
                                        </p:tgtEl>
                                      </p:cBhvr>
                                    </p:animEffect>
                                  </p:childTnLst>
                                </p:cTn>
                              </p:par>
                            </p:childTnLst>
                          </p:cTn>
                        </p:par>
                        <p:par>
                          <p:cTn id="32" fill="hold">
                            <p:stCondLst>
                              <p:cond delay="3000"/>
                            </p:stCondLst>
                            <p:childTnLst>
                              <p:par>
                                <p:cTn id="33" presetID="53" presetClass="entr" presetSubtype="16" fill="hold" grpId="0" nodeType="afterEffect">
                                  <p:stCondLst>
                                    <p:cond delay="0"/>
                                  </p:stCondLst>
                                  <p:childTnLst>
                                    <p:set>
                                      <p:cBhvr>
                                        <p:cTn id="34" dur="1" fill="hold">
                                          <p:stCondLst>
                                            <p:cond delay="0"/>
                                          </p:stCondLst>
                                        </p:cTn>
                                        <p:tgtEl>
                                          <p:spTgt spid="66"/>
                                        </p:tgtEl>
                                        <p:attrNameLst>
                                          <p:attrName>style.visibility</p:attrName>
                                        </p:attrNameLst>
                                      </p:cBhvr>
                                      <p:to>
                                        <p:strVal val="visible"/>
                                      </p:to>
                                    </p:set>
                                    <p:anim calcmode="lin" valueType="num">
                                      <p:cBhvr>
                                        <p:cTn id="35" dur="500" fill="hold"/>
                                        <p:tgtEl>
                                          <p:spTgt spid="66"/>
                                        </p:tgtEl>
                                        <p:attrNameLst>
                                          <p:attrName>ppt_w</p:attrName>
                                        </p:attrNameLst>
                                      </p:cBhvr>
                                      <p:tavLst>
                                        <p:tav tm="0">
                                          <p:val>
                                            <p:fltVal val="0"/>
                                          </p:val>
                                        </p:tav>
                                        <p:tav tm="100000">
                                          <p:val>
                                            <p:strVal val="#ppt_w"/>
                                          </p:val>
                                        </p:tav>
                                      </p:tavLst>
                                    </p:anim>
                                    <p:anim calcmode="lin" valueType="num">
                                      <p:cBhvr>
                                        <p:cTn id="36" dur="500" fill="hold"/>
                                        <p:tgtEl>
                                          <p:spTgt spid="66"/>
                                        </p:tgtEl>
                                        <p:attrNameLst>
                                          <p:attrName>ppt_h</p:attrName>
                                        </p:attrNameLst>
                                      </p:cBhvr>
                                      <p:tavLst>
                                        <p:tav tm="0">
                                          <p:val>
                                            <p:fltVal val="0"/>
                                          </p:val>
                                        </p:tav>
                                        <p:tav tm="100000">
                                          <p:val>
                                            <p:strVal val="#ppt_h"/>
                                          </p:val>
                                        </p:tav>
                                      </p:tavLst>
                                    </p:anim>
                                    <p:animEffect transition="in" filter="fade">
                                      <p:cBhvr>
                                        <p:cTn id="37" dur="500"/>
                                        <p:tgtEl>
                                          <p:spTgt spid="66"/>
                                        </p:tgtEl>
                                      </p:cBhvr>
                                    </p:animEffect>
                                  </p:childTnLst>
                                </p:cTn>
                              </p:par>
                            </p:childTnLst>
                          </p:cTn>
                        </p:par>
                        <p:par>
                          <p:cTn id="38" fill="hold">
                            <p:stCondLst>
                              <p:cond delay="3500"/>
                            </p:stCondLst>
                            <p:childTnLst>
                              <p:par>
                                <p:cTn id="39" presetID="53" presetClass="entr" presetSubtype="16" fill="hold" grpId="0" nodeType="after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p:cTn id="41" dur="500" fill="hold"/>
                                        <p:tgtEl>
                                          <p:spTgt spid="24"/>
                                        </p:tgtEl>
                                        <p:attrNameLst>
                                          <p:attrName>ppt_w</p:attrName>
                                        </p:attrNameLst>
                                      </p:cBhvr>
                                      <p:tavLst>
                                        <p:tav tm="0">
                                          <p:val>
                                            <p:fltVal val="0"/>
                                          </p:val>
                                        </p:tav>
                                        <p:tav tm="100000">
                                          <p:val>
                                            <p:strVal val="#ppt_w"/>
                                          </p:val>
                                        </p:tav>
                                      </p:tavLst>
                                    </p:anim>
                                    <p:anim calcmode="lin" valueType="num">
                                      <p:cBhvr>
                                        <p:cTn id="42" dur="500" fill="hold"/>
                                        <p:tgtEl>
                                          <p:spTgt spid="24"/>
                                        </p:tgtEl>
                                        <p:attrNameLst>
                                          <p:attrName>ppt_h</p:attrName>
                                        </p:attrNameLst>
                                      </p:cBhvr>
                                      <p:tavLst>
                                        <p:tav tm="0">
                                          <p:val>
                                            <p:fltVal val="0"/>
                                          </p:val>
                                        </p:tav>
                                        <p:tav tm="100000">
                                          <p:val>
                                            <p:strVal val="#ppt_h"/>
                                          </p:val>
                                        </p:tav>
                                      </p:tavLst>
                                    </p:anim>
                                    <p:animEffect transition="in" filter="fade">
                                      <p:cBhvr>
                                        <p:cTn id="43" dur="500"/>
                                        <p:tgtEl>
                                          <p:spTgt spid="24"/>
                                        </p:tgtEl>
                                      </p:cBhvr>
                                    </p:animEffect>
                                  </p:childTnLst>
                                </p:cTn>
                              </p:par>
                            </p:childTnLst>
                          </p:cTn>
                        </p:par>
                        <p:par>
                          <p:cTn id="44" fill="hold">
                            <p:stCondLst>
                              <p:cond delay="4000"/>
                            </p:stCondLst>
                            <p:childTnLst>
                              <p:par>
                                <p:cTn id="45" presetID="53" presetClass="entr" presetSubtype="16" fill="hold" grpId="0" nodeType="afterEffect">
                                  <p:stCondLst>
                                    <p:cond delay="0"/>
                                  </p:stCondLst>
                                  <p:childTnLst>
                                    <p:set>
                                      <p:cBhvr>
                                        <p:cTn id="46" dur="1" fill="hold">
                                          <p:stCondLst>
                                            <p:cond delay="0"/>
                                          </p:stCondLst>
                                        </p:cTn>
                                        <p:tgtEl>
                                          <p:spTgt spid="73"/>
                                        </p:tgtEl>
                                        <p:attrNameLst>
                                          <p:attrName>style.visibility</p:attrName>
                                        </p:attrNameLst>
                                      </p:cBhvr>
                                      <p:to>
                                        <p:strVal val="visible"/>
                                      </p:to>
                                    </p:set>
                                    <p:anim calcmode="lin" valueType="num">
                                      <p:cBhvr>
                                        <p:cTn id="47" dur="500" fill="hold"/>
                                        <p:tgtEl>
                                          <p:spTgt spid="73"/>
                                        </p:tgtEl>
                                        <p:attrNameLst>
                                          <p:attrName>ppt_w</p:attrName>
                                        </p:attrNameLst>
                                      </p:cBhvr>
                                      <p:tavLst>
                                        <p:tav tm="0">
                                          <p:val>
                                            <p:fltVal val="0"/>
                                          </p:val>
                                        </p:tav>
                                        <p:tav tm="100000">
                                          <p:val>
                                            <p:strVal val="#ppt_w"/>
                                          </p:val>
                                        </p:tav>
                                      </p:tavLst>
                                    </p:anim>
                                    <p:anim calcmode="lin" valueType="num">
                                      <p:cBhvr>
                                        <p:cTn id="48" dur="500" fill="hold"/>
                                        <p:tgtEl>
                                          <p:spTgt spid="73"/>
                                        </p:tgtEl>
                                        <p:attrNameLst>
                                          <p:attrName>ppt_h</p:attrName>
                                        </p:attrNameLst>
                                      </p:cBhvr>
                                      <p:tavLst>
                                        <p:tav tm="0">
                                          <p:val>
                                            <p:fltVal val="0"/>
                                          </p:val>
                                        </p:tav>
                                        <p:tav tm="100000">
                                          <p:val>
                                            <p:strVal val="#ppt_h"/>
                                          </p:val>
                                        </p:tav>
                                      </p:tavLst>
                                    </p:anim>
                                    <p:animEffect transition="in" filter="fade">
                                      <p:cBhvr>
                                        <p:cTn id="49" dur="500"/>
                                        <p:tgtEl>
                                          <p:spTgt spid="73"/>
                                        </p:tgtEl>
                                      </p:cBhvr>
                                    </p:animEffect>
                                  </p:childTnLst>
                                </p:cTn>
                              </p:par>
                            </p:childTnLst>
                          </p:cTn>
                        </p:par>
                        <p:par>
                          <p:cTn id="50" fill="hold">
                            <p:stCondLst>
                              <p:cond delay="4500"/>
                            </p:stCondLst>
                            <p:childTnLst>
                              <p:par>
                                <p:cTn id="51" presetID="53" presetClass="entr" presetSubtype="16" fill="hold" grpId="0" nodeType="afterEffect">
                                  <p:stCondLst>
                                    <p:cond delay="0"/>
                                  </p:stCondLst>
                                  <p:childTnLst>
                                    <p:set>
                                      <p:cBhvr>
                                        <p:cTn id="52" dur="1" fill="hold">
                                          <p:stCondLst>
                                            <p:cond delay="0"/>
                                          </p:stCondLst>
                                        </p:cTn>
                                        <p:tgtEl>
                                          <p:spTgt spid="26"/>
                                        </p:tgtEl>
                                        <p:attrNameLst>
                                          <p:attrName>style.visibility</p:attrName>
                                        </p:attrNameLst>
                                      </p:cBhvr>
                                      <p:to>
                                        <p:strVal val="visible"/>
                                      </p:to>
                                    </p:set>
                                    <p:anim calcmode="lin" valueType="num">
                                      <p:cBhvr>
                                        <p:cTn id="53" dur="500" fill="hold"/>
                                        <p:tgtEl>
                                          <p:spTgt spid="26"/>
                                        </p:tgtEl>
                                        <p:attrNameLst>
                                          <p:attrName>ppt_w</p:attrName>
                                        </p:attrNameLst>
                                      </p:cBhvr>
                                      <p:tavLst>
                                        <p:tav tm="0">
                                          <p:val>
                                            <p:fltVal val="0"/>
                                          </p:val>
                                        </p:tav>
                                        <p:tav tm="100000">
                                          <p:val>
                                            <p:strVal val="#ppt_w"/>
                                          </p:val>
                                        </p:tav>
                                      </p:tavLst>
                                    </p:anim>
                                    <p:anim calcmode="lin" valueType="num">
                                      <p:cBhvr>
                                        <p:cTn id="54" dur="500" fill="hold"/>
                                        <p:tgtEl>
                                          <p:spTgt spid="26"/>
                                        </p:tgtEl>
                                        <p:attrNameLst>
                                          <p:attrName>ppt_h</p:attrName>
                                        </p:attrNameLst>
                                      </p:cBhvr>
                                      <p:tavLst>
                                        <p:tav tm="0">
                                          <p:val>
                                            <p:fltVal val="0"/>
                                          </p:val>
                                        </p:tav>
                                        <p:tav tm="100000">
                                          <p:val>
                                            <p:strVal val="#ppt_h"/>
                                          </p:val>
                                        </p:tav>
                                      </p:tavLst>
                                    </p:anim>
                                    <p:animEffect transition="in" filter="fade">
                                      <p:cBhvr>
                                        <p:cTn id="55" dur="500"/>
                                        <p:tgtEl>
                                          <p:spTgt spid="26"/>
                                        </p:tgtEl>
                                      </p:cBhvr>
                                    </p:animEffect>
                                  </p:childTnLst>
                                </p:cTn>
                              </p:par>
                            </p:childTnLst>
                          </p:cTn>
                        </p:par>
                        <p:par>
                          <p:cTn id="56" fill="hold">
                            <p:stCondLst>
                              <p:cond delay="5000"/>
                            </p:stCondLst>
                            <p:childTnLst>
                              <p:par>
                                <p:cTn id="57" presetID="53" presetClass="entr" presetSubtype="16" fill="hold" grpId="0" nodeType="afterEffect">
                                  <p:stCondLst>
                                    <p:cond delay="0"/>
                                  </p:stCondLst>
                                  <p:childTnLst>
                                    <p:set>
                                      <p:cBhvr>
                                        <p:cTn id="58" dur="1" fill="hold">
                                          <p:stCondLst>
                                            <p:cond delay="0"/>
                                          </p:stCondLst>
                                        </p:cTn>
                                        <p:tgtEl>
                                          <p:spTgt spid="69"/>
                                        </p:tgtEl>
                                        <p:attrNameLst>
                                          <p:attrName>style.visibility</p:attrName>
                                        </p:attrNameLst>
                                      </p:cBhvr>
                                      <p:to>
                                        <p:strVal val="visible"/>
                                      </p:to>
                                    </p:set>
                                    <p:anim calcmode="lin" valueType="num">
                                      <p:cBhvr>
                                        <p:cTn id="59" dur="500" fill="hold"/>
                                        <p:tgtEl>
                                          <p:spTgt spid="69"/>
                                        </p:tgtEl>
                                        <p:attrNameLst>
                                          <p:attrName>ppt_w</p:attrName>
                                        </p:attrNameLst>
                                      </p:cBhvr>
                                      <p:tavLst>
                                        <p:tav tm="0">
                                          <p:val>
                                            <p:fltVal val="0"/>
                                          </p:val>
                                        </p:tav>
                                        <p:tav tm="100000">
                                          <p:val>
                                            <p:strVal val="#ppt_w"/>
                                          </p:val>
                                        </p:tav>
                                      </p:tavLst>
                                    </p:anim>
                                    <p:anim calcmode="lin" valueType="num">
                                      <p:cBhvr>
                                        <p:cTn id="60" dur="500" fill="hold"/>
                                        <p:tgtEl>
                                          <p:spTgt spid="69"/>
                                        </p:tgtEl>
                                        <p:attrNameLst>
                                          <p:attrName>ppt_h</p:attrName>
                                        </p:attrNameLst>
                                      </p:cBhvr>
                                      <p:tavLst>
                                        <p:tav tm="0">
                                          <p:val>
                                            <p:fltVal val="0"/>
                                          </p:val>
                                        </p:tav>
                                        <p:tav tm="100000">
                                          <p:val>
                                            <p:strVal val="#ppt_h"/>
                                          </p:val>
                                        </p:tav>
                                      </p:tavLst>
                                    </p:anim>
                                    <p:animEffect transition="in" filter="fade">
                                      <p:cBhvr>
                                        <p:cTn id="61" dur="500"/>
                                        <p:tgtEl>
                                          <p:spTgt spid="69"/>
                                        </p:tgtEl>
                                      </p:cBhvr>
                                    </p:animEffect>
                                  </p:childTnLst>
                                </p:cTn>
                              </p:par>
                            </p:childTnLst>
                          </p:cTn>
                        </p:par>
                        <p:par>
                          <p:cTn id="62" fill="hold">
                            <p:stCondLst>
                              <p:cond delay="5500"/>
                            </p:stCondLst>
                            <p:childTnLst>
                              <p:par>
                                <p:cTn id="63" presetID="53" presetClass="entr" presetSubtype="16" fill="hold" grpId="0" nodeType="afterEffect">
                                  <p:stCondLst>
                                    <p:cond delay="0"/>
                                  </p:stCondLst>
                                  <p:childTnLst>
                                    <p:set>
                                      <p:cBhvr>
                                        <p:cTn id="64" dur="1" fill="hold">
                                          <p:stCondLst>
                                            <p:cond delay="0"/>
                                          </p:stCondLst>
                                        </p:cTn>
                                        <p:tgtEl>
                                          <p:spTgt spid="27"/>
                                        </p:tgtEl>
                                        <p:attrNameLst>
                                          <p:attrName>style.visibility</p:attrName>
                                        </p:attrNameLst>
                                      </p:cBhvr>
                                      <p:to>
                                        <p:strVal val="visible"/>
                                      </p:to>
                                    </p:set>
                                    <p:anim calcmode="lin" valueType="num">
                                      <p:cBhvr>
                                        <p:cTn id="65" dur="500" fill="hold"/>
                                        <p:tgtEl>
                                          <p:spTgt spid="27"/>
                                        </p:tgtEl>
                                        <p:attrNameLst>
                                          <p:attrName>ppt_w</p:attrName>
                                        </p:attrNameLst>
                                      </p:cBhvr>
                                      <p:tavLst>
                                        <p:tav tm="0">
                                          <p:val>
                                            <p:fltVal val="0"/>
                                          </p:val>
                                        </p:tav>
                                        <p:tav tm="100000">
                                          <p:val>
                                            <p:strVal val="#ppt_w"/>
                                          </p:val>
                                        </p:tav>
                                      </p:tavLst>
                                    </p:anim>
                                    <p:anim calcmode="lin" valueType="num">
                                      <p:cBhvr>
                                        <p:cTn id="66" dur="500" fill="hold"/>
                                        <p:tgtEl>
                                          <p:spTgt spid="27"/>
                                        </p:tgtEl>
                                        <p:attrNameLst>
                                          <p:attrName>ppt_h</p:attrName>
                                        </p:attrNameLst>
                                      </p:cBhvr>
                                      <p:tavLst>
                                        <p:tav tm="0">
                                          <p:val>
                                            <p:fltVal val="0"/>
                                          </p:val>
                                        </p:tav>
                                        <p:tav tm="100000">
                                          <p:val>
                                            <p:strVal val="#ppt_h"/>
                                          </p:val>
                                        </p:tav>
                                      </p:tavLst>
                                    </p:anim>
                                    <p:animEffect transition="in" filter="fade">
                                      <p:cBhvr>
                                        <p:cTn id="67" dur="500"/>
                                        <p:tgtEl>
                                          <p:spTgt spid="27"/>
                                        </p:tgtEl>
                                      </p:cBhvr>
                                    </p:animEffect>
                                  </p:childTnLst>
                                </p:cTn>
                              </p:par>
                            </p:childTnLst>
                          </p:cTn>
                        </p:par>
                        <p:par>
                          <p:cTn id="68" fill="hold">
                            <p:stCondLst>
                              <p:cond delay="6000"/>
                            </p:stCondLst>
                            <p:childTnLst>
                              <p:par>
                                <p:cTn id="69" presetID="53" presetClass="entr" presetSubtype="16" fill="hold" grpId="0" nodeType="afterEffect">
                                  <p:stCondLst>
                                    <p:cond delay="0"/>
                                  </p:stCondLst>
                                  <p:childTnLst>
                                    <p:set>
                                      <p:cBhvr>
                                        <p:cTn id="70" dur="1" fill="hold">
                                          <p:stCondLst>
                                            <p:cond delay="0"/>
                                          </p:stCondLst>
                                        </p:cTn>
                                        <p:tgtEl>
                                          <p:spTgt spid="75"/>
                                        </p:tgtEl>
                                        <p:attrNameLst>
                                          <p:attrName>style.visibility</p:attrName>
                                        </p:attrNameLst>
                                      </p:cBhvr>
                                      <p:to>
                                        <p:strVal val="visible"/>
                                      </p:to>
                                    </p:set>
                                    <p:anim calcmode="lin" valueType="num">
                                      <p:cBhvr>
                                        <p:cTn id="71" dur="500" fill="hold"/>
                                        <p:tgtEl>
                                          <p:spTgt spid="75"/>
                                        </p:tgtEl>
                                        <p:attrNameLst>
                                          <p:attrName>ppt_w</p:attrName>
                                        </p:attrNameLst>
                                      </p:cBhvr>
                                      <p:tavLst>
                                        <p:tav tm="0">
                                          <p:val>
                                            <p:fltVal val="0"/>
                                          </p:val>
                                        </p:tav>
                                        <p:tav tm="100000">
                                          <p:val>
                                            <p:strVal val="#ppt_w"/>
                                          </p:val>
                                        </p:tav>
                                      </p:tavLst>
                                    </p:anim>
                                    <p:anim calcmode="lin" valueType="num">
                                      <p:cBhvr>
                                        <p:cTn id="72" dur="500" fill="hold"/>
                                        <p:tgtEl>
                                          <p:spTgt spid="75"/>
                                        </p:tgtEl>
                                        <p:attrNameLst>
                                          <p:attrName>ppt_h</p:attrName>
                                        </p:attrNameLst>
                                      </p:cBhvr>
                                      <p:tavLst>
                                        <p:tav tm="0">
                                          <p:val>
                                            <p:fltVal val="0"/>
                                          </p:val>
                                        </p:tav>
                                        <p:tav tm="100000">
                                          <p:val>
                                            <p:strVal val="#ppt_h"/>
                                          </p:val>
                                        </p:tav>
                                      </p:tavLst>
                                    </p:anim>
                                    <p:animEffect transition="in" filter="fade">
                                      <p:cBhvr>
                                        <p:cTn id="73" dur="500"/>
                                        <p:tgtEl>
                                          <p:spTgt spid="75"/>
                                        </p:tgtEl>
                                      </p:cBhvr>
                                    </p:animEffect>
                                  </p:childTnLst>
                                </p:cTn>
                              </p:par>
                            </p:childTnLst>
                          </p:cTn>
                        </p:par>
                        <p:par>
                          <p:cTn id="74" fill="hold">
                            <p:stCondLst>
                              <p:cond delay="6500"/>
                            </p:stCondLst>
                            <p:childTnLst>
                              <p:par>
                                <p:cTn id="75" presetID="53" presetClass="entr" presetSubtype="16" fill="hold" grpId="0" nodeType="afterEffect">
                                  <p:stCondLst>
                                    <p:cond delay="0"/>
                                  </p:stCondLst>
                                  <p:childTnLst>
                                    <p:set>
                                      <p:cBhvr>
                                        <p:cTn id="76" dur="1" fill="hold">
                                          <p:stCondLst>
                                            <p:cond delay="0"/>
                                          </p:stCondLst>
                                        </p:cTn>
                                        <p:tgtEl>
                                          <p:spTgt spid="29"/>
                                        </p:tgtEl>
                                        <p:attrNameLst>
                                          <p:attrName>style.visibility</p:attrName>
                                        </p:attrNameLst>
                                      </p:cBhvr>
                                      <p:to>
                                        <p:strVal val="visible"/>
                                      </p:to>
                                    </p:set>
                                    <p:anim calcmode="lin" valueType="num">
                                      <p:cBhvr>
                                        <p:cTn id="77" dur="500" fill="hold"/>
                                        <p:tgtEl>
                                          <p:spTgt spid="29"/>
                                        </p:tgtEl>
                                        <p:attrNameLst>
                                          <p:attrName>ppt_w</p:attrName>
                                        </p:attrNameLst>
                                      </p:cBhvr>
                                      <p:tavLst>
                                        <p:tav tm="0">
                                          <p:val>
                                            <p:fltVal val="0"/>
                                          </p:val>
                                        </p:tav>
                                        <p:tav tm="100000">
                                          <p:val>
                                            <p:strVal val="#ppt_w"/>
                                          </p:val>
                                        </p:tav>
                                      </p:tavLst>
                                    </p:anim>
                                    <p:anim calcmode="lin" valueType="num">
                                      <p:cBhvr>
                                        <p:cTn id="78" dur="500" fill="hold"/>
                                        <p:tgtEl>
                                          <p:spTgt spid="29"/>
                                        </p:tgtEl>
                                        <p:attrNameLst>
                                          <p:attrName>ppt_h</p:attrName>
                                        </p:attrNameLst>
                                      </p:cBhvr>
                                      <p:tavLst>
                                        <p:tav tm="0">
                                          <p:val>
                                            <p:fltVal val="0"/>
                                          </p:val>
                                        </p:tav>
                                        <p:tav tm="100000">
                                          <p:val>
                                            <p:strVal val="#ppt_h"/>
                                          </p:val>
                                        </p:tav>
                                      </p:tavLst>
                                    </p:anim>
                                    <p:animEffect transition="in" filter="fade">
                                      <p:cBhvr>
                                        <p:cTn id="79" dur="500"/>
                                        <p:tgtEl>
                                          <p:spTgt spid="29"/>
                                        </p:tgtEl>
                                      </p:cBhvr>
                                    </p:animEffect>
                                  </p:childTnLst>
                                </p:cTn>
                              </p:par>
                            </p:childTnLst>
                          </p:cTn>
                        </p:par>
                        <p:par>
                          <p:cTn id="80" fill="hold">
                            <p:stCondLst>
                              <p:cond delay="7000"/>
                            </p:stCondLst>
                            <p:childTnLst>
                              <p:par>
                                <p:cTn id="81" presetID="53" presetClass="entr" presetSubtype="16" fill="hold" grpId="0" nodeType="afterEffect">
                                  <p:stCondLst>
                                    <p:cond delay="0"/>
                                  </p:stCondLst>
                                  <p:childTnLst>
                                    <p:set>
                                      <p:cBhvr>
                                        <p:cTn id="82" dur="1" fill="hold">
                                          <p:stCondLst>
                                            <p:cond delay="0"/>
                                          </p:stCondLst>
                                        </p:cTn>
                                        <p:tgtEl>
                                          <p:spTgt spid="74"/>
                                        </p:tgtEl>
                                        <p:attrNameLst>
                                          <p:attrName>style.visibility</p:attrName>
                                        </p:attrNameLst>
                                      </p:cBhvr>
                                      <p:to>
                                        <p:strVal val="visible"/>
                                      </p:to>
                                    </p:set>
                                    <p:anim calcmode="lin" valueType="num">
                                      <p:cBhvr>
                                        <p:cTn id="83" dur="500" fill="hold"/>
                                        <p:tgtEl>
                                          <p:spTgt spid="74"/>
                                        </p:tgtEl>
                                        <p:attrNameLst>
                                          <p:attrName>ppt_w</p:attrName>
                                        </p:attrNameLst>
                                      </p:cBhvr>
                                      <p:tavLst>
                                        <p:tav tm="0">
                                          <p:val>
                                            <p:fltVal val="0"/>
                                          </p:val>
                                        </p:tav>
                                        <p:tav tm="100000">
                                          <p:val>
                                            <p:strVal val="#ppt_w"/>
                                          </p:val>
                                        </p:tav>
                                      </p:tavLst>
                                    </p:anim>
                                    <p:anim calcmode="lin" valueType="num">
                                      <p:cBhvr>
                                        <p:cTn id="84" dur="500" fill="hold"/>
                                        <p:tgtEl>
                                          <p:spTgt spid="74"/>
                                        </p:tgtEl>
                                        <p:attrNameLst>
                                          <p:attrName>ppt_h</p:attrName>
                                        </p:attrNameLst>
                                      </p:cBhvr>
                                      <p:tavLst>
                                        <p:tav tm="0">
                                          <p:val>
                                            <p:fltVal val="0"/>
                                          </p:val>
                                        </p:tav>
                                        <p:tav tm="100000">
                                          <p:val>
                                            <p:strVal val="#ppt_h"/>
                                          </p:val>
                                        </p:tav>
                                      </p:tavLst>
                                    </p:anim>
                                    <p:animEffect transition="in" filter="fade">
                                      <p:cBhvr>
                                        <p:cTn id="85" dur="500"/>
                                        <p:tgtEl>
                                          <p:spTgt spid="74"/>
                                        </p:tgtEl>
                                      </p:cBhvr>
                                    </p:animEffect>
                                  </p:childTnLst>
                                </p:cTn>
                              </p:par>
                            </p:childTnLst>
                          </p:cTn>
                        </p:par>
                        <p:par>
                          <p:cTn id="86" fill="hold">
                            <p:stCondLst>
                              <p:cond delay="7500"/>
                            </p:stCondLst>
                            <p:childTnLst>
                              <p:par>
                                <p:cTn id="87" presetID="53" presetClass="entr" presetSubtype="16" fill="hold" grpId="0" nodeType="afterEffect">
                                  <p:stCondLst>
                                    <p:cond delay="0"/>
                                  </p:stCondLst>
                                  <p:childTnLst>
                                    <p:set>
                                      <p:cBhvr>
                                        <p:cTn id="88" dur="1" fill="hold">
                                          <p:stCondLst>
                                            <p:cond delay="0"/>
                                          </p:stCondLst>
                                        </p:cTn>
                                        <p:tgtEl>
                                          <p:spTgt spid="28"/>
                                        </p:tgtEl>
                                        <p:attrNameLst>
                                          <p:attrName>style.visibility</p:attrName>
                                        </p:attrNameLst>
                                      </p:cBhvr>
                                      <p:to>
                                        <p:strVal val="visible"/>
                                      </p:to>
                                    </p:set>
                                    <p:anim calcmode="lin" valueType="num">
                                      <p:cBhvr>
                                        <p:cTn id="89" dur="500" fill="hold"/>
                                        <p:tgtEl>
                                          <p:spTgt spid="28"/>
                                        </p:tgtEl>
                                        <p:attrNameLst>
                                          <p:attrName>ppt_w</p:attrName>
                                        </p:attrNameLst>
                                      </p:cBhvr>
                                      <p:tavLst>
                                        <p:tav tm="0">
                                          <p:val>
                                            <p:fltVal val="0"/>
                                          </p:val>
                                        </p:tav>
                                        <p:tav tm="100000">
                                          <p:val>
                                            <p:strVal val="#ppt_w"/>
                                          </p:val>
                                        </p:tav>
                                      </p:tavLst>
                                    </p:anim>
                                    <p:anim calcmode="lin" valueType="num">
                                      <p:cBhvr>
                                        <p:cTn id="90" dur="500" fill="hold"/>
                                        <p:tgtEl>
                                          <p:spTgt spid="28"/>
                                        </p:tgtEl>
                                        <p:attrNameLst>
                                          <p:attrName>ppt_h</p:attrName>
                                        </p:attrNameLst>
                                      </p:cBhvr>
                                      <p:tavLst>
                                        <p:tav tm="0">
                                          <p:val>
                                            <p:fltVal val="0"/>
                                          </p:val>
                                        </p:tav>
                                        <p:tav tm="100000">
                                          <p:val>
                                            <p:strVal val="#ppt_h"/>
                                          </p:val>
                                        </p:tav>
                                      </p:tavLst>
                                    </p:anim>
                                    <p:animEffect transition="in" filter="fade">
                                      <p:cBhvr>
                                        <p:cTn id="91" dur="500"/>
                                        <p:tgtEl>
                                          <p:spTgt spid="28"/>
                                        </p:tgtEl>
                                      </p:cBhvr>
                                    </p:animEffect>
                                  </p:childTnLst>
                                </p:cTn>
                              </p:par>
                            </p:childTnLst>
                          </p:cTn>
                        </p:par>
                        <p:par>
                          <p:cTn id="92" fill="hold">
                            <p:stCondLst>
                              <p:cond delay="8000"/>
                            </p:stCondLst>
                            <p:childTnLst>
                              <p:par>
                                <p:cTn id="93" presetID="53" presetClass="entr" presetSubtype="16" fill="hold" grpId="0" nodeType="afterEffect">
                                  <p:stCondLst>
                                    <p:cond delay="0"/>
                                  </p:stCondLst>
                                  <p:childTnLst>
                                    <p:set>
                                      <p:cBhvr>
                                        <p:cTn id="94" dur="1" fill="hold">
                                          <p:stCondLst>
                                            <p:cond delay="0"/>
                                          </p:stCondLst>
                                        </p:cTn>
                                        <p:tgtEl>
                                          <p:spTgt spid="76"/>
                                        </p:tgtEl>
                                        <p:attrNameLst>
                                          <p:attrName>style.visibility</p:attrName>
                                        </p:attrNameLst>
                                      </p:cBhvr>
                                      <p:to>
                                        <p:strVal val="visible"/>
                                      </p:to>
                                    </p:set>
                                    <p:anim calcmode="lin" valueType="num">
                                      <p:cBhvr>
                                        <p:cTn id="95" dur="500" fill="hold"/>
                                        <p:tgtEl>
                                          <p:spTgt spid="76"/>
                                        </p:tgtEl>
                                        <p:attrNameLst>
                                          <p:attrName>ppt_w</p:attrName>
                                        </p:attrNameLst>
                                      </p:cBhvr>
                                      <p:tavLst>
                                        <p:tav tm="0">
                                          <p:val>
                                            <p:fltVal val="0"/>
                                          </p:val>
                                        </p:tav>
                                        <p:tav tm="100000">
                                          <p:val>
                                            <p:strVal val="#ppt_w"/>
                                          </p:val>
                                        </p:tav>
                                      </p:tavLst>
                                    </p:anim>
                                    <p:anim calcmode="lin" valueType="num">
                                      <p:cBhvr>
                                        <p:cTn id="96" dur="500" fill="hold"/>
                                        <p:tgtEl>
                                          <p:spTgt spid="76"/>
                                        </p:tgtEl>
                                        <p:attrNameLst>
                                          <p:attrName>ppt_h</p:attrName>
                                        </p:attrNameLst>
                                      </p:cBhvr>
                                      <p:tavLst>
                                        <p:tav tm="0">
                                          <p:val>
                                            <p:fltVal val="0"/>
                                          </p:val>
                                        </p:tav>
                                        <p:tav tm="100000">
                                          <p:val>
                                            <p:strVal val="#ppt_h"/>
                                          </p:val>
                                        </p:tav>
                                      </p:tavLst>
                                    </p:anim>
                                    <p:animEffect transition="in" filter="fade">
                                      <p:cBhvr>
                                        <p:cTn id="97" dur="500"/>
                                        <p:tgtEl>
                                          <p:spTgt spid="76"/>
                                        </p:tgtEl>
                                      </p:cBhvr>
                                    </p:animEffect>
                                  </p:childTnLst>
                                </p:cTn>
                              </p:par>
                            </p:childTnLst>
                          </p:cTn>
                        </p:par>
                        <p:par>
                          <p:cTn id="98" fill="hold">
                            <p:stCondLst>
                              <p:cond delay="8500"/>
                            </p:stCondLst>
                            <p:childTnLst>
                              <p:par>
                                <p:cTn id="99" presetID="53" presetClass="entr" presetSubtype="16" fill="hold" grpId="0" nodeType="afterEffect">
                                  <p:stCondLst>
                                    <p:cond delay="0"/>
                                  </p:stCondLst>
                                  <p:childTnLst>
                                    <p:set>
                                      <p:cBhvr>
                                        <p:cTn id="100" dur="1" fill="hold">
                                          <p:stCondLst>
                                            <p:cond delay="0"/>
                                          </p:stCondLst>
                                        </p:cTn>
                                        <p:tgtEl>
                                          <p:spTgt spid="25"/>
                                        </p:tgtEl>
                                        <p:attrNameLst>
                                          <p:attrName>style.visibility</p:attrName>
                                        </p:attrNameLst>
                                      </p:cBhvr>
                                      <p:to>
                                        <p:strVal val="visible"/>
                                      </p:to>
                                    </p:set>
                                    <p:anim calcmode="lin" valueType="num">
                                      <p:cBhvr>
                                        <p:cTn id="101" dur="500" fill="hold"/>
                                        <p:tgtEl>
                                          <p:spTgt spid="25"/>
                                        </p:tgtEl>
                                        <p:attrNameLst>
                                          <p:attrName>ppt_w</p:attrName>
                                        </p:attrNameLst>
                                      </p:cBhvr>
                                      <p:tavLst>
                                        <p:tav tm="0">
                                          <p:val>
                                            <p:fltVal val="0"/>
                                          </p:val>
                                        </p:tav>
                                        <p:tav tm="100000">
                                          <p:val>
                                            <p:strVal val="#ppt_w"/>
                                          </p:val>
                                        </p:tav>
                                      </p:tavLst>
                                    </p:anim>
                                    <p:anim calcmode="lin" valueType="num">
                                      <p:cBhvr>
                                        <p:cTn id="102" dur="500" fill="hold"/>
                                        <p:tgtEl>
                                          <p:spTgt spid="25"/>
                                        </p:tgtEl>
                                        <p:attrNameLst>
                                          <p:attrName>ppt_h</p:attrName>
                                        </p:attrNameLst>
                                      </p:cBhvr>
                                      <p:tavLst>
                                        <p:tav tm="0">
                                          <p:val>
                                            <p:fltVal val="0"/>
                                          </p:val>
                                        </p:tav>
                                        <p:tav tm="100000">
                                          <p:val>
                                            <p:strVal val="#ppt_h"/>
                                          </p:val>
                                        </p:tav>
                                      </p:tavLst>
                                    </p:anim>
                                    <p:animEffect transition="in" filter="fade">
                                      <p:cBhvr>
                                        <p:cTn id="10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3" grpId="0" bldLvl="0" animBg="1"/>
      <p:bldP spid="64" grpId="0" bldLvl="0" animBg="1"/>
      <p:bldP spid="66" grpId="0" bldLvl="0" animBg="1"/>
      <p:bldP spid="69" grpId="0" bldLvl="0" animBg="1"/>
      <p:bldP spid="72" grpId="0" bldLvl="0" animBg="1"/>
      <p:bldP spid="73" grpId="0" bldLvl="0" animBg="1"/>
      <p:bldP spid="74" grpId="0" bldLvl="0" animBg="1"/>
      <p:bldP spid="75" grpId="0" bldLvl="0" animBg="1"/>
      <p:bldP spid="76" grpId="0" bldLvl="0" animBg="1"/>
      <p:bldP spid="22" grpId="0" bldLvl="0" animBg="1"/>
      <p:bldP spid="23" grpId="0" bldLvl="0" animBg="1"/>
      <p:bldP spid="24" grpId="0" bldLvl="0" animBg="1"/>
      <p:bldP spid="25" grpId="0" bldLvl="0" animBg="1"/>
      <p:bldP spid="26" grpId="0" bldLvl="0" animBg="1"/>
      <p:bldP spid="27" grpId="0" bldLvl="0" animBg="1"/>
      <p:bldP spid="28" grpId="0" bldLvl="0" animBg="1"/>
      <p:bldP spid="29"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ChangeArrowheads="1"/>
          </p:cNvSpPr>
          <p:nvPr/>
        </p:nvSpPr>
        <p:spPr bwMode="auto">
          <a:xfrm>
            <a:off x="193755" y="40323"/>
            <a:ext cx="5829300" cy="857250"/>
          </a:xfrm>
          <a:prstGeom prst="rect">
            <a:avLst/>
          </a:prstGeom>
          <a:noFill/>
          <a:ln>
            <a:noFill/>
          </a:ln>
          <a:effectLst/>
        </p:spPr>
        <p:txBody>
          <a:bodyPr anchor="ctr"/>
          <a:lstStyle/>
          <a:p>
            <a:pPr>
              <a:defRPr/>
            </a:pPr>
            <a:r>
              <a:rPr lang="zh-CN" altLang="en-US" sz="2850" b="1">
                <a:solidFill>
                  <a:srgbClr val="000066"/>
                </a:solidFill>
                <a:effectLst>
                  <a:outerShdw blurRad="38100" dist="38100" dir="2700000" algn="tl">
                    <a:srgbClr val="C0C0C0"/>
                  </a:outerShdw>
                </a:effectLst>
                <a:latin typeface="Times New Roman" pitchFamily="18" charset="0"/>
                <a:ea typeface="楷体" charset="0"/>
              </a:rPr>
              <a:t>矩阵连乘问题</a:t>
            </a:r>
          </a:p>
        </p:txBody>
      </p:sp>
      <p:sp>
        <p:nvSpPr>
          <p:cNvPr id="26704" name="Text Box 3"/>
          <p:cNvSpPr txBox="1">
            <a:spLocks noChangeArrowheads="1"/>
          </p:cNvSpPr>
          <p:nvPr/>
        </p:nvSpPr>
        <p:spPr bwMode="auto">
          <a:xfrm>
            <a:off x="201295" y="897890"/>
            <a:ext cx="8913495" cy="640080"/>
          </a:xfrm>
          <a:prstGeom prst="rect">
            <a:avLst/>
          </a:prstGeom>
          <a:noFill/>
          <a:ln w="9525">
            <a:noFill/>
            <a:miter lim="800000"/>
          </a:ln>
        </p:spPr>
        <p:txBody>
          <a:bodyPr wrap="square">
            <a:spAutoFit/>
          </a:bodyPr>
          <a:lstStyle/>
          <a:p>
            <a:r>
              <a:rPr lang="zh-CN" altLang="en-US" sz="1800" b="1">
                <a:solidFill>
                  <a:srgbClr val="000066"/>
                </a:solidFill>
                <a:latin typeface="Times New Roman" pitchFamily="18" charset="0"/>
                <a:ea typeface="楷体" charset="0"/>
                <a:cs typeface="Times New Roman" pitchFamily="18" charset="0"/>
              </a:rPr>
              <a:t>给定</a:t>
            </a:r>
            <a:r>
              <a:rPr lang="en-US" altLang="zh-CN" sz="1800" b="1">
                <a:solidFill>
                  <a:srgbClr val="000066"/>
                </a:solidFill>
                <a:latin typeface="Times New Roman" pitchFamily="18" charset="0"/>
                <a:ea typeface="楷体" charset="0"/>
                <a:cs typeface="Times New Roman" pitchFamily="18" charset="0"/>
              </a:rPr>
              <a:t>n</a:t>
            </a:r>
            <a:r>
              <a:rPr lang="zh-CN" altLang="en-US" sz="1800" b="1">
                <a:solidFill>
                  <a:srgbClr val="000066"/>
                </a:solidFill>
                <a:latin typeface="Times New Roman" pitchFamily="18" charset="0"/>
                <a:ea typeface="楷体" charset="0"/>
                <a:cs typeface="Times New Roman" pitchFamily="18" charset="0"/>
              </a:rPr>
              <a:t>个矩阵｛</a:t>
            </a:r>
            <a:r>
              <a:rPr lang="en-US" altLang="zh-CN" sz="1800" b="1">
                <a:solidFill>
                  <a:srgbClr val="000066"/>
                </a:solidFill>
                <a:latin typeface="Times New Roman" pitchFamily="18" charset="0"/>
                <a:ea typeface="楷体" charset="0"/>
                <a:cs typeface="Times New Roman" pitchFamily="18" charset="0"/>
              </a:rPr>
              <a:t>A</a:t>
            </a:r>
            <a:r>
              <a:rPr lang="en-US" altLang="zh-CN" sz="1800" b="1" baseline="-25000">
                <a:solidFill>
                  <a:srgbClr val="000066"/>
                </a:solidFill>
                <a:latin typeface="Times New Roman" pitchFamily="18" charset="0"/>
                <a:ea typeface="楷体" charset="0"/>
                <a:cs typeface="Times New Roman" pitchFamily="18" charset="0"/>
              </a:rPr>
              <a:t>1</a:t>
            </a:r>
            <a:r>
              <a:rPr lang="en-US" altLang="zh-CN" sz="1800" b="1">
                <a:solidFill>
                  <a:srgbClr val="000066"/>
                </a:solidFill>
                <a:latin typeface="Times New Roman" pitchFamily="18" charset="0"/>
                <a:ea typeface="楷体" charset="0"/>
                <a:cs typeface="Times New Roman" pitchFamily="18" charset="0"/>
              </a:rPr>
              <a:t>,A</a:t>
            </a:r>
            <a:r>
              <a:rPr lang="en-US" altLang="zh-CN" sz="1800" b="1" baseline="-25000">
                <a:solidFill>
                  <a:srgbClr val="000066"/>
                </a:solidFill>
                <a:latin typeface="Times New Roman" pitchFamily="18" charset="0"/>
                <a:ea typeface="楷体" charset="0"/>
                <a:cs typeface="Times New Roman" pitchFamily="18" charset="0"/>
              </a:rPr>
              <a:t>2</a:t>
            </a:r>
            <a:r>
              <a:rPr lang="en-US" altLang="zh-CN" sz="1800" b="1">
                <a:solidFill>
                  <a:srgbClr val="000066"/>
                </a:solidFill>
                <a:latin typeface="Times New Roman" pitchFamily="18" charset="0"/>
                <a:ea typeface="楷体" charset="0"/>
                <a:cs typeface="Times New Roman" pitchFamily="18" charset="0"/>
              </a:rPr>
              <a:t>,…,A</a:t>
            </a:r>
            <a:r>
              <a:rPr lang="en-US" altLang="zh-CN" sz="1800" b="1" baseline="-25000">
                <a:solidFill>
                  <a:srgbClr val="000066"/>
                </a:solidFill>
                <a:latin typeface="Times New Roman" pitchFamily="18" charset="0"/>
                <a:ea typeface="楷体" charset="0"/>
                <a:cs typeface="Times New Roman" pitchFamily="18" charset="0"/>
              </a:rPr>
              <a:t>n</a:t>
            </a:r>
            <a:r>
              <a:rPr lang="zh-CN" altLang="en-US" sz="1800" b="1">
                <a:solidFill>
                  <a:srgbClr val="000066"/>
                </a:solidFill>
                <a:latin typeface="Times New Roman" pitchFamily="18" charset="0"/>
                <a:ea typeface="楷体" charset="0"/>
                <a:cs typeface="Times New Roman" pitchFamily="18" charset="0"/>
              </a:rPr>
              <a:t>｝，其中</a:t>
            </a:r>
            <a:r>
              <a:rPr lang="en-US" altLang="zh-CN" sz="1800" b="1">
                <a:solidFill>
                  <a:srgbClr val="000066"/>
                </a:solidFill>
                <a:latin typeface="Times New Roman" pitchFamily="18" charset="0"/>
                <a:ea typeface="楷体" charset="0"/>
                <a:cs typeface="Times New Roman" pitchFamily="18" charset="0"/>
              </a:rPr>
              <a:t>A</a:t>
            </a:r>
            <a:r>
              <a:rPr lang="en-US" altLang="zh-CN" sz="1800" b="1" baseline="-25000">
                <a:solidFill>
                  <a:srgbClr val="000066"/>
                </a:solidFill>
                <a:latin typeface="Times New Roman" pitchFamily="18" charset="0"/>
                <a:ea typeface="楷体" charset="0"/>
                <a:cs typeface="Times New Roman" pitchFamily="18" charset="0"/>
              </a:rPr>
              <a:t>i</a:t>
            </a:r>
            <a:r>
              <a:rPr lang="zh-CN" altLang="en-US" sz="1800" b="1">
                <a:solidFill>
                  <a:srgbClr val="000066"/>
                </a:solidFill>
                <a:latin typeface="Times New Roman" pitchFamily="18" charset="0"/>
                <a:ea typeface="楷体" charset="0"/>
                <a:cs typeface="Times New Roman" pitchFamily="18" charset="0"/>
              </a:rPr>
              <a:t>与</a:t>
            </a:r>
            <a:r>
              <a:rPr lang="en-US" altLang="zh-CN" sz="1800" b="1">
                <a:solidFill>
                  <a:srgbClr val="000066"/>
                </a:solidFill>
                <a:latin typeface="Times New Roman" pitchFamily="18" charset="0"/>
                <a:ea typeface="楷体" charset="0"/>
                <a:cs typeface="Times New Roman" pitchFamily="18" charset="0"/>
              </a:rPr>
              <a:t>A</a:t>
            </a:r>
            <a:r>
              <a:rPr lang="en-US" altLang="zh-CN" sz="1800" b="1" baseline="-25000">
                <a:solidFill>
                  <a:srgbClr val="000066"/>
                </a:solidFill>
                <a:latin typeface="Times New Roman" pitchFamily="18" charset="0"/>
                <a:ea typeface="楷体" charset="0"/>
                <a:cs typeface="Times New Roman" pitchFamily="18" charset="0"/>
              </a:rPr>
              <a:t>i+1</a:t>
            </a:r>
            <a:r>
              <a:rPr lang="zh-CN" altLang="en-US" sz="1800" b="1">
                <a:solidFill>
                  <a:srgbClr val="000066"/>
                </a:solidFill>
                <a:latin typeface="Times New Roman" pitchFamily="18" charset="0"/>
                <a:ea typeface="楷体" charset="0"/>
                <a:cs typeface="Times New Roman" pitchFamily="18" charset="0"/>
              </a:rPr>
              <a:t>是可乘的，</a:t>
            </a:r>
            <a:r>
              <a:rPr lang="en-US" altLang="zh-CN" sz="1800" b="1">
                <a:solidFill>
                  <a:srgbClr val="000066"/>
                </a:solidFill>
                <a:latin typeface="Times New Roman" pitchFamily="18" charset="0"/>
                <a:ea typeface="楷体" charset="0"/>
                <a:cs typeface="Times New Roman" pitchFamily="18" charset="0"/>
              </a:rPr>
              <a:t>i=1</a:t>
            </a:r>
            <a:r>
              <a:rPr lang="zh-CN" altLang="en-US" sz="1800" b="1">
                <a:solidFill>
                  <a:srgbClr val="000066"/>
                </a:solidFill>
                <a:latin typeface="Times New Roman" pitchFamily="18" charset="0"/>
                <a:ea typeface="楷体" charset="0"/>
                <a:cs typeface="Times New Roman" pitchFamily="18" charset="0"/>
              </a:rPr>
              <a:t>，</a:t>
            </a:r>
            <a:r>
              <a:rPr lang="en-US" altLang="zh-CN" sz="1800" b="1">
                <a:solidFill>
                  <a:srgbClr val="000066"/>
                </a:solidFill>
                <a:latin typeface="Times New Roman" pitchFamily="18" charset="0"/>
                <a:ea typeface="楷体" charset="0"/>
                <a:cs typeface="Times New Roman" pitchFamily="18" charset="0"/>
              </a:rPr>
              <a:t>2…</a:t>
            </a:r>
            <a:r>
              <a:rPr lang="zh-CN" altLang="en-US" sz="1800" b="1">
                <a:solidFill>
                  <a:srgbClr val="000066"/>
                </a:solidFill>
                <a:latin typeface="Times New Roman" pitchFamily="18" charset="0"/>
                <a:ea typeface="楷体" charset="0"/>
                <a:cs typeface="Times New Roman" pitchFamily="18" charset="0"/>
              </a:rPr>
              <a:t>，</a:t>
            </a:r>
            <a:r>
              <a:rPr lang="en-US" altLang="zh-CN" sz="1800" b="1">
                <a:solidFill>
                  <a:srgbClr val="000066"/>
                </a:solidFill>
                <a:latin typeface="Times New Roman" pitchFamily="18" charset="0"/>
                <a:ea typeface="楷体" charset="0"/>
                <a:cs typeface="Times New Roman" pitchFamily="18" charset="0"/>
              </a:rPr>
              <a:t>n-1</a:t>
            </a:r>
            <a:r>
              <a:rPr lang="zh-CN" altLang="en-US" sz="1800" b="1">
                <a:solidFill>
                  <a:srgbClr val="000066"/>
                </a:solidFill>
                <a:latin typeface="Times New Roman" pitchFamily="18" charset="0"/>
                <a:ea typeface="楷体" charset="0"/>
                <a:cs typeface="Times New Roman" pitchFamily="18" charset="0"/>
              </a:rPr>
              <a:t>。如何确定计算矩阵连乘积的计算次序，使得依此次序计算矩阵连乘积需要的数乘次数最少。</a:t>
            </a:r>
          </a:p>
        </p:txBody>
      </p:sp>
      <p:sp>
        <p:nvSpPr>
          <p:cNvPr id="26705" name="Text Box 4"/>
          <p:cNvSpPr txBox="1">
            <a:spLocks noChangeArrowheads="1"/>
          </p:cNvSpPr>
          <p:nvPr/>
        </p:nvSpPr>
        <p:spPr bwMode="auto">
          <a:xfrm>
            <a:off x="227965" y="1762125"/>
            <a:ext cx="8552815" cy="640080"/>
          </a:xfrm>
          <a:prstGeom prst="rect">
            <a:avLst/>
          </a:prstGeom>
          <a:noFill/>
          <a:ln w="9525">
            <a:noFill/>
            <a:miter lim="800000"/>
          </a:ln>
        </p:spPr>
        <p:txBody>
          <a:bodyPr wrap="square">
            <a:spAutoFit/>
          </a:bodyPr>
          <a:lstStyle/>
          <a:p>
            <a:pPr>
              <a:buFont typeface="Wingdings" pitchFamily="2" charset="2"/>
              <a:buChar char="u"/>
            </a:pPr>
            <a:r>
              <a:rPr lang="zh-CN" altLang="en-US" sz="1800" b="1">
                <a:solidFill>
                  <a:srgbClr val="000066"/>
                </a:solidFill>
                <a:latin typeface="Times New Roman" pitchFamily="18" charset="0"/>
                <a:ea typeface="楷体" charset="0"/>
                <a:sym typeface="Wingdings" pitchFamily="2" charset="2"/>
              </a:rPr>
              <a:t>直观思考一</a:t>
            </a:r>
            <a:r>
              <a:rPr lang="zh-CN" altLang="en-US" sz="1800" b="1">
                <a:solidFill>
                  <a:srgbClr val="FF0000"/>
                </a:solidFill>
                <a:latin typeface="Times New Roman" pitchFamily="18" charset="0"/>
                <a:ea typeface="楷体" charset="0"/>
                <a:sym typeface="Wingdings" pitchFamily="2" charset="2"/>
              </a:rPr>
              <a:t>：穷举法</a:t>
            </a:r>
            <a:r>
              <a:rPr lang="zh-CN" altLang="en-US" sz="1800" b="1">
                <a:latin typeface="Times New Roman" pitchFamily="18" charset="0"/>
                <a:ea typeface="楷体" charset="0"/>
                <a:cs typeface="楷体_GB2312"/>
                <a:sym typeface="Wingdings" pitchFamily="2" charset="2"/>
              </a:rPr>
              <a:t>：</a:t>
            </a:r>
            <a:r>
              <a:rPr lang="zh-CN" altLang="en-US" sz="1800" b="1">
                <a:solidFill>
                  <a:srgbClr val="000000"/>
                </a:solidFill>
                <a:latin typeface="Times New Roman" pitchFamily="18" charset="0"/>
                <a:ea typeface="楷体" charset="0"/>
                <a:cs typeface="楷体_GB2312"/>
                <a:sym typeface="Wingdings" pitchFamily="2" charset="2"/>
              </a:rPr>
              <a:t>列举出所有可能的计算次序，并计算出每一种计算次序相应需要的数乘次数，从中找出一种数乘次数最少的计算次序。</a:t>
            </a:r>
            <a:r>
              <a:rPr lang="en-US" altLang="zh-CN" sz="1800" b="1">
                <a:latin typeface="Times New Roman" pitchFamily="18" charset="0"/>
                <a:ea typeface="楷体" charset="0"/>
                <a:cs typeface="楷体_GB2312"/>
                <a:sym typeface="Wingdings" pitchFamily="2" charset="2"/>
              </a:rPr>
              <a:t> </a:t>
            </a:r>
          </a:p>
        </p:txBody>
      </p:sp>
      <p:sp>
        <p:nvSpPr>
          <p:cNvPr id="26706" name="Rectangle 5"/>
          <p:cNvSpPr>
            <a:spLocks noChangeArrowheads="1"/>
          </p:cNvSpPr>
          <p:nvPr/>
        </p:nvSpPr>
        <p:spPr bwMode="auto">
          <a:xfrm>
            <a:off x="1143000" y="-160020"/>
            <a:ext cx="309880" cy="320040"/>
          </a:xfrm>
          <a:prstGeom prst="rect">
            <a:avLst/>
          </a:prstGeom>
          <a:noFill/>
          <a:ln w="9525">
            <a:noFill/>
            <a:miter lim="800000"/>
          </a:ln>
        </p:spPr>
        <p:txBody>
          <a:bodyPr wrap="none" anchor="ctr">
            <a:spAutoFit/>
          </a:bodyPr>
          <a:lstStyle/>
          <a:p>
            <a:endParaRPr lang="zh-CN" altLang="en-US" sz="1500" b="1">
              <a:latin typeface="Times New Roman" pitchFamily="18" charset="0"/>
              <a:ea typeface="楷体" charset="0"/>
            </a:endParaRPr>
          </a:p>
        </p:txBody>
      </p:sp>
      <p:grpSp>
        <p:nvGrpSpPr>
          <p:cNvPr id="26707" name="Group 6"/>
          <p:cNvGrpSpPr/>
          <p:nvPr/>
        </p:nvGrpSpPr>
        <p:grpSpPr bwMode="auto">
          <a:xfrm>
            <a:off x="302026" y="2672715"/>
            <a:ext cx="8411444" cy="2286000"/>
            <a:chOff x="191" y="2341"/>
            <a:chExt cx="5320" cy="1692"/>
          </a:xfrm>
          <a:solidFill>
            <a:srgbClr val="0070C0"/>
          </a:solidFill>
        </p:grpSpPr>
        <p:sp>
          <p:nvSpPr>
            <p:cNvPr id="26708" name="Text Box 7"/>
            <p:cNvSpPr txBox="1">
              <a:spLocks noChangeArrowheads="1"/>
            </p:cNvSpPr>
            <p:nvPr/>
          </p:nvSpPr>
          <p:spPr bwMode="auto">
            <a:xfrm>
              <a:off x="191" y="2341"/>
              <a:ext cx="5320" cy="1692"/>
            </a:xfrm>
            <a:prstGeom prst="rect">
              <a:avLst/>
            </a:prstGeom>
            <a:grpFill/>
            <a:ln w="50800">
              <a:solidFill>
                <a:srgbClr val="0033CC"/>
              </a:solidFill>
              <a:miter lim="800000"/>
            </a:ln>
          </p:spPr>
          <p:txBody>
            <a:bodyPr wrap="square">
              <a:spAutoFit/>
            </a:bodyPr>
            <a:lstStyle/>
            <a:p>
              <a:r>
                <a:rPr lang="zh-CN" altLang="en-US" sz="1800" b="1">
                  <a:solidFill>
                    <a:schemeClr val="bg2"/>
                  </a:solidFill>
                  <a:latin typeface="Times New Roman" pitchFamily="18" charset="0"/>
                  <a:ea typeface="楷体" charset="0"/>
                </a:rPr>
                <a:t>算法复杂度分析：</a:t>
              </a:r>
            </a:p>
            <a:p>
              <a:r>
                <a:rPr lang="zh-CN" altLang="en-US" sz="1800" b="1">
                  <a:solidFill>
                    <a:schemeClr val="bg2"/>
                  </a:solidFill>
                  <a:latin typeface="Times New Roman" pitchFamily="18" charset="0"/>
                  <a:ea typeface="楷体" charset="0"/>
                  <a:cs typeface="楷体_GB2312"/>
                </a:rPr>
                <a:t>对于</a:t>
              </a:r>
              <a:r>
                <a:rPr lang="en-US" altLang="zh-CN" sz="1800" b="1">
                  <a:solidFill>
                    <a:schemeClr val="bg2"/>
                  </a:solidFill>
                  <a:latin typeface="Times New Roman" pitchFamily="18" charset="0"/>
                  <a:ea typeface="楷体" charset="0"/>
                  <a:cs typeface="楷体_GB2312"/>
                </a:rPr>
                <a:t>n</a:t>
              </a:r>
              <a:r>
                <a:rPr lang="zh-CN" altLang="en-US" sz="1800" b="1">
                  <a:solidFill>
                    <a:schemeClr val="bg2"/>
                  </a:solidFill>
                  <a:latin typeface="Times New Roman" pitchFamily="18" charset="0"/>
                  <a:ea typeface="楷体" charset="0"/>
                  <a:cs typeface="楷体_GB2312"/>
                </a:rPr>
                <a:t>个矩阵的连乘积，设其不同的计算次序为</a:t>
              </a:r>
              <a:r>
                <a:rPr lang="en-US" altLang="zh-CN" sz="1800" b="1">
                  <a:solidFill>
                    <a:schemeClr val="bg2"/>
                  </a:solidFill>
                  <a:latin typeface="Times New Roman" pitchFamily="18" charset="0"/>
                  <a:ea typeface="楷体" charset="0"/>
                  <a:cs typeface="楷体_GB2312"/>
                </a:rPr>
                <a:t>P(n)</a:t>
              </a:r>
              <a:r>
                <a:rPr lang="zh-CN" altLang="en-US" sz="1800" b="1">
                  <a:solidFill>
                    <a:schemeClr val="bg2"/>
                  </a:solidFill>
                  <a:latin typeface="Times New Roman" pitchFamily="18" charset="0"/>
                  <a:ea typeface="楷体" charset="0"/>
                  <a:cs typeface="楷体_GB2312"/>
                </a:rPr>
                <a:t>。</a:t>
              </a:r>
            </a:p>
            <a:p>
              <a:r>
                <a:rPr lang="zh-CN" altLang="en-US" sz="1800" b="1">
                  <a:solidFill>
                    <a:schemeClr val="bg2"/>
                  </a:solidFill>
                  <a:latin typeface="Times New Roman" pitchFamily="18" charset="0"/>
                  <a:ea typeface="楷体" charset="0"/>
                  <a:cs typeface="楷体_GB2312"/>
                </a:rPr>
                <a:t>由于每种加括号方式都可以分解为两个子矩阵的加括号问题：</a:t>
              </a:r>
              <a:r>
                <a:rPr lang="en-US" altLang="zh-CN" sz="1800" b="1">
                  <a:solidFill>
                    <a:schemeClr val="bg2"/>
                  </a:solidFill>
                  <a:latin typeface="Times New Roman" pitchFamily="18" charset="0"/>
                  <a:ea typeface="楷体" charset="0"/>
                  <a:cs typeface="楷体_GB2312"/>
                </a:rPr>
                <a:t>(A1...Ak)(Ak+1…An)</a:t>
              </a:r>
              <a:r>
                <a:rPr lang="zh-CN" altLang="en-US" sz="1800" b="1">
                  <a:solidFill>
                    <a:schemeClr val="bg2"/>
                  </a:solidFill>
                  <a:latin typeface="Times New Roman" pitchFamily="18" charset="0"/>
                  <a:ea typeface="楷体" charset="0"/>
                  <a:cs typeface="楷体_GB2312"/>
                </a:rPr>
                <a:t>可以得到关于</a:t>
              </a:r>
              <a:r>
                <a:rPr lang="en-US" altLang="zh-CN" sz="1800" b="1">
                  <a:solidFill>
                    <a:schemeClr val="bg2"/>
                  </a:solidFill>
                  <a:latin typeface="Times New Roman" pitchFamily="18" charset="0"/>
                  <a:ea typeface="楷体" charset="0"/>
                  <a:cs typeface="楷体_GB2312"/>
                </a:rPr>
                <a:t>P(n)</a:t>
              </a:r>
              <a:r>
                <a:rPr lang="zh-CN" altLang="en-US" sz="1800" b="1">
                  <a:solidFill>
                    <a:schemeClr val="bg2"/>
                  </a:solidFill>
                  <a:latin typeface="Times New Roman" pitchFamily="18" charset="0"/>
                  <a:ea typeface="楷体" charset="0"/>
                  <a:cs typeface="楷体_GB2312"/>
                </a:rPr>
                <a:t>的递推式如下：</a:t>
              </a:r>
            </a:p>
            <a:p>
              <a:endParaRPr lang="zh-CN" altLang="en-US" sz="1800" b="1">
                <a:solidFill>
                  <a:schemeClr val="bg2"/>
                </a:solidFill>
                <a:latin typeface="Times New Roman" pitchFamily="18" charset="0"/>
                <a:ea typeface="楷体" charset="0"/>
                <a:cs typeface="楷体_GB2312"/>
              </a:endParaRPr>
            </a:p>
            <a:p>
              <a:endParaRPr lang="zh-CN" altLang="en-US" sz="1800" b="1">
                <a:solidFill>
                  <a:schemeClr val="bg2"/>
                </a:solidFill>
                <a:latin typeface="Times New Roman" pitchFamily="18" charset="0"/>
                <a:ea typeface="楷体" charset="0"/>
                <a:cs typeface="楷体_GB2312"/>
              </a:endParaRPr>
            </a:p>
            <a:p>
              <a:endParaRPr lang="zh-CN" altLang="en-US" sz="1800" b="1">
                <a:solidFill>
                  <a:schemeClr val="bg2"/>
                </a:solidFill>
                <a:latin typeface="Times New Roman" pitchFamily="18" charset="0"/>
                <a:ea typeface="楷体" charset="0"/>
                <a:cs typeface="楷体_GB2312"/>
              </a:endParaRPr>
            </a:p>
            <a:p>
              <a:endParaRPr lang="en-US" altLang="zh-CN" sz="1800" b="1">
                <a:latin typeface="Times New Roman" pitchFamily="18" charset="0"/>
                <a:ea typeface="楷体" charset="0"/>
                <a:cs typeface="楷体_GB2312"/>
              </a:endParaRPr>
            </a:p>
          </p:txBody>
        </p:sp>
        <p:graphicFrame>
          <p:nvGraphicFramePr>
            <p:cNvPr id="26701" name="Object 77"/>
            <p:cNvGraphicFramePr>
              <a:graphicFrameLocks noChangeAspect="1"/>
            </p:cNvGraphicFramePr>
            <p:nvPr/>
          </p:nvGraphicFramePr>
          <p:xfrm>
            <a:off x="657" y="3339"/>
            <a:ext cx="3723" cy="694"/>
          </p:xfrm>
          <a:graphic>
            <a:graphicData uri="http://schemas.openxmlformats.org/presentationml/2006/ole">
              <mc:AlternateContent xmlns:mc="http://schemas.openxmlformats.org/markup-compatibility/2006">
                <mc:Choice xmlns:v="urn:schemas-microsoft-com:vml" Requires="v">
                  <p:oleObj spid="_x0000_s26764" name="Microsoft 公式 3.0" r:id="rId4" imgW="3276600" imgH="609600" progId="Equation.3">
                    <p:embed/>
                  </p:oleObj>
                </mc:Choice>
                <mc:Fallback>
                  <p:oleObj name="Microsoft 公式 3.0" r:id="rId4" imgW="3276600" imgH="609600" progId="Equation.3">
                    <p:embed/>
                    <p:pic>
                      <p:nvPicPr>
                        <p:cNvPr id="0" name="Picture 7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3339"/>
                          <a:ext cx="3723" cy="694"/>
                        </a:xfrm>
                        <a:prstGeom prst="rect">
                          <a:avLst/>
                        </a:prstGeom>
                        <a:noFill/>
                      </p:spPr>
                    </p:pic>
                  </p:oleObj>
                </mc:Fallback>
              </mc:AlternateContent>
            </a:graphicData>
          </a:graphic>
        </p:graphicFrame>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294967295"/>
          </p:nvPr>
        </p:nvSpPr>
        <p:spPr>
          <a:xfrm>
            <a:off x="0" y="4800600"/>
            <a:ext cx="914400" cy="213360"/>
          </a:xfrm>
        </p:spPr>
        <p:txBody>
          <a:bodyPr/>
          <a:lstStyle/>
          <a:p>
            <a:pPr>
              <a:defRPr/>
            </a:pPr>
            <a:fld id="{CAA3CBFD-DA61-42E5-BEBB-976E38DE85BF}" type="slidenum">
              <a:rPr lang="en-US" altLang="zh-CN" sz="1500" smtClean="0"/>
              <a:t>18</a:t>
            </a:fld>
            <a:endParaRPr lang="en-US" altLang="zh-CN" sz="1500"/>
          </a:p>
        </p:txBody>
      </p:sp>
      <p:pic>
        <p:nvPicPr>
          <p:cNvPr id="126978" name="Picture 2"/>
          <p:cNvPicPr>
            <a:picLocks noChangeAspect="1" noChangeArrowheads="1"/>
          </p:cNvPicPr>
          <p:nvPr/>
        </p:nvPicPr>
        <p:blipFill>
          <a:blip r:embed="rId2"/>
          <a:srcRect/>
          <a:stretch>
            <a:fillRect/>
          </a:stretch>
        </p:blipFill>
        <p:spPr bwMode="auto">
          <a:xfrm>
            <a:off x="171450" y="209550"/>
            <a:ext cx="8085455" cy="357822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294967295"/>
          </p:nvPr>
        </p:nvSpPr>
        <p:spPr>
          <a:xfrm>
            <a:off x="0" y="4800600"/>
            <a:ext cx="914400" cy="213360"/>
          </a:xfrm>
        </p:spPr>
        <p:txBody>
          <a:bodyPr/>
          <a:lstStyle/>
          <a:p>
            <a:pPr>
              <a:defRPr/>
            </a:pPr>
            <a:fld id="{7BF447D7-0E57-450B-B5A8-D0DCDCBFD5D5}" type="slidenum">
              <a:rPr lang="en-US" altLang="zh-CN" sz="1500" smtClean="0"/>
              <a:t>19</a:t>
            </a:fld>
            <a:endParaRPr lang="en-US" altLang="zh-CN" sz="1500"/>
          </a:p>
        </p:txBody>
      </p:sp>
      <p:pic>
        <p:nvPicPr>
          <p:cNvPr id="128002" name="Picture 2"/>
          <p:cNvPicPr>
            <a:picLocks noChangeAspect="1" noChangeArrowheads="1"/>
          </p:cNvPicPr>
          <p:nvPr/>
        </p:nvPicPr>
        <p:blipFill>
          <a:blip r:embed="rId2"/>
          <a:srcRect/>
          <a:stretch>
            <a:fillRect/>
          </a:stretch>
        </p:blipFill>
        <p:spPr bwMode="auto">
          <a:xfrm>
            <a:off x="238760" y="138430"/>
            <a:ext cx="8248650" cy="3737610"/>
          </a:xfrm>
          <a:prstGeom prst="rect">
            <a:avLst/>
          </a:prstGeom>
          <a:noFill/>
          <a:ln w="9525">
            <a:noFill/>
            <a:miter lim="800000"/>
            <a:headEnd/>
            <a:tailEnd/>
          </a:ln>
        </p:spPr>
      </p:pic>
      <p:pic>
        <p:nvPicPr>
          <p:cNvPr id="131075" name="Picture 3"/>
          <p:cNvPicPr>
            <a:picLocks noChangeAspect="1" noChangeArrowheads="1"/>
          </p:cNvPicPr>
          <p:nvPr/>
        </p:nvPicPr>
        <p:blipFill>
          <a:blip r:embed="rId3"/>
          <a:srcRect/>
          <a:stretch>
            <a:fillRect/>
          </a:stretch>
        </p:blipFill>
        <p:spPr bwMode="auto">
          <a:xfrm>
            <a:off x="491490" y="3975735"/>
            <a:ext cx="7139305" cy="60515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0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Picture 3"/>
          <p:cNvPicPr>
            <a:picLocks noChangeAspect="1" noChangeArrowheads="1"/>
          </p:cNvPicPr>
          <p:nvPr/>
        </p:nvPicPr>
        <p:blipFill>
          <a:blip r:embed="rId2"/>
          <a:srcRect/>
          <a:stretch>
            <a:fillRect/>
          </a:stretch>
        </p:blipFill>
        <p:spPr bwMode="auto">
          <a:xfrm>
            <a:off x="1518603" y="1848113"/>
            <a:ext cx="6360319" cy="3165872"/>
          </a:xfrm>
          <a:prstGeom prst="rect">
            <a:avLst/>
          </a:prstGeom>
          <a:noFill/>
          <a:ln w="9525">
            <a:noFill/>
            <a:miter lim="800000"/>
            <a:headEnd/>
            <a:tailEnd/>
          </a:ln>
        </p:spPr>
      </p:pic>
      <p:pic>
        <p:nvPicPr>
          <p:cNvPr id="129027" name="Picture 4"/>
          <p:cNvPicPr>
            <a:picLocks noChangeAspect="1" noChangeArrowheads="1"/>
          </p:cNvPicPr>
          <p:nvPr/>
        </p:nvPicPr>
        <p:blipFill>
          <a:blip r:embed="rId3"/>
          <a:srcRect/>
          <a:stretch>
            <a:fillRect/>
          </a:stretch>
        </p:blipFill>
        <p:spPr bwMode="auto">
          <a:xfrm>
            <a:off x="654923" y="159"/>
            <a:ext cx="6871097" cy="1696641"/>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2"/>
          <p:cNvPicPr>
            <a:picLocks noChangeAspect="1" noChangeArrowheads="1"/>
          </p:cNvPicPr>
          <p:nvPr/>
        </p:nvPicPr>
        <p:blipFill>
          <a:blip r:embed="rId2"/>
          <a:srcRect/>
          <a:stretch>
            <a:fillRect/>
          </a:stretch>
        </p:blipFill>
        <p:spPr bwMode="auto">
          <a:xfrm>
            <a:off x="1162050" y="141605"/>
            <a:ext cx="4530725" cy="469265"/>
          </a:xfrm>
          <a:prstGeom prst="rect">
            <a:avLst/>
          </a:prstGeom>
          <a:noFill/>
          <a:ln w="9525">
            <a:noFill/>
            <a:miter lim="800000"/>
            <a:headEnd/>
            <a:tailEnd/>
          </a:ln>
        </p:spPr>
      </p:pic>
      <p:pic>
        <p:nvPicPr>
          <p:cNvPr id="130051" name="Picture 3"/>
          <p:cNvPicPr>
            <a:picLocks noChangeAspect="1" noChangeArrowheads="1"/>
          </p:cNvPicPr>
          <p:nvPr/>
        </p:nvPicPr>
        <p:blipFill>
          <a:blip r:embed="rId3"/>
          <a:srcRect/>
          <a:stretch>
            <a:fillRect/>
          </a:stretch>
        </p:blipFill>
        <p:spPr bwMode="auto">
          <a:xfrm>
            <a:off x="777875" y="843280"/>
            <a:ext cx="7547610" cy="3133725"/>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2"/>
          <p:cNvPicPr>
            <a:picLocks noChangeAspect="1" noChangeArrowheads="1"/>
          </p:cNvPicPr>
          <p:nvPr/>
        </p:nvPicPr>
        <p:blipFill>
          <a:blip r:embed="rId3"/>
          <a:srcRect/>
          <a:stretch>
            <a:fillRect/>
          </a:stretch>
        </p:blipFill>
        <p:spPr bwMode="auto">
          <a:xfrm>
            <a:off x="1162050" y="141605"/>
            <a:ext cx="4530725" cy="469265"/>
          </a:xfrm>
          <a:prstGeom prst="rect">
            <a:avLst/>
          </a:prstGeom>
          <a:noFill/>
          <a:ln w="9525">
            <a:noFill/>
            <a:miter lim="800000"/>
            <a:headEnd/>
            <a:tailEnd/>
          </a:ln>
        </p:spPr>
      </p:pic>
      <p:pic>
        <p:nvPicPr>
          <p:cNvPr id="133124" name="Picture 4"/>
          <p:cNvPicPr>
            <a:picLocks noChangeAspect="1" noChangeArrowheads="1"/>
          </p:cNvPicPr>
          <p:nvPr/>
        </p:nvPicPr>
        <p:blipFill>
          <a:blip r:embed="rId4"/>
          <a:srcRect/>
          <a:stretch>
            <a:fillRect/>
          </a:stretch>
        </p:blipFill>
        <p:spPr bwMode="auto">
          <a:xfrm>
            <a:off x="1273810" y="4356735"/>
            <a:ext cx="7223125" cy="331470"/>
          </a:xfrm>
          <a:prstGeom prst="rect">
            <a:avLst/>
          </a:prstGeom>
          <a:noFill/>
          <a:ln w="9525">
            <a:noFill/>
            <a:miter lim="800000"/>
            <a:headEnd/>
            <a:tailEnd/>
          </a:ln>
        </p:spPr>
      </p:pic>
      <p:graphicFrame>
        <p:nvGraphicFramePr>
          <p:cNvPr id="5" name="Object 73">
            <a:extLst>
              <a:ext uri="{FF2B5EF4-FFF2-40B4-BE49-F238E27FC236}">
                <a16:creationId xmlns:a16="http://schemas.microsoft.com/office/drawing/2014/main" id="{3945280E-2711-4021-A5DB-3FAF69A8C778}"/>
              </a:ext>
            </a:extLst>
          </p:cNvPr>
          <p:cNvGraphicFramePr>
            <a:graphicFrameLocks noChangeAspect="1"/>
          </p:cNvGraphicFramePr>
          <p:nvPr>
            <p:extLst>
              <p:ext uri="{D42A27DB-BD31-4B8C-83A1-F6EECF244321}">
                <p14:modId xmlns:p14="http://schemas.microsoft.com/office/powerpoint/2010/main" val="3306076247"/>
              </p:ext>
            </p:extLst>
          </p:nvPr>
        </p:nvGraphicFramePr>
        <p:xfrm>
          <a:off x="1250618" y="958754"/>
          <a:ext cx="6916268" cy="2937919"/>
        </p:xfrm>
        <a:graphic>
          <a:graphicData uri="http://schemas.openxmlformats.org/presentationml/2006/ole">
            <mc:AlternateContent xmlns:mc="http://schemas.openxmlformats.org/markup-compatibility/2006">
              <mc:Choice xmlns:v="urn:schemas-microsoft-com:vml" Requires="v">
                <p:oleObj spid="_x0000_s128007" name="位图图像" r:id="rId5" imgW="3429000" imgH="1457325" progId="PBrush">
                  <p:embed/>
                </p:oleObj>
              </mc:Choice>
              <mc:Fallback>
                <p:oleObj name="位图图像" r:id="rId5" imgW="3429000" imgH="1457325" progId="PBrush">
                  <p:embed/>
                  <p:pic>
                    <p:nvPicPr>
                      <p:cNvPr id="35913" name="Object 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0618" y="958754"/>
                        <a:ext cx="6916268" cy="293791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370129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074" name="Picture 2"/>
          <p:cNvPicPr>
            <a:picLocks noChangeAspect="1" noChangeArrowheads="1"/>
          </p:cNvPicPr>
          <p:nvPr/>
        </p:nvPicPr>
        <p:blipFill>
          <a:blip r:embed="rId2"/>
          <a:srcRect/>
          <a:stretch>
            <a:fillRect/>
          </a:stretch>
        </p:blipFill>
        <p:spPr bwMode="auto">
          <a:xfrm>
            <a:off x="490855" y="306705"/>
            <a:ext cx="7929245" cy="402653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7" name="Picture 62"/>
          <p:cNvPicPr>
            <a:picLocks noChangeAspect="1" noChangeArrowheads="1"/>
          </p:cNvPicPr>
          <p:nvPr/>
        </p:nvPicPr>
        <p:blipFill>
          <a:blip r:embed="rId2"/>
          <a:srcRect/>
          <a:stretch>
            <a:fillRect/>
          </a:stretch>
        </p:blipFill>
        <p:spPr bwMode="auto">
          <a:xfrm>
            <a:off x="607060" y="84455"/>
            <a:ext cx="6773545" cy="1387475"/>
          </a:xfrm>
          <a:prstGeom prst="rect">
            <a:avLst/>
          </a:prstGeom>
          <a:noFill/>
          <a:ln w="9525">
            <a:noFill/>
            <a:miter lim="800000"/>
            <a:headEnd/>
            <a:tailEnd/>
          </a:ln>
        </p:spPr>
      </p:pic>
      <p:pic>
        <p:nvPicPr>
          <p:cNvPr id="132098" name="Picture 63"/>
          <p:cNvPicPr>
            <a:picLocks noChangeAspect="1" noChangeArrowheads="1"/>
          </p:cNvPicPr>
          <p:nvPr/>
        </p:nvPicPr>
        <p:blipFill>
          <a:blip r:embed="rId3"/>
          <a:srcRect/>
          <a:stretch>
            <a:fillRect/>
          </a:stretch>
        </p:blipFill>
        <p:spPr bwMode="auto">
          <a:xfrm>
            <a:off x="628650" y="1640205"/>
            <a:ext cx="7605395" cy="2745105"/>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ChangeArrowheads="1"/>
          </p:cNvSpPr>
          <p:nvPr/>
        </p:nvSpPr>
        <p:spPr bwMode="auto">
          <a:xfrm>
            <a:off x="366395" y="971550"/>
            <a:ext cx="8301990" cy="3681095"/>
          </a:xfrm>
          <a:prstGeom prst="rect">
            <a:avLst/>
          </a:prstGeom>
          <a:solidFill>
            <a:srgbClr val="FFCC00"/>
          </a:solidFill>
          <a:ln w="9525">
            <a:noFill/>
            <a:miter lim="800000"/>
          </a:ln>
        </p:spPr>
        <p:txBody>
          <a:bodyPr/>
          <a:lstStyle/>
          <a:p>
            <a:pPr marL="342900" indent="-342900">
              <a:spcBef>
                <a:spcPct val="20000"/>
              </a:spcBef>
              <a:buClr>
                <a:schemeClr val="accent1"/>
              </a:buClr>
              <a:buSzPct val="65000"/>
              <a:buFont typeface="Wingdings" pitchFamily="2" charset="2"/>
              <a:buChar char="n"/>
            </a:pPr>
            <a:r>
              <a:rPr lang="zh-CN" altLang="en-US" sz="2800" b="1">
                <a:solidFill>
                  <a:srgbClr val="000066"/>
                </a:solidFill>
                <a:latin typeface="Verdana" pitchFamily="34" charset="0"/>
                <a:ea typeface="楷体_GB2312"/>
                <a:cs typeface="楷体_GB2312"/>
              </a:rPr>
              <a:t>特征：计算</a:t>
            </a:r>
            <a:r>
              <a:rPr lang="en-US" altLang="zh-CN" sz="2800" b="1">
                <a:solidFill>
                  <a:srgbClr val="000066"/>
                </a:solidFill>
                <a:latin typeface="Verdana" pitchFamily="34" charset="0"/>
                <a:ea typeface="楷体_GB2312"/>
                <a:cs typeface="楷体_GB2312"/>
              </a:rPr>
              <a:t>A[i:j]</a:t>
            </a:r>
            <a:r>
              <a:rPr lang="zh-CN" altLang="en-US" sz="2800" b="1">
                <a:solidFill>
                  <a:srgbClr val="000066"/>
                </a:solidFill>
                <a:latin typeface="Verdana" pitchFamily="34" charset="0"/>
                <a:ea typeface="楷体_GB2312"/>
                <a:cs typeface="楷体_GB2312"/>
              </a:rPr>
              <a:t>的最优次序所包含的计算矩阵子链 </a:t>
            </a:r>
            <a:r>
              <a:rPr lang="en-US" altLang="zh-CN" sz="2800" b="1">
                <a:solidFill>
                  <a:srgbClr val="000066"/>
                </a:solidFill>
                <a:latin typeface="Verdana" pitchFamily="34" charset="0"/>
                <a:ea typeface="楷体_GB2312"/>
                <a:cs typeface="楷体_GB2312"/>
              </a:rPr>
              <a:t>A[i:k]</a:t>
            </a:r>
            <a:r>
              <a:rPr lang="zh-CN" altLang="en-US" sz="2800" b="1">
                <a:solidFill>
                  <a:srgbClr val="000066"/>
                </a:solidFill>
                <a:latin typeface="Verdana" pitchFamily="34" charset="0"/>
                <a:ea typeface="楷体_GB2312"/>
                <a:cs typeface="楷体_GB2312"/>
              </a:rPr>
              <a:t>和</a:t>
            </a:r>
            <a:r>
              <a:rPr lang="en-US" altLang="zh-CN" sz="2800" b="1">
                <a:solidFill>
                  <a:srgbClr val="000066"/>
                </a:solidFill>
                <a:latin typeface="Verdana" pitchFamily="34" charset="0"/>
                <a:ea typeface="楷体_GB2312"/>
                <a:cs typeface="楷体_GB2312"/>
              </a:rPr>
              <a:t>A[k+1:j]</a:t>
            </a:r>
            <a:r>
              <a:rPr lang="zh-CN" altLang="en-US" sz="3200" b="1">
                <a:solidFill>
                  <a:srgbClr val="000066"/>
                </a:solidFill>
                <a:latin typeface="Verdana" pitchFamily="34" charset="0"/>
                <a:ea typeface="楷体_GB2312"/>
                <a:cs typeface="楷体_GB2312"/>
              </a:rPr>
              <a:t>的次序也是最优的。</a:t>
            </a:r>
          </a:p>
          <a:p>
            <a:pPr marL="342900" indent="-342900">
              <a:spcBef>
                <a:spcPct val="20000"/>
              </a:spcBef>
              <a:buClr>
                <a:schemeClr val="accent1"/>
              </a:buClr>
              <a:buSzPct val="65000"/>
              <a:buFont typeface="Wingdings" pitchFamily="2" charset="2"/>
              <a:buChar char="n"/>
            </a:pPr>
            <a:r>
              <a:rPr lang="zh-CN" altLang="en-US" sz="2800" b="1">
                <a:solidFill>
                  <a:srgbClr val="000066"/>
                </a:solidFill>
                <a:latin typeface="Verdana" pitchFamily="34" charset="0"/>
                <a:ea typeface="楷体_GB2312"/>
                <a:cs typeface="楷体_GB2312"/>
              </a:rPr>
              <a:t>矩阵连乘计算次序问题的最优解包含着其子问题的最优解。这种性质称为</a:t>
            </a:r>
            <a:r>
              <a:rPr lang="zh-CN" altLang="en-US" sz="2800" b="1">
                <a:solidFill>
                  <a:srgbClr val="FF0000"/>
                </a:solidFill>
                <a:latin typeface="Verdana" pitchFamily="34" charset="0"/>
                <a:ea typeface="黑体" pitchFamily="2" charset="-122"/>
              </a:rPr>
              <a:t>最优子结构性质</a:t>
            </a:r>
            <a:r>
              <a:rPr lang="zh-CN" altLang="en-US" sz="2800" b="1">
                <a:solidFill>
                  <a:srgbClr val="FF0000"/>
                </a:solidFill>
                <a:latin typeface="Verdana" pitchFamily="34" charset="0"/>
                <a:ea typeface="楷体_GB2312"/>
                <a:cs typeface="楷体_GB2312"/>
              </a:rPr>
              <a:t>。</a:t>
            </a:r>
            <a:r>
              <a:rPr lang="zh-CN" altLang="en-US" sz="3200" b="1">
                <a:solidFill>
                  <a:srgbClr val="000066"/>
                </a:solidFill>
                <a:latin typeface="Verdana" pitchFamily="34" charset="0"/>
                <a:ea typeface="楷体_GB2312"/>
                <a:cs typeface="楷体_GB2312"/>
              </a:rPr>
              <a:t>问题的最优子结构性质是该问题可用动态规划算法求解的显著特征。</a:t>
            </a:r>
          </a:p>
          <a:p>
            <a:pPr marL="342900" indent="-342900">
              <a:spcBef>
                <a:spcPct val="20000"/>
              </a:spcBef>
              <a:buClr>
                <a:schemeClr val="accent1"/>
              </a:buClr>
              <a:buSzPct val="65000"/>
              <a:buFont typeface="Wingdings" pitchFamily="2" charset="2"/>
              <a:buChar char="n"/>
            </a:pPr>
            <a:r>
              <a:rPr lang="zh-CN" altLang="en-US" sz="2800" b="1">
                <a:solidFill>
                  <a:srgbClr val="000066"/>
                </a:solidFill>
                <a:latin typeface="Verdana" pitchFamily="34" charset="0"/>
                <a:ea typeface="楷体_GB2312"/>
                <a:cs typeface="楷体_GB2312"/>
              </a:rPr>
              <a:t>如何证明？</a:t>
            </a:r>
            <a:r>
              <a:rPr lang="en-US" altLang="zh-CN" sz="2800" b="1">
                <a:solidFill>
                  <a:srgbClr val="000066"/>
                </a:solidFill>
                <a:latin typeface="Verdana" pitchFamily="34" charset="0"/>
                <a:ea typeface="楷体_GB2312"/>
                <a:cs typeface="楷体_GB2312"/>
              </a:rPr>
              <a:t>——</a:t>
            </a:r>
            <a:r>
              <a:rPr lang="zh-CN" altLang="en-US" sz="2800" b="1">
                <a:solidFill>
                  <a:srgbClr val="000066"/>
                </a:solidFill>
                <a:latin typeface="Verdana" pitchFamily="34" charset="0"/>
                <a:ea typeface="楷体_GB2312"/>
                <a:cs typeface="楷体_GB2312"/>
              </a:rPr>
              <a:t>反证法</a:t>
            </a:r>
          </a:p>
        </p:txBody>
      </p:sp>
      <p:sp>
        <p:nvSpPr>
          <p:cNvPr id="292867" name="Rectangle 3"/>
          <p:cNvSpPr>
            <a:spLocks noChangeArrowheads="1"/>
          </p:cNvSpPr>
          <p:nvPr/>
        </p:nvSpPr>
        <p:spPr bwMode="auto">
          <a:xfrm>
            <a:off x="366475" y="-20320"/>
            <a:ext cx="5844778" cy="857250"/>
          </a:xfrm>
          <a:prstGeom prst="rect">
            <a:avLst/>
          </a:prstGeom>
          <a:noFill/>
          <a:ln>
            <a:noFill/>
          </a:ln>
          <a:effectLst/>
        </p:spPr>
        <p:txBody>
          <a:bodyPr anchor="b"/>
          <a:lstStyle/>
          <a:p>
            <a:pPr>
              <a:defRPr/>
            </a:pPr>
            <a:r>
              <a:rPr lang="en-US" altLang="zh-CN" sz="3600" b="1" dirty="0">
                <a:solidFill>
                  <a:srgbClr val="000066"/>
                </a:solidFill>
                <a:effectLst>
                  <a:outerShdw blurRad="38100" dist="38100" dir="2700000" algn="tl">
                    <a:srgbClr val="C0C0C0"/>
                  </a:outerShdw>
                </a:effectLst>
                <a:latin typeface="Garamond" pitchFamily="18" charset="0"/>
                <a:ea typeface="黑体" pitchFamily="2" charset="-122"/>
              </a:rPr>
              <a:t>1. </a:t>
            </a:r>
            <a:r>
              <a:rPr lang="zh-CN" altLang="en-US" sz="3600" b="1" dirty="0">
                <a:solidFill>
                  <a:srgbClr val="000066"/>
                </a:solidFill>
                <a:effectLst>
                  <a:outerShdw blurRad="38100" dist="38100" dir="2700000" algn="tl">
                    <a:srgbClr val="C0C0C0"/>
                  </a:outerShdw>
                </a:effectLst>
                <a:latin typeface="Garamond" pitchFamily="18" charset="0"/>
                <a:ea typeface="黑体" pitchFamily="2" charset="-122"/>
              </a:rPr>
              <a:t>分析最优解的结构</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ChangeArrowheads="1"/>
          </p:cNvSpPr>
          <p:nvPr/>
        </p:nvSpPr>
        <p:spPr bwMode="auto">
          <a:xfrm>
            <a:off x="627301" y="94298"/>
            <a:ext cx="3108722" cy="577454"/>
          </a:xfrm>
          <a:prstGeom prst="rect">
            <a:avLst/>
          </a:prstGeom>
          <a:noFill/>
          <a:ln>
            <a:noFill/>
          </a:ln>
          <a:effectLst/>
        </p:spPr>
        <p:txBody>
          <a:bodyPr anchor="b"/>
          <a:lstStyle/>
          <a:p>
            <a:pPr>
              <a:defRPr/>
            </a:pPr>
            <a:r>
              <a:rPr lang="en-US" altLang="zh-CN" sz="2850" b="1" dirty="0">
                <a:solidFill>
                  <a:srgbClr val="000066"/>
                </a:solidFill>
                <a:effectLst>
                  <a:outerShdw blurRad="38100" dist="38100" dir="2700000" algn="tl">
                    <a:srgbClr val="C0C0C0"/>
                  </a:outerShdw>
                </a:effectLst>
                <a:latin typeface="Garamond" pitchFamily="18" charset="0"/>
                <a:ea typeface="黑体" pitchFamily="2" charset="-122"/>
              </a:rPr>
              <a:t>2. </a:t>
            </a:r>
            <a:r>
              <a:rPr lang="zh-CN" altLang="en-US" sz="2850" b="1" dirty="0">
                <a:solidFill>
                  <a:srgbClr val="000066"/>
                </a:solidFill>
                <a:effectLst>
                  <a:outerShdw blurRad="38100" dist="38100" dir="2700000" algn="tl">
                    <a:srgbClr val="C0C0C0"/>
                  </a:outerShdw>
                </a:effectLst>
                <a:latin typeface="Garamond" pitchFamily="18" charset="0"/>
                <a:ea typeface="黑体" pitchFamily="2" charset="-122"/>
              </a:rPr>
              <a:t>建立递归关系</a:t>
            </a:r>
            <a:endParaRPr lang="ja-JP" altLang="en-US" sz="2850" b="1" dirty="0">
              <a:solidFill>
                <a:srgbClr val="000066"/>
              </a:solidFill>
              <a:effectLst>
                <a:outerShdw blurRad="38100" dist="38100" dir="2700000" algn="tl">
                  <a:srgbClr val="C0C0C0"/>
                </a:outerShdw>
              </a:effectLst>
              <a:latin typeface="Garamond" pitchFamily="18" charset="0"/>
              <a:ea typeface="黑体" pitchFamily="2" charset="-122"/>
            </a:endParaRPr>
          </a:p>
        </p:txBody>
      </p:sp>
      <p:sp>
        <p:nvSpPr>
          <p:cNvPr id="121232" name="Rectangle 3"/>
          <p:cNvSpPr>
            <a:spLocks noChangeArrowheads="1"/>
          </p:cNvSpPr>
          <p:nvPr/>
        </p:nvSpPr>
        <p:spPr bwMode="auto">
          <a:xfrm>
            <a:off x="365125" y="897890"/>
            <a:ext cx="8476615" cy="3086100"/>
          </a:xfrm>
          <a:prstGeom prst="rect">
            <a:avLst/>
          </a:prstGeom>
          <a:noFill/>
          <a:ln w="9525">
            <a:noFill/>
            <a:miter lim="800000"/>
          </a:ln>
        </p:spPr>
        <p:txBody>
          <a:bodyPr/>
          <a:lstStyle/>
          <a:p>
            <a:pPr marL="342900" indent="-342900">
              <a:spcBef>
                <a:spcPct val="20000"/>
              </a:spcBef>
              <a:buClr>
                <a:schemeClr val="accent2"/>
              </a:buClr>
              <a:buSzPct val="50000"/>
              <a:buFont typeface="Wingdings" pitchFamily="2" charset="2"/>
              <a:buChar char="n"/>
            </a:pPr>
            <a:r>
              <a:rPr lang="zh-CN" altLang="en-US" b="1" dirty="0">
                <a:solidFill>
                  <a:srgbClr val="000066"/>
                </a:solidFill>
                <a:latin typeface="Verdana" pitchFamily="34" charset="0"/>
                <a:ea typeface="楷体_GB2312"/>
                <a:cs typeface="楷体_GB2312"/>
              </a:rPr>
              <a:t>设计算</a:t>
            </a:r>
            <a:r>
              <a:rPr lang="en-US" altLang="zh-CN" b="1" dirty="0">
                <a:solidFill>
                  <a:srgbClr val="000066"/>
                </a:solidFill>
                <a:latin typeface="Verdana" pitchFamily="34" charset="0"/>
                <a:ea typeface="楷体_GB2312"/>
                <a:cs typeface="楷体_GB2312"/>
              </a:rPr>
              <a:t>A[</a:t>
            </a:r>
            <a:r>
              <a:rPr lang="en-US" altLang="zh-CN" b="1" dirty="0" err="1">
                <a:solidFill>
                  <a:srgbClr val="000066"/>
                </a:solidFill>
                <a:latin typeface="Verdana" pitchFamily="34" charset="0"/>
                <a:ea typeface="楷体_GB2312"/>
                <a:cs typeface="楷体_GB2312"/>
              </a:rPr>
              <a:t>i:j</a:t>
            </a:r>
            <a:r>
              <a:rPr lang="en-US" altLang="zh-CN" b="1" dirty="0">
                <a:solidFill>
                  <a:srgbClr val="000066"/>
                </a:solidFill>
                <a:latin typeface="Verdana" pitchFamily="34" charset="0"/>
                <a:ea typeface="楷体_GB2312"/>
                <a:cs typeface="楷体_GB2312"/>
              </a:rPr>
              <a:t>]</a:t>
            </a:r>
            <a:r>
              <a:rPr lang="zh-CN" altLang="en-US" b="1" dirty="0">
                <a:solidFill>
                  <a:srgbClr val="000066"/>
                </a:solidFill>
                <a:latin typeface="Verdana" pitchFamily="34" charset="0"/>
                <a:ea typeface="楷体_GB2312"/>
                <a:cs typeface="楷体_GB2312"/>
              </a:rPr>
              <a:t>，</a:t>
            </a:r>
            <a:r>
              <a:rPr lang="en-US" altLang="zh-CN" b="1" dirty="0">
                <a:solidFill>
                  <a:srgbClr val="000066"/>
                </a:solidFill>
                <a:latin typeface="Verdana" pitchFamily="34" charset="0"/>
                <a:ea typeface="楷体_GB2312"/>
                <a:cs typeface="楷体_GB2312"/>
              </a:rPr>
              <a:t>1≤i≤j≤n</a:t>
            </a:r>
            <a:r>
              <a:rPr lang="zh-CN" altLang="en-US" b="1" dirty="0">
                <a:solidFill>
                  <a:srgbClr val="000066"/>
                </a:solidFill>
                <a:latin typeface="Verdana" pitchFamily="34" charset="0"/>
                <a:ea typeface="楷体_GB2312"/>
                <a:cs typeface="楷体_GB2312"/>
              </a:rPr>
              <a:t>，所需要的最少数乘次数</a:t>
            </a:r>
            <a:r>
              <a:rPr lang="en-US" altLang="zh-CN" b="1" dirty="0">
                <a:solidFill>
                  <a:srgbClr val="000066"/>
                </a:solidFill>
                <a:latin typeface="Verdana" pitchFamily="34" charset="0"/>
                <a:ea typeface="楷体_GB2312"/>
                <a:cs typeface="楷体_GB2312"/>
              </a:rPr>
              <a:t>m[</a:t>
            </a:r>
            <a:r>
              <a:rPr lang="en-US" altLang="zh-CN" b="1" dirty="0" err="1">
                <a:solidFill>
                  <a:srgbClr val="000066"/>
                </a:solidFill>
                <a:latin typeface="Verdana" pitchFamily="34" charset="0"/>
                <a:ea typeface="楷体_GB2312"/>
                <a:cs typeface="楷体_GB2312"/>
              </a:rPr>
              <a:t>i,j</a:t>
            </a:r>
            <a:r>
              <a:rPr lang="en-US" altLang="zh-CN" b="1" dirty="0">
                <a:solidFill>
                  <a:srgbClr val="000066"/>
                </a:solidFill>
                <a:latin typeface="Verdana" pitchFamily="34" charset="0"/>
                <a:ea typeface="楷体_GB2312"/>
                <a:cs typeface="楷体_GB2312"/>
              </a:rPr>
              <a:t>]</a:t>
            </a:r>
            <a:r>
              <a:rPr lang="zh-CN" altLang="en-US" b="1" dirty="0">
                <a:solidFill>
                  <a:srgbClr val="000066"/>
                </a:solidFill>
                <a:latin typeface="Verdana" pitchFamily="34" charset="0"/>
                <a:ea typeface="楷体_GB2312"/>
                <a:cs typeface="楷体_GB2312"/>
              </a:rPr>
              <a:t>，则原问题的最优值为</a:t>
            </a:r>
            <a:r>
              <a:rPr lang="en-US" altLang="zh-CN" b="1" dirty="0">
                <a:solidFill>
                  <a:srgbClr val="000066"/>
                </a:solidFill>
                <a:latin typeface="Verdana" pitchFamily="34" charset="0"/>
                <a:ea typeface="楷体_GB2312"/>
                <a:cs typeface="楷体_GB2312"/>
              </a:rPr>
              <a:t>m[1,n]         </a:t>
            </a:r>
          </a:p>
          <a:p>
            <a:pPr marL="342900" indent="-342900">
              <a:spcBef>
                <a:spcPct val="20000"/>
              </a:spcBef>
              <a:buClr>
                <a:schemeClr val="accent2"/>
              </a:buClr>
              <a:buSzPct val="50000"/>
              <a:buFont typeface="Wingdings" pitchFamily="2" charset="2"/>
              <a:buChar char="n"/>
            </a:pPr>
            <a:r>
              <a:rPr lang="zh-CN" altLang="en-US" b="1" dirty="0">
                <a:solidFill>
                  <a:srgbClr val="000066"/>
                </a:solidFill>
                <a:latin typeface="Verdana" pitchFamily="34" charset="0"/>
                <a:ea typeface="楷体_GB2312"/>
                <a:cs typeface="楷体_GB2312"/>
              </a:rPr>
              <a:t>当</a:t>
            </a:r>
            <a:r>
              <a:rPr lang="en-US" altLang="zh-CN" b="1" dirty="0" err="1">
                <a:solidFill>
                  <a:srgbClr val="000066"/>
                </a:solidFill>
                <a:latin typeface="Verdana" pitchFamily="34" charset="0"/>
                <a:ea typeface="楷体_GB2312"/>
                <a:cs typeface="楷体_GB2312"/>
              </a:rPr>
              <a:t>i</a:t>
            </a:r>
            <a:r>
              <a:rPr lang="en-US" altLang="zh-CN" b="1" dirty="0">
                <a:solidFill>
                  <a:srgbClr val="000066"/>
                </a:solidFill>
                <a:latin typeface="Verdana" pitchFamily="34" charset="0"/>
                <a:ea typeface="楷体_GB2312"/>
                <a:cs typeface="楷体_GB2312"/>
              </a:rPr>
              <a:t>=j</a:t>
            </a:r>
            <a:r>
              <a:rPr lang="zh-CN" altLang="en-US" b="1" dirty="0">
                <a:solidFill>
                  <a:srgbClr val="000066"/>
                </a:solidFill>
                <a:latin typeface="Verdana" pitchFamily="34" charset="0"/>
                <a:ea typeface="楷体_GB2312"/>
                <a:cs typeface="楷体_GB2312"/>
              </a:rPr>
              <a:t>时，</a:t>
            </a:r>
            <a:r>
              <a:rPr lang="en-US" altLang="zh-CN" b="1" dirty="0">
                <a:solidFill>
                  <a:srgbClr val="000066"/>
                </a:solidFill>
                <a:latin typeface="Verdana" pitchFamily="34" charset="0"/>
                <a:ea typeface="楷体_GB2312"/>
                <a:cs typeface="楷体_GB2312"/>
              </a:rPr>
              <a:t>A[</a:t>
            </a:r>
            <a:r>
              <a:rPr lang="en-US" altLang="zh-CN" b="1" dirty="0" err="1">
                <a:solidFill>
                  <a:srgbClr val="000066"/>
                </a:solidFill>
                <a:latin typeface="Verdana" pitchFamily="34" charset="0"/>
                <a:ea typeface="楷体_GB2312"/>
                <a:cs typeface="楷体_GB2312"/>
              </a:rPr>
              <a:t>i:j</a:t>
            </a:r>
            <a:r>
              <a:rPr lang="en-US" altLang="zh-CN" b="1" dirty="0">
                <a:solidFill>
                  <a:srgbClr val="000066"/>
                </a:solidFill>
                <a:latin typeface="Verdana" pitchFamily="34" charset="0"/>
                <a:ea typeface="楷体_GB2312"/>
                <a:cs typeface="楷体_GB2312"/>
              </a:rPr>
              <a:t>]=Ai</a:t>
            </a:r>
            <a:r>
              <a:rPr lang="zh-CN" altLang="en-US" b="1" dirty="0">
                <a:solidFill>
                  <a:srgbClr val="000066"/>
                </a:solidFill>
                <a:latin typeface="Verdana" pitchFamily="34" charset="0"/>
                <a:ea typeface="楷体_GB2312"/>
                <a:cs typeface="楷体_GB2312"/>
              </a:rPr>
              <a:t>，因此，</a:t>
            </a:r>
            <a:r>
              <a:rPr lang="en-US" altLang="zh-CN" b="1" dirty="0">
                <a:solidFill>
                  <a:srgbClr val="000066"/>
                </a:solidFill>
                <a:latin typeface="Verdana" pitchFamily="34" charset="0"/>
                <a:ea typeface="楷体_GB2312"/>
                <a:cs typeface="楷体_GB2312"/>
              </a:rPr>
              <a:t>m[</a:t>
            </a:r>
            <a:r>
              <a:rPr lang="en-US" altLang="zh-CN" b="1" dirty="0" err="1">
                <a:solidFill>
                  <a:srgbClr val="000066"/>
                </a:solidFill>
                <a:latin typeface="Verdana" pitchFamily="34" charset="0"/>
                <a:ea typeface="楷体_GB2312"/>
                <a:cs typeface="楷体_GB2312"/>
              </a:rPr>
              <a:t>i,i</a:t>
            </a:r>
            <a:r>
              <a:rPr lang="en-US" altLang="zh-CN" b="1" dirty="0">
                <a:solidFill>
                  <a:srgbClr val="000066"/>
                </a:solidFill>
                <a:latin typeface="Verdana" pitchFamily="34" charset="0"/>
                <a:ea typeface="楷体_GB2312"/>
                <a:cs typeface="楷体_GB2312"/>
              </a:rPr>
              <a:t>]=0</a:t>
            </a:r>
            <a:r>
              <a:rPr lang="zh-CN" altLang="en-US" b="1" dirty="0">
                <a:solidFill>
                  <a:srgbClr val="000066"/>
                </a:solidFill>
                <a:latin typeface="Verdana" pitchFamily="34" charset="0"/>
                <a:ea typeface="楷体_GB2312"/>
                <a:cs typeface="楷体_GB2312"/>
              </a:rPr>
              <a:t>，</a:t>
            </a:r>
            <a:r>
              <a:rPr lang="en-US" altLang="zh-CN" b="1" dirty="0" err="1">
                <a:solidFill>
                  <a:srgbClr val="000066"/>
                </a:solidFill>
                <a:latin typeface="Verdana" pitchFamily="34" charset="0"/>
                <a:ea typeface="楷体_GB2312"/>
                <a:cs typeface="楷体_GB2312"/>
              </a:rPr>
              <a:t>i</a:t>
            </a:r>
            <a:r>
              <a:rPr lang="en-US" altLang="zh-CN" b="1" dirty="0">
                <a:solidFill>
                  <a:srgbClr val="000066"/>
                </a:solidFill>
                <a:latin typeface="Verdana" pitchFamily="34" charset="0"/>
                <a:ea typeface="楷体_GB2312"/>
                <a:cs typeface="楷体_GB2312"/>
              </a:rPr>
              <a:t>=1,2,…,n</a:t>
            </a:r>
          </a:p>
          <a:p>
            <a:pPr marL="342900" indent="-342900">
              <a:spcBef>
                <a:spcPct val="20000"/>
              </a:spcBef>
              <a:buClr>
                <a:schemeClr val="accent2"/>
              </a:buClr>
              <a:buSzPct val="50000"/>
              <a:buFont typeface="Wingdings" pitchFamily="2" charset="2"/>
              <a:buChar char="n"/>
            </a:pPr>
            <a:r>
              <a:rPr lang="zh-CN" altLang="en-US" b="1" dirty="0">
                <a:solidFill>
                  <a:srgbClr val="000066"/>
                </a:solidFill>
                <a:latin typeface="Verdana" pitchFamily="34" charset="0"/>
                <a:ea typeface="楷体_GB2312"/>
                <a:cs typeface="楷体_GB2312"/>
              </a:rPr>
              <a:t>当</a:t>
            </a:r>
            <a:r>
              <a:rPr lang="en-US" altLang="zh-CN" b="1" dirty="0" err="1">
                <a:solidFill>
                  <a:srgbClr val="000066"/>
                </a:solidFill>
                <a:latin typeface="Verdana" pitchFamily="34" charset="0"/>
                <a:ea typeface="楷体_GB2312"/>
                <a:cs typeface="楷体_GB2312"/>
              </a:rPr>
              <a:t>i</a:t>
            </a:r>
            <a:r>
              <a:rPr lang="en-US" altLang="zh-CN" b="1" dirty="0">
                <a:solidFill>
                  <a:srgbClr val="000066"/>
                </a:solidFill>
                <a:latin typeface="Verdana" pitchFamily="34" charset="0"/>
                <a:ea typeface="楷体_GB2312"/>
                <a:cs typeface="楷体_GB2312"/>
              </a:rPr>
              <a:t>&lt;j</a:t>
            </a:r>
            <a:r>
              <a:rPr lang="zh-CN" altLang="en-US" b="1" dirty="0">
                <a:solidFill>
                  <a:srgbClr val="000066"/>
                </a:solidFill>
                <a:latin typeface="Verdana" pitchFamily="34" charset="0"/>
                <a:ea typeface="楷体_GB2312"/>
                <a:cs typeface="楷体_GB2312"/>
              </a:rPr>
              <a:t>时，</a:t>
            </a:r>
          </a:p>
          <a:p>
            <a:pPr marL="342900" indent="-342900">
              <a:spcBef>
                <a:spcPct val="20000"/>
              </a:spcBef>
              <a:buClr>
                <a:schemeClr val="accent2"/>
              </a:buClr>
              <a:buSzPct val="50000"/>
              <a:buFont typeface="Wingdings" pitchFamily="2" charset="2"/>
              <a:buChar char="n"/>
            </a:pPr>
            <a:endParaRPr lang="zh-CN" altLang="en-US" b="1" dirty="0">
              <a:solidFill>
                <a:srgbClr val="000066"/>
              </a:solidFill>
              <a:latin typeface="Verdana" pitchFamily="34" charset="0"/>
              <a:ea typeface="楷体_GB2312"/>
              <a:cs typeface="楷体_GB2312"/>
            </a:endParaRPr>
          </a:p>
          <a:p>
            <a:pPr marL="342900" indent="-342900">
              <a:spcBef>
                <a:spcPct val="20000"/>
              </a:spcBef>
              <a:buClr>
                <a:schemeClr val="accent2"/>
              </a:buClr>
              <a:buSzPct val="50000"/>
              <a:buFont typeface="Wingdings" pitchFamily="2" charset="2"/>
              <a:buChar char="n"/>
            </a:pPr>
            <a:endParaRPr lang="zh-CN" altLang="en-US" sz="1575" b="1" dirty="0">
              <a:solidFill>
                <a:srgbClr val="000066"/>
              </a:solidFill>
              <a:latin typeface="Verdana" pitchFamily="34" charset="0"/>
              <a:ea typeface="楷体_GB2312"/>
              <a:cs typeface="楷体_GB2312"/>
            </a:endParaRPr>
          </a:p>
          <a:p>
            <a:pPr marL="342900" indent="-342900">
              <a:spcBef>
                <a:spcPct val="20000"/>
              </a:spcBef>
              <a:buClr>
                <a:schemeClr val="accent2"/>
              </a:buClr>
              <a:buSzPct val="50000"/>
              <a:buFont typeface="Wingdings" pitchFamily="2" charset="2"/>
              <a:buChar char="n"/>
            </a:pPr>
            <a:endParaRPr lang="zh-CN" altLang="en-US" sz="1575" b="1" dirty="0">
              <a:solidFill>
                <a:srgbClr val="000066"/>
              </a:solidFill>
              <a:latin typeface="Verdana" pitchFamily="34" charset="0"/>
              <a:ea typeface="楷体_GB2312"/>
              <a:cs typeface="楷体_GB2312"/>
            </a:endParaRPr>
          </a:p>
          <a:p>
            <a:pPr marL="342900" indent="-342900">
              <a:spcBef>
                <a:spcPct val="20000"/>
              </a:spcBef>
              <a:buClr>
                <a:schemeClr val="accent2"/>
              </a:buClr>
              <a:buSzPct val="50000"/>
              <a:buFont typeface="Wingdings" pitchFamily="2" charset="2"/>
              <a:buChar char="n"/>
            </a:pPr>
            <a:r>
              <a:rPr lang="zh-CN" altLang="en-US" sz="1575" b="1" dirty="0">
                <a:solidFill>
                  <a:srgbClr val="FF0000"/>
                </a:solidFill>
                <a:latin typeface="Verdana" pitchFamily="34" charset="0"/>
                <a:ea typeface="楷体_GB2312"/>
                <a:cs typeface="楷体_GB2312"/>
              </a:rPr>
              <a:t>由最优子结构性质，可以递归地定义</a:t>
            </a:r>
            <a:r>
              <a:rPr lang="en-US" altLang="zh-CN" sz="1575" b="1" dirty="0">
                <a:solidFill>
                  <a:srgbClr val="FF0000"/>
                </a:solidFill>
                <a:latin typeface="Verdana" pitchFamily="34" charset="0"/>
                <a:ea typeface="楷体_GB2312"/>
                <a:cs typeface="楷体_GB2312"/>
              </a:rPr>
              <a:t>m[</a:t>
            </a:r>
            <a:r>
              <a:rPr lang="en-US" altLang="zh-CN" sz="1575" b="1" dirty="0" err="1">
                <a:solidFill>
                  <a:srgbClr val="FF0000"/>
                </a:solidFill>
                <a:latin typeface="Verdana" pitchFamily="34" charset="0"/>
                <a:ea typeface="楷体_GB2312"/>
                <a:cs typeface="楷体_GB2312"/>
              </a:rPr>
              <a:t>i,j</a:t>
            </a:r>
            <a:r>
              <a:rPr lang="en-US" altLang="zh-CN" sz="1575" b="1" dirty="0">
                <a:solidFill>
                  <a:srgbClr val="FF0000"/>
                </a:solidFill>
                <a:latin typeface="Verdana" pitchFamily="34" charset="0"/>
                <a:ea typeface="楷体_GB2312"/>
                <a:cs typeface="楷体_GB2312"/>
              </a:rPr>
              <a:t>]</a:t>
            </a:r>
            <a:r>
              <a:rPr lang="zh-CN" altLang="en-US" sz="1575" b="1" dirty="0">
                <a:solidFill>
                  <a:srgbClr val="FF0000"/>
                </a:solidFill>
                <a:latin typeface="Verdana" pitchFamily="34" charset="0"/>
                <a:ea typeface="楷体_GB2312"/>
                <a:cs typeface="楷体_GB2312"/>
              </a:rPr>
              <a:t>为：</a:t>
            </a:r>
          </a:p>
          <a:p>
            <a:pPr marL="342900" indent="-342900">
              <a:spcBef>
                <a:spcPct val="20000"/>
              </a:spcBef>
              <a:buClr>
                <a:schemeClr val="accent2"/>
              </a:buClr>
              <a:buSzPct val="50000"/>
              <a:buFont typeface="Wingdings" pitchFamily="2" charset="2"/>
              <a:buChar char="n"/>
            </a:pPr>
            <a:endParaRPr lang="ja-JP" altLang="en-US" sz="1575" b="1" dirty="0">
              <a:solidFill>
                <a:srgbClr val="000066"/>
              </a:solidFill>
              <a:latin typeface="Verdana" pitchFamily="34" charset="0"/>
              <a:ea typeface="楷体_GB2312"/>
              <a:cs typeface="楷体_GB2312"/>
            </a:endParaRPr>
          </a:p>
        </p:txBody>
      </p:sp>
      <p:graphicFrame>
        <p:nvGraphicFramePr>
          <p:cNvPr id="121224" name="Object 392"/>
          <p:cNvGraphicFramePr>
            <a:graphicFrameLocks noChangeAspect="1"/>
          </p:cNvGraphicFramePr>
          <p:nvPr/>
        </p:nvGraphicFramePr>
        <p:xfrm>
          <a:off x="2183130" y="2290445"/>
          <a:ext cx="4002405" cy="413385"/>
        </p:xfrm>
        <a:graphic>
          <a:graphicData uri="http://schemas.openxmlformats.org/presentationml/2006/ole">
            <mc:AlternateContent xmlns:mc="http://schemas.openxmlformats.org/markup-compatibility/2006">
              <mc:Choice xmlns:v="urn:schemas-microsoft-com:vml" Requires="v">
                <p:oleObj spid="_x0000_s121576" name="数式" r:id="rId3" imgW="2336800" imgH="241300" progId="Equation.3">
                  <p:embed/>
                </p:oleObj>
              </mc:Choice>
              <mc:Fallback>
                <p:oleObj name="数式" r:id="rId3" imgW="2336800" imgH="241300" progId="Equation.3">
                  <p:embed/>
                  <p:pic>
                    <p:nvPicPr>
                      <p:cNvPr id="0" name="Picture 39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3130" y="2290445"/>
                        <a:ext cx="4002405" cy="413385"/>
                      </a:xfrm>
                      <a:prstGeom prst="rect">
                        <a:avLst/>
                      </a:prstGeom>
                      <a:noFill/>
                    </p:spPr>
                  </p:pic>
                </p:oleObj>
              </mc:Fallback>
            </mc:AlternateContent>
          </a:graphicData>
        </a:graphic>
      </p:graphicFrame>
      <p:grpSp>
        <p:nvGrpSpPr>
          <p:cNvPr id="121233" name="Group 5"/>
          <p:cNvGrpSpPr/>
          <p:nvPr/>
        </p:nvGrpSpPr>
        <p:grpSpPr bwMode="auto">
          <a:xfrm>
            <a:off x="2411760" y="2764636"/>
            <a:ext cx="2970611" cy="422672"/>
            <a:chOff x="747" y="3571"/>
            <a:chExt cx="2495" cy="355"/>
          </a:xfrm>
        </p:grpSpPr>
        <p:sp>
          <p:nvSpPr>
            <p:cNvPr id="121236" name="Text Box 6"/>
            <p:cNvSpPr txBox="1">
              <a:spLocks noChangeArrowheads="1"/>
            </p:cNvSpPr>
            <p:nvPr/>
          </p:nvSpPr>
          <p:spPr bwMode="auto">
            <a:xfrm>
              <a:off x="747" y="3593"/>
              <a:ext cx="2254" cy="309"/>
            </a:xfrm>
            <a:prstGeom prst="rect">
              <a:avLst/>
            </a:prstGeom>
            <a:noFill/>
            <a:ln w="9525">
              <a:noFill/>
              <a:miter lim="800000"/>
            </a:ln>
          </p:spPr>
          <p:txBody>
            <a:bodyPr wrap="none">
              <a:spAutoFit/>
            </a:bodyPr>
            <a:lstStyle/>
            <a:p>
              <a:r>
                <a:rPr kumimoji="1" lang="zh-CN" altLang="en-US" sz="1800">
                  <a:solidFill>
                    <a:srgbClr val="000000"/>
                  </a:solidFill>
                  <a:latin typeface="Verdana" pitchFamily="34" charset="0"/>
                  <a:ea typeface="黑体" pitchFamily="2" charset="-122"/>
                </a:rPr>
                <a:t>这里     的维数为         </a:t>
              </a:r>
            </a:p>
          </p:txBody>
        </p:sp>
        <p:graphicFrame>
          <p:nvGraphicFramePr>
            <p:cNvPr id="121225" name="Object 393"/>
            <p:cNvGraphicFramePr>
              <a:graphicFrameLocks noChangeAspect="1"/>
            </p:cNvGraphicFramePr>
            <p:nvPr/>
          </p:nvGraphicFramePr>
          <p:xfrm>
            <a:off x="1222" y="3584"/>
            <a:ext cx="247" cy="342"/>
          </p:xfrm>
          <a:graphic>
            <a:graphicData uri="http://schemas.openxmlformats.org/presentationml/2006/ole">
              <mc:AlternateContent xmlns:mc="http://schemas.openxmlformats.org/markup-compatibility/2006">
                <mc:Choice xmlns:v="urn:schemas-microsoft-com:vml" Requires="v">
                  <p:oleObj spid="_x0000_s121577" name="数式" r:id="rId5" imgW="165100" imgH="228600" progId="Equation.3">
                    <p:embed/>
                  </p:oleObj>
                </mc:Choice>
                <mc:Fallback>
                  <p:oleObj name="数式" r:id="rId5" imgW="165100" imgH="228600" progId="Equation.3">
                    <p:embed/>
                    <p:pic>
                      <p:nvPicPr>
                        <p:cNvPr id="0" name="Picture 39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2" y="3584"/>
                          <a:ext cx="247" cy="342"/>
                        </a:xfrm>
                        <a:prstGeom prst="rect">
                          <a:avLst/>
                        </a:prstGeom>
                        <a:noFill/>
                      </p:spPr>
                    </p:pic>
                  </p:oleObj>
                </mc:Fallback>
              </mc:AlternateContent>
            </a:graphicData>
          </a:graphic>
        </p:graphicFrame>
        <p:graphicFrame>
          <p:nvGraphicFramePr>
            <p:cNvPr id="121226" name="Object 394"/>
            <p:cNvGraphicFramePr>
              <a:graphicFrameLocks noChangeAspect="1"/>
            </p:cNvGraphicFramePr>
            <p:nvPr/>
          </p:nvGraphicFramePr>
          <p:xfrm>
            <a:off x="2501" y="3571"/>
            <a:ext cx="741" cy="323"/>
          </p:xfrm>
          <a:graphic>
            <a:graphicData uri="http://schemas.openxmlformats.org/presentationml/2006/ole">
              <mc:AlternateContent xmlns:mc="http://schemas.openxmlformats.org/markup-compatibility/2006">
                <mc:Choice xmlns:v="urn:schemas-microsoft-com:vml" Requires="v">
                  <p:oleObj spid="_x0000_s121578" name="Equation" r:id="rId7" imgW="494030" imgH="210185" progId="Equation.3">
                    <p:embed/>
                  </p:oleObj>
                </mc:Choice>
                <mc:Fallback>
                  <p:oleObj name="Equation" r:id="rId7" imgW="494030" imgH="210185" progId="Equation.3">
                    <p:embed/>
                    <p:pic>
                      <p:nvPicPr>
                        <p:cNvPr id="0" name="Picture 394"/>
                        <p:cNvPicPr>
                          <a:picLocks noChangeAspect="1" noChangeArrowheads="1"/>
                        </p:cNvPicPr>
                        <p:nvPr/>
                      </p:nvPicPr>
                      <p:blipFill>
                        <a:blip r:embed="rId8"/>
                        <a:srcRect/>
                        <a:stretch>
                          <a:fillRect/>
                        </a:stretch>
                      </p:blipFill>
                      <p:spPr bwMode="auto">
                        <a:xfrm>
                          <a:off x="2501" y="3571"/>
                          <a:ext cx="741" cy="323"/>
                        </a:xfrm>
                        <a:prstGeom prst="rect">
                          <a:avLst/>
                        </a:prstGeom>
                        <a:noFill/>
                      </p:spPr>
                    </p:pic>
                  </p:oleObj>
                </mc:Fallback>
              </mc:AlternateContent>
            </a:graphicData>
          </a:graphic>
        </p:graphicFrame>
      </p:grpSp>
      <p:graphicFrame>
        <p:nvGraphicFramePr>
          <p:cNvPr id="121227" name="Object 395"/>
          <p:cNvGraphicFramePr>
            <a:graphicFrameLocks noChangeAspect="1"/>
          </p:cNvGraphicFramePr>
          <p:nvPr/>
        </p:nvGraphicFramePr>
        <p:xfrm>
          <a:off x="937895" y="3561080"/>
          <a:ext cx="6303645" cy="1052195"/>
        </p:xfrm>
        <a:graphic>
          <a:graphicData uri="http://schemas.openxmlformats.org/presentationml/2006/ole">
            <mc:AlternateContent xmlns:mc="http://schemas.openxmlformats.org/markup-compatibility/2006">
              <mc:Choice xmlns:v="urn:schemas-microsoft-com:vml" Requires="v">
                <p:oleObj spid="_x0000_s121579" name="数式" r:id="rId9" imgW="3200400" imgH="533400" progId="Equation.3">
                  <p:embed/>
                </p:oleObj>
              </mc:Choice>
              <mc:Fallback>
                <p:oleObj name="数式" r:id="rId9" imgW="3200400" imgH="533400" progId="Equation.3">
                  <p:embed/>
                  <p:pic>
                    <p:nvPicPr>
                      <p:cNvPr id="0" name="Picture 39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7895" y="3561080"/>
                        <a:ext cx="6303645" cy="1052195"/>
                      </a:xfrm>
                      <a:prstGeom prst="rect">
                        <a:avLst/>
                      </a:prstGeom>
                      <a:solidFill>
                        <a:schemeClr val="bg2"/>
                      </a:solidFill>
                    </p:spPr>
                  </p:pic>
                </p:oleObj>
              </mc:Fallback>
            </mc:AlternateContent>
          </a:graphicData>
        </a:graphic>
      </p:graphicFrame>
      <p:grpSp>
        <p:nvGrpSpPr>
          <p:cNvPr id="121234" name="Group 10"/>
          <p:cNvGrpSpPr/>
          <p:nvPr/>
        </p:nvGrpSpPr>
        <p:grpSpPr bwMode="auto">
          <a:xfrm>
            <a:off x="2098278" y="4616926"/>
            <a:ext cx="2888456" cy="367904"/>
            <a:chOff x="892" y="3924"/>
            <a:chExt cx="2426" cy="309"/>
          </a:xfrm>
        </p:grpSpPr>
        <p:sp>
          <p:nvSpPr>
            <p:cNvPr id="121235" name="Text Box 11"/>
            <p:cNvSpPr txBox="1">
              <a:spLocks noChangeArrowheads="1"/>
            </p:cNvSpPr>
            <p:nvPr/>
          </p:nvSpPr>
          <p:spPr bwMode="auto">
            <a:xfrm>
              <a:off x="892" y="3924"/>
              <a:ext cx="2426" cy="309"/>
            </a:xfrm>
            <a:prstGeom prst="rect">
              <a:avLst/>
            </a:prstGeom>
            <a:noFill/>
            <a:ln w="9525">
              <a:noFill/>
              <a:miter lim="800000"/>
            </a:ln>
          </p:spPr>
          <p:txBody>
            <a:bodyPr wrap="none">
              <a:spAutoFit/>
            </a:bodyPr>
            <a:lstStyle/>
            <a:p>
              <a:r>
                <a:rPr kumimoji="1" lang="ja-JP" altLang="en-US" sz="1800" dirty="0">
                  <a:solidFill>
                    <a:srgbClr val="00B050"/>
                  </a:solidFill>
                  <a:latin typeface="Verdana" pitchFamily="34" charset="0"/>
                  <a:ea typeface="楷体_GB2312"/>
                  <a:cs typeface="楷体_GB2312"/>
                </a:rPr>
                <a:t>   </a:t>
              </a:r>
              <a:r>
                <a:rPr kumimoji="1" lang="zh-CN" altLang="en-US" sz="1800" b="1" dirty="0">
                  <a:solidFill>
                    <a:srgbClr val="00B050"/>
                  </a:solidFill>
                  <a:latin typeface="Verdana" pitchFamily="34" charset="0"/>
                  <a:ea typeface="楷体_GB2312"/>
                  <a:cs typeface="楷体_GB2312"/>
                </a:rPr>
                <a:t>的位置只有</a:t>
              </a:r>
              <a:r>
                <a:rPr kumimoji="1" lang="en-US" altLang="zh-CN" sz="1800" b="1">
                  <a:solidFill>
                    <a:srgbClr val="00B050"/>
                  </a:solidFill>
                  <a:latin typeface="Verdana" pitchFamily="34" charset="0"/>
                  <a:ea typeface="楷体_GB2312"/>
                  <a:cs typeface="楷体_GB2312"/>
                </a:rPr>
                <a:t>  </a:t>
              </a:r>
              <a:r>
                <a:rPr kumimoji="1" lang="zh-CN" altLang="en-US" sz="1800" b="1">
                  <a:solidFill>
                    <a:srgbClr val="00B050"/>
                  </a:solidFill>
                  <a:latin typeface="Verdana" pitchFamily="34" charset="0"/>
                  <a:ea typeface="楷体_GB2312"/>
                  <a:cs typeface="楷体_GB2312"/>
                </a:rPr>
                <a:t>      </a:t>
              </a:r>
              <a:r>
                <a:rPr kumimoji="1" lang="zh-CN" altLang="en-US" sz="1800" b="1" dirty="0">
                  <a:solidFill>
                    <a:srgbClr val="00B050"/>
                  </a:solidFill>
                  <a:ea typeface="楷体_GB2312"/>
                  <a:cs typeface="楷体_GB2312"/>
                </a:rPr>
                <a:t>种</a:t>
              </a:r>
              <a:r>
                <a:rPr kumimoji="1" lang="zh-CN" altLang="en-US" sz="1800" b="1" dirty="0">
                  <a:solidFill>
                    <a:srgbClr val="00B050"/>
                  </a:solidFill>
                  <a:latin typeface="Verdana" pitchFamily="34" charset="0"/>
                  <a:ea typeface="楷体_GB2312"/>
                  <a:cs typeface="楷体_GB2312"/>
                </a:rPr>
                <a:t>可能</a:t>
              </a:r>
              <a:endParaRPr kumimoji="1" lang="ja-JP" altLang="en-US" sz="1800" b="1" dirty="0">
                <a:solidFill>
                  <a:srgbClr val="00B050"/>
                </a:solidFill>
                <a:latin typeface="Verdana" pitchFamily="34" charset="0"/>
                <a:ea typeface="楷体_GB2312"/>
                <a:cs typeface="楷体_GB2312"/>
              </a:endParaRPr>
            </a:p>
          </p:txBody>
        </p:sp>
        <p:graphicFrame>
          <p:nvGraphicFramePr>
            <p:cNvPr id="121228" name="Object 396"/>
            <p:cNvGraphicFramePr>
              <a:graphicFrameLocks noChangeAspect="1"/>
            </p:cNvGraphicFramePr>
            <p:nvPr/>
          </p:nvGraphicFramePr>
          <p:xfrm>
            <a:off x="932" y="3952"/>
            <a:ext cx="179" cy="212"/>
          </p:xfrm>
          <a:graphic>
            <a:graphicData uri="http://schemas.openxmlformats.org/presentationml/2006/ole">
              <mc:AlternateContent xmlns:mc="http://schemas.openxmlformats.org/markup-compatibility/2006">
                <mc:Choice xmlns:v="urn:schemas-microsoft-com:vml" Requires="v">
                  <p:oleObj spid="_x0000_s121580" name="公式" r:id="rId11" imgW="139700" imgH="165100" progId="Equation.3">
                    <p:embed/>
                  </p:oleObj>
                </mc:Choice>
                <mc:Fallback>
                  <p:oleObj name="公式" r:id="rId11" imgW="139700" imgH="165100" progId="Equation.3">
                    <p:embed/>
                    <p:pic>
                      <p:nvPicPr>
                        <p:cNvPr id="0" name="Picture 39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32" y="3952"/>
                          <a:ext cx="179" cy="212"/>
                        </a:xfrm>
                        <a:prstGeom prst="rect">
                          <a:avLst/>
                        </a:prstGeom>
                        <a:noFill/>
                      </p:spPr>
                    </p:pic>
                  </p:oleObj>
                </mc:Fallback>
              </mc:AlternateContent>
            </a:graphicData>
          </a:graphic>
        </p:graphicFrame>
        <p:graphicFrame>
          <p:nvGraphicFramePr>
            <p:cNvPr id="121229" name="Object 397"/>
            <p:cNvGraphicFramePr>
              <a:graphicFrameLocks noChangeAspect="1"/>
            </p:cNvGraphicFramePr>
            <p:nvPr/>
          </p:nvGraphicFramePr>
          <p:xfrm>
            <a:off x="2095" y="3954"/>
            <a:ext cx="430" cy="269"/>
          </p:xfrm>
          <a:graphic>
            <a:graphicData uri="http://schemas.openxmlformats.org/presentationml/2006/ole">
              <mc:AlternateContent xmlns:mc="http://schemas.openxmlformats.org/markup-compatibility/2006">
                <mc:Choice xmlns:v="urn:schemas-microsoft-com:vml" Requires="v">
                  <p:oleObj spid="_x0000_s121581" name="数式" r:id="rId13" imgW="304800" imgH="190500" progId="Equation.3">
                    <p:embed/>
                  </p:oleObj>
                </mc:Choice>
                <mc:Fallback>
                  <p:oleObj name="数式" r:id="rId13" imgW="304800" imgH="190500" progId="Equation.3">
                    <p:embed/>
                    <p:pic>
                      <p:nvPicPr>
                        <p:cNvPr id="0" name="Picture 39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95" y="3954"/>
                          <a:ext cx="430" cy="269"/>
                        </a:xfrm>
                        <a:prstGeom prst="rect">
                          <a:avLst/>
                        </a:prstGeom>
                        <a:noFill/>
                      </p:spPr>
                    </p:pic>
                  </p:oleObj>
                </mc:Fallback>
              </mc:AlternateContent>
            </a:graphicData>
          </a:graphic>
        </p:graphicFrame>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标题 2"/>
          <p:cNvSpPr>
            <a:spLocks noGrp="1"/>
          </p:cNvSpPr>
          <p:nvPr>
            <p:ph type="ctrTitle" idx="4294967295"/>
          </p:nvPr>
        </p:nvSpPr>
        <p:spPr>
          <a:xfrm>
            <a:off x="57150" y="697230"/>
            <a:ext cx="5582920" cy="1153795"/>
          </a:xfrm>
        </p:spPr>
        <p:txBody>
          <a:bodyPr/>
          <a:lstStyle/>
          <a:p>
            <a:r>
              <a:rPr lang="zh-CN" altLang="en-US" sz="3200" b="1">
                <a:solidFill>
                  <a:srgbClr val="000000"/>
                </a:solidFill>
                <a:latin typeface="Times New Roman" pitchFamily="18" charset="0"/>
                <a:ea typeface="楷体" charset="0"/>
                <a:cs typeface="微软雅黑"/>
              </a:rPr>
              <a:t>使用</a:t>
            </a:r>
            <a:r>
              <a:rPr lang="zh-CN" altLang="en-US" sz="3200" b="1">
                <a:solidFill>
                  <a:srgbClr val="FF0000"/>
                </a:solidFill>
                <a:latin typeface="Times New Roman" pitchFamily="18" charset="0"/>
                <a:ea typeface="楷体" charset="0"/>
                <a:cs typeface="微软雅黑"/>
              </a:rPr>
              <a:t>自底向上</a:t>
            </a:r>
            <a:r>
              <a:rPr lang="zh-CN" altLang="en-US" sz="3200" b="1">
                <a:solidFill>
                  <a:srgbClr val="000000"/>
                </a:solidFill>
                <a:latin typeface="Times New Roman" pitchFamily="18" charset="0"/>
                <a:ea typeface="楷体" charset="0"/>
                <a:cs typeface="微软雅黑"/>
              </a:rPr>
              <a:t>的方式</a:t>
            </a:r>
            <a:br>
              <a:rPr lang="zh-CN" altLang="en-US" sz="3200" b="1">
                <a:solidFill>
                  <a:srgbClr val="000000"/>
                </a:solidFill>
                <a:latin typeface="Times New Roman" pitchFamily="18" charset="0"/>
                <a:ea typeface="楷体" charset="0"/>
                <a:cs typeface="微软雅黑"/>
              </a:rPr>
            </a:br>
            <a:r>
              <a:rPr lang="zh-CN" altLang="en-US" sz="3200" b="1">
                <a:solidFill>
                  <a:srgbClr val="000000"/>
                </a:solidFill>
                <a:latin typeface="Times New Roman" pitchFamily="18" charset="0"/>
                <a:ea typeface="楷体" charset="0"/>
                <a:cs typeface="微软雅黑"/>
              </a:rPr>
              <a:t>解决</a:t>
            </a:r>
            <a:r>
              <a:rPr lang="zh-CN" altLang="en-US" sz="3200" b="1">
                <a:solidFill>
                  <a:srgbClr val="FF0000"/>
                </a:solidFill>
                <a:latin typeface="Times New Roman" pitchFamily="18" charset="0"/>
                <a:ea typeface="楷体" charset="0"/>
                <a:cs typeface="微软雅黑"/>
              </a:rPr>
              <a:t>重复计算</a:t>
            </a:r>
            <a:r>
              <a:rPr lang="zh-CN" altLang="en-US" sz="3200" b="1">
                <a:solidFill>
                  <a:srgbClr val="000000"/>
                </a:solidFill>
                <a:latin typeface="Times New Roman" pitchFamily="18" charset="0"/>
                <a:ea typeface="楷体" charset="0"/>
                <a:cs typeface="微软雅黑"/>
              </a:rPr>
              <a:t>问题</a:t>
            </a:r>
          </a:p>
        </p:txBody>
      </p:sp>
      <p:sp>
        <p:nvSpPr>
          <p:cNvPr id="137218" name="副标题 3"/>
          <p:cNvSpPr>
            <a:spLocks noGrp="1"/>
          </p:cNvSpPr>
          <p:nvPr>
            <p:ph type="subTitle" idx="4294967295"/>
          </p:nvPr>
        </p:nvSpPr>
        <p:spPr>
          <a:xfrm>
            <a:off x="763270" y="2193290"/>
            <a:ext cx="4800600" cy="1314450"/>
          </a:xfrm>
        </p:spPr>
        <p:txBody>
          <a:bodyPr/>
          <a:lstStyle/>
          <a:p>
            <a:r>
              <a:rPr lang="zh-CN" altLang="en-US" sz="2400" b="1">
                <a:solidFill>
                  <a:srgbClr val="000099"/>
                </a:solidFill>
                <a:latin typeface="Times New Roman" pitchFamily="18" charset="0"/>
                <a:ea typeface="楷体" charset="0"/>
              </a:rPr>
              <a:t>先解子问题，</a:t>
            </a:r>
          </a:p>
          <a:p>
            <a:r>
              <a:rPr lang="zh-CN" altLang="en-US" sz="2400" b="1">
                <a:solidFill>
                  <a:srgbClr val="000099"/>
                </a:solidFill>
                <a:latin typeface="Times New Roman" pitchFamily="18" charset="0"/>
                <a:ea typeface="楷体" charset="0"/>
              </a:rPr>
              <a:t>合并子问题，</a:t>
            </a:r>
          </a:p>
          <a:p>
            <a:r>
              <a:rPr lang="zh-CN" altLang="en-US" sz="2800" b="1">
                <a:solidFill>
                  <a:srgbClr val="000099"/>
                </a:solidFill>
                <a:latin typeface="Times New Roman" pitchFamily="18" charset="0"/>
                <a:ea typeface="楷体" charset="0"/>
              </a:rPr>
              <a:t>得到全解</a:t>
            </a:r>
          </a:p>
        </p:txBody>
      </p:sp>
      <p:sp>
        <p:nvSpPr>
          <p:cNvPr id="1033" name="Freeform 9"/>
          <p:cNvSpPr/>
          <p:nvPr/>
        </p:nvSpPr>
        <p:spPr bwMode="auto">
          <a:xfrm>
            <a:off x="5245101" y="1358847"/>
            <a:ext cx="3571875" cy="3784653"/>
          </a:xfrm>
          <a:custGeom>
            <a:avLst/>
            <a:gdLst>
              <a:gd name="connsiteX0" fmla="*/ 2953 w 10000"/>
              <a:gd name="connsiteY0" fmla="*/ 1410 h 9051"/>
              <a:gd name="connsiteX1" fmla="*/ 3446 w 10000"/>
              <a:gd name="connsiteY1" fmla="*/ 1622 h 9051"/>
              <a:gd name="connsiteX2" fmla="*/ 3451 w 10000"/>
              <a:gd name="connsiteY2" fmla="*/ 1622 h 9051"/>
              <a:gd name="connsiteX3" fmla="*/ 3455 w 10000"/>
              <a:gd name="connsiteY3" fmla="*/ 1625 h 9051"/>
              <a:gd name="connsiteX4" fmla="*/ 3835 w 10000"/>
              <a:gd name="connsiteY4" fmla="*/ 1897 h 9051"/>
              <a:gd name="connsiteX5" fmla="*/ 3885 w 10000"/>
              <a:gd name="connsiteY5" fmla="*/ 1957 h 9051"/>
              <a:gd name="connsiteX6" fmla="*/ 3890 w 10000"/>
              <a:gd name="connsiteY6" fmla="*/ 1957 h 9051"/>
              <a:gd name="connsiteX7" fmla="*/ 4337 w 10000"/>
              <a:gd name="connsiteY7" fmla="*/ 2704 h 9051"/>
              <a:gd name="connsiteX8" fmla="*/ 4342 w 10000"/>
              <a:gd name="connsiteY8" fmla="*/ 2718 h 9051"/>
              <a:gd name="connsiteX9" fmla="*/ 4414 w 10000"/>
              <a:gd name="connsiteY9" fmla="*/ 2919 h 9051"/>
              <a:gd name="connsiteX10" fmla="*/ 4414 w 10000"/>
              <a:gd name="connsiteY10" fmla="*/ 2919 h 9051"/>
              <a:gd name="connsiteX11" fmla="*/ 4763 w 10000"/>
              <a:gd name="connsiteY11" fmla="*/ 4217 h 9051"/>
              <a:gd name="connsiteX12" fmla="*/ 4853 w 10000"/>
              <a:gd name="connsiteY12" fmla="*/ 4756 h 9051"/>
              <a:gd name="connsiteX13" fmla="*/ 4996 w 10000"/>
              <a:gd name="connsiteY13" fmla="*/ 0 h 9051"/>
              <a:gd name="connsiteX14" fmla="*/ 5152 w 10000"/>
              <a:gd name="connsiteY14" fmla="*/ 4756 h 9051"/>
              <a:gd name="connsiteX15" fmla="*/ 5242 w 10000"/>
              <a:gd name="connsiteY15" fmla="*/ 4217 h 9051"/>
              <a:gd name="connsiteX16" fmla="*/ 5590 w 10000"/>
              <a:gd name="connsiteY16" fmla="*/ 2919 h 9051"/>
              <a:gd name="connsiteX17" fmla="*/ 5590 w 10000"/>
              <a:gd name="connsiteY17" fmla="*/ 2919 h 9051"/>
              <a:gd name="connsiteX18" fmla="*/ 5663 w 10000"/>
              <a:gd name="connsiteY18" fmla="*/ 2718 h 9051"/>
              <a:gd name="connsiteX19" fmla="*/ 5667 w 10000"/>
              <a:gd name="connsiteY19" fmla="*/ 2704 h 9051"/>
              <a:gd name="connsiteX20" fmla="*/ 6115 w 10000"/>
              <a:gd name="connsiteY20" fmla="*/ 1957 h 9051"/>
              <a:gd name="connsiteX21" fmla="*/ 6115 w 10000"/>
              <a:gd name="connsiteY21" fmla="*/ 1957 h 9051"/>
              <a:gd name="connsiteX22" fmla="*/ 6119 w 10000"/>
              <a:gd name="connsiteY22" fmla="*/ 1953 h 9051"/>
              <a:gd name="connsiteX23" fmla="*/ 6128 w 10000"/>
              <a:gd name="connsiteY23" fmla="*/ 1939 h 9051"/>
              <a:gd name="connsiteX24" fmla="*/ 6169 w 10000"/>
              <a:gd name="connsiteY24" fmla="*/ 1897 h 9051"/>
              <a:gd name="connsiteX25" fmla="*/ 7051 w 10000"/>
              <a:gd name="connsiteY25" fmla="*/ 1410 h 9051"/>
              <a:gd name="connsiteX26" fmla="*/ 7056 w 10000"/>
              <a:gd name="connsiteY26" fmla="*/ 1410 h 9051"/>
              <a:gd name="connsiteX27" fmla="*/ 7399 w 10000"/>
              <a:gd name="connsiteY27" fmla="*/ 1361 h 9051"/>
              <a:gd name="connsiteX28" fmla="*/ 7417 w 10000"/>
              <a:gd name="connsiteY28" fmla="*/ 1361 h 9051"/>
              <a:gd name="connsiteX29" fmla="*/ 7544 w 10000"/>
              <a:gd name="connsiteY29" fmla="*/ 1354 h 9051"/>
              <a:gd name="connsiteX30" fmla="*/ 8824 w 10000"/>
              <a:gd name="connsiteY30" fmla="*/ 698 h 9051"/>
              <a:gd name="connsiteX31" fmla="*/ 7562 w 10000"/>
              <a:gd name="connsiteY31" fmla="*/ 1424 h 9051"/>
              <a:gd name="connsiteX32" fmla="*/ 7558 w 10000"/>
              <a:gd name="connsiteY32" fmla="*/ 1424 h 9051"/>
              <a:gd name="connsiteX33" fmla="*/ 7553 w 10000"/>
              <a:gd name="connsiteY33" fmla="*/ 1424 h 9051"/>
              <a:gd name="connsiteX34" fmla="*/ 7540 w 10000"/>
              <a:gd name="connsiteY34" fmla="*/ 1428 h 9051"/>
              <a:gd name="connsiteX35" fmla="*/ 7531 w 10000"/>
              <a:gd name="connsiteY35" fmla="*/ 1428 h 9051"/>
              <a:gd name="connsiteX36" fmla="*/ 7526 w 10000"/>
              <a:gd name="connsiteY36" fmla="*/ 1428 h 9051"/>
              <a:gd name="connsiteX37" fmla="*/ 7521 w 10000"/>
              <a:gd name="connsiteY37" fmla="*/ 1428 h 9051"/>
              <a:gd name="connsiteX38" fmla="*/ 7517 w 10000"/>
              <a:gd name="connsiteY38" fmla="*/ 1428 h 9051"/>
              <a:gd name="connsiteX39" fmla="*/ 7508 w 10000"/>
              <a:gd name="connsiteY39" fmla="*/ 1431 h 9051"/>
              <a:gd name="connsiteX40" fmla="*/ 7503 w 10000"/>
              <a:gd name="connsiteY40" fmla="*/ 1431 h 9051"/>
              <a:gd name="connsiteX41" fmla="*/ 7422 w 10000"/>
              <a:gd name="connsiteY41" fmla="*/ 1442 h 9051"/>
              <a:gd name="connsiteX42" fmla="*/ 6232 w 10000"/>
              <a:gd name="connsiteY42" fmla="*/ 2016 h 9051"/>
              <a:gd name="connsiteX43" fmla="*/ 5753 w 10000"/>
              <a:gd name="connsiteY43" fmla="*/ 2951 h 9051"/>
              <a:gd name="connsiteX44" fmla="*/ 5355 w 10000"/>
              <a:gd name="connsiteY44" fmla="*/ 4799 h 9051"/>
              <a:gd name="connsiteX45" fmla="*/ 6395 w 10000"/>
              <a:gd name="connsiteY45" fmla="*/ 3177 h 9051"/>
              <a:gd name="connsiteX46" fmla="*/ 6395 w 10000"/>
              <a:gd name="connsiteY46" fmla="*/ 3177 h 9051"/>
              <a:gd name="connsiteX47" fmla="*/ 6400 w 10000"/>
              <a:gd name="connsiteY47" fmla="*/ 3173 h 9051"/>
              <a:gd name="connsiteX48" fmla="*/ 6563 w 10000"/>
              <a:gd name="connsiteY48" fmla="*/ 3071 h 9051"/>
              <a:gd name="connsiteX49" fmla="*/ 7065 w 10000"/>
              <a:gd name="connsiteY49" fmla="*/ 2849 h 9051"/>
              <a:gd name="connsiteX50" fmla="*/ 7983 w 10000"/>
              <a:gd name="connsiteY50" fmla="*/ 2824 h 9051"/>
              <a:gd name="connsiteX51" fmla="*/ 7983 w 10000"/>
              <a:gd name="connsiteY51" fmla="*/ 2824 h 9051"/>
              <a:gd name="connsiteX52" fmla="*/ 8024 w 10000"/>
              <a:gd name="connsiteY52" fmla="*/ 2831 h 9051"/>
              <a:gd name="connsiteX53" fmla="*/ 10000 w 10000"/>
              <a:gd name="connsiteY53" fmla="*/ 2464 h 9051"/>
              <a:gd name="connsiteX54" fmla="*/ 8114 w 10000"/>
              <a:gd name="connsiteY54" fmla="*/ 2919 h 9051"/>
              <a:gd name="connsiteX55" fmla="*/ 8005 w 10000"/>
              <a:gd name="connsiteY55" fmla="*/ 2905 h 9051"/>
              <a:gd name="connsiteX56" fmla="*/ 7965 w 10000"/>
              <a:gd name="connsiteY56" fmla="*/ 2898 h 9051"/>
              <a:gd name="connsiteX57" fmla="*/ 7155 w 10000"/>
              <a:gd name="connsiteY57" fmla="*/ 2937 h 9051"/>
              <a:gd name="connsiteX58" fmla="*/ 6630 w 10000"/>
              <a:gd name="connsiteY58" fmla="*/ 3152 h 9051"/>
              <a:gd name="connsiteX59" fmla="*/ 6481 w 10000"/>
              <a:gd name="connsiteY59" fmla="*/ 3251 h 9051"/>
              <a:gd name="connsiteX60" fmla="*/ 5473 w 10000"/>
              <a:gd name="connsiteY60" fmla="*/ 5303 h 9051"/>
              <a:gd name="connsiteX61" fmla="*/ 5427 w 10000"/>
              <a:gd name="connsiteY61" fmla="*/ 6304 h 9051"/>
              <a:gd name="connsiteX62" fmla="*/ 6811 w 10000"/>
              <a:gd name="connsiteY62" fmla="*/ 4079 h 9051"/>
              <a:gd name="connsiteX63" fmla="*/ 6870 w 10000"/>
              <a:gd name="connsiteY63" fmla="*/ 4037 h 9051"/>
              <a:gd name="connsiteX64" fmla="*/ 6870 w 10000"/>
              <a:gd name="connsiteY64" fmla="*/ 4037 h 9051"/>
              <a:gd name="connsiteX65" fmla="*/ 9091 w 10000"/>
              <a:gd name="connsiteY65" fmla="*/ 3755 h 9051"/>
              <a:gd name="connsiteX66" fmla="*/ 6979 w 10000"/>
              <a:gd name="connsiteY66" fmla="*/ 4118 h 9051"/>
              <a:gd name="connsiteX67" fmla="*/ 6974 w 10000"/>
              <a:gd name="connsiteY67" fmla="*/ 4122 h 9051"/>
              <a:gd name="connsiteX68" fmla="*/ 6938 w 10000"/>
              <a:gd name="connsiteY68" fmla="*/ 4160 h 9051"/>
              <a:gd name="connsiteX69" fmla="*/ 5785 w 10000"/>
              <a:gd name="connsiteY69" fmla="*/ 8148 h 9051"/>
              <a:gd name="connsiteX70" fmla="*/ 6160 w 10000"/>
              <a:gd name="connsiteY70" fmla="*/ 9051 h 9051"/>
              <a:gd name="connsiteX71" fmla="*/ 3844 w 10000"/>
              <a:gd name="connsiteY71" fmla="*/ 9051 h 9051"/>
              <a:gd name="connsiteX72" fmla="*/ 4215 w 10000"/>
              <a:gd name="connsiteY72" fmla="*/ 8148 h 9051"/>
              <a:gd name="connsiteX73" fmla="*/ 3066 w 10000"/>
              <a:gd name="connsiteY73" fmla="*/ 4160 h 9051"/>
              <a:gd name="connsiteX74" fmla="*/ 3057 w 10000"/>
              <a:gd name="connsiteY74" fmla="*/ 4150 h 9051"/>
              <a:gd name="connsiteX75" fmla="*/ 3048 w 10000"/>
              <a:gd name="connsiteY75" fmla="*/ 4143 h 9051"/>
              <a:gd name="connsiteX76" fmla="*/ 3035 w 10000"/>
              <a:gd name="connsiteY76" fmla="*/ 4129 h 9051"/>
              <a:gd name="connsiteX77" fmla="*/ 3026 w 10000"/>
              <a:gd name="connsiteY77" fmla="*/ 4122 h 9051"/>
              <a:gd name="connsiteX78" fmla="*/ 3021 w 10000"/>
              <a:gd name="connsiteY78" fmla="*/ 4118 h 9051"/>
              <a:gd name="connsiteX79" fmla="*/ 914 w 10000"/>
              <a:gd name="connsiteY79" fmla="*/ 3755 h 9051"/>
              <a:gd name="connsiteX80" fmla="*/ 3130 w 10000"/>
              <a:gd name="connsiteY80" fmla="*/ 4033 h 9051"/>
              <a:gd name="connsiteX81" fmla="*/ 3130 w 10000"/>
              <a:gd name="connsiteY81" fmla="*/ 4033 h 9051"/>
              <a:gd name="connsiteX82" fmla="*/ 3134 w 10000"/>
              <a:gd name="connsiteY82" fmla="*/ 4037 h 9051"/>
              <a:gd name="connsiteX83" fmla="*/ 3134 w 10000"/>
              <a:gd name="connsiteY83" fmla="*/ 4037 h 9051"/>
              <a:gd name="connsiteX84" fmla="*/ 3180 w 10000"/>
              <a:gd name="connsiteY84" fmla="*/ 4072 h 9051"/>
              <a:gd name="connsiteX85" fmla="*/ 3180 w 10000"/>
              <a:gd name="connsiteY85" fmla="*/ 4072 h 9051"/>
              <a:gd name="connsiteX86" fmla="*/ 3189 w 10000"/>
              <a:gd name="connsiteY86" fmla="*/ 4079 h 9051"/>
              <a:gd name="connsiteX87" fmla="*/ 4573 w 10000"/>
              <a:gd name="connsiteY87" fmla="*/ 6304 h 9051"/>
              <a:gd name="connsiteX88" fmla="*/ 4532 w 10000"/>
              <a:gd name="connsiteY88" fmla="*/ 5303 h 9051"/>
              <a:gd name="connsiteX89" fmla="*/ 3523 w 10000"/>
              <a:gd name="connsiteY89" fmla="*/ 3251 h 9051"/>
              <a:gd name="connsiteX90" fmla="*/ 3370 w 10000"/>
              <a:gd name="connsiteY90" fmla="*/ 3152 h 9051"/>
              <a:gd name="connsiteX91" fmla="*/ 2845 w 10000"/>
              <a:gd name="connsiteY91" fmla="*/ 2937 h 9051"/>
              <a:gd name="connsiteX92" fmla="*/ 2035 w 10000"/>
              <a:gd name="connsiteY92" fmla="*/ 2898 h 9051"/>
              <a:gd name="connsiteX93" fmla="*/ 1999 w 10000"/>
              <a:gd name="connsiteY93" fmla="*/ 2905 h 9051"/>
              <a:gd name="connsiteX94" fmla="*/ 1891 w 10000"/>
              <a:gd name="connsiteY94" fmla="*/ 2919 h 9051"/>
              <a:gd name="connsiteX95" fmla="*/ 0 w 10000"/>
              <a:gd name="connsiteY95" fmla="*/ 2464 h 9051"/>
              <a:gd name="connsiteX96" fmla="*/ 1981 w 10000"/>
              <a:gd name="connsiteY96" fmla="*/ 2831 h 9051"/>
              <a:gd name="connsiteX97" fmla="*/ 2017 w 10000"/>
              <a:gd name="connsiteY97" fmla="*/ 2824 h 9051"/>
              <a:gd name="connsiteX98" fmla="*/ 2022 w 10000"/>
              <a:gd name="connsiteY98" fmla="*/ 2824 h 9051"/>
              <a:gd name="connsiteX99" fmla="*/ 2022 w 10000"/>
              <a:gd name="connsiteY99" fmla="*/ 2824 h 9051"/>
              <a:gd name="connsiteX100" fmla="*/ 2935 w 10000"/>
              <a:gd name="connsiteY100" fmla="*/ 2849 h 9051"/>
              <a:gd name="connsiteX101" fmla="*/ 3442 w 10000"/>
              <a:gd name="connsiteY101" fmla="*/ 3071 h 9051"/>
              <a:gd name="connsiteX102" fmla="*/ 3605 w 10000"/>
              <a:gd name="connsiteY102" fmla="*/ 3173 h 9051"/>
              <a:gd name="connsiteX103" fmla="*/ 3609 w 10000"/>
              <a:gd name="connsiteY103" fmla="*/ 3177 h 9051"/>
              <a:gd name="connsiteX104" fmla="*/ 3609 w 10000"/>
              <a:gd name="connsiteY104" fmla="*/ 3177 h 9051"/>
              <a:gd name="connsiteX105" fmla="*/ 4649 w 10000"/>
              <a:gd name="connsiteY105" fmla="*/ 4799 h 9051"/>
              <a:gd name="connsiteX106" fmla="*/ 4251 w 10000"/>
              <a:gd name="connsiteY106" fmla="*/ 2951 h 9051"/>
              <a:gd name="connsiteX107" fmla="*/ 3772 w 10000"/>
              <a:gd name="connsiteY107" fmla="*/ 2016 h 9051"/>
              <a:gd name="connsiteX108" fmla="*/ 3379 w 10000"/>
              <a:gd name="connsiteY108" fmla="*/ 1699 h 9051"/>
              <a:gd name="connsiteX109" fmla="*/ 2583 w 10000"/>
              <a:gd name="connsiteY109" fmla="*/ 1442 h 9051"/>
              <a:gd name="connsiteX110" fmla="*/ 2492 w 10000"/>
              <a:gd name="connsiteY110" fmla="*/ 1431 h 9051"/>
              <a:gd name="connsiteX111" fmla="*/ 2488 w 10000"/>
              <a:gd name="connsiteY111" fmla="*/ 1428 h 9051"/>
              <a:gd name="connsiteX112" fmla="*/ 2474 w 10000"/>
              <a:gd name="connsiteY112" fmla="*/ 1428 h 9051"/>
              <a:gd name="connsiteX113" fmla="*/ 2465 w 10000"/>
              <a:gd name="connsiteY113" fmla="*/ 1428 h 9051"/>
              <a:gd name="connsiteX114" fmla="*/ 2460 w 10000"/>
              <a:gd name="connsiteY114" fmla="*/ 1428 h 9051"/>
              <a:gd name="connsiteX115" fmla="*/ 2460 w 10000"/>
              <a:gd name="connsiteY115" fmla="*/ 1424 h 9051"/>
              <a:gd name="connsiteX116" fmla="*/ 2447 w 10000"/>
              <a:gd name="connsiteY116" fmla="*/ 1424 h 9051"/>
              <a:gd name="connsiteX117" fmla="*/ 2442 w 10000"/>
              <a:gd name="connsiteY117" fmla="*/ 1424 h 9051"/>
              <a:gd name="connsiteX118" fmla="*/ 2442 w 10000"/>
              <a:gd name="connsiteY118" fmla="*/ 1424 h 9051"/>
              <a:gd name="connsiteX119" fmla="*/ 1180 w 10000"/>
              <a:gd name="connsiteY119" fmla="*/ 698 h 9051"/>
              <a:gd name="connsiteX120" fmla="*/ 2456 w 10000"/>
              <a:gd name="connsiteY120" fmla="*/ 1354 h 9051"/>
              <a:gd name="connsiteX121" fmla="*/ 2587 w 10000"/>
              <a:gd name="connsiteY121" fmla="*/ 1361 h 9051"/>
              <a:gd name="connsiteX122" fmla="*/ 2601 w 10000"/>
              <a:gd name="connsiteY122" fmla="*/ 1361 h 9051"/>
              <a:gd name="connsiteX123" fmla="*/ 2949 w 10000"/>
              <a:gd name="connsiteY123" fmla="*/ 1410 h 9051"/>
              <a:gd name="connsiteX124" fmla="*/ 2953 w 10000"/>
              <a:gd name="connsiteY124" fmla="*/ 1410 h 9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0000" h="9051">
                <a:moveTo>
                  <a:pt x="2953" y="1410"/>
                </a:moveTo>
                <a:cubicBezTo>
                  <a:pt x="3121" y="1456"/>
                  <a:pt x="3288" y="1526"/>
                  <a:pt x="3446" y="1622"/>
                </a:cubicBezTo>
                <a:lnTo>
                  <a:pt x="3451" y="1622"/>
                </a:lnTo>
                <a:lnTo>
                  <a:pt x="3455" y="1625"/>
                </a:lnTo>
                <a:cubicBezTo>
                  <a:pt x="3582" y="1699"/>
                  <a:pt x="3709" y="1791"/>
                  <a:pt x="3835" y="1897"/>
                </a:cubicBezTo>
                <a:cubicBezTo>
                  <a:pt x="3853" y="1918"/>
                  <a:pt x="3867" y="1935"/>
                  <a:pt x="3885" y="1957"/>
                </a:cubicBezTo>
                <a:lnTo>
                  <a:pt x="3890" y="1957"/>
                </a:lnTo>
                <a:cubicBezTo>
                  <a:pt x="4102" y="2200"/>
                  <a:pt x="4251" y="2450"/>
                  <a:pt x="4337" y="2704"/>
                </a:cubicBezTo>
                <a:cubicBezTo>
                  <a:pt x="4337" y="2708"/>
                  <a:pt x="4337" y="2711"/>
                  <a:pt x="4342" y="2718"/>
                </a:cubicBezTo>
                <a:cubicBezTo>
                  <a:pt x="4365" y="2785"/>
                  <a:pt x="4387" y="2852"/>
                  <a:pt x="4414" y="2919"/>
                </a:cubicBezTo>
                <a:lnTo>
                  <a:pt x="4414" y="2919"/>
                </a:lnTo>
                <a:cubicBezTo>
                  <a:pt x="4582" y="3409"/>
                  <a:pt x="4699" y="3839"/>
                  <a:pt x="4763" y="4217"/>
                </a:cubicBezTo>
                <a:lnTo>
                  <a:pt x="4853" y="4756"/>
                </a:lnTo>
                <a:cubicBezTo>
                  <a:pt x="4901" y="3171"/>
                  <a:pt x="4948" y="1585"/>
                  <a:pt x="4996" y="0"/>
                </a:cubicBezTo>
                <a:lnTo>
                  <a:pt x="5152" y="4756"/>
                </a:lnTo>
                <a:lnTo>
                  <a:pt x="5242" y="4217"/>
                </a:lnTo>
                <a:cubicBezTo>
                  <a:pt x="5305" y="3839"/>
                  <a:pt x="5423" y="3409"/>
                  <a:pt x="5590" y="2919"/>
                </a:cubicBezTo>
                <a:lnTo>
                  <a:pt x="5590" y="2919"/>
                </a:lnTo>
                <a:cubicBezTo>
                  <a:pt x="5613" y="2852"/>
                  <a:pt x="5635" y="2785"/>
                  <a:pt x="5663" y="2718"/>
                </a:cubicBezTo>
                <a:cubicBezTo>
                  <a:pt x="5663" y="2711"/>
                  <a:pt x="5667" y="2708"/>
                  <a:pt x="5667" y="2704"/>
                </a:cubicBezTo>
                <a:cubicBezTo>
                  <a:pt x="5753" y="2450"/>
                  <a:pt x="5902" y="2200"/>
                  <a:pt x="6115" y="1957"/>
                </a:cubicBezTo>
                <a:lnTo>
                  <a:pt x="6115" y="1957"/>
                </a:lnTo>
                <a:cubicBezTo>
                  <a:pt x="6115" y="1957"/>
                  <a:pt x="6119" y="1957"/>
                  <a:pt x="6119" y="1953"/>
                </a:cubicBezTo>
                <a:cubicBezTo>
                  <a:pt x="6124" y="1949"/>
                  <a:pt x="6124" y="1946"/>
                  <a:pt x="6128" y="1939"/>
                </a:cubicBezTo>
                <a:lnTo>
                  <a:pt x="6169" y="1897"/>
                </a:lnTo>
                <a:cubicBezTo>
                  <a:pt x="6450" y="1657"/>
                  <a:pt x="6744" y="1495"/>
                  <a:pt x="7051" y="1410"/>
                </a:cubicBezTo>
                <a:lnTo>
                  <a:pt x="7056" y="1410"/>
                </a:lnTo>
                <a:cubicBezTo>
                  <a:pt x="7173" y="1378"/>
                  <a:pt x="7291" y="1361"/>
                  <a:pt x="7399" y="1361"/>
                </a:cubicBezTo>
                <a:lnTo>
                  <a:pt x="7417" y="1361"/>
                </a:lnTo>
                <a:cubicBezTo>
                  <a:pt x="7458" y="1357"/>
                  <a:pt x="7503" y="1357"/>
                  <a:pt x="7544" y="1354"/>
                </a:cubicBezTo>
                <a:cubicBezTo>
                  <a:pt x="8064" y="1315"/>
                  <a:pt x="8489" y="1096"/>
                  <a:pt x="8824" y="698"/>
                </a:cubicBezTo>
                <a:cubicBezTo>
                  <a:pt x="8598" y="1107"/>
                  <a:pt x="8177" y="1350"/>
                  <a:pt x="7562" y="1424"/>
                </a:cubicBezTo>
                <a:lnTo>
                  <a:pt x="7558" y="1424"/>
                </a:lnTo>
                <a:lnTo>
                  <a:pt x="7553" y="1424"/>
                </a:lnTo>
                <a:cubicBezTo>
                  <a:pt x="7549" y="1424"/>
                  <a:pt x="7544" y="1424"/>
                  <a:pt x="7540" y="1428"/>
                </a:cubicBezTo>
                <a:lnTo>
                  <a:pt x="7531" y="1428"/>
                </a:lnTo>
                <a:lnTo>
                  <a:pt x="7526" y="1428"/>
                </a:lnTo>
                <a:lnTo>
                  <a:pt x="7521" y="1428"/>
                </a:lnTo>
                <a:lnTo>
                  <a:pt x="7517" y="1428"/>
                </a:lnTo>
                <a:lnTo>
                  <a:pt x="7508" y="1431"/>
                </a:lnTo>
                <a:lnTo>
                  <a:pt x="7503" y="1431"/>
                </a:lnTo>
                <a:cubicBezTo>
                  <a:pt x="7476" y="1435"/>
                  <a:pt x="7449" y="1435"/>
                  <a:pt x="7422" y="1442"/>
                </a:cubicBezTo>
                <a:cubicBezTo>
                  <a:pt x="6906" y="1509"/>
                  <a:pt x="6508" y="1703"/>
                  <a:pt x="6232" y="2016"/>
                </a:cubicBezTo>
                <a:cubicBezTo>
                  <a:pt x="6047" y="2256"/>
                  <a:pt x="5889" y="2567"/>
                  <a:pt x="5753" y="2951"/>
                </a:cubicBezTo>
                <a:cubicBezTo>
                  <a:pt x="5577" y="3448"/>
                  <a:pt x="5445" y="4062"/>
                  <a:pt x="5355" y="4799"/>
                </a:cubicBezTo>
                <a:cubicBezTo>
                  <a:pt x="5522" y="4076"/>
                  <a:pt x="5871" y="3533"/>
                  <a:pt x="6395" y="3177"/>
                </a:cubicBezTo>
                <a:lnTo>
                  <a:pt x="6395" y="3177"/>
                </a:lnTo>
                <a:cubicBezTo>
                  <a:pt x="6395" y="3173"/>
                  <a:pt x="6400" y="3173"/>
                  <a:pt x="6400" y="3173"/>
                </a:cubicBezTo>
                <a:cubicBezTo>
                  <a:pt x="6450" y="3138"/>
                  <a:pt x="6504" y="3102"/>
                  <a:pt x="6563" y="3071"/>
                </a:cubicBezTo>
                <a:cubicBezTo>
                  <a:pt x="6716" y="2983"/>
                  <a:pt x="6884" y="2909"/>
                  <a:pt x="7065" y="2849"/>
                </a:cubicBezTo>
                <a:cubicBezTo>
                  <a:pt x="7295" y="2778"/>
                  <a:pt x="7603" y="2771"/>
                  <a:pt x="7983" y="2824"/>
                </a:cubicBezTo>
                <a:lnTo>
                  <a:pt x="7983" y="2824"/>
                </a:lnTo>
                <a:cubicBezTo>
                  <a:pt x="7996" y="2827"/>
                  <a:pt x="8010" y="2827"/>
                  <a:pt x="8024" y="2831"/>
                </a:cubicBezTo>
                <a:cubicBezTo>
                  <a:pt x="8797" y="2926"/>
                  <a:pt x="9457" y="2803"/>
                  <a:pt x="10000" y="2464"/>
                </a:cubicBezTo>
                <a:cubicBezTo>
                  <a:pt x="9512" y="2859"/>
                  <a:pt x="8878" y="3011"/>
                  <a:pt x="8114" y="2919"/>
                </a:cubicBezTo>
                <a:cubicBezTo>
                  <a:pt x="8078" y="2912"/>
                  <a:pt x="8042" y="2909"/>
                  <a:pt x="8005" y="2905"/>
                </a:cubicBezTo>
                <a:cubicBezTo>
                  <a:pt x="7992" y="2901"/>
                  <a:pt x="7978" y="2901"/>
                  <a:pt x="7965" y="2898"/>
                </a:cubicBezTo>
                <a:cubicBezTo>
                  <a:pt x="7635" y="2863"/>
                  <a:pt x="7363" y="2873"/>
                  <a:pt x="7155" y="2937"/>
                </a:cubicBezTo>
                <a:cubicBezTo>
                  <a:pt x="6965" y="2990"/>
                  <a:pt x="6789" y="3064"/>
                  <a:pt x="6630" y="3152"/>
                </a:cubicBezTo>
                <a:cubicBezTo>
                  <a:pt x="6581" y="3184"/>
                  <a:pt x="6526" y="3215"/>
                  <a:pt x="6481" y="3251"/>
                </a:cubicBezTo>
                <a:cubicBezTo>
                  <a:pt x="5889" y="3656"/>
                  <a:pt x="5550" y="4340"/>
                  <a:pt x="5473" y="5303"/>
                </a:cubicBezTo>
                <a:cubicBezTo>
                  <a:pt x="5400" y="5662"/>
                  <a:pt x="5387" y="5997"/>
                  <a:pt x="5427" y="6304"/>
                </a:cubicBezTo>
                <a:cubicBezTo>
                  <a:pt x="5717" y="5324"/>
                  <a:pt x="6178" y="4583"/>
                  <a:pt x="6811" y="4079"/>
                </a:cubicBezTo>
                <a:cubicBezTo>
                  <a:pt x="6829" y="4065"/>
                  <a:pt x="6852" y="4051"/>
                  <a:pt x="6870" y="4037"/>
                </a:cubicBezTo>
                <a:lnTo>
                  <a:pt x="6870" y="4037"/>
                </a:lnTo>
                <a:cubicBezTo>
                  <a:pt x="7494" y="3571"/>
                  <a:pt x="8236" y="3476"/>
                  <a:pt x="9091" y="3755"/>
                </a:cubicBezTo>
                <a:cubicBezTo>
                  <a:pt x="8204" y="3547"/>
                  <a:pt x="7499" y="3670"/>
                  <a:pt x="6979" y="4118"/>
                </a:cubicBezTo>
                <a:cubicBezTo>
                  <a:pt x="6979" y="4122"/>
                  <a:pt x="6979" y="4122"/>
                  <a:pt x="6974" y="4122"/>
                </a:cubicBezTo>
                <a:cubicBezTo>
                  <a:pt x="6961" y="4136"/>
                  <a:pt x="6947" y="4146"/>
                  <a:pt x="6938" y="4160"/>
                </a:cubicBezTo>
                <a:cubicBezTo>
                  <a:pt x="5699" y="5313"/>
                  <a:pt x="5319" y="6643"/>
                  <a:pt x="5785" y="8148"/>
                </a:cubicBezTo>
                <a:cubicBezTo>
                  <a:pt x="5880" y="8445"/>
                  <a:pt x="6002" y="8744"/>
                  <a:pt x="6160" y="9051"/>
                </a:cubicBezTo>
                <a:lnTo>
                  <a:pt x="3844" y="9051"/>
                </a:lnTo>
                <a:cubicBezTo>
                  <a:pt x="4003" y="8744"/>
                  <a:pt x="4125" y="8445"/>
                  <a:pt x="4215" y="8148"/>
                </a:cubicBezTo>
                <a:cubicBezTo>
                  <a:pt x="4686" y="6643"/>
                  <a:pt x="4301" y="5313"/>
                  <a:pt x="3066" y="4160"/>
                </a:cubicBezTo>
                <a:lnTo>
                  <a:pt x="3057" y="4150"/>
                </a:lnTo>
                <a:cubicBezTo>
                  <a:pt x="3053" y="4146"/>
                  <a:pt x="3053" y="4143"/>
                  <a:pt x="3048" y="4143"/>
                </a:cubicBezTo>
                <a:lnTo>
                  <a:pt x="3035" y="4129"/>
                </a:lnTo>
                <a:cubicBezTo>
                  <a:pt x="3030" y="4125"/>
                  <a:pt x="3030" y="4125"/>
                  <a:pt x="3026" y="4122"/>
                </a:cubicBezTo>
                <a:lnTo>
                  <a:pt x="3021" y="4118"/>
                </a:lnTo>
                <a:cubicBezTo>
                  <a:pt x="2506" y="3670"/>
                  <a:pt x="1800" y="3547"/>
                  <a:pt x="914" y="3755"/>
                </a:cubicBezTo>
                <a:cubicBezTo>
                  <a:pt x="1768" y="3480"/>
                  <a:pt x="2506" y="3571"/>
                  <a:pt x="3130" y="4033"/>
                </a:cubicBezTo>
                <a:lnTo>
                  <a:pt x="3130" y="4033"/>
                </a:lnTo>
                <a:lnTo>
                  <a:pt x="3134" y="4037"/>
                </a:lnTo>
                <a:lnTo>
                  <a:pt x="3134" y="4037"/>
                </a:lnTo>
                <a:cubicBezTo>
                  <a:pt x="3148" y="4047"/>
                  <a:pt x="3161" y="4062"/>
                  <a:pt x="3180" y="4072"/>
                </a:cubicBezTo>
                <a:lnTo>
                  <a:pt x="3180" y="4072"/>
                </a:lnTo>
                <a:cubicBezTo>
                  <a:pt x="3184" y="4076"/>
                  <a:pt x="3184" y="4079"/>
                  <a:pt x="3189" y="4079"/>
                </a:cubicBezTo>
                <a:cubicBezTo>
                  <a:pt x="3826" y="4583"/>
                  <a:pt x="4288" y="5324"/>
                  <a:pt x="4573" y="6304"/>
                </a:cubicBezTo>
                <a:cubicBezTo>
                  <a:pt x="4618" y="5997"/>
                  <a:pt x="4604" y="5662"/>
                  <a:pt x="4532" y="5303"/>
                </a:cubicBezTo>
                <a:cubicBezTo>
                  <a:pt x="4450" y="4340"/>
                  <a:pt x="4116" y="3656"/>
                  <a:pt x="3523" y="3251"/>
                </a:cubicBezTo>
                <a:cubicBezTo>
                  <a:pt x="3474" y="3215"/>
                  <a:pt x="3424" y="3184"/>
                  <a:pt x="3370" y="3152"/>
                </a:cubicBezTo>
                <a:cubicBezTo>
                  <a:pt x="3211" y="3064"/>
                  <a:pt x="3039" y="2990"/>
                  <a:pt x="2845" y="2937"/>
                </a:cubicBezTo>
                <a:cubicBezTo>
                  <a:pt x="2637" y="2873"/>
                  <a:pt x="2365" y="2863"/>
                  <a:pt x="2035" y="2898"/>
                </a:cubicBezTo>
                <a:cubicBezTo>
                  <a:pt x="2022" y="2901"/>
                  <a:pt x="2013" y="2901"/>
                  <a:pt x="1999" y="2905"/>
                </a:cubicBezTo>
                <a:cubicBezTo>
                  <a:pt x="1963" y="2909"/>
                  <a:pt x="1927" y="2912"/>
                  <a:pt x="1891" y="2919"/>
                </a:cubicBezTo>
                <a:cubicBezTo>
                  <a:pt x="1122" y="3011"/>
                  <a:pt x="493" y="2859"/>
                  <a:pt x="0" y="2464"/>
                </a:cubicBezTo>
                <a:cubicBezTo>
                  <a:pt x="543" y="2803"/>
                  <a:pt x="1203" y="2926"/>
                  <a:pt x="1981" y="2831"/>
                </a:cubicBezTo>
                <a:cubicBezTo>
                  <a:pt x="1995" y="2827"/>
                  <a:pt x="2008" y="2827"/>
                  <a:pt x="2017" y="2824"/>
                </a:cubicBezTo>
                <a:lnTo>
                  <a:pt x="2022" y="2824"/>
                </a:lnTo>
                <a:lnTo>
                  <a:pt x="2022" y="2824"/>
                </a:lnTo>
                <a:cubicBezTo>
                  <a:pt x="2402" y="2771"/>
                  <a:pt x="2705" y="2778"/>
                  <a:pt x="2935" y="2849"/>
                </a:cubicBezTo>
                <a:cubicBezTo>
                  <a:pt x="3121" y="2909"/>
                  <a:pt x="3288" y="2983"/>
                  <a:pt x="3442" y="3071"/>
                </a:cubicBezTo>
                <a:cubicBezTo>
                  <a:pt x="3501" y="3102"/>
                  <a:pt x="3555" y="3138"/>
                  <a:pt x="3605" y="3173"/>
                </a:cubicBezTo>
                <a:cubicBezTo>
                  <a:pt x="3605" y="3173"/>
                  <a:pt x="3609" y="3173"/>
                  <a:pt x="3609" y="3177"/>
                </a:cubicBezTo>
                <a:lnTo>
                  <a:pt x="3609" y="3177"/>
                </a:lnTo>
                <a:cubicBezTo>
                  <a:pt x="4134" y="3533"/>
                  <a:pt x="4478" y="4076"/>
                  <a:pt x="4649" y="4799"/>
                </a:cubicBezTo>
                <a:cubicBezTo>
                  <a:pt x="4559" y="4062"/>
                  <a:pt x="4423" y="3448"/>
                  <a:pt x="4251" y="2951"/>
                </a:cubicBezTo>
                <a:cubicBezTo>
                  <a:pt x="4116" y="2567"/>
                  <a:pt x="3957" y="2256"/>
                  <a:pt x="3772" y="2016"/>
                </a:cubicBezTo>
                <a:cubicBezTo>
                  <a:pt x="3659" y="1890"/>
                  <a:pt x="3528" y="1784"/>
                  <a:pt x="3379" y="1699"/>
                </a:cubicBezTo>
                <a:cubicBezTo>
                  <a:pt x="3157" y="1569"/>
                  <a:pt x="2890" y="1480"/>
                  <a:pt x="2583" y="1442"/>
                </a:cubicBezTo>
                <a:cubicBezTo>
                  <a:pt x="2551" y="1435"/>
                  <a:pt x="2524" y="1431"/>
                  <a:pt x="2492" y="1431"/>
                </a:cubicBezTo>
                <a:lnTo>
                  <a:pt x="2488" y="1428"/>
                </a:lnTo>
                <a:lnTo>
                  <a:pt x="2474" y="1428"/>
                </a:lnTo>
                <a:lnTo>
                  <a:pt x="2465" y="1428"/>
                </a:lnTo>
                <a:lnTo>
                  <a:pt x="2460" y="1428"/>
                </a:lnTo>
                <a:lnTo>
                  <a:pt x="2460" y="1424"/>
                </a:lnTo>
                <a:lnTo>
                  <a:pt x="2447" y="1424"/>
                </a:lnTo>
                <a:lnTo>
                  <a:pt x="2442" y="1424"/>
                </a:lnTo>
                <a:lnTo>
                  <a:pt x="2442" y="1424"/>
                </a:lnTo>
                <a:cubicBezTo>
                  <a:pt x="1823" y="1350"/>
                  <a:pt x="1407" y="1107"/>
                  <a:pt x="1180" y="698"/>
                </a:cubicBezTo>
                <a:cubicBezTo>
                  <a:pt x="1511" y="1096"/>
                  <a:pt x="1940" y="1315"/>
                  <a:pt x="2456" y="1354"/>
                </a:cubicBezTo>
                <a:cubicBezTo>
                  <a:pt x="2501" y="1357"/>
                  <a:pt x="2542" y="1357"/>
                  <a:pt x="2587" y="1361"/>
                </a:cubicBezTo>
                <a:lnTo>
                  <a:pt x="2601" y="1361"/>
                </a:lnTo>
                <a:cubicBezTo>
                  <a:pt x="2714" y="1361"/>
                  <a:pt x="2827" y="1378"/>
                  <a:pt x="2949" y="1410"/>
                </a:cubicBezTo>
                <a:lnTo>
                  <a:pt x="2953" y="1410"/>
                </a:lnTo>
                <a:close/>
              </a:path>
            </a:pathLst>
          </a:custGeom>
          <a:solidFill>
            <a:schemeClr val="bg1">
              <a:lumMod val="50000"/>
            </a:schemeClr>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64" name="Teardrop 63"/>
          <p:cNvSpPr/>
          <p:nvPr/>
        </p:nvSpPr>
        <p:spPr>
          <a:xfrm>
            <a:off x="6568594" y="1190955"/>
            <a:ext cx="921715" cy="921712"/>
          </a:xfrm>
          <a:prstGeom prst="teardrop">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rgbClr val="FFC000"/>
              </a:solidFill>
              <a:latin typeface="Arial" pitchFamily="34" charset="0"/>
              <a:ea typeface="微软雅黑" pitchFamily="34" charset="-122"/>
              <a:sym typeface="Arial" pitchFamily="34" charset="0"/>
            </a:endParaRPr>
          </a:p>
        </p:txBody>
      </p:sp>
      <p:sp>
        <p:nvSpPr>
          <p:cNvPr id="66" name="Teardrop 65"/>
          <p:cNvSpPr/>
          <p:nvPr/>
        </p:nvSpPr>
        <p:spPr>
          <a:xfrm flipH="1">
            <a:off x="7951162" y="1431893"/>
            <a:ext cx="680777" cy="680774"/>
          </a:xfrm>
          <a:prstGeom prst="teardrop">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latin typeface="Arial" pitchFamily="34" charset="0"/>
              <a:ea typeface="微软雅黑" pitchFamily="34" charset="-122"/>
              <a:sym typeface="Arial" pitchFamily="34" charset="0"/>
            </a:endParaRPr>
          </a:p>
        </p:txBody>
      </p:sp>
      <p:sp>
        <p:nvSpPr>
          <p:cNvPr id="69" name="Teardrop 68"/>
          <p:cNvSpPr/>
          <p:nvPr/>
        </p:nvSpPr>
        <p:spPr>
          <a:xfrm>
            <a:off x="4972052" y="2100496"/>
            <a:ext cx="610552" cy="610550"/>
          </a:xfrm>
          <a:prstGeom prst="teardrop">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2500" dirty="0">
              <a:solidFill>
                <a:srgbClr val="92D050"/>
              </a:solidFill>
              <a:latin typeface="Arial" pitchFamily="34" charset="0"/>
              <a:ea typeface="微软雅黑" pitchFamily="34" charset="-122"/>
              <a:sym typeface="Arial" pitchFamily="34" charset="0"/>
            </a:endParaRPr>
          </a:p>
        </p:txBody>
      </p:sp>
      <p:sp>
        <p:nvSpPr>
          <p:cNvPr id="72" name="Teardrop 71"/>
          <p:cNvSpPr/>
          <p:nvPr/>
        </p:nvSpPr>
        <p:spPr>
          <a:xfrm>
            <a:off x="5474061" y="1431893"/>
            <a:ext cx="680777" cy="680774"/>
          </a:xfrm>
          <a:prstGeom prst="teardrop">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ea typeface="微软雅黑" pitchFamily="34" charset="-122"/>
              <a:sym typeface="Arial" pitchFamily="34" charset="0"/>
            </a:endParaRPr>
          </a:p>
        </p:txBody>
      </p:sp>
      <p:sp>
        <p:nvSpPr>
          <p:cNvPr id="73" name="Teardrop 72"/>
          <p:cNvSpPr/>
          <p:nvPr/>
        </p:nvSpPr>
        <p:spPr>
          <a:xfrm flipH="1">
            <a:off x="8476300" y="2138596"/>
            <a:ext cx="610552" cy="610550"/>
          </a:xfrm>
          <a:prstGeom prst="teardrop">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2400" dirty="0">
              <a:solidFill>
                <a:srgbClr val="9DDFBE"/>
              </a:solidFill>
              <a:latin typeface="Arial" pitchFamily="34" charset="0"/>
              <a:ea typeface="微软雅黑" pitchFamily="34" charset="-122"/>
              <a:sym typeface="Arial" pitchFamily="34" charset="0"/>
            </a:endParaRPr>
          </a:p>
        </p:txBody>
      </p:sp>
      <p:sp>
        <p:nvSpPr>
          <p:cNvPr id="74" name="Teardrop 73"/>
          <p:cNvSpPr/>
          <p:nvPr/>
        </p:nvSpPr>
        <p:spPr>
          <a:xfrm>
            <a:off x="5444263" y="2711046"/>
            <a:ext cx="472211" cy="472209"/>
          </a:xfrm>
          <a:prstGeom prst="teardrop">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lstStyle/>
          <a:p>
            <a:pPr algn="ctr"/>
            <a:endParaRPr lang="en-US" dirty="0">
              <a:solidFill>
                <a:srgbClr val="00B050"/>
              </a:solidFill>
              <a:latin typeface="Arial" pitchFamily="34" charset="0"/>
              <a:ea typeface="微软雅黑" pitchFamily="34" charset="-122"/>
              <a:sym typeface="Arial" pitchFamily="34" charset="0"/>
            </a:endParaRPr>
          </a:p>
        </p:txBody>
      </p:sp>
      <p:sp>
        <p:nvSpPr>
          <p:cNvPr id="75" name="Teardrop 74"/>
          <p:cNvSpPr/>
          <p:nvPr/>
        </p:nvSpPr>
        <p:spPr>
          <a:xfrm flipH="1">
            <a:off x="8159728" y="2711046"/>
            <a:ext cx="472211" cy="472209"/>
          </a:xfrm>
          <a:prstGeom prst="teardrop">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lstStyle/>
          <a:p>
            <a:pPr algn="ctr"/>
            <a:endParaRPr lang="en-US" dirty="0">
              <a:solidFill>
                <a:srgbClr val="FF66FF"/>
              </a:solidFill>
              <a:latin typeface="Arial" pitchFamily="34" charset="0"/>
              <a:ea typeface="微软雅黑" pitchFamily="34" charset="-122"/>
              <a:sym typeface="Arial" pitchFamily="34" charset="0"/>
            </a:endParaRPr>
          </a:p>
        </p:txBody>
      </p:sp>
      <p:sp>
        <p:nvSpPr>
          <p:cNvPr id="76" name="Teardrop 75"/>
          <p:cNvSpPr/>
          <p:nvPr/>
        </p:nvSpPr>
        <p:spPr>
          <a:xfrm>
            <a:off x="6626199" y="2629357"/>
            <a:ext cx="806502" cy="806498"/>
          </a:xfrm>
          <a:prstGeom prst="teardrop">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3200" dirty="0">
              <a:solidFill>
                <a:srgbClr val="FFC000"/>
              </a:solidFill>
              <a:latin typeface="Arial" pitchFamily="34" charset="0"/>
              <a:ea typeface="微软雅黑" pitchFamily="34" charset="-122"/>
              <a:sym typeface="Arial" pitchFamily="34" charset="0"/>
            </a:endParaRPr>
          </a:p>
        </p:txBody>
      </p:sp>
      <p:sp>
        <p:nvSpPr>
          <p:cNvPr id="22" name="Freeform 24"/>
          <p:cNvSpPr>
            <a:spLocks noEditPoints="1"/>
          </p:cNvSpPr>
          <p:nvPr/>
        </p:nvSpPr>
        <p:spPr bwMode="auto">
          <a:xfrm>
            <a:off x="5675937" y="1574274"/>
            <a:ext cx="304604" cy="330782"/>
          </a:xfrm>
          <a:custGeom>
            <a:avLst/>
            <a:gdLst/>
            <a:ahLst/>
            <a:cxnLst>
              <a:cxn ang="0">
                <a:pos x="55" y="55"/>
              </a:cxn>
              <a:cxn ang="0">
                <a:pos x="39" y="55"/>
              </a:cxn>
              <a:cxn ang="0">
                <a:pos x="30" y="64"/>
              </a:cxn>
              <a:cxn ang="0">
                <a:pos x="21" y="55"/>
              </a:cxn>
              <a:cxn ang="0">
                <a:pos x="5" y="55"/>
              </a:cxn>
              <a:cxn ang="0">
                <a:pos x="0" y="50"/>
              </a:cxn>
              <a:cxn ang="0">
                <a:pos x="11" y="20"/>
              </a:cxn>
              <a:cxn ang="0">
                <a:pos x="27" y="5"/>
              </a:cxn>
              <a:cxn ang="0">
                <a:pos x="26" y="3"/>
              </a:cxn>
              <a:cxn ang="0">
                <a:pos x="30" y="0"/>
              </a:cxn>
              <a:cxn ang="0">
                <a:pos x="33" y="3"/>
              </a:cxn>
              <a:cxn ang="0">
                <a:pos x="33" y="5"/>
              </a:cxn>
              <a:cxn ang="0">
                <a:pos x="48" y="20"/>
              </a:cxn>
              <a:cxn ang="0">
                <a:pos x="59" y="50"/>
              </a:cxn>
              <a:cxn ang="0">
                <a:pos x="55" y="55"/>
              </a:cxn>
              <a:cxn ang="0">
                <a:pos x="30" y="60"/>
              </a:cxn>
              <a:cxn ang="0">
                <a:pos x="25" y="55"/>
              </a:cxn>
              <a:cxn ang="0">
                <a:pos x="24" y="54"/>
              </a:cxn>
              <a:cxn ang="0">
                <a:pos x="23" y="55"/>
              </a:cxn>
              <a:cxn ang="0">
                <a:pos x="30" y="61"/>
              </a:cxn>
              <a:cxn ang="0">
                <a:pos x="30" y="60"/>
              </a:cxn>
              <a:cxn ang="0">
                <a:pos x="30" y="60"/>
              </a:cxn>
            </a:cxnLst>
            <a:rect l="0" t="0" r="r" b="b"/>
            <a:pathLst>
              <a:path w="59" h="64">
                <a:moveTo>
                  <a:pt x="55" y="55"/>
                </a:moveTo>
                <a:cubicBezTo>
                  <a:pt x="39" y="55"/>
                  <a:pt x="39" y="55"/>
                  <a:pt x="39" y="55"/>
                </a:cubicBezTo>
                <a:cubicBezTo>
                  <a:pt x="39" y="60"/>
                  <a:pt x="35" y="64"/>
                  <a:pt x="30" y="64"/>
                </a:cubicBezTo>
                <a:cubicBezTo>
                  <a:pt x="25" y="64"/>
                  <a:pt x="21" y="60"/>
                  <a:pt x="21" y="55"/>
                </a:cubicBezTo>
                <a:cubicBezTo>
                  <a:pt x="5" y="55"/>
                  <a:pt x="5" y="55"/>
                  <a:pt x="5" y="55"/>
                </a:cubicBezTo>
                <a:cubicBezTo>
                  <a:pt x="2" y="55"/>
                  <a:pt x="0" y="53"/>
                  <a:pt x="0" y="50"/>
                </a:cubicBezTo>
                <a:cubicBezTo>
                  <a:pt x="5" y="46"/>
                  <a:pt x="11" y="38"/>
                  <a:pt x="11" y="20"/>
                </a:cubicBezTo>
                <a:cubicBezTo>
                  <a:pt x="11" y="13"/>
                  <a:pt x="17" y="6"/>
                  <a:pt x="27" y="5"/>
                </a:cubicBezTo>
                <a:cubicBezTo>
                  <a:pt x="26" y="4"/>
                  <a:pt x="26" y="4"/>
                  <a:pt x="26" y="3"/>
                </a:cubicBezTo>
                <a:cubicBezTo>
                  <a:pt x="26" y="1"/>
                  <a:pt x="28" y="0"/>
                  <a:pt x="30" y="0"/>
                </a:cubicBezTo>
                <a:cubicBezTo>
                  <a:pt x="32" y="0"/>
                  <a:pt x="33" y="1"/>
                  <a:pt x="33" y="3"/>
                </a:cubicBezTo>
                <a:cubicBezTo>
                  <a:pt x="33" y="4"/>
                  <a:pt x="33" y="4"/>
                  <a:pt x="33" y="5"/>
                </a:cubicBezTo>
                <a:cubicBezTo>
                  <a:pt x="42" y="6"/>
                  <a:pt x="48" y="13"/>
                  <a:pt x="48" y="20"/>
                </a:cubicBezTo>
                <a:cubicBezTo>
                  <a:pt x="48" y="38"/>
                  <a:pt x="54" y="46"/>
                  <a:pt x="59" y="50"/>
                </a:cubicBezTo>
                <a:cubicBezTo>
                  <a:pt x="59" y="53"/>
                  <a:pt x="57" y="55"/>
                  <a:pt x="55" y="55"/>
                </a:cubicBezTo>
                <a:close/>
                <a:moveTo>
                  <a:pt x="30" y="60"/>
                </a:moveTo>
                <a:cubicBezTo>
                  <a:pt x="27" y="60"/>
                  <a:pt x="25" y="57"/>
                  <a:pt x="25" y="55"/>
                </a:cubicBezTo>
                <a:cubicBezTo>
                  <a:pt x="25" y="54"/>
                  <a:pt x="24" y="54"/>
                  <a:pt x="24" y="54"/>
                </a:cubicBezTo>
                <a:cubicBezTo>
                  <a:pt x="24" y="54"/>
                  <a:pt x="23" y="54"/>
                  <a:pt x="23" y="55"/>
                </a:cubicBezTo>
                <a:cubicBezTo>
                  <a:pt x="23" y="58"/>
                  <a:pt x="26" y="61"/>
                  <a:pt x="30" y="61"/>
                </a:cubicBezTo>
                <a:cubicBezTo>
                  <a:pt x="30" y="61"/>
                  <a:pt x="30" y="61"/>
                  <a:pt x="30" y="60"/>
                </a:cubicBezTo>
                <a:cubicBezTo>
                  <a:pt x="30" y="60"/>
                  <a:pt x="30" y="60"/>
                  <a:pt x="30" y="60"/>
                </a:cubicBezTo>
                <a:close/>
              </a:path>
            </a:pathLst>
          </a:custGeom>
          <a:solidFill>
            <a:schemeClr val="accent2"/>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3" name="Freeform 5"/>
          <p:cNvSpPr>
            <a:spLocks noEditPoints="1"/>
          </p:cNvSpPr>
          <p:nvPr/>
        </p:nvSpPr>
        <p:spPr bwMode="auto">
          <a:xfrm>
            <a:off x="6802953" y="1396435"/>
            <a:ext cx="454742" cy="454742"/>
          </a:xfrm>
          <a:custGeom>
            <a:avLst/>
            <a:gdLst/>
            <a:ahLst/>
            <a:cxnLst>
              <a:cxn ang="0">
                <a:pos x="0" y="192"/>
              </a:cxn>
              <a:cxn ang="0">
                <a:pos x="255" y="135"/>
              </a:cxn>
              <a:cxn ang="0">
                <a:pos x="277" y="122"/>
              </a:cxn>
              <a:cxn ang="0">
                <a:pos x="303" y="116"/>
              </a:cxn>
              <a:cxn ang="0">
                <a:pos x="296" y="105"/>
              </a:cxn>
              <a:cxn ang="0">
                <a:pos x="278" y="89"/>
              </a:cxn>
              <a:cxn ang="0">
                <a:pos x="265" y="90"/>
              </a:cxn>
              <a:cxn ang="0">
                <a:pos x="256" y="82"/>
              </a:cxn>
              <a:cxn ang="0">
                <a:pos x="231" y="73"/>
              </a:cxn>
              <a:cxn ang="0">
                <a:pos x="234" y="98"/>
              </a:cxn>
              <a:cxn ang="0">
                <a:pos x="224" y="118"/>
              </a:cxn>
              <a:cxn ang="0">
                <a:pos x="205" y="103"/>
              </a:cxn>
              <a:cxn ang="0">
                <a:pos x="175" y="89"/>
              </a:cxn>
              <a:cxn ang="0">
                <a:pos x="183" y="68"/>
              </a:cxn>
              <a:cxn ang="0">
                <a:pos x="212" y="58"/>
              </a:cxn>
              <a:cxn ang="0">
                <a:pos x="207" y="47"/>
              </a:cxn>
              <a:cxn ang="0">
                <a:pos x="188" y="50"/>
              </a:cxn>
              <a:cxn ang="0">
                <a:pos x="168" y="37"/>
              </a:cxn>
              <a:cxn ang="0">
                <a:pos x="171" y="52"/>
              </a:cxn>
              <a:cxn ang="0">
                <a:pos x="157" y="52"/>
              </a:cxn>
              <a:cxn ang="0">
                <a:pos x="141" y="40"/>
              </a:cxn>
              <a:cxn ang="0">
                <a:pos x="126" y="47"/>
              </a:cxn>
              <a:cxn ang="0">
                <a:pos x="143" y="51"/>
              </a:cxn>
              <a:cxn ang="0">
                <a:pos x="131" y="58"/>
              </a:cxn>
              <a:cxn ang="0">
                <a:pos x="56" y="107"/>
              </a:cxn>
              <a:cxn ang="0">
                <a:pos x="65" y="118"/>
              </a:cxn>
              <a:cxn ang="0">
                <a:pos x="79" y="135"/>
              </a:cxn>
              <a:cxn ang="0">
                <a:pos x="74" y="158"/>
              </a:cxn>
              <a:cxn ang="0">
                <a:pos x="88" y="185"/>
              </a:cxn>
              <a:cxn ang="0">
                <a:pos x="108" y="214"/>
              </a:cxn>
              <a:cxn ang="0">
                <a:pos x="118" y="227"/>
              </a:cxn>
              <a:cxn ang="0">
                <a:pos x="105" y="197"/>
              </a:cxn>
              <a:cxn ang="0">
                <a:pos x="125" y="225"/>
              </a:cxn>
              <a:cxn ang="0">
                <a:pos x="150" y="255"/>
              </a:cxn>
              <a:cxn ang="0">
                <a:pos x="184" y="269"/>
              </a:cxn>
              <a:cxn ang="0">
                <a:pos x="213" y="290"/>
              </a:cxn>
              <a:cxn ang="0">
                <a:pos x="224" y="288"/>
              </a:cxn>
              <a:cxn ang="0">
                <a:pos x="212" y="268"/>
              </a:cxn>
              <a:cxn ang="0">
                <a:pos x="197" y="262"/>
              </a:cxn>
              <a:cxn ang="0">
                <a:pos x="194" y="239"/>
              </a:cxn>
              <a:cxn ang="0">
                <a:pos x="171" y="250"/>
              </a:cxn>
              <a:cxn ang="0">
                <a:pos x="168" y="210"/>
              </a:cxn>
              <a:cxn ang="0">
                <a:pos x="184" y="206"/>
              </a:cxn>
              <a:cxn ang="0">
                <a:pos x="196" y="202"/>
              </a:cxn>
              <a:cxn ang="0">
                <a:pos x="214" y="211"/>
              </a:cxn>
              <a:cxn ang="0">
                <a:pos x="221" y="205"/>
              </a:cxn>
              <a:cxn ang="0">
                <a:pos x="234" y="179"/>
              </a:cxn>
              <a:cxn ang="0">
                <a:pos x="233" y="171"/>
              </a:cxn>
              <a:cxn ang="0">
                <a:pos x="252" y="157"/>
              </a:cxn>
              <a:cxn ang="0">
                <a:pos x="266" y="143"/>
              </a:cxn>
              <a:cxn ang="0">
                <a:pos x="273" y="131"/>
              </a:cxn>
              <a:cxn ang="0">
                <a:pos x="255" y="135"/>
              </a:cxn>
              <a:cxn ang="0">
                <a:pos x="295" y="298"/>
              </a:cxn>
              <a:cxn ang="0">
                <a:pos x="272" y="288"/>
              </a:cxn>
              <a:cxn ang="0">
                <a:pos x="251" y="288"/>
              </a:cxn>
              <a:cxn ang="0">
                <a:pos x="236" y="286"/>
              </a:cxn>
              <a:cxn ang="0">
                <a:pos x="230" y="307"/>
              </a:cxn>
              <a:cxn ang="0">
                <a:pos x="223" y="335"/>
              </a:cxn>
              <a:cxn ang="0">
                <a:pos x="308" y="302"/>
              </a:cxn>
            </a:cxnLst>
            <a:rect l="0" t="0" r="r" b="b"/>
            <a:pathLst>
              <a:path w="384" h="384">
                <a:moveTo>
                  <a:pt x="384" y="192"/>
                </a:moveTo>
                <a:cubicBezTo>
                  <a:pt x="384" y="298"/>
                  <a:pt x="298" y="384"/>
                  <a:pt x="192" y="384"/>
                </a:cubicBezTo>
                <a:cubicBezTo>
                  <a:pt x="86" y="384"/>
                  <a:pt x="0" y="298"/>
                  <a:pt x="0" y="192"/>
                </a:cubicBezTo>
                <a:cubicBezTo>
                  <a:pt x="0" y="86"/>
                  <a:pt x="86" y="0"/>
                  <a:pt x="192" y="0"/>
                </a:cubicBezTo>
                <a:cubicBezTo>
                  <a:pt x="298" y="0"/>
                  <a:pt x="384" y="86"/>
                  <a:pt x="384" y="192"/>
                </a:cubicBezTo>
                <a:close/>
                <a:moveTo>
                  <a:pt x="255" y="135"/>
                </a:moveTo>
                <a:cubicBezTo>
                  <a:pt x="256" y="135"/>
                  <a:pt x="257" y="130"/>
                  <a:pt x="258" y="129"/>
                </a:cubicBezTo>
                <a:cubicBezTo>
                  <a:pt x="260" y="127"/>
                  <a:pt x="262" y="126"/>
                  <a:pt x="264" y="125"/>
                </a:cubicBezTo>
                <a:cubicBezTo>
                  <a:pt x="268" y="124"/>
                  <a:pt x="272" y="123"/>
                  <a:pt x="277" y="122"/>
                </a:cubicBezTo>
                <a:cubicBezTo>
                  <a:pt x="281" y="121"/>
                  <a:pt x="286" y="121"/>
                  <a:pt x="289" y="125"/>
                </a:cubicBezTo>
                <a:cubicBezTo>
                  <a:pt x="289" y="124"/>
                  <a:pt x="295" y="119"/>
                  <a:pt x="295" y="119"/>
                </a:cubicBezTo>
                <a:cubicBezTo>
                  <a:pt x="298" y="118"/>
                  <a:pt x="301" y="118"/>
                  <a:pt x="303" y="116"/>
                </a:cubicBezTo>
                <a:cubicBezTo>
                  <a:pt x="303" y="115"/>
                  <a:pt x="303" y="110"/>
                  <a:pt x="303" y="110"/>
                </a:cubicBezTo>
                <a:cubicBezTo>
                  <a:pt x="299" y="111"/>
                  <a:pt x="298" y="107"/>
                  <a:pt x="297" y="103"/>
                </a:cubicBezTo>
                <a:cubicBezTo>
                  <a:pt x="297" y="104"/>
                  <a:pt x="297" y="104"/>
                  <a:pt x="296" y="105"/>
                </a:cubicBezTo>
                <a:cubicBezTo>
                  <a:pt x="296" y="102"/>
                  <a:pt x="291" y="104"/>
                  <a:pt x="290" y="104"/>
                </a:cubicBezTo>
                <a:cubicBezTo>
                  <a:pt x="284" y="102"/>
                  <a:pt x="285" y="98"/>
                  <a:pt x="283" y="94"/>
                </a:cubicBezTo>
                <a:cubicBezTo>
                  <a:pt x="282" y="92"/>
                  <a:pt x="279" y="91"/>
                  <a:pt x="278" y="89"/>
                </a:cubicBezTo>
                <a:cubicBezTo>
                  <a:pt x="277" y="87"/>
                  <a:pt x="277" y="84"/>
                  <a:pt x="274" y="84"/>
                </a:cubicBezTo>
                <a:cubicBezTo>
                  <a:pt x="273" y="84"/>
                  <a:pt x="270" y="89"/>
                  <a:pt x="270" y="89"/>
                </a:cubicBezTo>
                <a:cubicBezTo>
                  <a:pt x="267" y="88"/>
                  <a:pt x="266" y="89"/>
                  <a:pt x="265" y="90"/>
                </a:cubicBezTo>
                <a:cubicBezTo>
                  <a:pt x="263" y="91"/>
                  <a:pt x="262" y="91"/>
                  <a:pt x="260" y="92"/>
                </a:cubicBezTo>
                <a:cubicBezTo>
                  <a:pt x="265" y="90"/>
                  <a:pt x="258" y="88"/>
                  <a:pt x="256" y="88"/>
                </a:cubicBezTo>
                <a:cubicBezTo>
                  <a:pt x="260" y="87"/>
                  <a:pt x="258" y="83"/>
                  <a:pt x="256" y="82"/>
                </a:cubicBezTo>
                <a:cubicBezTo>
                  <a:pt x="256" y="82"/>
                  <a:pt x="257" y="82"/>
                  <a:pt x="257" y="82"/>
                </a:cubicBezTo>
                <a:cubicBezTo>
                  <a:pt x="257" y="79"/>
                  <a:pt x="250" y="77"/>
                  <a:pt x="247" y="76"/>
                </a:cubicBezTo>
                <a:cubicBezTo>
                  <a:pt x="245" y="74"/>
                  <a:pt x="233" y="72"/>
                  <a:pt x="231" y="73"/>
                </a:cubicBezTo>
                <a:cubicBezTo>
                  <a:pt x="228" y="75"/>
                  <a:pt x="231" y="80"/>
                  <a:pt x="231" y="83"/>
                </a:cubicBezTo>
                <a:cubicBezTo>
                  <a:pt x="232" y="86"/>
                  <a:pt x="228" y="86"/>
                  <a:pt x="228" y="89"/>
                </a:cubicBezTo>
                <a:cubicBezTo>
                  <a:pt x="228" y="93"/>
                  <a:pt x="236" y="92"/>
                  <a:pt x="234" y="98"/>
                </a:cubicBezTo>
                <a:cubicBezTo>
                  <a:pt x="233" y="102"/>
                  <a:pt x="228" y="102"/>
                  <a:pt x="226" y="105"/>
                </a:cubicBezTo>
                <a:cubicBezTo>
                  <a:pt x="224" y="108"/>
                  <a:pt x="227" y="112"/>
                  <a:pt x="229" y="114"/>
                </a:cubicBezTo>
                <a:cubicBezTo>
                  <a:pt x="231" y="115"/>
                  <a:pt x="225" y="118"/>
                  <a:pt x="224" y="118"/>
                </a:cubicBezTo>
                <a:cubicBezTo>
                  <a:pt x="220" y="120"/>
                  <a:pt x="217" y="114"/>
                  <a:pt x="216" y="110"/>
                </a:cubicBezTo>
                <a:cubicBezTo>
                  <a:pt x="215" y="108"/>
                  <a:pt x="215" y="104"/>
                  <a:pt x="212" y="103"/>
                </a:cubicBezTo>
                <a:cubicBezTo>
                  <a:pt x="210" y="102"/>
                  <a:pt x="206" y="102"/>
                  <a:pt x="205" y="103"/>
                </a:cubicBezTo>
                <a:cubicBezTo>
                  <a:pt x="203" y="99"/>
                  <a:pt x="198" y="98"/>
                  <a:pt x="194" y="97"/>
                </a:cubicBezTo>
                <a:cubicBezTo>
                  <a:pt x="189" y="95"/>
                  <a:pt x="185" y="95"/>
                  <a:pt x="180" y="96"/>
                </a:cubicBezTo>
                <a:cubicBezTo>
                  <a:pt x="181" y="95"/>
                  <a:pt x="179" y="88"/>
                  <a:pt x="175" y="89"/>
                </a:cubicBezTo>
                <a:cubicBezTo>
                  <a:pt x="176" y="86"/>
                  <a:pt x="176" y="84"/>
                  <a:pt x="176" y="81"/>
                </a:cubicBezTo>
                <a:cubicBezTo>
                  <a:pt x="177" y="79"/>
                  <a:pt x="178" y="77"/>
                  <a:pt x="179" y="75"/>
                </a:cubicBezTo>
                <a:cubicBezTo>
                  <a:pt x="180" y="74"/>
                  <a:pt x="185" y="69"/>
                  <a:pt x="183" y="68"/>
                </a:cubicBezTo>
                <a:cubicBezTo>
                  <a:pt x="188" y="69"/>
                  <a:pt x="193" y="69"/>
                  <a:pt x="196" y="66"/>
                </a:cubicBezTo>
                <a:cubicBezTo>
                  <a:pt x="198" y="63"/>
                  <a:pt x="199" y="60"/>
                  <a:pt x="202" y="57"/>
                </a:cubicBezTo>
                <a:cubicBezTo>
                  <a:pt x="205" y="53"/>
                  <a:pt x="209" y="58"/>
                  <a:pt x="212" y="58"/>
                </a:cubicBezTo>
                <a:cubicBezTo>
                  <a:pt x="217" y="59"/>
                  <a:pt x="217" y="53"/>
                  <a:pt x="214" y="51"/>
                </a:cubicBezTo>
                <a:cubicBezTo>
                  <a:pt x="218" y="51"/>
                  <a:pt x="215" y="45"/>
                  <a:pt x="213" y="44"/>
                </a:cubicBezTo>
                <a:cubicBezTo>
                  <a:pt x="211" y="43"/>
                  <a:pt x="202" y="46"/>
                  <a:pt x="207" y="47"/>
                </a:cubicBezTo>
                <a:cubicBezTo>
                  <a:pt x="206" y="47"/>
                  <a:pt x="200" y="59"/>
                  <a:pt x="196" y="53"/>
                </a:cubicBezTo>
                <a:cubicBezTo>
                  <a:pt x="195" y="52"/>
                  <a:pt x="195" y="47"/>
                  <a:pt x="193" y="46"/>
                </a:cubicBezTo>
                <a:cubicBezTo>
                  <a:pt x="190" y="46"/>
                  <a:pt x="189" y="49"/>
                  <a:pt x="188" y="50"/>
                </a:cubicBezTo>
                <a:cubicBezTo>
                  <a:pt x="190" y="47"/>
                  <a:pt x="181" y="45"/>
                  <a:pt x="180" y="44"/>
                </a:cubicBezTo>
                <a:cubicBezTo>
                  <a:pt x="183" y="42"/>
                  <a:pt x="180" y="39"/>
                  <a:pt x="178" y="38"/>
                </a:cubicBezTo>
                <a:cubicBezTo>
                  <a:pt x="176" y="36"/>
                  <a:pt x="169" y="35"/>
                  <a:pt x="168" y="37"/>
                </a:cubicBezTo>
                <a:cubicBezTo>
                  <a:pt x="163" y="43"/>
                  <a:pt x="173" y="44"/>
                  <a:pt x="175" y="45"/>
                </a:cubicBezTo>
                <a:cubicBezTo>
                  <a:pt x="176" y="46"/>
                  <a:pt x="179" y="48"/>
                  <a:pt x="177" y="49"/>
                </a:cubicBezTo>
                <a:cubicBezTo>
                  <a:pt x="176" y="50"/>
                  <a:pt x="171" y="51"/>
                  <a:pt x="171" y="52"/>
                </a:cubicBezTo>
                <a:cubicBezTo>
                  <a:pt x="169" y="54"/>
                  <a:pt x="172" y="57"/>
                  <a:pt x="170" y="59"/>
                </a:cubicBezTo>
                <a:cubicBezTo>
                  <a:pt x="168" y="57"/>
                  <a:pt x="168" y="53"/>
                  <a:pt x="166" y="50"/>
                </a:cubicBezTo>
                <a:cubicBezTo>
                  <a:pt x="168" y="53"/>
                  <a:pt x="157" y="52"/>
                  <a:pt x="157" y="52"/>
                </a:cubicBezTo>
                <a:cubicBezTo>
                  <a:pt x="154" y="52"/>
                  <a:pt x="148" y="54"/>
                  <a:pt x="145" y="50"/>
                </a:cubicBezTo>
                <a:cubicBezTo>
                  <a:pt x="144" y="49"/>
                  <a:pt x="144" y="44"/>
                  <a:pt x="146" y="45"/>
                </a:cubicBezTo>
                <a:cubicBezTo>
                  <a:pt x="144" y="43"/>
                  <a:pt x="142" y="41"/>
                  <a:pt x="141" y="40"/>
                </a:cubicBezTo>
                <a:cubicBezTo>
                  <a:pt x="132" y="43"/>
                  <a:pt x="125" y="47"/>
                  <a:pt x="117" y="51"/>
                </a:cubicBezTo>
                <a:cubicBezTo>
                  <a:pt x="118" y="51"/>
                  <a:pt x="119" y="51"/>
                  <a:pt x="120" y="50"/>
                </a:cubicBezTo>
                <a:cubicBezTo>
                  <a:pt x="122" y="50"/>
                  <a:pt x="124" y="48"/>
                  <a:pt x="126" y="47"/>
                </a:cubicBezTo>
                <a:cubicBezTo>
                  <a:pt x="128" y="46"/>
                  <a:pt x="134" y="43"/>
                  <a:pt x="136" y="46"/>
                </a:cubicBezTo>
                <a:cubicBezTo>
                  <a:pt x="137" y="45"/>
                  <a:pt x="137" y="45"/>
                  <a:pt x="138" y="44"/>
                </a:cubicBezTo>
                <a:cubicBezTo>
                  <a:pt x="139" y="46"/>
                  <a:pt x="141" y="48"/>
                  <a:pt x="143" y="51"/>
                </a:cubicBezTo>
                <a:cubicBezTo>
                  <a:pt x="141" y="50"/>
                  <a:pt x="137" y="50"/>
                  <a:pt x="135" y="50"/>
                </a:cubicBezTo>
                <a:cubicBezTo>
                  <a:pt x="133" y="51"/>
                  <a:pt x="130" y="51"/>
                  <a:pt x="130" y="53"/>
                </a:cubicBezTo>
                <a:cubicBezTo>
                  <a:pt x="130" y="55"/>
                  <a:pt x="131" y="57"/>
                  <a:pt x="131" y="58"/>
                </a:cubicBezTo>
                <a:cubicBezTo>
                  <a:pt x="128" y="56"/>
                  <a:pt x="125" y="52"/>
                  <a:pt x="121" y="51"/>
                </a:cubicBezTo>
                <a:cubicBezTo>
                  <a:pt x="119" y="51"/>
                  <a:pt x="117" y="51"/>
                  <a:pt x="115" y="52"/>
                </a:cubicBezTo>
                <a:cubicBezTo>
                  <a:pt x="91" y="65"/>
                  <a:pt x="71" y="84"/>
                  <a:pt x="56" y="107"/>
                </a:cubicBezTo>
                <a:cubicBezTo>
                  <a:pt x="57" y="108"/>
                  <a:pt x="58" y="109"/>
                  <a:pt x="59" y="109"/>
                </a:cubicBezTo>
                <a:cubicBezTo>
                  <a:pt x="62" y="110"/>
                  <a:pt x="59" y="117"/>
                  <a:pt x="64" y="113"/>
                </a:cubicBezTo>
                <a:cubicBezTo>
                  <a:pt x="66" y="115"/>
                  <a:pt x="66" y="116"/>
                  <a:pt x="65" y="118"/>
                </a:cubicBezTo>
                <a:cubicBezTo>
                  <a:pt x="65" y="118"/>
                  <a:pt x="75" y="124"/>
                  <a:pt x="76" y="125"/>
                </a:cubicBezTo>
                <a:cubicBezTo>
                  <a:pt x="78" y="126"/>
                  <a:pt x="80" y="128"/>
                  <a:pt x="81" y="130"/>
                </a:cubicBezTo>
                <a:cubicBezTo>
                  <a:pt x="82" y="132"/>
                  <a:pt x="80" y="134"/>
                  <a:pt x="79" y="135"/>
                </a:cubicBezTo>
                <a:cubicBezTo>
                  <a:pt x="78" y="134"/>
                  <a:pt x="75" y="130"/>
                  <a:pt x="74" y="131"/>
                </a:cubicBezTo>
                <a:cubicBezTo>
                  <a:pt x="73" y="133"/>
                  <a:pt x="74" y="139"/>
                  <a:pt x="77" y="139"/>
                </a:cubicBezTo>
                <a:cubicBezTo>
                  <a:pt x="73" y="139"/>
                  <a:pt x="75" y="155"/>
                  <a:pt x="74" y="158"/>
                </a:cubicBezTo>
                <a:cubicBezTo>
                  <a:pt x="74" y="158"/>
                  <a:pt x="74" y="158"/>
                  <a:pt x="74" y="158"/>
                </a:cubicBezTo>
                <a:cubicBezTo>
                  <a:pt x="73" y="161"/>
                  <a:pt x="76" y="173"/>
                  <a:pt x="81" y="172"/>
                </a:cubicBezTo>
                <a:cubicBezTo>
                  <a:pt x="78" y="172"/>
                  <a:pt x="87" y="184"/>
                  <a:pt x="88" y="185"/>
                </a:cubicBezTo>
                <a:cubicBezTo>
                  <a:pt x="91" y="187"/>
                  <a:pt x="95" y="188"/>
                  <a:pt x="97" y="192"/>
                </a:cubicBezTo>
                <a:cubicBezTo>
                  <a:pt x="100" y="195"/>
                  <a:pt x="100" y="201"/>
                  <a:pt x="103" y="203"/>
                </a:cubicBezTo>
                <a:cubicBezTo>
                  <a:pt x="102" y="206"/>
                  <a:pt x="108" y="210"/>
                  <a:pt x="108" y="214"/>
                </a:cubicBezTo>
                <a:cubicBezTo>
                  <a:pt x="108" y="214"/>
                  <a:pt x="107" y="214"/>
                  <a:pt x="107" y="215"/>
                </a:cubicBezTo>
                <a:cubicBezTo>
                  <a:pt x="108" y="218"/>
                  <a:pt x="113" y="218"/>
                  <a:pt x="115" y="221"/>
                </a:cubicBezTo>
                <a:cubicBezTo>
                  <a:pt x="116" y="223"/>
                  <a:pt x="115" y="228"/>
                  <a:pt x="118" y="227"/>
                </a:cubicBezTo>
                <a:cubicBezTo>
                  <a:pt x="118" y="222"/>
                  <a:pt x="115" y="216"/>
                  <a:pt x="112" y="212"/>
                </a:cubicBezTo>
                <a:cubicBezTo>
                  <a:pt x="110" y="209"/>
                  <a:pt x="109" y="207"/>
                  <a:pt x="108" y="204"/>
                </a:cubicBezTo>
                <a:cubicBezTo>
                  <a:pt x="106" y="202"/>
                  <a:pt x="106" y="199"/>
                  <a:pt x="105" y="197"/>
                </a:cubicBezTo>
                <a:cubicBezTo>
                  <a:pt x="106" y="197"/>
                  <a:pt x="112" y="199"/>
                  <a:pt x="111" y="200"/>
                </a:cubicBezTo>
                <a:cubicBezTo>
                  <a:pt x="109" y="205"/>
                  <a:pt x="119" y="214"/>
                  <a:pt x="122" y="217"/>
                </a:cubicBezTo>
                <a:cubicBezTo>
                  <a:pt x="123" y="218"/>
                  <a:pt x="128" y="225"/>
                  <a:pt x="125" y="225"/>
                </a:cubicBezTo>
                <a:cubicBezTo>
                  <a:pt x="129" y="225"/>
                  <a:pt x="133" y="230"/>
                  <a:pt x="135" y="233"/>
                </a:cubicBezTo>
                <a:cubicBezTo>
                  <a:pt x="137" y="236"/>
                  <a:pt x="136" y="241"/>
                  <a:pt x="138" y="245"/>
                </a:cubicBezTo>
                <a:cubicBezTo>
                  <a:pt x="139" y="250"/>
                  <a:pt x="146" y="252"/>
                  <a:pt x="150" y="255"/>
                </a:cubicBezTo>
                <a:cubicBezTo>
                  <a:pt x="154" y="256"/>
                  <a:pt x="157" y="259"/>
                  <a:pt x="160" y="260"/>
                </a:cubicBezTo>
                <a:cubicBezTo>
                  <a:pt x="166" y="262"/>
                  <a:pt x="167" y="260"/>
                  <a:pt x="171" y="260"/>
                </a:cubicBezTo>
                <a:cubicBezTo>
                  <a:pt x="178" y="259"/>
                  <a:pt x="179" y="266"/>
                  <a:pt x="184" y="269"/>
                </a:cubicBezTo>
                <a:cubicBezTo>
                  <a:pt x="187" y="270"/>
                  <a:pt x="194" y="273"/>
                  <a:pt x="198" y="271"/>
                </a:cubicBezTo>
                <a:cubicBezTo>
                  <a:pt x="196" y="272"/>
                  <a:pt x="203" y="282"/>
                  <a:pt x="204" y="283"/>
                </a:cubicBezTo>
                <a:cubicBezTo>
                  <a:pt x="206" y="286"/>
                  <a:pt x="210" y="287"/>
                  <a:pt x="213" y="290"/>
                </a:cubicBezTo>
                <a:cubicBezTo>
                  <a:pt x="213" y="290"/>
                  <a:pt x="214" y="289"/>
                  <a:pt x="214" y="288"/>
                </a:cubicBezTo>
                <a:cubicBezTo>
                  <a:pt x="213" y="291"/>
                  <a:pt x="218" y="296"/>
                  <a:pt x="221" y="296"/>
                </a:cubicBezTo>
                <a:cubicBezTo>
                  <a:pt x="223" y="295"/>
                  <a:pt x="224" y="290"/>
                  <a:pt x="224" y="288"/>
                </a:cubicBezTo>
                <a:cubicBezTo>
                  <a:pt x="219" y="290"/>
                  <a:pt x="215" y="288"/>
                  <a:pt x="212" y="283"/>
                </a:cubicBezTo>
                <a:cubicBezTo>
                  <a:pt x="211" y="282"/>
                  <a:pt x="207" y="275"/>
                  <a:pt x="211" y="275"/>
                </a:cubicBezTo>
                <a:cubicBezTo>
                  <a:pt x="216" y="275"/>
                  <a:pt x="212" y="271"/>
                  <a:pt x="212" y="268"/>
                </a:cubicBezTo>
                <a:cubicBezTo>
                  <a:pt x="211" y="264"/>
                  <a:pt x="208" y="262"/>
                  <a:pt x="206" y="259"/>
                </a:cubicBezTo>
                <a:cubicBezTo>
                  <a:pt x="205" y="262"/>
                  <a:pt x="200" y="261"/>
                  <a:pt x="198" y="259"/>
                </a:cubicBezTo>
                <a:cubicBezTo>
                  <a:pt x="198" y="259"/>
                  <a:pt x="197" y="261"/>
                  <a:pt x="197" y="262"/>
                </a:cubicBezTo>
                <a:cubicBezTo>
                  <a:pt x="196" y="262"/>
                  <a:pt x="195" y="262"/>
                  <a:pt x="194" y="261"/>
                </a:cubicBezTo>
                <a:cubicBezTo>
                  <a:pt x="194" y="258"/>
                  <a:pt x="194" y="255"/>
                  <a:pt x="195" y="251"/>
                </a:cubicBezTo>
                <a:cubicBezTo>
                  <a:pt x="196" y="247"/>
                  <a:pt x="205" y="238"/>
                  <a:pt x="194" y="239"/>
                </a:cubicBezTo>
                <a:cubicBezTo>
                  <a:pt x="190" y="239"/>
                  <a:pt x="188" y="240"/>
                  <a:pt x="187" y="244"/>
                </a:cubicBezTo>
                <a:cubicBezTo>
                  <a:pt x="186" y="247"/>
                  <a:pt x="186" y="249"/>
                  <a:pt x="183" y="251"/>
                </a:cubicBezTo>
                <a:cubicBezTo>
                  <a:pt x="181" y="252"/>
                  <a:pt x="173" y="251"/>
                  <a:pt x="171" y="250"/>
                </a:cubicBezTo>
                <a:cubicBezTo>
                  <a:pt x="166" y="247"/>
                  <a:pt x="163" y="239"/>
                  <a:pt x="163" y="234"/>
                </a:cubicBezTo>
                <a:cubicBezTo>
                  <a:pt x="163" y="227"/>
                  <a:pt x="166" y="221"/>
                  <a:pt x="163" y="215"/>
                </a:cubicBezTo>
                <a:cubicBezTo>
                  <a:pt x="164" y="213"/>
                  <a:pt x="166" y="211"/>
                  <a:pt x="168" y="210"/>
                </a:cubicBezTo>
                <a:cubicBezTo>
                  <a:pt x="169" y="209"/>
                  <a:pt x="171" y="210"/>
                  <a:pt x="172" y="207"/>
                </a:cubicBezTo>
                <a:cubicBezTo>
                  <a:pt x="171" y="207"/>
                  <a:pt x="170" y="206"/>
                  <a:pt x="170" y="206"/>
                </a:cubicBezTo>
                <a:cubicBezTo>
                  <a:pt x="173" y="208"/>
                  <a:pt x="180" y="203"/>
                  <a:pt x="184" y="206"/>
                </a:cubicBezTo>
                <a:cubicBezTo>
                  <a:pt x="186" y="207"/>
                  <a:pt x="188" y="208"/>
                  <a:pt x="189" y="205"/>
                </a:cubicBezTo>
                <a:cubicBezTo>
                  <a:pt x="189" y="205"/>
                  <a:pt x="187" y="202"/>
                  <a:pt x="188" y="200"/>
                </a:cubicBezTo>
                <a:cubicBezTo>
                  <a:pt x="189" y="204"/>
                  <a:pt x="192" y="205"/>
                  <a:pt x="196" y="202"/>
                </a:cubicBezTo>
                <a:cubicBezTo>
                  <a:pt x="197" y="203"/>
                  <a:pt x="201" y="203"/>
                  <a:pt x="204" y="204"/>
                </a:cubicBezTo>
                <a:cubicBezTo>
                  <a:pt x="207" y="206"/>
                  <a:pt x="207" y="209"/>
                  <a:pt x="211" y="205"/>
                </a:cubicBezTo>
                <a:cubicBezTo>
                  <a:pt x="213" y="208"/>
                  <a:pt x="213" y="208"/>
                  <a:pt x="214" y="211"/>
                </a:cubicBezTo>
                <a:cubicBezTo>
                  <a:pt x="214" y="214"/>
                  <a:pt x="216" y="221"/>
                  <a:pt x="218" y="222"/>
                </a:cubicBezTo>
                <a:cubicBezTo>
                  <a:pt x="224" y="225"/>
                  <a:pt x="222" y="217"/>
                  <a:pt x="222" y="214"/>
                </a:cubicBezTo>
                <a:cubicBezTo>
                  <a:pt x="222" y="213"/>
                  <a:pt x="222" y="205"/>
                  <a:pt x="221" y="205"/>
                </a:cubicBezTo>
                <a:cubicBezTo>
                  <a:pt x="213" y="203"/>
                  <a:pt x="216" y="197"/>
                  <a:pt x="221" y="193"/>
                </a:cubicBezTo>
                <a:cubicBezTo>
                  <a:pt x="222" y="192"/>
                  <a:pt x="227" y="190"/>
                  <a:pt x="230" y="188"/>
                </a:cubicBezTo>
                <a:cubicBezTo>
                  <a:pt x="232" y="186"/>
                  <a:pt x="235" y="183"/>
                  <a:pt x="234" y="179"/>
                </a:cubicBezTo>
                <a:cubicBezTo>
                  <a:pt x="235" y="179"/>
                  <a:pt x="236" y="178"/>
                  <a:pt x="236" y="177"/>
                </a:cubicBezTo>
                <a:cubicBezTo>
                  <a:pt x="236" y="177"/>
                  <a:pt x="233" y="174"/>
                  <a:pt x="232" y="175"/>
                </a:cubicBezTo>
                <a:cubicBezTo>
                  <a:pt x="234" y="174"/>
                  <a:pt x="234" y="172"/>
                  <a:pt x="233" y="171"/>
                </a:cubicBezTo>
                <a:cubicBezTo>
                  <a:pt x="235" y="169"/>
                  <a:pt x="234" y="166"/>
                  <a:pt x="236" y="165"/>
                </a:cubicBezTo>
                <a:cubicBezTo>
                  <a:pt x="239" y="169"/>
                  <a:pt x="245" y="165"/>
                  <a:pt x="242" y="162"/>
                </a:cubicBezTo>
                <a:cubicBezTo>
                  <a:pt x="244" y="158"/>
                  <a:pt x="250" y="160"/>
                  <a:pt x="252" y="157"/>
                </a:cubicBezTo>
                <a:cubicBezTo>
                  <a:pt x="255" y="158"/>
                  <a:pt x="253" y="153"/>
                  <a:pt x="255" y="150"/>
                </a:cubicBezTo>
                <a:cubicBezTo>
                  <a:pt x="256" y="148"/>
                  <a:pt x="259" y="148"/>
                  <a:pt x="262" y="147"/>
                </a:cubicBezTo>
                <a:cubicBezTo>
                  <a:pt x="262" y="147"/>
                  <a:pt x="268" y="143"/>
                  <a:pt x="266" y="143"/>
                </a:cubicBezTo>
                <a:cubicBezTo>
                  <a:pt x="270" y="144"/>
                  <a:pt x="279" y="139"/>
                  <a:pt x="272" y="135"/>
                </a:cubicBezTo>
                <a:cubicBezTo>
                  <a:pt x="273" y="133"/>
                  <a:pt x="270" y="132"/>
                  <a:pt x="268" y="132"/>
                </a:cubicBezTo>
                <a:cubicBezTo>
                  <a:pt x="269" y="131"/>
                  <a:pt x="272" y="132"/>
                  <a:pt x="273" y="131"/>
                </a:cubicBezTo>
                <a:cubicBezTo>
                  <a:pt x="276" y="129"/>
                  <a:pt x="274" y="128"/>
                  <a:pt x="271" y="127"/>
                </a:cubicBezTo>
                <a:cubicBezTo>
                  <a:pt x="268" y="126"/>
                  <a:pt x="263" y="128"/>
                  <a:pt x="261" y="130"/>
                </a:cubicBezTo>
                <a:cubicBezTo>
                  <a:pt x="259" y="132"/>
                  <a:pt x="257" y="134"/>
                  <a:pt x="255" y="135"/>
                </a:cubicBezTo>
                <a:close/>
                <a:moveTo>
                  <a:pt x="308" y="302"/>
                </a:moveTo>
                <a:cubicBezTo>
                  <a:pt x="306" y="301"/>
                  <a:pt x="303" y="301"/>
                  <a:pt x="301" y="300"/>
                </a:cubicBezTo>
                <a:cubicBezTo>
                  <a:pt x="299" y="300"/>
                  <a:pt x="298" y="299"/>
                  <a:pt x="295" y="298"/>
                </a:cubicBezTo>
                <a:cubicBezTo>
                  <a:pt x="296" y="293"/>
                  <a:pt x="290" y="292"/>
                  <a:pt x="287" y="289"/>
                </a:cubicBezTo>
                <a:cubicBezTo>
                  <a:pt x="284" y="287"/>
                  <a:pt x="282" y="284"/>
                  <a:pt x="277" y="285"/>
                </a:cubicBezTo>
                <a:cubicBezTo>
                  <a:pt x="276" y="285"/>
                  <a:pt x="271" y="287"/>
                  <a:pt x="272" y="288"/>
                </a:cubicBezTo>
                <a:cubicBezTo>
                  <a:pt x="269" y="285"/>
                  <a:pt x="268" y="284"/>
                  <a:pt x="263" y="282"/>
                </a:cubicBezTo>
                <a:cubicBezTo>
                  <a:pt x="259" y="281"/>
                  <a:pt x="257" y="276"/>
                  <a:pt x="253" y="281"/>
                </a:cubicBezTo>
                <a:cubicBezTo>
                  <a:pt x="251" y="283"/>
                  <a:pt x="252" y="286"/>
                  <a:pt x="251" y="288"/>
                </a:cubicBezTo>
                <a:cubicBezTo>
                  <a:pt x="247" y="285"/>
                  <a:pt x="254" y="282"/>
                  <a:pt x="251" y="279"/>
                </a:cubicBezTo>
                <a:cubicBezTo>
                  <a:pt x="248" y="275"/>
                  <a:pt x="243" y="281"/>
                  <a:pt x="240" y="282"/>
                </a:cubicBezTo>
                <a:cubicBezTo>
                  <a:pt x="239" y="284"/>
                  <a:pt x="237" y="284"/>
                  <a:pt x="236" y="286"/>
                </a:cubicBezTo>
                <a:cubicBezTo>
                  <a:pt x="235" y="287"/>
                  <a:pt x="234" y="290"/>
                  <a:pt x="233" y="291"/>
                </a:cubicBezTo>
                <a:cubicBezTo>
                  <a:pt x="233" y="289"/>
                  <a:pt x="228" y="290"/>
                  <a:pt x="228" y="288"/>
                </a:cubicBezTo>
                <a:cubicBezTo>
                  <a:pt x="229" y="294"/>
                  <a:pt x="229" y="301"/>
                  <a:pt x="230" y="307"/>
                </a:cubicBezTo>
                <a:cubicBezTo>
                  <a:pt x="231" y="310"/>
                  <a:pt x="230" y="316"/>
                  <a:pt x="227" y="319"/>
                </a:cubicBezTo>
                <a:cubicBezTo>
                  <a:pt x="224" y="321"/>
                  <a:pt x="221" y="324"/>
                  <a:pt x="220" y="329"/>
                </a:cubicBezTo>
                <a:cubicBezTo>
                  <a:pt x="220" y="332"/>
                  <a:pt x="220" y="334"/>
                  <a:pt x="223" y="335"/>
                </a:cubicBezTo>
                <a:cubicBezTo>
                  <a:pt x="223" y="339"/>
                  <a:pt x="219" y="342"/>
                  <a:pt x="219" y="346"/>
                </a:cubicBezTo>
                <a:cubicBezTo>
                  <a:pt x="219" y="346"/>
                  <a:pt x="220" y="348"/>
                  <a:pt x="220" y="350"/>
                </a:cubicBezTo>
                <a:cubicBezTo>
                  <a:pt x="254" y="344"/>
                  <a:pt x="285" y="327"/>
                  <a:pt x="308" y="302"/>
                </a:cubicBezTo>
                <a:close/>
              </a:path>
            </a:pathLst>
          </a:custGeom>
          <a:solidFill>
            <a:schemeClr val="accent1"/>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4" name="Freeform 56"/>
          <p:cNvSpPr>
            <a:spLocks noEditPoints="1"/>
          </p:cNvSpPr>
          <p:nvPr/>
        </p:nvSpPr>
        <p:spPr bwMode="auto">
          <a:xfrm>
            <a:off x="8125311" y="1578317"/>
            <a:ext cx="361263" cy="361263"/>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solidFill>
            <a:schemeClr val="accent3"/>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5" name="Freeform 126"/>
          <p:cNvSpPr/>
          <p:nvPr/>
        </p:nvSpPr>
        <p:spPr bwMode="auto">
          <a:xfrm>
            <a:off x="6849429" y="2755189"/>
            <a:ext cx="387589" cy="498842"/>
          </a:xfrm>
          <a:custGeom>
            <a:avLst/>
            <a:gdLst/>
            <a:ahLst/>
            <a:cxnLst>
              <a:cxn ang="0">
                <a:pos x="25" y="46"/>
              </a:cxn>
              <a:cxn ang="0">
                <a:pos x="1" y="64"/>
              </a:cxn>
              <a:cxn ang="0">
                <a:pos x="0" y="62"/>
              </a:cxn>
              <a:cxn ang="0">
                <a:pos x="1" y="61"/>
              </a:cxn>
              <a:cxn ang="0">
                <a:pos x="22" y="46"/>
              </a:cxn>
              <a:cxn ang="0">
                <a:pos x="1" y="36"/>
              </a:cxn>
              <a:cxn ang="0">
                <a:pos x="24" y="41"/>
              </a:cxn>
              <a:cxn ang="0">
                <a:pos x="27" y="31"/>
              </a:cxn>
              <a:cxn ang="0">
                <a:pos x="7" y="18"/>
              </a:cxn>
              <a:cxn ang="0">
                <a:pos x="27" y="28"/>
              </a:cxn>
              <a:cxn ang="0">
                <a:pos x="28" y="21"/>
              </a:cxn>
              <a:cxn ang="0">
                <a:pos x="23" y="0"/>
              </a:cxn>
              <a:cxn ang="0">
                <a:pos x="31" y="21"/>
              </a:cxn>
              <a:cxn ang="0">
                <a:pos x="31" y="25"/>
              </a:cxn>
              <a:cxn ang="0">
                <a:pos x="48" y="18"/>
              </a:cxn>
              <a:cxn ang="0">
                <a:pos x="30" y="32"/>
              </a:cxn>
              <a:cxn ang="0">
                <a:pos x="27" y="42"/>
              </a:cxn>
              <a:cxn ang="0">
                <a:pos x="50" y="39"/>
              </a:cxn>
              <a:cxn ang="0">
                <a:pos x="25" y="46"/>
              </a:cxn>
            </a:cxnLst>
            <a:rect l="0" t="0" r="r" b="b"/>
            <a:pathLst>
              <a:path w="50" h="64">
                <a:moveTo>
                  <a:pt x="25" y="46"/>
                </a:moveTo>
                <a:cubicBezTo>
                  <a:pt x="20" y="57"/>
                  <a:pt x="11" y="64"/>
                  <a:pt x="1" y="64"/>
                </a:cubicBezTo>
                <a:cubicBezTo>
                  <a:pt x="0" y="64"/>
                  <a:pt x="0" y="63"/>
                  <a:pt x="0" y="62"/>
                </a:cubicBezTo>
                <a:cubicBezTo>
                  <a:pt x="0" y="61"/>
                  <a:pt x="0" y="61"/>
                  <a:pt x="1" y="61"/>
                </a:cubicBezTo>
                <a:cubicBezTo>
                  <a:pt x="10" y="61"/>
                  <a:pt x="17" y="55"/>
                  <a:pt x="22" y="46"/>
                </a:cubicBezTo>
                <a:cubicBezTo>
                  <a:pt x="17" y="48"/>
                  <a:pt x="6" y="50"/>
                  <a:pt x="1" y="36"/>
                </a:cubicBezTo>
                <a:cubicBezTo>
                  <a:pt x="15" y="30"/>
                  <a:pt x="22" y="37"/>
                  <a:pt x="24" y="41"/>
                </a:cubicBezTo>
                <a:cubicBezTo>
                  <a:pt x="25" y="38"/>
                  <a:pt x="26" y="35"/>
                  <a:pt x="27" y="31"/>
                </a:cubicBezTo>
                <a:cubicBezTo>
                  <a:pt x="27" y="31"/>
                  <a:pt x="9" y="34"/>
                  <a:pt x="7" y="18"/>
                </a:cubicBezTo>
                <a:cubicBezTo>
                  <a:pt x="23" y="12"/>
                  <a:pt x="27" y="28"/>
                  <a:pt x="27" y="28"/>
                </a:cubicBezTo>
                <a:cubicBezTo>
                  <a:pt x="27" y="26"/>
                  <a:pt x="28" y="21"/>
                  <a:pt x="28" y="21"/>
                </a:cubicBezTo>
                <a:cubicBezTo>
                  <a:pt x="28" y="21"/>
                  <a:pt x="14" y="12"/>
                  <a:pt x="23" y="0"/>
                </a:cubicBezTo>
                <a:cubicBezTo>
                  <a:pt x="39" y="5"/>
                  <a:pt x="31" y="21"/>
                  <a:pt x="31" y="21"/>
                </a:cubicBezTo>
                <a:cubicBezTo>
                  <a:pt x="31" y="21"/>
                  <a:pt x="31" y="24"/>
                  <a:pt x="31" y="25"/>
                </a:cubicBezTo>
                <a:cubicBezTo>
                  <a:pt x="31" y="25"/>
                  <a:pt x="37" y="14"/>
                  <a:pt x="48" y="18"/>
                </a:cubicBezTo>
                <a:cubicBezTo>
                  <a:pt x="48" y="35"/>
                  <a:pt x="30" y="32"/>
                  <a:pt x="30" y="32"/>
                </a:cubicBezTo>
                <a:cubicBezTo>
                  <a:pt x="29" y="35"/>
                  <a:pt x="29" y="39"/>
                  <a:pt x="27" y="42"/>
                </a:cubicBezTo>
                <a:cubicBezTo>
                  <a:pt x="27" y="42"/>
                  <a:pt x="38" y="30"/>
                  <a:pt x="50" y="39"/>
                </a:cubicBezTo>
                <a:cubicBezTo>
                  <a:pt x="43" y="57"/>
                  <a:pt x="25" y="46"/>
                  <a:pt x="25" y="46"/>
                </a:cubicBezTo>
                <a:close/>
              </a:path>
            </a:pathLst>
          </a:custGeom>
          <a:solidFill>
            <a:schemeClr val="accent5"/>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6" name="Freeform 127"/>
          <p:cNvSpPr/>
          <p:nvPr/>
        </p:nvSpPr>
        <p:spPr bwMode="auto">
          <a:xfrm>
            <a:off x="8631939" y="2257858"/>
            <a:ext cx="295296" cy="325373"/>
          </a:xfrm>
          <a:custGeom>
            <a:avLst/>
            <a:gdLst/>
            <a:ahLst/>
            <a:cxnLst>
              <a:cxn ang="0">
                <a:pos x="40" y="55"/>
              </a:cxn>
              <a:cxn ang="0">
                <a:pos x="32" y="51"/>
              </a:cxn>
              <a:cxn ang="0">
                <a:pos x="4" y="24"/>
              </a:cxn>
              <a:cxn ang="0">
                <a:pos x="0" y="14"/>
              </a:cxn>
              <a:cxn ang="0">
                <a:pos x="13" y="0"/>
              </a:cxn>
              <a:cxn ang="0">
                <a:pos x="23" y="5"/>
              </a:cxn>
              <a:cxn ang="0">
                <a:pos x="45" y="26"/>
              </a:cxn>
              <a:cxn ang="0">
                <a:pos x="45" y="27"/>
              </a:cxn>
              <a:cxn ang="0">
                <a:pos x="42" y="30"/>
              </a:cxn>
              <a:cxn ang="0">
                <a:pos x="42" y="29"/>
              </a:cxn>
              <a:cxn ang="0">
                <a:pos x="20" y="8"/>
              </a:cxn>
              <a:cxn ang="0">
                <a:pos x="13" y="5"/>
              </a:cxn>
              <a:cxn ang="0">
                <a:pos x="4" y="14"/>
              </a:cxn>
              <a:cxn ang="0">
                <a:pos x="7" y="21"/>
              </a:cxn>
              <a:cxn ang="0">
                <a:pos x="35" y="48"/>
              </a:cxn>
              <a:cxn ang="0">
                <a:pos x="40" y="50"/>
              </a:cxn>
              <a:cxn ang="0">
                <a:pos x="45" y="45"/>
              </a:cxn>
              <a:cxn ang="0">
                <a:pos x="43" y="40"/>
              </a:cxn>
              <a:cxn ang="0">
                <a:pos x="22" y="19"/>
              </a:cxn>
              <a:cxn ang="0">
                <a:pos x="20" y="18"/>
              </a:cxn>
              <a:cxn ang="0">
                <a:pos x="18" y="21"/>
              </a:cxn>
              <a:cxn ang="0">
                <a:pos x="19" y="23"/>
              </a:cxn>
              <a:cxn ang="0">
                <a:pos x="33" y="38"/>
              </a:cxn>
              <a:cxn ang="0">
                <a:pos x="34" y="38"/>
              </a:cxn>
              <a:cxn ang="0">
                <a:pos x="31" y="41"/>
              </a:cxn>
              <a:cxn ang="0">
                <a:pos x="30" y="41"/>
              </a:cxn>
              <a:cxn ang="0">
                <a:pos x="16" y="26"/>
              </a:cxn>
              <a:cxn ang="0">
                <a:pos x="13" y="21"/>
              </a:cxn>
              <a:cxn ang="0">
                <a:pos x="20" y="14"/>
              </a:cxn>
              <a:cxn ang="0">
                <a:pos x="26" y="16"/>
              </a:cxn>
              <a:cxn ang="0">
                <a:pos x="46" y="37"/>
              </a:cxn>
              <a:cxn ang="0">
                <a:pos x="50" y="45"/>
              </a:cxn>
              <a:cxn ang="0">
                <a:pos x="40" y="55"/>
              </a:cxn>
            </a:cxnLst>
            <a:rect l="0" t="0" r="r" b="b"/>
            <a:pathLst>
              <a:path w="50" h="55">
                <a:moveTo>
                  <a:pt x="40" y="55"/>
                </a:moveTo>
                <a:cubicBezTo>
                  <a:pt x="37" y="55"/>
                  <a:pt x="34" y="54"/>
                  <a:pt x="32" y="51"/>
                </a:cubicBezTo>
                <a:cubicBezTo>
                  <a:pt x="4" y="24"/>
                  <a:pt x="4" y="24"/>
                  <a:pt x="4" y="24"/>
                </a:cubicBezTo>
                <a:cubicBezTo>
                  <a:pt x="1" y="21"/>
                  <a:pt x="0" y="18"/>
                  <a:pt x="0" y="14"/>
                </a:cubicBezTo>
                <a:cubicBezTo>
                  <a:pt x="0" y="7"/>
                  <a:pt x="6" y="0"/>
                  <a:pt x="13" y="0"/>
                </a:cubicBezTo>
                <a:cubicBezTo>
                  <a:pt x="17" y="0"/>
                  <a:pt x="21" y="2"/>
                  <a:pt x="23" y="5"/>
                </a:cubicBezTo>
                <a:cubicBezTo>
                  <a:pt x="45" y="26"/>
                  <a:pt x="45" y="26"/>
                  <a:pt x="45" y="26"/>
                </a:cubicBezTo>
                <a:cubicBezTo>
                  <a:pt x="45" y="26"/>
                  <a:pt x="45" y="27"/>
                  <a:pt x="45" y="27"/>
                </a:cubicBezTo>
                <a:cubicBezTo>
                  <a:pt x="45" y="28"/>
                  <a:pt x="43" y="30"/>
                  <a:pt x="42" y="30"/>
                </a:cubicBezTo>
                <a:cubicBezTo>
                  <a:pt x="42" y="30"/>
                  <a:pt x="42" y="30"/>
                  <a:pt x="42" y="29"/>
                </a:cubicBezTo>
                <a:cubicBezTo>
                  <a:pt x="20" y="8"/>
                  <a:pt x="20" y="8"/>
                  <a:pt x="20" y="8"/>
                </a:cubicBezTo>
                <a:cubicBezTo>
                  <a:pt x="18" y="6"/>
                  <a:pt x="16" y="5"/>
                  <a:pt x="13" y="5"/>
                </a:cubicBezTo>
                <a:cubicBezTo>
                  <a:pt x="8" y="5"/>
                  <a:pt x="4" y="9"/>
                  <a:pt x="4" y="14"/>
                </a:cubicBezTo>
                <a:cubicBezTo>
                  <a:pt x="4" y="16"/>
                  <a:pt x="5" y="19"/>
                  <a:pt x="7" y="21"/>
                </a:cubicBezTo>
                <a:cubicBezTo>
                  <a:pt x="35" y="48"/>
                  <a:pt x="35" y="48"/>
                  <a:pt x="35" y="48"/>
                </a:cubicBezTo>
                <a:cubicBezTo>
                  <a:pt x="36" y="50"/>
                  <a:pt x="38" y="50"/>
                  <a:pt x="40" y="50"/>
                </a:cubicBezTo>
                <a:cubicBezTo>
                  <a:pt x="43" y="50"/>
                  <a:pt x="45" y="48"/>
                  <a:pt x="45" y="45"/>
                </a:cubicBezTo>
                <a:cubicBezTo>
                  <a:pt x="45" y="43"/>
                  <a:pt x="44" y="41"/>
                  <a:pt x="43" y="40"/>
                </a:cubicBezTo>
                <a:cubicBezTo>
                  <a:pt x="22" y="19"/>
                  <a:pt x="22" y="19"/>
                  <a:pt x="22" y="19"/>
                </a:cubicBezTo>
                <a:cubicBezTo>
                  <a:pt x="22" y="19"/>
                  <a:pt x="21" y="18"/>
                  <a:pt x="20" y="18"/>
                </a:cubicBezTo>
                <a:cubicBezTo>
                  <a:pt x="19" y="18"/>
                  <a:pt x="18" y="19"/>
                  <a:pt x="18" y="21"/>
                </a:cubicBezTo>
                <a:cubicBezTo>
                  <a:pt x="18" y="22"/>
                  <a:pt x="18" y="22"/>
                  <a:pt x="19" y="23"/>
                </a:cubicBezTo>
                <a:cubicBezTo>
                  <a:pt x="33" y="38"/>
                  <a:pt x="33" y="38"/>
                  <a:pt x="33" y="38"/>
                </a:cubicBezTo>
                <a:cubicBezTo>
                  <a:pt x="34" y="38"/>
                  <a:pt x="34" y="38"/>
                  <a:pt x="34" y="38"/>
                </a:cubicBezTo>
                <a:cubicBezTo>
                  <a:pt x="34" y="39"/>
                  <a:pt x="32" y="41"/>
                  <a:pt x="31" y="41"/>
                </a:cubicBezTo>
                <a:cubicBezTo>
                  <a:pt x="31" y="41"/>
                  <a:pt x="30" y="41"/>
                  <a:pt x="30" y="41"/>
                </a:cubicBezTo>
                <a:cubicBezTo>
                  <a:pt x="16" y="26"/>
                  <a:pt x="16" y="26"/>
                  <a:pt x="16" y="26"/>
                </a:cubicBezTo>
                <a:cubicBezTo>
                  <a:pt x="14" y="25"/>
                  <a:pt x="13" y="23"/>
                  <a:pt x="13" y="21"/>
                </a:cubicBezTo>
                <a:cubicBezTo>
                  <a:pt x="13" y="17"/>
                  <a:pt x="16" y="14"/>
                  <a:pt x="20" y="14"/>
                </a:cubicBezTo>
                <a:cubicBezTo>
                  <a:pt x="22" y="14"/>
                  <a:pt x="24" y="15"/>
                  <a:pt x="26" y="16"/>
                </a:cubicBezTo>
                <a:cubicBezTo>
                  <a:pt x="46" y="37"/>
                  <a:pt x="46" y="37"/>
                  <a:pt x="46" y="37"/>
                </a:cubicBezTo>
                <a:cubicBezTo>
                  <a:pt x="49" y="39"/>
                  <a:pt x="50" y="42"/>
                  <a:pt x="50" y="45"/>
                </a:cubicBezTo>
                <a:cubicBezTo>
                  <a:pt x="50" y="51"/>
                  <a:pt x="46" y="55"/>
                  <a:pt x="40" y="55"/>
                </a:cubicBezTo>
                <a:close/>
              </a:path>
            </a:pathLst>
          </a:custGeom>
          <a:solidFill>
            <a:schemeClr val="accent4"/>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7" name="Freeform 66"/>
          <p:cNvSpPr>
            <a:spLocks noEditPoints="1"/>
          </p:cNvSpPr>
          <p:nvPr/>
        </p:nvSpPr>
        <p:spPr bwMode="auto">
          <a:xfrm>
            <a:off x="5121276" y="2277365"/>
            <a:ext cx="330416" cy="256285"/>
          </a:xfrm>
          <a:custGeom>
            <a:avLst/>
            <a:gdLst/>
            <a:ahLst/>
            <a:cxnLst>
              <a:cxn ang="0">
                <a:pos x="29" y="41"/>
              </a:cxn>
              <a:cxn ang="0">
                <a:pos x="22" y="40"/>
              </a:cxn>
              <a:cxn ang="0">
                <a:pos x="11" y="45"/>
              </a:cxn>
              <a:cxn ang="0">
                <a:pos x="7" y="46"/>
              </a:cxn>
              <a:cxn ang="0">
                <a:pos x="7" y="46"/>
              </a:cxn>
              <a:cxn ang="0">
                <a:pos x="6" y="45"/>
              </a:cxn>
              <a:cxn ang="0">
                <a:pos x="6" y="43"/>
              </a:cxn>
              <a:cxn ang="0">
                <a:pos x="11" y="36"/>
              </a:cxn>
              <a:cxn ang="0">
                <a:pos x="0" y="20"/>
              </a:cxn>
              <a:cxn ang="0">
                <a:pos x="29" y="0"/>
              </a:cxn>
              <a:cxn ang="0">
                <a:pos x="57" y="20"/>
              </a:cxn>
              <a:cxn ang="0">
                <a:pos x="29" y="41"/>
              </a:cxn>
              <a:cxn ang="0">
                <a:pos x="62" y="47"/>
              </a:cxn>
              <a:cxn ang="0">
                <a:pos x="66" y="53"/>
              </a:cxn>
              <a:cxn ang="0">
                <a:pos x="67" y="55"/>
              </a:cxn>
              <a:cxn ang="0">
                <a:pos x="66" y="56"/>
              </a:cxn>
              <a:cxn ang="0">
                <a:pos x="62" y="55"/>
              </a:cxn>
              <a:cxn ang="0">
                <a:pos x="51" y="50"/>
              </a:cxn>
              <a:cxn ang="0">
                <a:pos x="44" y="51"/>
              </a:cxn>
              <a:cxn ang="0">
                <a:pos x="25" y="46"/>
              </a:cxn>
              <a:cxn ang="0">
                <a:pos x="29" y="46"/>
              </a:cxn>
              <a:cxn ang="0">
                <a:pos x="52" y="39"/>
              </a:cxn>
              <a:cxn ang="0">
                <a:pos x="62" y="20"/>
              </a:cxn>
              <a:cxn ang="0">
                <a:pos x="61" y="14"/>
              </a:cxn>
              <a:cxn ang="0">
                <a:pos x="72" y="30"/>
              </a:cxn>
              <a:cxn ang="0">
                <a:pos x="62" y="47"/>
              </a:cxn>
            </a:cxnLst>
            <a:rect l="0" t="0" r="r" b="b"/>
            <a:pathLst>
              <a:path w="72" h="56">
                <a:moveTo>
                  <a:pt x="29" y="41"/>
                </a:moveTo>
                <a:cubicBezTo>
                  <a:pt x="26" y="41"/>
                  <a:pt x="24" y="40"/>
                  <a:pt x="22" y="40"/>
                </a:cubicBezTo>
                <a:cubicBezTo>
                  <a:pt x="18" y="42"/>
                  <a:pt x="15" y="44"/>
                  <a:pt x="11" y="45"/>
                </a:cubicBezTo>
                <a:cubicBezTo>
                  <a:pt x="9" y="45"/>
                  <a:pt x="8" y="46"/>
                  <a:pt x="7" y="46"/>
                </a:cubicBezTo>
                <a:cubicBezTo>
                  <a:pt x="7" y="46"/>
                  <a:pt x="7" y="46"/>
                  <a:pt x="7" y="46"/>
                </a:cubicBezTo>
                <a:cubicBezTo>
                  <a:pt x="6" y="46"/>
                  <a:pt x="6" y="45"/>
                  <a:pt x="6" y="45"/>
                </a:cubicBezTo>
                <a:cubicBezTo>
                  <a:pt x="5" y="44"/>
                  <a:pt x="6" y="43"/>
                  <a:pt x="6" y="43"/>
                </a:cubicBezTo>
                <a:cubicBezTo>
                  <a:pt x="8" y="41"/>
                  <a:pt x="10" y="40"/>
                  <a:pt x="11" y="36"/>
                </a:cubicBezTo>
                <a:cubicBezTo>
                  <a:pt x="5" y="32"/>
                  <a:pt x="0" y="27"/>
                  <a:pt x="0" y="20"/>
                </a:cubicBezTo>
                <a:cubicBezTo>
                  <a:pt x="0" y="9"/>
                  <a:pt x="13" y="0"/>
                  <a:pt x="29" y="0"/>
                </a:cubicBezTo>
                <a:cubicBezTo>
                  <a:pt x="44" y="0"/>
                  <a:pt x="57" y="9"/>
                  <a:pt x="57" y="20"/>
                </a:cubicBezTo>
                <a:cubicBezTo>
                  <a:pt x="57" y="32"/>
                  <a:pt x="44" y="41"/>
                  <a:pt x="29" y="41"/>
                </a:cubicBezTo>
                <a:close/>
                <a:moveTo>
                  <a:pt x="62" y="47"/>
                </a:moveTo>
                <a:cubicBezTo>
                  <a:pt x="63" y="50"/>
                  <a:pt x="65" y="51"/>
                  <a:pt x="66" y="53"/>
                </a:cubicBezTo>
                <a:cubicBezTo>
                  <a:pt x="67" y="54"/>
                  <a:pt x="67" y="54"/>
                  <a:pt x="67" y="55"/>
                </a:cubicBezTo>
                <a:cubicBezTo>
                  <a:pt x="67" y="56"/>
                  <a:pt x="67" y="56"/>
                  <a:pt x="66" y="56"/>
                </a:cubicBezTo>
                <a:cubicBezTo>
                  <a:pt x="65" y="56"/>
                  <a:pt x="63" y="56"/>
                  <a:pt x="62" y="55"/>
                </a:cubicBezTo>
                <a:cubicBezTo>
                  <a:pt x="58" y="54"/>
                  <a:pt x="55" y="53"/>
                  <a:pt x="51" y="50"/>
                </a:cubicBezTo>
                <a:cubicBezTo>
                  <a:pt x="49" y="51"/>
                  <a:pt x="47" y="51"/>
                  <a:pt x="44" y="51"/>
                </a:cubicBezTo>
                <a:cubicBezTo>
                  <a:pt x="37" y="51"/>
                  <a:pt x="30" y="49"/>
                  <a:pt x="25" y="46"/>
                </a:cubicBezTo>
                <a:cubicBezTo>
                  <a:pt x="26" y="46"/>
                  <a:pt x="28" y="46"/>
                  <a:pt x="29" y="46"/>
                </a:cubicBezTo>
                <a:cubicBezTo>
                  <a:pt x="37" y="46"/>
                  <a:pt x="46" y="43"/>
                  <a:pt x="52" y="39"/>
                </a:cubicBezTo>
                <a:cubicBezTo>
                  <a:pt x="58" y="34"/>
                  <a:pt x="62" y="27"/>
                  <a:pt x="62" y="20"/>
                </a:cubicBezTo>
                <a:cubicBezTo>
                  <a:pt x="62" y="18"/>
                  <a:pt x="62" y="16"/>
                  <a:pt x="61" y="14"/>
                </a:cubicBezTo>
                <a:cubicBezTo>
                  <a:pt x="68" y="18"/>
                  <a:pt x="72" y="24"/>
                  <a:pt x="72" y="30"/>
                </a:cubicBezTo>
                <a:cubicBezTo>
                  <a:pt x="72" y="37"/>
                  <a:pt x="68" y="43"/>
                  <a:pt x="62" y="47"/>
                </a:cubicBezTo>
                <a:close/>
              </a:path>
            </a:pathLst>
          </a:custGeom>
          <a:solidFill>
            <a:schemeClr val="accent1"/>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8" name="Freeform 74"/>
          <p:cNvSpPr>
            <a:spLocks noEditPoints="1"/>
          </p:cNvSpPr>
          <p:nvPr/>
        </p:nvSpPr>
        <p:spPr bwMode="auto">
          <a:xfrm>
            <a:off x="5563554" y="2850260"/>
            <a:ext cx="247650" cy="192088"/>
          </a:xfrm>
          <a:custGeom>
            <a:avLst/>
            <a:gdLst/>
            <a:ahLst/>
            <a:cxnLst>
              <a:cxn ang="0">
                <a:pos x="66" y="17"/>
              </a:cxn>
              <a:cxn ang="0">
                <a:pos x="47" y="30"/>
              </a:cxn>
              <a:cxn ang="0">
                <a:pos x="37" y="36"/>
              </a:cxn>
              <a:cxn ang="0">
                <a:pos x="36" y="36"/>
              </a:cxn>
              <a:cxn ang="0">
                <a:pos x="36" y="36"/>
              </a:cxn>
              <a:cxn ang="0">
                <a:pos x="26" y="30"/>
              </a:cxn>
              <a:cxn ang="0">
                <a:pos x="7" y="17"/>
              </a:cxn>
              <a:cxn ang="0">
                <a:pos x="0" y="7"/>
              </a:cxn>
              <a:cxn ang="0">
                <a:pos x="7" y="0"/>
              </a:cxn>
              <a:cxn ang="0">
                <a:pos x="66" y="0"/>
              </a:cxn>
              <a:cxn ang="0">
                <a:pos x="72" y="6"/>
              </a:cxn>
              <a:cxn ang="0">
                <a:pos x="66" y="17"/>
              </a:cxn>
              <a:cxn ang="0">
                <a:pos x="72" y="50"/>
              </a:cxn>
              <a:cxn ang="0">
                <a:pos x="66" y="56"/>
              </a:cxn>
              <a:cxn ang="0">
                <a:pos x="7" y="56"/>
              </a:cxn>
              <a:cxn ang="0">
                <a:pos x="0" y="50"/>
              </a:cxn>
              <a:cxn ang="0">
                <a:pos x="0" y="18"/>
              </a:cxn>
              <a:cxn ang="0">
                <a:pos x="5" y="21"/>
              </a:cxn>
              <a:cxn ang="0">
                <a:pos x="24" y="35"/>
              </a:cxn>
              <a:cxn ang="0">
                <a:pos x="36" y="41"/>
              </a:cxn>
              <a:cxn ang="0">
                <a:pos x="36" y="41"/>
              </a:cxn>
              <a:cxn ang="0">
                <a:pos x="37" y="41"/>
              </a:cxn>
              <a:cxn ang="0">
                <a:pos x="48" y="35"/>
              </a:cxn>
              <a:cxn ang="0">
                <a:pos x="68" y="21"/>
              </a:cxn>
              <a:cxn ang="0">
                <a:pos x="72" y="18"/>
              </a:cxn>
              <a:cxn ang="0">
                <a:pos x="72" y="50"/>
              </a:cxn>
            </a:cxnLst>
            <a:rect l="0" t="0" r="r" b="b"/>
            <a:pathLst>
              <a:path w="72" h="56">
                <a:moveTo>
                  <a:pt x="66" y="17"/>
                </a:moveTo>
                <a:cubicBezTo>
                  <a:pt x="59" y="21"/>
                  <a:pt x="53" y="26"/>
                  <a:pt x="47" y="30"/>
                </a:cubicBezTo>
                <a:cubicBezTo>
                  <a:pt x="44" y="32"/>
                  <a:pt x="40" y="36"/>
                  <a:pt x="37" y="36"/>
                </a:cubicBezTo>
                <a:cubicBezTo>
                  <a:pt x="36" y="36"/>
                  <a:pt x="36" y="36"/>
                  <a:pt x="36" y="36"/>
                </a:cubicBezTo>
                <a:cubicBezTo>
                  <a:pt x="36" y="36"/>
                  <a:pt x="36" y="36"/>
                  <a:pt x="36" y="36"/>
                </a:cubicBezTo>
                <a:cubicBezTo>
                  <a:pt x="33" y="36"/>
                  <a:pt x="29" y="32"/>
                  <a:pt x="26" y="30"/>
                </a:cubicBezTo>
                <a:cubicBezTo>
                  <a:pt x="20" y="26"/>
                  <a:pt x="14" y="21"/>
                  <a:pt x="7" y="17"/>
                </a:cubicBezTo>
                <a:cubicBezTo>
                  <a:pt x="5" y="15"/>
                  <a:pt x="0" y="11"/>
                  <a:pt x="0" y="7"/>
                </a:cubicBezTo>
                <a:cubicBezTo>
                  <a:pt x="0" y="3"/>
                  <a:pt x="3" y="0"/>
                  <a:pt x="7" y="0"/>
                </a:cubicBezTo>
                <a:cubicBezTo>
                  <a:pt x="66" y="0"/>
                  <a:pt x="66" y="0"/>
                  <a:pt x="66" y="0"/>
                </a:cubicBezTo>
                <a:cubicBezTo>
                  <a:pt x="70" y="0"/>
                  <a:pt x="72" y="2"/>
                  <a:pt x="72" y="6"/>
                </a:cubicBezTo>
                <a:cubicBezTo>
                  <a:pt x="72" y="11"/>
                  <a:pt x="69" y="15"/>
                  <a:pt x="66" y="17"/>
                </a:cubicBezTo>
                <a:close/>
                <a:moveTo>
                  <a:pt x="72" y="50"/>
                </a:moveTo>
                <a:cubicBezTo>
                  <a:pt x="72" y="53"/>
                  <a:pt x="70" y="56"/>
                  <a:pt x="66" y="56"/>
                </a:cubicBezTo>
                <a:cubicBezTo>
                  <a:pt x="7" y="56"/>
                  <a:pt x="7" y="56"/>
                  <a:pt x="7" y="56"/>
                </a:cubicBezTo>
                <a:cubicBezTo>
                  <a:pt x="3" y="56"/>
                  <a:pt x="0" y="53"/>
                  <a:pt x="0" y="50"/>
                </a:cubicBezTo>
                <a:cubicBezTo>
                  <a:pt x="0" y="18"/>
                  <a:pt x="0" y="18"/>
                  <a:pt x="0" y="18"/>
                </a:cubicBezTo>
                <a:cubicBezTo>
                  <a:pt x="2" y="19"/>
                  <a:pt x="3" y="20"/>
                  <a:pt x="5" y="21"/>
                </a:cubicBezTo>
                <a:cubicBezTo>
                  <a:pt x="11" y="26"/>
                  <a:pt x="18" y="30"/>
                  <a:pt x="24" y="35"/>
                </a:cubicBezTo>
                <a:cubicBezTo>
                  <a:pt x="28" y="38"/>
                  <a:pt x="32" y="41"/>
                  <a:pt x="36" y="41"/>
                </a:cubicBezTo>
                <a:cubicBezTo>
                  <a:pt x="36" y="41"/>
                  <a:pt x="36" y="41"/>
                  <a:pt x="36" y="41"/>
                </a:cubicBezTo>
                <a:cubicBezTo>
                  <a:pt x="37" y="41"/>
                  <a:pt x="37" y="41"/>
                  <a:pt x="37" y="41"/>
                </a:cubicBezTo>
                <a:cubicBezTo>
                  <a:pt x="41" y="41"/>
                  <a:pt x="45" y="38"/>
                  <a:pt x="48" y="35"/>
                </a:cubicBezTo>
                <a:cubicBezTo>
                  <a:pt x="55" y="30"/>
                  <a:pt x="62" y="26"/>
                  <a:pt x="68" y="21"/>
                </a:cubicBezTo>
                <a:cubicBezTo>
                  <a:pt x="70" y="20"/>
                  <a:pt x="71" y="19"/>
                  <a:pt x="72" y="18"/>
                </a:cubicBezTo>
                <a:lnTo>
                  <a:pt x="72" y="50"/>
                </a:lnTo>
                <a:close/>
              </a:path>
            </a:pathLst>
          </a:custGeom>
          <a:solidFill>
            <a:schemeClr val="accent6"/>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9" name="Freeform 152"/>
          <p:cNvSpPr>
            <a:spLocks noEditPoints="1"/>
          </p:cNvSpPr>
          <p:nvPr/>
        </p:nvSpPr>
        <p:spPr bwMode="auto">
          <a:xfrm>
            <a:off x="8274687" y="2821864"/>
            <a:ext cx="230188" cy="212725"/>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accent6"/>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033"/>
                                        </p:tgtEl>
                                        <p:attrNameLst>
                                          <p:attrName>style.visibility</p:attrName>
                                        </p:attrNameLst>
                                      </p:cBhvr>
                                      <p:to>
                                        <p:strVal val="visible"/>
                                      </p:to>
                                    </p:set>
                                    <p:animEffect transition="in" filter="wipe(down)">
                                      <p:cBhvr>
                                        <p:cTn id="7" dur="1000"/>
                                        <p:tgtEl>
                                          <p:spTgt spid="1033"/>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64"/>
                                        </p:tgtEl>
                                        <p:attrNameLst>
                                          <p:attrName>style.visibility</p:attrName>
                                        </p:attrNameLst>
                                      </p:cBhvr>
                                      <p:to>
                                        <p:strVal val="visible"/>
                                      </p:to>
                                    </p:set>
                                    <p:anim calcmode="lin" valueType="num">
                                      <p:cBhvr>
                                        <p:cTn id="11" dur="500" fill="hold"/>
                                        <p:tgtEl>
                                          <p:spTgt spid="64"/>
                                        </p:tgtEl>
                                        <p:attrNameLst>
                                          <p:attrName>ppt_w</p:attrName>
                                        </p:attrNameLst>
                                      </p:cBhvr>
                                      <p:tavLst>
                                        <p:tav tm="0">
                                          <p:val>
                                            <p:fltVal val="0"/>
                                          </p:val>
                                        </p:tav>
                                        <p:tav tm="100000">
                                          <p:val>
                                            <p:strVal val="#ppt_w"/>
                                          </p:val>
                                        </p:tav>
                                      </p:tavLst>
                                    </p:anim>
                                    <p:anim calcmode="lin" valueType="num">
                                      <p:cBhvr>
                                        <p:cTn id="12" dur="500" fill="hold"/>
                                        <p:tgtEl>
                                          <p:spTgt spid="64"/>
                                        </p:tgtEl>
                                        <p:attrNameLst>
                                          <p:attrName>ppt_h</p:attrName>
                                        </p:attrNameLst>
                                      </p:cBhvr>
                                      <p:tavLst>
                                        <p:tav tm="0">
                                          <p:val>
                                            <p:fltVal val="0"/>
                                          </p:val>
                                        </p:tav>
                                        <p:tav tm="100000">
                                          <p:val>
                                            <p:strVal val="#ppt_h"/>
                                          </p:val>
                                        </p:tav>
                                      </p:tavLst>
                                    </p:anim>
                                    <p:animEffect transition="in" filter="fade">
                                      <p:cBhvr>
                                        <p:cTn id="13" dur="500"/>
                                        <p:tgtEl>
                                          <p:spTgt spid="64"/>
                                        </p:tgtEl>
                                      </p:cBhvr>
                                    </p:animEffect>
                                  </p:childTnLst>
                                </p:cTn>
                              </p:par>
                            </p:childTnLst>
                          </p:cTn>
                        </p:par>
                        <p:par>
                          <p:cTn id="14" fill="hold">
                            <p:stCondLst>
                              <p:cond delay="1500"/>
                            </p:stCondLst>
                            <p:childTnLst>
                              <p:par>
                                <p:cTn id="15" presetID="53" presetClass="entr" presetSubtype="16" fill="hold" grpId="0" nodeType="after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p:cTn id="17" dur="500" fill="hold"/>
                                        <p:tgtEl>
                                          <p:spTgt spid="23"/>
                                        </p:tgtEl>
                                        <p:attrNameLst>
                                          <p:attrName>ppt_w</p:attrName>
                                        </p:attrNameLst>
                                      </p:cBhvr>
                                      <p:tavLst>
                                        <p:tav tm="0">
                                          <p:val>
                                            <p:fltVal val="0"/>
                                          </p:val>
                                        </p:tav>
                                        <p:tav tm="100000">
                                          <p:val>
                                            <p:strVal val="#ppt_w"/>
                                          </p:val>
                                        </p:tav>
                                      </p:tavLst>
                                    </p:anim>
                                    <p:anim calcmode="lin" valueType="num">
                                      <p:cBhvr>
                                        <p:cTn id="18" dur="500" fill="hold"/>
                                        <p:tgtEl>
                                          <p:spTgt spid="23"/>
                                        </p:tgtEl>
                                        <p:attrNameLst>
                                          <p:attrName>ppt_h</p:attrName>
                                        </p:attrNameLst>
                                      </p:cBhvr>
                                      <p:tavLst>
                                        <p:tav tm="0">
                                          <p:val>
                                            <p:fltVal val="0"/>
                                          </p:val>
                                        </p:tav>
                                        <p:tav tm="100000">
                                          <p:val>
                                            <p:strVal val="#ppt_h"/>
                                          </p:val>
                                        </p:tav>
                                      </p:tavLst>
                                    </p:anim>
                                    <p:animEffect transition="in" filter="fade">
                                      <p:cBhvr>
                                        <p:cTn id="19" dur="500"/>
                                        <p:tgtEl>
                                          <p:spTgt spid="23"/>
                                        </p:tgtEl>
                                      </p:cBhvr>
                                    </p:animEffect>
                                  </p:childTnLst>
                                </p:cTn>
                              </p:par>
                            </p:childTnLst>
                          </p:cTn>
                        </p:par>
                        <p:par>
                          <p:cTn id="20" fill="hold">
                            <p:stCondLst>
                              <p:cond delay="2000"/>
                            </p:stCondLst>
                            <p:childTnLst>
                              <p:par>
                                <p:cTn id="21" presetID="53" presetClass="entr" presetSubtype="16" fill="hold" grpId="0" nodeType="afterEffect">
                                  <p:stCondLst>
                                    <p:cond delay="0"/>
                                  </p:stCondLst>
                                  <p:childTnLst>
                                    <p:set>
                                      <p:cBhvr>
                                        <p:cTn id="22" dur="1" fill="hold">
                                          <p:stCondLst>
                                            <p:cond delay="0"/>
                                          </p:stCondLst>
                                        </p:cTn>
                                        <p:tgtEl>
                                          <p:spTgt spid="72"/>
                                        </p:tgtEl>
                                        <p:attrNameLst>
                                          <p:attrName>style.visibility</p:attrName>
                                        </p:attrNameLst>
                                      </p:cBhvr>
                                      <p:to>
                                        <p:strVal val="visible"/>
                                      </p:to>
                                    </p:set>
                                    <p:anim calcmode="lin" valueType="num">
                                      <p:cBhvr>
                                        <p:cTn id="23" dur="500" fill="hold"/>
                                        <p:tgtEl>
                                          <p:spTgt spid="72"/>
                                        </p:tgtEl>
                                        <p:attrNameLst>
                                          <p:attrName>ppt_w</p:attrName>
                                        </p:attrNameLst>
                                      </p:cBhvr>
                                      <p:tavLst>
                                        <p:tav tm="0">
                                          <p:val>
                                            <p:fltVal val="0"/>
                                          </p:val>
                                        </p:tav>
                                        <p:tav tm="100000">
                                          <p:val>
                                            <p:strVal val="#ppt_w"/>
                                          </p:val>
                                        </p:tav>
                                      </p:tavLst>
                                    </p:anim>
                                    <p:anim calcmode="lin" valueType="num">
                                      <p:cBhvr>
                                        <p:cTn id="24" dur="500" fill="hold"/>
                                        <p:tgtEl>
                                          <p:spTgt spid="72"/>
                                        </p:tgtEl>
                                        <p:attrNameLst>
                                          <p:attrName>ppt_h</p:attrName>
                                        </p:attrNameLst>
                                      </p:cBhvr>
                                      <p:tavLst>
                                        <p:tav tm="0">
                                          <p:val>
                                            <p:fltVal val="0"/>
                                          </p:val>
                                        </p:tav>
                                        <p:tav tm="100000">
                                          <p:val>
                                            <p:strVal val="#ppt_h"/>
                                          </p:val>
                                        </p:tav>
                                      </p:tavLst>
                                    </p:anim>
                                    <p:animEffect transition="in" filter="fade">
                                      <p:cBhvr>
                                        <p:cTn id="25" dur="500"/>
                                        <p:tgtEl>
                                          <p:spTgt spid="72"/>
                                        </p:tgtEl>
                                      </p:cBhvr>
                                    </p:animEffect>
                                  </p:childTnLst>
                                </p:cTn>
                              </p:par>
                            </p:childTnLst>
                          </p:cTn>
                        </p:par>
                        <p:par>
                          <p:cTn id="26" fill="hold">
                            <p:stCondLst>
                              <p:cond delay="2500"/>
                            </p:stCondLst>
                            <p:childTnLst>
                              <p:par>
                                <p:cTn id="27" presetID="53" presetClass="entr" presetSubtype="16" fill="hold" grpId="0" nodeType="after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p:cTn id="29" dur="500" fill="hold"/>
                                        <p:tgtEl>
                                          <p:spTgt spid="22"/>
                                        </p:tgtEl>
                                        <p:attrNameLst>
                                          <p:attrName>ppt_w</p:attrName>
                                        </p:attrNameLst>
                                      </p:cBhvr>
                                      <p:tavLst>
                                        <p:tav tm="0">
                                          <p:val>
                                            <p:fltVal val="0"/>
                                          </p:val>
                                        </p:tav>
                                        <p:tav tm="100000">
                                          <p:val>
                                            <p:strVal val="#ppt_w"/>
                                          </p:val>
                                        </p:tav>
                                      </p:tavLst>
                                    </p:anim>
                                    <p:anim calcmode="lin" valueType="num">
                                      <p:cBhvr>
                                        <p:cTn id="30" dur="500" fill="hold"/>
                                        <p:tgtEl>
                                          <p:spTgt spid="22"/>
                                        </p:tgtEl>
                                        <p:attrNameLst>
                                          <p:attrName>ppt_h</p:attrName>
                                        </p:attrNameLst>
                                      </p:cBhvr>
                                      <p:tavLst>
                                        <p:tav tm="0">
                                          <p:val>
                                            <p:fltVal val="0"/>
                                          </p:val>
                                        </p:tav>
                                        <p:tav tm="100000">
                                          <p:val>
                                            <p:strVal val="#ppt_h"/>
                                          </p:val>
                                        </p:tav>
                                      </p:tavLst>
                                    </p:anim>
                                    <p:animEffect transition="in" filter="fade">
                                      <p:cBhvr>
                                        <p:cTn id="31" dur="500"/>
                                        <p:tgtEl>
                                          <p:spTgt spid="22"/>
                                        </p:tgtEl>
                                      </p:cBhvr>
                                    </p:animEffect>
                                  </p:childTnLst>
                                </p:cTn>
                              </p:par>
                            </p:childTnLst>
                          </p:cTn>
                        </p:par>
                        <p:par>
                          <p:cTn id="32" fill="hold">
                            <p:stCondLst>
                              <p:cond delay="3000"/>
                            </p:stCondLst>
                            <p:childTnLst>
                              <p:par>
                                <p:cTn id="33" presetID="53" presetClass="entr" presetSubtype="16" fill="hold" grpId="0" nodeType="afterEffect">
                                  <p:stCondLst>
                                    <p:cond delay="0"/>
                                  </p:stCondLst>
                                  <p:childTnLst>
                                    <p:set>
                                      <p:cBhvr>
                                        <p:cTn id="34" dur="1" fill="hold">
                                          <p:stCondLst>
                                            <p:cond delay="0"/>
                                          </p:stCondLst>
                                        </p:cTn>
                                        <p:tgtEl>
                                          <p:spTgt spid="66"/>
                                        </p:tgtEl>
                                        <p:attrNameLst>
                                          <p:attrName>style.visibility</p:attrName>
                                        </p:attrNameLst>
                                      </p:cBhvr>
                                      <p:to>
                                        <p:strVal val="visible"/>
                                      </p:to>
                                    </p:set>
                                    <p:anim calcmode="lin" valueType="num">
                                      <p:cBhvr>
                                        <p:cTn id="35" dur="500" fill="hold"/>
                                        <p:tgtEl>
                                          <p:spTgt spid="66"/>
                                        </p:tgtEl>
                                        <p:attrNameLst>
                                          <p:attrName>ppt_w</p:attrName>
                                        </p:attrNameLst>
                                      </p:cBhvr>
                                      <p:tavLst>
                                        <p:tav tm="0">
                                          <p:val>
                                            <p:fltVal val="0"/>
                                          </p:val>
                                        </p:tav>
                                        <p:tav tm="100000">
                                          <p:val>
                                            <p:strVal val="#ppt_w"/>
                                          </p:val>
                                        </p:tav>
                                      </p:tavLst>
                                    </p:anim>
                                    <p:anim calcmode="lin" valueType="num">
                                      <p:cBhvr>
                                        <p:cTn id="36" dur="500" fill="hold"/>
                                        <p:tgtEl>
                                          <p:spTgt spid="66"/>
                                        </p:tgtEl>
                                        <p:attrNameLst>
                                          <p:attrName>ppt_h</p:attrName>
                                        </p:attrNameLst>
                                      </p:cBhvr>
                                      <p:tavLst>
                                        <p:tav tm="0">
                                          <p:val>
                                            <p:fltVal val="0"/>
                                          </p:val>
                                        </p:tav>
                                        <p:tav tm="100000">
                                          <p:val>
                                            <p:strVal val="#ppt_h"/>
                                          </p:val>
                                        </p:tav>
                                      </p:tavLst>
                                    </p:anim>
                                    <p:animEffect transition="in" filter="fade">
                                      <p:cBhvr>
                                        <p:cTn id="37" dur="500"/>
                                        <p:tgtEl>
                                          <p:spTgt spid="66"/>
                                        </p:tgtEl>
                                      </p:cBhvr>
                                    </p:animEffect>
                                  </p:childTnLst>
                                </p:cTn>
                              </p:par>
                            </p:childTnLst>
                          </p:cTn>
                        </p:par>
                        <p:par>
                          <p:cTn id="38" fill="hold">
                            <p:stCondLst>
                              <p:cond delay="3500"/>
                            </p:stCondLst>
                            <p:childTnLst>
                              <p:par>
                                <p:cTn id="39" presetID="53" presetClass="entr" presetSubtype="16" fill="hold" grpId="0" nodeType="after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p:cTn id="41" dur="500" fill="hold"/>
                                        <p:tgtEl>
                                          <p:spTgt spid="24"/>
                                        </p:tgtEl>
                                        <p:attrNameLst>
                                          <p:attrName>ppt_w</p:attrName>
                                        </p:attrNameLst>
                                      </p:cBhvr>
                                      <p:tavLst>
                                        <p:tav tm="0">
                                          <p:val>
                                            <p:fltVal val="0"/>
                                          </p:val>
                                        </p:tav>
                                        <p:tav tm="100000">
                                          <p:val>
                                            <p:strVal val="#ppt_w"/>
                                          </p:val>
                                        </p:tav>
                                      </p:tavLst>
                                    </p:anim>
                                    <p:anim calcmode="lin" valueType="num">
                                      <p:cBhvr>
                                        <p:cTn id="42" dur="500" fill="hold"/>
                                        <p:tgtEl>
                                          <p:spTgt spid="24"/>
                                        </p:tgtEl>
                                        <p:attrNameLst>
                                          <p:attrName>ppt_h</p:attrName>
                                        </p:attrNameLst>
                                      </p:cBhvr>
                                      <p:tavLst>
                                        <p:tav tm="0">
                                          <p:val>
                                            <p:fltVal val="0"/>
                                          </p:val>
                                        </p:tav>
                                        <p:tav tm="100000">
                                          <p:val>
                                            <p:strVal val="#ppt_h"/>
                                          </p:val>
                                        </p:tav>
                                      </p:tavLst>
                                    </p:anim>
                                    <p:animEffect transition="in" filter="fade">
                                      <p:cBhvr>
                                        <p:cTn id="43" dur="500"/>
                                        <p:tgtEl>
                                          <p:spTgt spid="24"/>
                                        </p:tgtEl>
                                      </p:cBhvr>
                                    </p:animEffect>
                                  </p:childTnLst>
                                </p:cTn>
                              </p:par>
                            </p:childTnLst>
                          </p:cTn>
                        </p:par>
                        <p:par>
                          <p:cTn id="44" fill="hold">
                            <p:stCondLst>
                              <p:cond delay="4000"/>
                            </p:stCondLst>
                            <p:childTnLst>
                              <p:par>
                                <p:cTn id="45" presetID="53" presetClass="entr" presetSubtype="16" fill="hold" grpId="0" nodeType="afterEffect">
                                  <p:stCondLst>
                                    <p:cond delay="0"/>
                                  </p:stCondLst>
                                  <p:childTnLst>
                                    <p:set>
                                      <p:cBhvr>
                                        <p:cTn id="46" dur="1" fill="hold">
                                          <p:stCondLst>
                                            <p:cond delay="0"/>
                                          </p:stCondLst>
                                        </p:cTn>
                                        <p:tgtEl>
                                          <p:spTgt spid="73"/>
                                        </p:tgtEl>
                                        <p:attrNameLst>
                                          <p:attrName>style.visibility</p:attrName>
                                        </p:attrNameLst>
                                      </p:cBhvr>
                                      <p:to>
                                        <p:strVal val="visible"/>
                                      </p:to>
                                    </p:set>
                                    <p:anim calcmode="lin" valueType="num">
                                      <p:cBhvr>
                                        <p:cTn id="47" dur="500" fill="hold"/>
                                        <p:tgtEl>
                                          <p:spTgt spid="73"/>
                                        </p:tgtEl>
                                        <p:attrNameLst>
                                          <p:attrName>ppt_w</p:attrName>
                                        </p:attrNameLst>
                                      </p:cBhvr>
                                      <p:tavLst>
                                        <p:tav tm="0">
                                          <p:val>
                                            <p:fltVal val="0"/>
                                          </p:val>
                                        </p:tav>
                                        <p:tav tm="100000">
                                          <p:val>
                                            <p:strVal val="#ppt_w"/>
                                          </p:val>
                                        </p:tav>
                                      </p:tavLst>
                                    </p:anim>
                                    <p:anim calcmode="lin" valueType="num">
                                      <p:cBhvr>
                                        <p:cTn id="48" dur="500" fill="hold"/>
                                        <p:tgtEl>
                                          <p:spTgt spid="73"/>
                                        </p:tgtEl>
                                        <p:attrNameLst>
                                          <p:attrName>ppt_h</p:attrName>
                                        </p:attrNameLst>
                                      </p:cBhvr>
                                      <p:tavLst>
                                        <p:tav tm="0">
                                          <p:val>
                                            <p:fltVal val="0"/>
                                          </p:val>
                                        </p:tav>
                                        <p:tav tm="100000">
                                          <p:val>
                                            <p:strVal val="#ppt_h"/>
                                          </p:val>
                                        </p:tav>
                                      </p:tavLst>
                                    </p:anim>
                                    <p:animEffect transition="in" filter="fade">
                                      <p:cBhvr>
                                        <p:cTn id="49" dur="500"/>
                                        <p:tgtEl>
                                          <p:spTgt spid="73"/>
                                        </p:tgtEl>
                                      </p:cBhvr>
                                    </p:animEffect>
                                  </p:childTnLst>
                                </p:cTn>
                              </p:par>
                            </p:childTnLst>
                          </p:cTn>
                        </p:par>
                        <p:par>
                          <p:cTn id="50" fill="hold">
                            <p:stCondLst>
                              <p:cond delay="4500"/>
                            </p:stCondLst>
                            <p:childTnLst>
                              <p:par>
                                <p:cTn id="51" presetID="53" presetClass="entr" presetSubtype="16" fill="hold" grpId="0" nodeType="afterEffect">
                                  <p:stCondLst>
                                    <p:cond delay="0"/>
                                  </p:stCondLst>
                                  <p:childTnLst>
                                    <p:set>
                                      <p:cBhvr>
                                        <p:cTn id="52" dur="1" fill="hold">
                                          <p:stCondLst>
                                            <p:cond delay="0"/>
                                          </p:stCondLst>
                                        </p:cTn>
                                        <p:tgtEl>
                                          <p:spTgt spid="26"/>
                                        </p:tgtEl>
                                        <p:attrNameLst>
                                          <p:attrName>style.visibility</p:attrName>
                                        </p:attrNameLst>
                                      </p:cBhvr>
                                      <p:to>
                                        <p:strVal val="visible"/>
                                      </p:to>
                                    </p:set>
                                    <p:anim calcmode="lin" valueType="num">
                                      <p:cBhvr>
                                        <p:cTn id="53" dur="500" fill="hold"/>
                                        <p:tgtEl>
                                          <p:spTgt spid="26"/>
                                        </p:tgtEl>
                                        <p:attrNameLst>
                                          <p:attrName>ppt_w</p:attrName>
                                        </p:attrNameLst>
                                      </p:cBhvr>
                                      <p:tavLst>
                                        <p:tav tm="0">
                                          <p:val>
                                            <p:fltVal val="0"/>
                                          </p:val>
                                        </p:tav>
                                        <p:tav tm="100000">
                                          <p:val>
                                            <p:strVal val="#ppt_w"/>
                                          </p:val>
                                        </p:tav>
                                      </p:tavLst>
                                    </p:anim>
                                    <p:anim calcmode="lin" valueType="num">
                                      <p:cBhvr>
                                        <p:cTn id="54" dur="500" fill="hold"/>
                                        <p:tgtEl>
                                          <p:spTgt spid="26"/>
                                        </p:tgtEl>
                                        <p:attrNameLst>
                                          <p:attrName>ppt_h</p:attrName>
                                        </p:attrNameLst>
                                      </p:cBhvr>
                                      <p:tavLst>
                                        <p:tav tm="0">
                                          <p:val>
                                            <p:fltVal val="0"/>
                                          </p:val>
                                        </p:tav>
                                        <p:tav tm="100000">
                                          <p:val>
                                            <p:strVal val="#ppt_h"/>
                                          </p:val>
                                        </p:tav>
                                      </p:tavLst>
                                    </p:anim>
                                    <p:animEffect transition="in" filter="fade">
                                      <p:cBhvr>
                                        <p:cTn id="55" dur="500"/>
                                        <p:tgtEl>
                                          <p:spTgt spid="26"/>
                                        </p:tgtEl>
                                      </p:cBhvr>
                                    </p:animEffect>
                                  </p:childTnLst>
                                </p:cTn>
                              </p:par>
                            </p:childTnLst>
                          </p:cTn>
                        </p:par>
                        <p:par>
                          <p:cTn id="56" fill="hold">
                            <p:stCondLst>
                              <p:cond delay="5000"/>
                            </p:stCondLst>
                            <p:childTnLst>
                              <p:par>
                                <p:cTn id="57" presetID="53" presetClass="entr" presetSubtype="16" fill="hold" grpId="0" nodeType="afterEffect">
                                  <p:stCondLst>
                                    <p:cond delay="0"/>
                                  </p:stCondLst>
                                  <p:childTnLst>
                                    <p:set>
                                      <p:cBhvr>
                                        <p:cTn id="58" dur="1" fill="hold">
                                          <p:stCondLst>
                                            <p:cond delay="0"/>
                                          </p:stCondLst>
                                        </p:cTn>
                                        <p:tgtEl>
                                          <p:spTgt spid="69"/>
                                        </p:tgtEl>
                                        <p:attrNameLst>
                                          <p:attrName>style.visibility</p:attrName>
                                        </p:attrNameLst>
                                      </p:cBhvr>
                                      <p:to>
                                        <p:strVal val="visible"/>
                                      </p:to>
                                    </p:set>
                                    <p:anim calcmode="lin" valueType="num">
                                      <p:cBhvr>
                                        <p:cTn id="59" dur="500" fill="hold"/>
                                        <p:tgtEl>
                                          <p:spTgt spid="69"/>
                                        </p:tgtEl>
                                        <p:attrNameLst>
                                          <p:attrName>ppt_w</p:attrName>
                                        </p:attrNameLst>
                                      </p:cBhvr>
                                      <p:tavLst>
                                        <p:tav tm="0">
                                          <p:val>
                                            <p:fltVal val="0"/>
                                          </p:val>
                                        </p:tav>
                                        <p:tav tm="100000">
                                          <p:val>
                                            <p:strVal val="#ppt_w"/>
                                          </p:val>
                                        </p:tav>
                                      </p:tavLst>
                                    </p:anim>
                                    <p:anim calcmode="lin" valueType="num">
                                      <p:cBhvr>
                                        <p:cTn id="60" dur="500" fill="hold"/>
                                        <p:tgtEl>
                                          <p:spTgt spid="69"/>
                                        </p:tgtEl>
                                        <p:attrNameLst>
                                          <p:attrName>ppt_h</p:attrName>
                                        </p:attrNameLst>
                                      </p:cBhvr>
                                      <p:tavLst>
                                        <p:tav tm="0">
                                          <p:val>
                                            <p:fltVal val="0"/>
                                          </p:val>
                                        </p:tav>
                                        <p:tav tm="100000">
                                          <p:val>
                                            <p:strVal val="#ppt_h"/>
                                          </p:val>
                                        </p:tav>
                                      </p:tavLst>
                                    </p:anim>
                                    <p:animEffect transition="in" filter="fade">
                                      <p:cBhvr>
                                        <p:cTn id="61" dur="500"/>
                                        <p:tgtEl>
                                          <p:spTgt spid="69"/>
                                        </p:tgtEl>
                                      </p:cBhvr>
                                    </p:animEffect>
                                  </p:childTnLst>
                                </p:cTn>
                              </p:par>
                            </p:childTnLst>
                          </p:cTn>
                        </p:par>
                        <p:par>
                          <p:cTn id="62" fill="hold">
                            <p:stCondLst>
                              <p:cond delay="5500"/>
                            </p:stCondLst>
                            <p:childTnLst>
                              <p:par>
                                <p:cTn id="63" presetID="53" presetClass="entr" presetSubtype="16" fill="hold" grpId="0" nodeType="afterEffect">
                                  <p:stCondLst>
                                    <p:cond delay="0"/>
                                  </p:stCondLst>
                                  <p:childTnLst>
                                    <p:set>
                                      <p:cBhvr>
                                        <p:cTn id="64" dur="1" fill="hold">
                                          <p:stCondLst>
                                            <p:cond delay="0"/>
                                          </p:stCondLst>
                                        </p:cTn>
                                        <p:tgtEl>
                                          <p:spTgt spid="27"/>
                                        </p:tgtEl>
                                        <p:attrNameLst>
                                          <p:attrName>style.visibility</p:attrName>
                                        </p:attrNameLst>
                                      </p:cBhvr>
                                      <p:to>
                                        <p:strVal val="visible"/>
                                      </p:to>
                                    </p:set>
                                    <p:anim calcmode="lin" valueType="num">
                                      <p:cBhvr>
                                        <p:cTn id="65" dur="500" fill="hold"/>
                                        <p:tgtEl>
                                          <p:spTgt spid="27"/>
                                        </p:tgtEl>
                                        <p:attrNameLst>
                                          <p:attrName>ppt_w</p:attrName>
                                        </p:attrNameLst>
                                      </p:cBhvr>
                                      <p:tavLst>
                                        <p:tav tm="0">
                                          <p:val>
                                            <p:fltVal val="0"/>
                                          </p:val>
                                        </p:tav>
                                        <p:tav tm="100000">
                                          <p:val>
                                            <p:strVal val="#ppt_w"/>
                                          </p:val>
                                        </p:tav>
                                      </p:tavLst>
                                    </p:anim>
                                    <p:anim calcmode="lin" valueType="num">
                                      <p:cBhvr>
                                        <p:cTn id="66" dur="500" fill="hold"/>
                                        <p:tgtEl>
                                          <p:spTgt spid="27"/>
                                        </p:tgtEl>
                                        <p:attrNameLst>
                                          <p:attrName>ppt_h</p:attrName>
                                        </p:attrNameLst>
                                      </p:cBhvr>
                                      <p:tavLst>
                                        <p:tav tm="0">
                                          <p:val>
                                            <p:fltVal val="0"/>
                                          </p:val>
                                        </p:tav>
                                        <p:tav tm="100000">
                                          <p:val>
                                            <p:strVal val="#ppt_h"/>
                                          </p:val>
                                        </p:tav>
                                      </p:tavLst>
                                    </p:anim>
                                    <p:animEffect transition="in" filter="fade">
                                      <p:cBhvr>
                                        <p:cTn id="67" dur="500"/>
                                        <p:tgtEl>
                                          <p:spTgt spid="27"/>
                                        </p:tgtEl>
                                      </p:cBhvr>
                                    </p:animEffect>
                                  </p:childTnLst>
                                </p:cTn>
                              </p:par>
                            </p:childTnLst>
                          </p:cTn>
                        </p:par>
                        <p:par>
                          <p:cTn id="68" fill="hold">
                            <p:stCondLst>
                              <p:cond delay="6000"/>
                            </p:stCondLst>
                            <p:childTnLst>
                              <p:par>
                                <p:cTn id="69" presetID="53" presetClass="entr" presetSubtype="16" fill="hold" grpId="0" nodeType="afterEffect">
                                  <p:stCondLst>
                                    <p:cond delay="0"/>
                                  </p:stCondLst>
                                  <p:childTnLst>
                                    <p:set>
                                      <p:cBhvr>
                                        <p:cTn id="70" dur="1" fill="hold">
                                          <p:stCondLst>
                                            <p:cond delay="0"/>
                                          </p:stCondLst>
                                        </p:cTn>
                                        <p:tgtEl>
                                          <p:spTgt spid="75"/>
                                        </p:tgtEl>
                                        <p:attrNameLst>
                                          <p:attrName>style.visibility</p:attrName>
                                        </p:attrNameLst>
                                      </p:cBhvr>
                                      <p:to>
                                        <p:strVal val="visible"/>
                                      </p:to>
                                    </p:set>
                                    <p:anim calcmode="lin" valueType="num">
                                      <p:cBhvr>
                                        <p:cTn id="71" dur="500" fill="hold"/>
                                        <p:tgtEl>
                                          <p:spTgt spid="75"/>
                                        </p:tgtEl>
                                        <p:attrNameLst>
                                          <p:attrName>ppt_w</p:attrName>
                                        </p:attrNameLst>
                                      </p:cBhvr>
                                      <p:tavLst>
                                        <p:tav tm="0">
                                          <p:val>
                                            <p:fltVal val="0"/>
                                          </p:val>
                                        </p:tav>
                                        <p:tav tm="100000">
                                          <p:val>
                                            <p:strVal val="#ppt_w"/>
                                          </p:val>
                                        </p:tav>
                                      </p:tavLst>
                                    </p:anim>
                                    <p:anim calcmode="lin" valueType="num">
                                      <p:cBhvr>
                                        <p:cTn id="72" dur="500" fill="hold"/>
                                        <p:tgtEl>
                                          <p:spTgt spid="75"/>
                                        </p:tgtEl>
                                        <p:attrNameLst>
                                          <p:attrName>ppt_h</p:attrName>
                                        </p:attrNameLst>
                                      </p:cBhvr>
                                      <p:tavLst>
                                        <p:tav tm="0">
                                          <p:val>
                                            <p:fltVal val="0"/>
                                          </p:val>
                                        </p:tav>
                                        <p:tav tm="100000">
                                          <p:val>
                                            <p:strVal val="#ppt_h"/>
                                          </p:val>
                                        </p:tav>
                                      </p:tavLst>
                                    </p:anim>
                                    <p:animEffect transition="in" filter="fade">
                                      <p:cBhvr>
                                        <p:cTn id="73" dur="500"/>
                                        <p:tgtEl>
                                          <p:spTgt spid="75"/>
                                        </p:tgtEl>
                                      </p:cBhvr>
                                    </p:animEffect>
                                  </p:childTnLst>
                                </p:cTn>
                              </p:par>
                            </p:childTnLst>
                          </p:cTn>
                        </p:par>
                        <p:par>
                          <p:cTn id="74" fill="hold">
                            <p:stCondLst>
                              <p:cond delay="6500"/>
                            </p:stCondLst>
                            <p:childTnLst>
                              <p:par>
                                <p:cTn id="75" presetID="53" presetClass="entr" presetSubtype="16" fill="hold" grpId="0" nodeType="afterEffect">
                                  <p:stCondLst>
                                    <p:cond delay="0"/>
                                  </p:stCondLst>
                                  <p:childTnLst>
                                    <p:set>
                                      <p:cBhvr>
                                        <p:cTn id="76" dur="1" fill="hold">
                                          <p:stCondLst>
                                            <p:cond delay="0"/>
                                          </p:stCondLst>
                                        </p:cTn>
                                        <p:tgtEl>
                                          <p:spTgt spid="29"/>
                                        </p:tgtEl>
                                        <p:attrNameLst>
                                          <p:attrName>style.visibility</p:attrName>
                                        </p:attrNameLst>
                                      </p:cBhvr>
                                      <p:to>
                                        <p:strVal val="visible"/>
                                      </p:to>
                                    </p:set>
                                    <p:anim calcmode="lin" valueType="num">
                                      <p:cBhvr>
                                        <p:cTn id="77" dur="500" fill="hold"/>
                                        <p:tgtEl>
                                          <p:spTgt spid="29"/>
                                        </p:tgtEl>
                                        <p:attrNameLst>
                                          <p:attrName>ppt_w</p:attrName>
                                        </p:attrNameLst>
                                      </p:cBhvr>
                                      <p:tavLst>
                                        <p:tav tm="0">
                                          <p:val>
                                            <p:fltVal val="0"/>
                                          </p:val>
                                        </p:tav>
                                        <p:tav tm="100000">
                                          <p:val>
                                            <p:strVal val="#ppt_w"/>
                                          </p:val>
                                        </p:tav>
                                      </p:tavLst>
                                    </p:anim>
                                    <p:anim calcmode="lin" valueType="num">
                                      <p:cBhvr>
                                        <p:cTn id="78" dur="500" fill="hold"/>
                                        <p:tgtEl>
                                          <p:spTgt spid="29"/>
                                        </p:tgtEl>
                                        <p:attrNameLst>
                                          <p:attrName>ppt_h</p:attrName>
                                        </p:attrNameLst>
                                      </p:cBhvr>
                                      <p:tavLst>
                                        <p:tav tm="0">
                                          <p:val>
                                            <p:fltVal val="0"/>
                                          </p:val>
                                        </p:tav>
                                        <p:tav tm="100000">
                                          <p:val>
                                            <p:strVal val="#ppt_h"/>
                                          </p:val>
                                        </p:tav>
                                      </p:tavLst>
                                    </p:anim>
                                    <p:animEffect transition="in" filter="fade">
                                      <p:cBhvr>
                                        <p:cTn id="79" dur="500"/>
                                        <p:tgtEl>
                                          <p:spTgt spid="29"/>
                                        </p:tgtEl>
                                      </p:cBhvr>
                                    </p:animEffect>
                                  </p:childTnLst>
                                </p:cTn>
                              </p:par>
                            </p:childTnLst>
                          </p:cTn>
                        </p:par>
                        <p:par>
                          <p:cTn id="80" fill="hold">
                            <p:stCondLst>
                              <p:cond delay="7000"/>
                            </p:stCondLst>
                            <p:childTnLst>
                              <p:par>
                                <p:cTn id="81" presetID="53" presetClass="entr" presetSubtype="16" fill="hold" grpId="0" nodeType="afterEffect">
                                  <p:stCondLst>
                                    <p:cond delay="0"/>
                                  </p:stCondLst>
                                  <p:childTnLst>
                                    <p:set>
                                      <p:cBhvr>
                                        <p:cTn id="82" dur="1" fill="hold">
                                          <p:stCondLst>
                                            <p:cond delay="0"/>
                                          </p:stCondLst>
                                        </p:cTn>
                                        <p:tgtEl>
                                          <p:spTgt spid="74"/>
                                        </p:tgtEl>
                                        <p:attrNameLst>
                                          <p:attrName>style.visibility</p:attrName>
                                        </p:attrNameLst>
                                      </p:cBhvr>
                                      <p:to>
                                        <p:strVal val="visible"/>
                                      </p:to>
                                    </p:set>
                                    <p:anim calcmode="lin" valueType="num">
                                      <p:cBhvr>
                                        <p:cTn id="83" dur="500" fill="hold"/>
                                        <p:tgtEl>
                                          <p:spTgt spid="74"/>
                                        </p:tgtEl>
                                        <p:attrNameLst>
                                          <p:attrName>ppt_w</p:attrName>
                                        </p:attrNameLst>
                                      </p:cBhvr>
                                      <p:tavLst>
                                        <p:tav tm="0">
                                          <p:val>
                                            <p:fltVal val="0"/>
                                          </p:val>
                                        </p:tav>
                                        <p:tav tm="100000">
                                          <p:val>
                                            <p:strVal val="#ppt_w"/>
                                          </p:val>
                                        </p:tav>
                                      </p:tavLst>
                                    </p:anim>
                                    <p:anim calcmode="lin" valueType="num">
                                      <p:cBhvr>
                                        <p:cTn id="84" dur="500" fill="hold"/>
                                        <p:tgtEl>
                                          <p:spTgt spid="74"/>
                                        </p:tgtEl>
                                        <p:attrNameLst>
                                          <p:attrName>ppt_h</p:attrName>
                                        </p:attrNameLst>
                                      </p:cBhvr>
                                      <p:tavLst>
                                        <p:tav tm="0">
                                          <p:val>
                                            <p:fltVal val="0"/>
                                          </p:val>
                                        </p:tav>
                                        <p:tav tm="100000">
                                          <p:val>
                                            <p:strVal val="#ppt_h"/>
                                          </p:val>
                                        </p:tav>
                                      </p:tavLst>
                                    </p:anim>
                                    <p:animEffect transition="in" filter="fade">
                                      <p:cBhvr>
                                        <p:cTn id="85" dur="500"/>
                                        <p:tgtEl>
                                          <p:spTgt spid="74"/>
                                        </p:tgtEl>
                                      </p:cBhvr>
                                    </p:animEffect>
                                  </p:childTnLst>
                                </p:cTn>
                              </p:par>
                            </p:childTnLst>
                          </p:cTn>
                        </p:par>
                        <p:par>
                          <p:cTn id="86" fill="hold">
                            <p:stCondLst>
                              <p:cond delay="7500"/>
                            </p:stCondLst>
                            <p:childTnLst>
                              <p:par>
                                <p:cTn id="87" presetID="53" presetClass="entr" presetSubtype="16" fill="hold" grpId="0" nodeType="afterEffect">
                                  <p:stCondLst>
                                    <p:cond delay="0"/>
                                  </p:stCondLst>
                                  <p:childTnLst>
                                    <p:set>
                                      <p:cBhvr>
                                        <p:cTn id="88" dur="1" fill="hold">
                                          <p:stCondLst>
                                            <p:cond delay="0"/>
                                          </p:stCondLst>
                                        </p:cTn>
                                        <p:tgtEl>
                                          <p:spTgt spid="28"/>
                                        </p:tgtEl>
                                        <p:attrNameLst>
                                          <p:attrName>style.visibility</p:attrName>
                                        </p:attrNameLst>
                                      </p:cBhvr>
                                      <p:to>
                                        <p:strVal val="visible"/>
                                      </p:to>
                                    </p:set>
                                    <p:anim calcmode="lin" valueType="num">
                                      <p:cBhvr>
                                        <p:cTn id="89" dur="500" fill="hold"/>
                                        <p:tgtEl>
                                          <p:spTgt spid="28"/>
                                        </p:tgtEl>
                                        <p:attrNameLst>
                                          <p:attrName>ppt_w</p:attrName>
                                        </p:attrNameLst>
                                      </p:cBhvr>
                                      <p:tavLst>
                                        <p:tav tm="0">
                                          <p:val>
                                            <p:fltVal val="0"/>
                                          </p:val>
                                        </p:tav>
                                        <p:tav tm="100000">
                                          <p:val>
                                            <p:strVal val="#ppt_w"/>
                                          </p:val>
                                        </p:tav>
                                      </p:tavLst>
                                    </p:anim>
                                    <p:anim calcmode="lin" valueType="num">
                                      <p:cBhvr>
                                        <p:cTn id="90" dur="500" fill="hold"/>
                                        <p:tgtEl>
                                          <p:spTgt spid="28"/>
                                        </p:tgtEl>
                                        <p:attrNameLst>
                                          <p:attrName>ppt_h</p:attrName>
                                        </p:attrNameLst>
                                      </p:cBhvr>
                                      <p:tavLst>
                                        <p:tav tm="0">
                                          <p:val>
                                            <p:fltVal val="0"/>
                                          </p:val>
                                        </p:tav>
                                        <p:tav tm="100000">
                                          <p:val>
                                            <p:strVal val="#ppt_h"/>
                                          </p:val>
                                        </p:tav>
                                      </p:tavLst>
                                    </p:anim>
                                    <p:animEffect transition="in" filter="fade">
                                      <p:cBhvr>
                                        <p:cTn id="91" dur="500"/>
                                        <p:tgtEl>
                                          <p:spTgt spid="28"/>
                                        </p:tgtEl>
                                      </p:cBhvr>
                                    </p:animEffect>
                                  </p:childTnLst>
                                </p:cTn>
                              </p:par>
                            </p:childTnLst>
                          </p:cTn>
                        </p:par>
                        <p:par>
                          <p:cTn id="92" fill="hold">
                            <p:stCondLst>
                              <p:cond delay="8000"/>
                            </p:stCondLst>
                            <p:childTnLst>
                              <p:par>
                                <p:cTn id="93" presetID="53" presetClass="entr" presetSubtype="16" fill="hold" grpId="0" nodeType="afterEffect">
                                  <p:stCondLst>
                                    <p:cond delay="0"/>
                                  </p:stCondLst>
                                  <p:childTnLst>
                                    <p:set>
                                      <p:cBhvr>
                                        <p:cTn id="94" dur="1" fill="hold">
                                          <p:stCondLst>
                                            <p:cond delay="0"/>
                                          </p:stCondLst>
                                        </p:cTn>
                                        <p:tgtEl>
                                          <p:spTgt spid="76"/>
                                        </p:tgtEl>
                                        <p:attrNameLst>
                                          <p:attrName>style.visibility</p:attrName>
                                        </p:attrNameLst>
                                      </p:cBhvr>
                                      <p:to>
                                        <p:strVal val="visible"/>
                                      </p:to>
                                    </p:set>
                                    <p:anim calcmode="lin" valueType="num">
                                      <p:cBhvr>
                                        <p:cTn id="95" dur="500" fill="hold"/>
                                        <p:tgtEl>
                                          <p:spTgt spid="76"/>
                                        </p:tgtEl>
                                        <p:attrNameLst>
                                          <p:attrName>ppt_w</p:attrName>
                                        </p:attrNameLst>
                                      </p:cBhvr>
                                      <p:tavLst>
                                        <p:tav tm="0">
                                          <p:val>
                                            <p:fltVal val="0"/>
                                          </p:val>
                                        </p:tav>
                                        <p:tav tm="100000">
                                          <p:val>
                                            <p:strVal val="#ppt_w"/>
                                          </p:val>
                                        </p:tav>
                                      </p:tavLst>
                                    </p:anim>
                                    <p:anim calcmode="lin" valueType="num">
                                      <p:cBhvr>
                                        <p:cTn id="96" dur="500" fill="hold"/>
                                        <p:tgtEl>
                                          <p:spTgt spid="76"/>
                                        </p:tgtEl>
                                        <p:attrNameLst>
                                          <p:attrName>ppt_h</p:attrName>
                                        </p:attrNameLst>
                                      </p:cBhvr>
                                      <p:tavLst>
                                        <p:tav tm="0">
                                          <p:val>
                                            <p:fltVal val="0"/>
                                          </p:val>
                                        </p:tav>
                                        <p:tav tm="100000">
                                          <p:val>
                                            <p:strVal val="#ppt_h"/>
                                          </p:val>
                                        </p:tav>
                                      </p:tavLst>
                                    </p:anim>
                                    <p:animEffect transition="in" filter="fade">
                                      <p:cBhvr>
                                        <p:cTn id="97" dur="500"/>
                                        <p:tgtEl>
                                          <p:spTgt spid="76"/>
                                        </p:tgtEl>
                                      </p:cBhvr>
                                    </p:animEffect>
                                  </p:childTnLst>
                                </p:cTn>
                              </p:par>
                            </p:childTnLst>
                          </p:cTn>
                        </p:par>
                        <p:par>
                          <p:cTn id="98" fill="hold">
                            <p:stCondLst>
                              <p:cond delay="8500"/>
                            </p:stCondLst>
                            <p:childTnLst>
                              <p:par>
                                <p:cTn id="99" presetID="53" presetClass="entr" presetSubtype="16" fill="hold" grpId="0" nodeType="afterEffect">
                                  <p:stCondLst>
                                    <p:cond delay="0"/>
                                  </p:stCondLst>
                                  <p:childTnLst>
                                    <p:set>
                                      <p:cBhvr>
                                        <p:cTn id="100" dur="1" fill="hold">
                                          <p:stCondLst>
                                            <p:cond delay="0"/>
                                          </p:stCondLst>
                                        </p:cTn>
                                        <p:tgtEl>
                                          <p:spTgt spid="25"/>
                                        </p:tgtEl>
                                        <p:attrNameLst>
                                          <p:attrName>style.visibility</p:attrName>
                                        </p:attrNameLst>
                                      </p:cBhvr>
                                      <p:to>
                                        <p:strVal val="visible"/>
                                      </p:to>
                                    </p:set>
                                    <p:anim calcmode="lin" valueType="num">
                                      <p:cBhvr>
                                        <p:cTn id="101" dur="500" fill="hold"/>
                                        <p:tgtEl>
                                          <p:spTgt spid="25"/>
                                        </p:tgtEl>
                                        <p:attrNameLst>
                                          <p:attrName>ppt_w</p:attrName>
                                        </p:attrNameLst>
                                      </p:cBhvr>
                                      <p:tavLst>
                                        <p:tav tm="0">
                                          <p:val>
                                            <p:fltVal val="0"/>
                                          </p:val>
                                        </p:tav>
                                        <p:tav tm="100000">
                                          <p:val>
                                            <p:strVal val="#ppt_w"/>
                                          </p:val>
                                        </p:tav>
                                      </p:tavLst>
                                    </p:anim>
                                    <p:anim calcmode="lin" valueType="num">
                                      <p:cBhvr>
                                        <p:cTn id="102" dur="500" fill="hold"/>
                                        <p:tgtEl>
                                          <p:spTgt spid="25"/>
                                        </p:tgtEl>
                                        <p:attrNameLst>
                                          <p:attrName>ppt_h</p:attrName>
                                        </p:attrNameLst>
                                      </p:cBhvr>
                                      <p:tavLst>
                                        <p:tav tm="0">
                                          <p:val>
                                            <p:fltVal val="0"/>
                                          </p:val>
                                        </p:tav>
                                        <p:tav tm="100000">
                                          <p:val>
                                            <p:strVal val="#ppt_h"/>
                                          </p:val>
                                        </p:tav>
                                      </p:tavLst>
                                    </p:anim>
                                    <p:animEffect transition="in" filter="fade">
                                      <p:cBhvr>
                                        <p:cTn id="10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3" grpId="0" bldLvl="0" animBg="1"/>
      <p:bldP spid="64" grpId="0" bldLvl="0" animBg="1"/>
      <p:bldP spid="66" grpId="0" bldLvl="0" animBg="1"/>
      <p:bldP spid="69" grpId="0" bldLvl="0" animBg="1"/>
      <p:bldP spid="72" grpId="0" bldLvl="0" animBg="1"/>
      <p:bldP spid="73" grpId="0" bldLvl="0" animBg="1"/>
      <p:bldP spid="74" grpId="0" bldLvl="0" animBg="1"/>
      <p:bldP spid="75" grpId="0" bldLvl="0" animBg="1"/>
      <p:bldP spid="76" grpId="0" bldLvl="0" animBg="1"/>
      <p:bldP spid="22" grpId="0" bldLvl="0" animBg="1"/>
      <p:bldP spid="23" grpId="0" bldLvl="0" animBg="1"/>
      <p:bldP spid="24" grpId="0" bldLvl="0" animBg="1"/>
      <p:bldP spid="25" grpId="0" bldLvl="0" animBg="1"/>
      <p:bldP spid="26" grpId="0" bldLvl="0" animBg="1"/>
      <p:bldP spid="27" grpId="0" bldLvl="0" animBg="1"/>
      <p:bldP spid="28" grpId="0" bldLvl="0" animBg="1"/>
      <p:bldP spid="29"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481886" y="152480"/>
            <a:ext cx="4701778" cy="628650"/>
          </a:xfrm>
          <a:prstGeom prst="rect">
            <a:avLst/>
          </a:prstGeom>
          <a:noFill/>
          <a:ln>
            <a:noFill/>
          </a:ln>
          <a:effectLst/>
        </p:spPr>
        <p:txBody>
          <a:bodyPr anchor="b"/>
          <a:lstStyle/>
          <a:p>
            <a:pPr>
              <a:defRPr/>
            </a:pPr>
            <a:r>
              <a:rPr lang="en-US" altLang="zh-CN" sz="2550" b="1" dirty="0">
                <a:solidFill>
                  <a:srgbClr val="000066"/>
                </a:solidFill>
                <a:effectLst>
                  <a:outerShdw blurRad="38100" dist="38100" dir="2700000" algn="tl">
                    <a:srgbClr val="C0C0C0"/>
                  </a:outerShdw>
                </a:effectLst>
                <a:latin typeface="Verdana" pitchFamily="34" charset="0"/>
                <a:ea typeface="黑体" pitchFamily="2" charset="-122"/>
              </a:rPr>
              <a:t>3.</a:t>
            </a:r>
            <a:r>
              <a:rPr lang="zh-CN" altLang="en-US" sz="2550" b="1" dirty="0">
                <a:solidFill>
                  <a:srgbClr val="000066"/>
                </a:solidFill>
                <a:effectLst>
                  <a:outerShdw blurRad="38100" dist="38100" dir="2700000" algn="tl">
                    <a:srgbClr val="C0C0C0"/>
                  </a:outerShdw>
                </a:effectLst>
                <a:latin typeface="Verdana" pitchFamily="34" charset="0"/>
                <a:ea typeface="黑体" pitchFamily="2" charset="-122"/>
              </a:rPr>
              <a:t>计算最优值</a:t>
            </a:r>
            <a:endParaRPr lang="ja-JP" altLang="en-US" sz="2550" b="1" dirty="0">
              <a:solidFill>
                <a:srgbClr val="000066"/>
              </a:solidFill>
              <a:effectLst>
                <a:outerShdw blurRad="38100" dist="38100" dir="2700000" algn="tl">
                  <a:srgbClr val="C0C0C0"/>
                </a:outerShdw>
              </a:effectLst>
              <a:latin typeface="Verdana" pitchFamily="34" charset="0"/>
              <a:ea typeface="黑体" pitchFamily="2" charset="-122"/>
            </a:endParaRPr>
          </a:p>
        </p:txBody>
      </p:sp>
      <p:pic>
        <p:nvPicPr>
          <p:cNvPr id="138243" name="Picture 2"/>
          <p:cNvPicPr>
            <a:picLocks noChangeAspect="1" noChangeArrowheads="1"/>
          </p:cNvPicPr>
          <p:nvPr/>
        </p:nvPicPr>
        <p:blipFill>
          <a:blip r:embed="rId2"/>
          <a:srcRect/>
          <a:stretch>
            <a:fillRect/>
          </a:stretch>
        </p:blipFill>
        <p:spPr bwMode="auto">
          <a:xfrm>
            <a:off x="914400" y="966470"/>
            <a:ext cx="6562090" cy="383413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Picture 2"/>
          <p:cNvPicPr>
            <a:picLocks noChangeAspect="1" noChangeArrowheads="1"/>
          </p:cNvPicPr>
          <p:nvPr/>
        </p:nvPicPr>
        <p:blipFill>
          <a:blip r:embed="rId2"/>
          <a:srcRect/>
          <a:stretch>
            <a:fillRect/>
          </a:stretch>
        </p:blipFill>
        <p:spPr bwMode="auto">
          <a:xfrm>
            <a:off x="4686935" y="1189355"/>
            <a:ext cx="4347210" cy="2496820"/>
          </a:xfrm>
          <a:prstGeom prst="rect">
            <a:avLst/>
          </a:prstGeom>
          <a:noFill/>
          <a:ln w="9525">
            <a:noFill/>
            <a:miter lim="800000"/>
            <a:headEnd/>
            <a:tailEnd/>
          </a:ln>
        </p:spPr>
      </p:pic>
      <p:pic>
        <p:nvPicPr>
          <p:cNvPr id="139267" name="Picture 2"/>
          <p:cNvPicPr>
            <a:picLocks noChangeAspect="1" noChangeArrowheads="1"/>
          </p:cNvPicPr>
          <p:nvPr/>
        </p:nvPicPr>
        <p:blipFill>
          <a:blip r:embed="rId3"/>
          <a:srcRect/>
          <a:stretch>
            <a:fillRect/>
          </a:stretch>
        </p:blipFill>
        <p:spPr bwMode="auto">
          <a:xfrm>
            <a:off x="136525" y="613410"/>
            <a:ext cx="4328795" cy="2529205"/>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290" name="Picture 2"/>
          <p:cNvPicPr>
            <a:picLocks noChangeAspect="1" noChangeArrowheads="1"/>
          </p:cNvPicPr>
          <p:nvPr/>
        </p:nvPicPr>
        <p:blipFill>
          <a:blip r:embed="rId2"/>
          <a:srcRect/>
          <a:stretch>
            <a:fillRect/>
          </a:stretch>
        </p:blipFill>
        <p:spPr bwMode="auto">
          <a:xfrm>
            <a:off x="2262188" y="303610"/>
            <a:ext cx="4529138" cy="764381"/>
          </a:xfrm>
          <a:prstGeom prst="rect">
            <a:avLst/>
          </a:prstGeom>
          <a:noFill/>
          <a:ln w="9525">
            <a:noFill/>
            <a:miter lim="800000"/>
            <a:headEnd/>
            <a:tailEnd/>
          </a:ln>
        </p:spPr>
      </p:pic>
      <p:pic>
        <p:nvPicPr>
          <p:cNvPr id="140291" name="Picture 3"/>
          <p:cNvPicPr>
            <a:picLocks noChangeAspect="1" noChangeArrowheads="1"/>
          </p:cNvPicPr>
          <p:nvPr/>
        </p:nvPicPr>
        <p:blipFill>
          <a:blip r:embed="rId3"/>
          <a:srcRect/>
          <a:stretch>
            <a:fillRect/>
          </a:stretch>
        </p:blipFill>
        <p:spPr bwMode="auto">
          <a:xfrm>
            <a:off x="1194197" y="1329929"/>
            <a:ext cx="6665119" cy="1764506"/>
          </a:xfrm>
          <a:prstGeom prst="rect">
            <a:avLst/>
          </a:prstGeom>
          <a:noFill/>
          <a:ln w="9525">
            <a:noFill/>
            <a:miter lim="800000"/>
            <a:headEnd/>
            <a:tailEnd/>
          </a:ln>
        </p:spPr>
      </p:pic>
      <p:pic>
        <p:nvPicPr>
          <p:cNvPr id="140292" name="Picture 5"/>
          <p:cNvPicPr>
            <a:picLocks noChangeAspect="1" noChangeArrowheads="1"/>
          </p:cNvPicPr>
          <p:nvPr/>
        </p:nvPicPr>
        <p:blipFill>
          <a:blip r:embed="rId4"/>
          <a:srcRect/>
          <a:stretch>
            <a:fillRect/>
          </a:stretch>
        </p:blipFill>
        <p:spPr bwMode="auto">
          <a:xfrm>
            <a:off x="1298972" y="3436144"/>
            <a:ext cx="6513909" cy="1026319"/>
          </a:xfrm>
          <a:prstGeom prst="rect">
            <a:avLst/>
          </a:prstGeom>
          <a:noFill/>
          <a:ln w="9525">
            <a:noFill/>
            <a:miter lim="800000"/>
            <a:headEnd/>
            <a:tailEnd/>
          </a:ln>
        </p:spPr>
      </p:pic>
      <p:sp>
        <p:nvSpPr>
          <p:cNvPr id="6" name="TextBox 5"/>
          <p:cNvSpPr txBox="1"/>
          <p:nvPr/>
        </p:nvSpPr>
        <p:spPr>
          <a:xfrm>
            <a:off x="5861094" y="1081125"/>
            <a:ext cx="1998222" cy="320040"/>
          </a:xfrm>
          <a:prstGeom prst="rect">
            <a:avLst/>
          </a:prstGeom>
          <a:noFill/>
        </p:spPr>
        <p:txBody>
          <a:bodyPr wrap="square" rtlCol="0">
            <a:spAutoFit/>
          </a:bodyPr>
          <a:lstStyle/>
          <a:p>
            <a:r>
              <a:rPr lang="en-US" altLang="zh-CN" sz="1500" b="1" dirty="0">
                <a:solidFill>
                  <a:srgbClr val="000099"/>
                </a:solidFill>
              </a:rPr>
              <a:t>S[</a:t>
            </a:r>
            <a:r>
              <a:rPr lang="en-US" altLang="zh-CN" sz="1500" b="1" dirty="0" err="1">
                <a:solidFill>
                  <a:srgbClr val="000099"/>
                </a:solidFill>
              </a:rPr>
              <a:t>i</a:t>
            </a:r>
            <a:r>
              <a:rPr lang="en-US" altLang="zh-CN" sz="1500" b="1" dirty="0">
                <a:solidFill>
                  <a:srgbClr val="000099"/>
                </a:solidFill>
              </a:rPr>
              <a:t>][j]</a:t>
            </a:r>
            <a:r>
              <a:rPr lang="zh-CN" altLang="en-US" sz="1500" b="1" dirty="0">
                <a:solidFill>
                  <a:srgbClr val="000099"/>
                </a:solidFill>
              </a:rPr>
              <a:t>的含义？</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ChangeArrowheads="1"/>
          </p:cNvSpPr>
          <p:nvPr/>
        </p:nvSpPr>
        <p:spPr bwMode="auto">
          <a:xfrm>
            <a:off x="4975145" y="31115"/>
            <a:ext cx="4225529" cy="596504"/>
          </a:xfrm>
          <a:prstGeom prst="rect">
            <a:avLst/>
          </a:prstGeom>
          <a:noFill/>
          <a:ln>
            <a:noFill/>
          </a:ln>
          <a:effectLst/>
        </p:spPr>
        <p:txBody>
          <a:bodyPr anchor="b"/>
          <a:lstStyle/>
          <a:p>
            <a:pPr>
              <a:defRPr/>
            </a:pPr>
            <a:r>
              <a:rPr lang="zh-CN" altLang="en-US" sz="2550" b="1" dirty="0">
                <a:solidFill>
                  <a:srgbClr val="000066"/>
                </a:solidFill>
                <a:effectLst>
                  <a:outerShdw blurRad="38100" dist="38100" dir="2700000" algn="tl">
                    <a:srgbClr val="C0C0C0"/>
                  </a:outerShdw>
                </a:effectLst>
                <a:latin typeface="Garamond" pitchFamily="18" charset="0"/>
                <a:ea typeface="黑体" pitchFamily="2" charset="-122"/>
              </a:rPr>
              <a:t>用动态规划法求最优解</a:t>
            </a:r>
            <a:endParaRPr lang="ja-JP" altLang="en-US" sz="2550" b="1" dirty="0">
              <a:solidFill>
                <a:srgbClr val="000066"/>
              </a:solidFill>
              <a:effectLst>
                <a:outerShdw blurRad="38100" dist="38100" dir="2700000" algn="tl">
                  <a:srgbClr val="C0C0C0"/>
                </a:outerShdw>
              </a:effectLst>
              <a:latin typeface="Garamond" pitchFamily="18" charset="0"/>
              <a:ea typeface="黑体" pitchFamily="2" charset="-122"/>
            </a:endParaRPr>
          </a:p>
        </p:txBody>
      </p:sp>
      <p:sp>
        <p:nvSpPr>
          <p:cNvPr id="141315" name="Rectangle 28"/>
          <p:cNvSpPr>
            <a:spLocks noChangeArrowheads="1"/>
          </p:cNvSpPr>
          <p:nvPr/>
        </p:nvSpPr>
        <p:spPr bwMode="auto">
          <a:xfrm>
            <a:off x="1143000" y="2143840"/>
            <a:ext cx="309880" cy="320040"/>
          </a:xfrm>
          <a:prstGeom prst="rect">
            <a:avLst/>
          </a:prstGeom>
          <a:noFill/>
          <a:ln w="9525">
            <a:noFill/>
            <a:miter lim="800000"/>
          </a:ln>
        </p:spPr>
        <p:txBody>
          <a:bodyPr wrap="none" anchor="ctr">
            <a:spAutoFit/>
          </a:bodyPr>
          <a:lstStyle/>
          <a:p>
            <a:endParaRPr lang="zh-CN" altLang="en-US" sz="1500"/>
          </a:p>
        </p:txBody>
      </p:sp>
      <p:pic>
        <p:nvPicPr>
          <p:cNvPr id="141316" name="Picture 51"/>
          <p:cNvPicPr>
            <a:picLocks noChangeAspect="1" noChangeArrowheads="1"/>
          </p:cNvPicPr>
          <p:nvPr/>
        </p:nvPicPr>
        <p:blipFill>
          <a:blip r:embed="rId3"/>
          <a:srcRect/>
          <a:stretch>
            <a:fillRect/>
          </a:stretch>
        </p:blipFill>
        <p:spPr bwMode="auto">
          <a:xfrm>
            <a:off x="-5715" y="-3810"/>
            <a:ext cx="4678680" cy="5217160"/>
          </a:xfrm>
          <a:prstGeom prst="rect">
            <a:avLst/>
          </a:prstGeom>
          <a:noFill/>
          <a:ln w="9525">
            <a:noFill/>
            <a:miter lim="800000"/>
            <a:headEnd/>
            <a:tailEnd/>
          </a:ln>
        </p:spPr>
      </p:pic>
      <p:graphicFrame>
        <p:nvGraphicFramePr>
          <p:cNvPr id="295967" name="Group 31"/>
          <p:cNvGraphicFramePr>
            <a:graphicFrameLocks noGrp="1"/>
          </p:cNvGraphicFramePr>
          <p:nvPr/>
        </p:nvGraphicFramePr>
        <p:xfrm>
          <a:off x="4787265" y="1960880"/>
          <a:ext cx="3820160" cy="687705"/>
        </p:xfrm>
        <a:graphic>
          <a:graphicData uri="http://schemas.openxmlformats.org/drawingml/2006/table">
            <a:tbl>
              <a:tblPr/>
              <a:tblGrid>
                <a:gridCol w="645160">
                  <a:extLst>
                    <a:ext uri="{9D8B030D-6E8A-4147-A177-3AD203B41FA5}">
                      <a16:colId xmlns:a16="http://schemas.microsoft.com/office/drawing/2014/main" val="20000"/>
                    </a:ext>
                  </a:extLst>
                </a:gridCol>
                <a:gridCol w="646430">
                  <a:extLst>
                    <a:ext uri="{9D8B030D-6E8A-4147-A177-3AD203B41FA5}">
                      <a16:colId xmlns:a16="http://schemas.microsoft.com/office/drawing/2014/main" val="20001"/>
                    </a:ext>
                  </a:extLst>
                </a:gridCol>
                <a:gridCol w="546735">
                  <a:extLst>
                    <a:ext uri="{9D8B030D-6E8A-4147-A177-3AD203B41FA5}">
                      <a16:colId xmlns:a16="http://schemas.microsoft.com/office/drawing/2014/main" val="20002"/>
                    </a:ext>
                  </a:extLst>
                </a:gridCol>
                <a:gridCol w="547370">
                  <a:extLst>
                    <a:ext uri="{9D8B030D-6E8A-4147-A177-3AD203B41FA5}">
                      <a16:colId xmlns:a16="http://schemas.microsoft.com/office/drawing/2014/main" val="20003"/>
                    </a:ext>
                  </a:extLst>
                </a:gridCol>
                <a:gridCol w="646430">
                  <a:extLst>
                    <a:ext uri="{9D8B030D-6E8A-4147-A177-3AD203B41FA5}">
                      <a16:colId xmlns:a16="http://schemas.microsoft.com/office/drawing/2014/main" val="20004"/>
                    </a:ext>
                  </a:extLst>
                </a:gridCol>
                <a:gridCol w="788035">
                  <a:extLst>
                    <a:ext uri="{9D8B030D-6E8A-4147-A177-3AD203B41FA5}">
                      <a16:colId xmlns:a16="http://schemas.microsoft.com/office/drawing/2014/main" val="20005"/>
                    </a:ext>
                  </a:extLst>
                </a:gridCol>
              </a:tblGrid>
              <a:tr h="25146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dirty="0">
                          <a:ln>
                            <a:noFill/>
                          </a:ln>
                          <a:solidFill>
                            <a:srgbClr val="000066"/>
                          </a:solidFill>
                          <a:effectLst/>
                          <a:latin typeface="Arial" charset="0"/>
                          <a:ea typeface="宋体" pitchFamily="2" charset="-122"/>
                        </a:rPr>
                        <a:t>A1</a:t>
                      </a:r>
                    </a:p>
                  </a:txBody>
                  <a:tcPr marL="68580" marR="68580" marT="34254" marB="3425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A2</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A3</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A4</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A5</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dirty="0">
                          <a:ln>
                            <a:noFill/>
                          </a:ln>
                          <a:solidFill>
                            <a:srgbClr val="000066"/>
                          </a:solidFill>
                          <a:effectLst/>
                          <a:latin typeface="Arial" charset="0"/>
                          <a:ea typeface="宋体" pitchFamily="2" charset="-122"/>
                        </a:rPr>
                        <a:t>A6</a:t>
                      </a:r>
                    </a:p>
                  </a:txBody>
                  <a:tcPr marL="68580" marR="68580" marT="34254" marB="3425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624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dirty="0">
                          <a:ln>
                            <a:noFill/>
                          </a:ln>
                          <a:solidFill>
                            <a:srgbClr val="000066"/>
                          </a:solidFill>
                          <a:effectLst/>
                          <a:latin typeface="Arial" charset="0"/>
                          <a:ea typeface="宋体" pitchFamily="2" charset="-122"/>
                        </a:rPr>
                        <a:t>30</a:t>
                      </a:r>
                      <a:r>
                        <a:rPr kumimoji="0" lang="en-US" altLang="zh-CN" sz="1200" b="1" i="0" u="none" strike="noStrike" cap="none" normalizeH="0" baseline="0" dirty="0">
                          <a:ln>
                            <a:noFill/>
                          </a:ln>
                          <a:solidFill>
                            <a:srgbClr val="000066"/>
                          </a:solidFill>
                          <a:effectLst/>
                          <a:latin typeface="Arial" charset="0"/>
                          <a:ea typeface="宋体" pitchFamily="2" charset="-122"/>
                          <a:sym typeface="Symbol" pitchFamily="18" charset="2"/>
                        </a:rPr>
                        <a:t>35</a:t>
                      </a:r>
                      <a:endParaRPr kumimoji="0" lang="en-US" altLang="zh-CN" sz="1200" b="1" i="0" u="none" strike="noStrike" cap="none" normalizeH="0" baseline="0" dirty="0">
                        <a:ln>
                          <a:noFill/>
                        </a:ln>
                        <a:solidFill>
                          <a:srgbClr val="000066"/>
                        </a:solidFill>
                        <a:effectLst/>
                        <a:latin typeface="Arial" charset="0"/>
                        <a:ea typeface="宋体" pitchFamily="2" charset="-122"/>
                      </a:endParaRPr>
                    </a:p>
                  </a:txBody>
                  <a:tcPr marL="68580" marR="68580" marT="34254" marB="3425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35</a:t>
                      </a:r>
                      <a:r>
                        <a:rPr kumimoji="0" lang="en-US" altLang="zh-CN" sz="1200" b="1" i="0" u="none" strike="noStrike" cap="none" normalizeH="0" baseline="0">
                          <a:ln>
                            <a:noFill/>
                          </a:ln>
                          <a:solidFill>
                            <a:srgbClr val="000066"/>
                          </a:solidFill>
                          <a:effectLst/>
                          <a:latin typeface="Arial" charset="0"/>
                          <a:ea typeface="宋体" pitchFamily="2" charset="-122"/>
                          <a:sym typeface="Symbol" pitchFamily="18" charset="2"/>
                        </a:rPr>
                        <a:t></a:t>
                      </a:r>
                      <a:r>
                        <a:rPr kumimoji="0" lang="en-US" altLang="zh-CN" sz="1200" b="1" i="0" u="none" strike="noStrike" cap="none" normalizeH="0" baseline="0">
                          <a:ln>
                            <a:noFill/>
                          </a:ln>
                          <a:solidFill>
                            <a:srgbClr val="000066"/>
                          </a:solidFill>
                          <a:effectLst/>
                          <a:latin typeface="Arial" charset="0"/>
                          <a:ea typeface="宋体" pitchFamily="2" charset="-122"/>
                        </a:rPr>
                        <a:t>15</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dirty="0">
                          <a:ln>
                            <a:noFill/>
                          </a:ln>
                          <a:solidFill>
                            <a:srgbClr val="000066"/>
                          </a:solidFill>
                          <a:effectLst/>
                          <a:latin typeface="Arial" charset="0"/>
                          <a:ea typeface="宋体" pitchFamily="2" charset="-122"/>
                        </a:rPr>
                        <a:t>15</a:t>
                      </a:r>
                      <a:r>
                        <a:rPr kumimoji="0" lang="en-US" altLang="zh-CN" sz="1200" b="1" i="0" u="none" strike="noStrike" cap="none" normalizeH="0" baseline="0" dirty="0">
                          <a:ln>
                            <a:noFill/>
                          </a:ln>
                          <a:solidFill>
                            <a:srgbClr val="000066"/>
                          </a:solidFill>
                          <a:effectLst/>
                          <a:latin typeface="Arial" charset="0"/>
                          <a:ea typeface="宋体" pitchFamily="2" charset="-122"/>
                          <a:sym typeface="Symbol" pitchFamily="18" charset="2"/>
                        </a:rPr>
                        <a:t></a:t>
                      </a:r>
                      <a:r>
                        <a:rPr kumimoji="0" lang="en-US" altLang="zh-CN" sz="1200" b="1" i="0" u="none" strike="noStrike" cap="none" normalizeH="0" baseline="0" dirty="0">
                          <a:ln>
                            <a:noFill/>
                          </a:ln>
                          <a:solidFill>
                            <a:srgbClr val="000066"/>
                          </a:solidFill>
                          <a:effectLst/>
                          <a:latin typeface="Arial" charset="0"/>
                          <a:ea typeface="宋体" pitchFamily="2" charset="-122"/>
                        </a:rPr>
                        <a:t>5</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5</a:t>
                      </a:r>
                      <a:r>
                        <a:rPr kumimoji="0" lang="en-US" altLang="zh-CN" sz="1200" b="1" i="0" u="none" strike="noStrike" cap="none" normalizeH="0" baseline="0">
                          <a:ln>
                            <a:noFill/>
                          </a:ln>
                          <a:solidFill>
                            <a:srgbClr val="000066"/>
                          </a:solidFill>
                          <a:effectLst/>
                          <a:latin typeface="Arial" charset="0"/>
                          <a:ea typeface="宋体" pitchFamily="2" charset="-122"/>
                          <a:sym typeface="Symbol" pitchFamily="18" charset="2"/>
                        </a:rPr>
                        <a:t></a:t>
                      </a:r>
                      <a:r>
                        <a:rPr kumimoji="0" lang="en-US" altLang="zh-CN" sz="1200" b="1" i="0" u="none" strike="noStrike" cap="none" normalizeH="0" baseline="0">
                          <a:ln>
                            <a:noFill/>
                          </a:ln>
                          <a:solidFill>
                            <a:srgbClr val="000066"/>
                          </a:solidFill>
                          <a:effectLst/>
                          <a:latin typeface="Arial" charset="0"/>
                          <a:ea typeface="宋体" pitchFamily="2" charset="-122"/>
                        </a:rPr>
                        <a:t>10</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10</a:t>
                      </a:r>
                      <a:r>
                        <a:rPr kumimoji="0" lang="en-US" altLang="zh-CN" sz="1200" b="1" i="0" u="none" strike="noStrike" cap="none" normalizeH="0" baseline="0">
                          <a:ln>
                            <a:noFill/>
                          </a:ln>
                          <a:solidFill>
                            <a:srgbClr val="000066"/>
                          </a:solidFill>
                          <a:effectLst/>
                          <a:latin typeface="Arial" charset="0"/>
                          <a:ea typeface="宋体" pitchFamily="2" charset="-122"/>
                          <a:sym typeface="Symbol" pitchFamily="18" charset="2"/>
                        </a:rPr>
                        <a:t></a:t>
                      </a:r>
                      <a:r>
                        <a:rPr kumimoji="0" lang="en-US" altLang="zh-CN" sz="1200" b="1" i="0" u="none" strike="noStrike" cap="none" normalizeH="0" baseline="0">
                          <a:ln>
                            <a:noFill/>
                          </a:ln>
                          <a:solidFill>
                            <a:srgbClr val="000066"/>
                          </a:solidFill>
                          <a:effectLst/>
                          <a:latin typeface="Arial" charset="0"/>
                          <a:ea typeface="宋体" pitchFamily="2" charset="-122"/>
                        </a:rPr>
                        <a:t>20</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dirty="0">
                          <a:ln>
                            <a:noFill/>
                          </a:ln>
                          <a:solidFill>
                            <a:srgbClr val="000066"/>
                          </a:solidFill>
                          <a:effectLst/>
                          <a:latin typeface="Arial" charset="0"/>
                          <a:ea typeface="宋体" pitchFamily="2" charset="-122"/>
                        </a:rPr>
                        <a:t>20</a:t>
                      </a:r>
                      <a:r>
                        <a:rPr kumimoji="0" lang="en-US" altLang="zh-CN" sz="1200" b="1" i="0" u="none" strike="noStrike" cap="none" normalizeH="0" baseline="0" dirty="0">
                          <a:ln>
                            <a:noFill/>
                          </a:ln>
                          <a:solidFill>
                            <a:srgbClr val="000066"/>
                          </a:solidFill>
                          <a:effectLst/>
                          <a:latin typeface="Arial" charset="0"/>
                          <a:ea typeface="宋体" pitchFamily="2" charset="-122"/>
                          <a:sym typeface="Symbol" pitchFamily="18" charset="2"/>
                        </a:rPr>
                        <a:t></a:t>
                      </a:r>
                      <a:r>
                        <a:rPr kumimoji="0" lang="en-US" altLang="zh-CN" sz="1200" b="1" i="0" u="none" strike="noStrike" cap="none" normalizeH="0" baseline="0" dirty="0">
                          <a:ln>
                            <a:noFill/>
                          </a:ln>
                          <a:solidFill>
                            <a:srgbClr val="000066"/>
                          </a:solidFill>
                          <a:effectLst/>
                          <a:latin typeface="Arial" charset="0"/>
                          <a:ea typeface="宋体" pitchFamily="2" charset="-122"/>
                        </a:rPr>
                        <a:t>25</a:t>
                      </a:r>
                    </a:p>
                  </a:txBody>
                  <a:tcPr marL="68580" marR="68580" marT="34254" marB="3425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TextBox 1"/>
          <p:cNvSpPr txBox="1"/>
          <p:nvPr/>
        </p:nvSpPr>
        <p:spPr>
          <a:xfrm>
            <a:off x="5723782" y="3089709"/>
            <a:ext cx="1998222" cy="320040"/>
          </a:xfrm>
          <a:prstGeom prst="rect">
            <a:avLst/>
          </a:prstGeom>
          <a:noFill/>
        </p:spPr>
        <p:txBody>
          <a:bodyPr wrap="square" rtlCol="0">
            <a:spAutoFit/>
          </a:bodyPr>
          <a:lstStyle/>
          <a:p>
            <a:r>
              <a:rPr lang="en-US" altLang="zh-CN" sz="1500" b="1" dirty="0">
                <a:solidFill>
                  <a:srgbClr val="FF0000"/>
                </a:solidFill>
              </a:rPr>
              <a:t>S[</a:t>
            </a:r>
            <a:r>
              <a:rPr lang="en-US" altLang="zh-CN" sz="1500" b="1" dirty="0" err="1">
                <a:solidFill>
                  <a:srgbClr val="FF0000"/>
                </a:solidFill>
              </a:rPr>
              <a:t>i</a:t>
            </a:r>
            <a:r>
              <a:rPr lang="en-US" altLang="zh-CN" sz="1500" b="1" dirty="0">
                <a:solidFill>
                  <a:srgbClr val="FF0000"/>
                </a:solidFill>
              </a:rPr>
              <a:t>][j]</a:t>
            </a:r>
            <a:r>
              <a:rPr lang="zh-CN" altLang="en-US" sz="1500" b="1" dirty="0">
                <a:solidFill>
                  <a:srgbClr val="FF0000"/>
                </a:solidFill>
              </a:rPr>
              <a:t>的含义？</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ChangeArrowheads="1"/>
          </p:cNvSpPr>
          <p:nvPr/>
        </p:nvSpPr>
        <p:spPr bwMode="auto">
          <a:xfrm>
            <a:off x="2141935" y="0"/>
            <a:ext cx="4225528" cy="596504"/>
          </a:xfrm>
          <a:prstGeom prst="rect">
            <a:avLst/>
          </a:prstGeom>
          <a:noFill/>
          <a:ln>
            <a:noFill/>
          </a:ln>
          <a:effectLst/>
        </p:spPr>
        <p:txBody>
          <a:bodyPr anchor="b"/>
          <a:lstStyle/>
          <a:p>
            <a:pPr>
              <a:defRPr/>
            </a:pPr>
            <a:r>
              <a:rPr lang="zh-CN" altLang="en-US" sz="2550" b="1">
                <a:solidFill>
                  <a:srgbClr val="000066"/>
                </a:solidFill>
                <a:effectLst>
                  <a:outerShdw blurRad="38100" dist="38100" dir="2700000" algn="tl">
                    <a:srgbClr val="C0C0C0"/>
                  </a:outerShdw>
                </a:effectLst>
                <a:latin typeface="Garamond" pitchFamily="18" charset="0"/>
                <a:ea typeface="黑体" pitchFamily="2" charset="-122"/>
              </a:rPr>
              <a:t>用动态规划法求最优解</a:t>
            </a:r>
            <a:endParaRPr lang="ja-JP" altLang="en-US" sz="2550" b="1">
              <a:solidFill>
                <a:srgbClr val="000066"/>
              </a:solidFill>
              <a:effectLst>
                <a:outerShdw blurRad="38100" dist="38100" dir="2700000" algn="tl">
                  <a:srgbClr val="C0C0C0"/>
                </a:outerShdw>
              </a:effectLst>
              <a:latin typeface="Garamond" pitchFamily="18" charset="0"/>
              <a:ea typeface="黑体" pitchFamily="2" charset="-122"/>
            </a:endParaRPr>
          </a:p>
        </p:txBody>
      </p:sp>
      <p:sp>
        <p:nvSpPr>
          <p:cNvPr id="126007" name="Rectangle 3"/>
          <p:cNvSpPr>
            <a:spLocks noChangeArrowheads="1"/>
          </p:cNvSpPr>
          <p:nvPr/>
        </p:nvSpPr>
        <p:spPr bwMode="auto">
          <a:xfrm>
            <a:off x="48260" y="554673"/>
            <a:ext cx="6318647" cy="4572000"/>
          </a:xfrm>
          <a:prstGeom prst="rect">
            <a:avLst/>
          </a:prstGeom>
          <a:noFill/>
          <a:ln w="9525">
            <a:noFill/>
            <a:miter lim="800000"/>
          </a:ln>
        </p:spPr>
        <p:txBody>
          <a:bodyPr>
            <a:spAutoFit/>
          </a:bodyPr>
          <a:lstStyle/>
          <a:p>
            <a:pPr>
              <a:lnSpc>
                <a:spcPct val="150000"/>
              </a:lnSpc>
            </a:pPr>
            <a:r>
              <a:rPr kumimoji="1" lang="en-US" altLang="zh-CN" sz="1400" b="1">
                <a:solidFill>
                  <a:srgbClr val="000000"/>
                </a:solidFill>
              </a:rPr>
              <a:t>void MatrixChain(int *p</a:t>
            </a:r>
            <a:r>
              <a:rPr kumimoji="1" lang="zh-CN" altLang="en-US" sz="1400" b="1">
                <a:solidFill>
                  <a:srgbClr val="000000"/>
                </a:solidFill>
              </a:rPr>
              <a:t>，</a:t>
            </a:r>
            <a:r>
              <a:rPr kumimoji="1" lang="en-US" altLang="zh-CN" sz="1400" b="1">
                <a:solidFill>
                  <a:srgbClr val="000000"/>
                </a:solidFill>
              </a:rPr>
              <a:t>int n</a:t>
            </a:r>
            <a:r>
              <a:rPr kumimoji="1" lang="zh-CN" altLang="en-US" sz="1400" b="1">
                <a:solidFill>
                  <a:srgbClr val="000000"/>
                </a:solidFill>
              </a:rPr>
              <a:t>，</a:t>
            </a:r>
            <a:r>
              <a:rPr kumimoji="1" lang="en-US" altLang="zh-CN" sz="1400" b="1">
                <a:solidFill>
                  <a:srgbClr val="000000"/>
                </a:solidFill>
              </a:rPr>
              <a:t>int **m</a:t>
            </a:r>
            <a:r>
              <a:rPr kumimoji="1" lang="zh-CN" altLang="en-US" sz="1400" b="1">
                <a:solidFill>
                  <a:srgbClr val="000000"/>
                </a:solidFill>
              </a:rPr>
              <a:t>，</a:t>
            </a:r>
            <a:r>
              <a:rPr kumimoji="1" lang="en-US" altLang="zh-CN" sz="1400" b="1">
                <a:solidFill>
                  <a:srgbClr val="000000"/>
                </a:solidFill>
              </a:rPr>
              <a:t>int **s)</a:t>
            </a:r>
          </a:p>
          <a:p>
            <a:pPr>
              <a:lnSpc>
                <a:spcPct val="150000"/>
              </a:lnSpc>
            </a:pPr>
            <a:r>
              <a:rPr kumimoji="1" lang="en-US" altLang="zh-CN" sz="1400" b="1">
                <a:solidFill>
                  <a:srgbClr val="000000"/>
                </a:solidFill>
              </a:rPr>
              <a:t>{</a:t>
            </a:r>
          </a:p>
          <a:p>
            <a:pPr>
              <a:lnSpc>
                <a:spcPct val="150000"/>
              </a:lnSpc>
            </a:pPr>
            <a:r>
              <a:rPr kumimoji="1" lang="en-US" altLang="zh-CN" sz="1400" b="1">
                <a:solidFill>
                  <a:srgbClr val="000000"/>
                </a:solidFill>
              </a:rPr>
              <a:t>        for (int i = 1; i &lt;= n; i++) m[i][i] = 0;</a:t>
            </a:r>
          </a:p>
          <a:p>
            <a:pPr>
              <a:lnSpc>
                <a:spcPct val="150000"/>
              </a:lnSpc>
            </a:pPr>
            <a:r>
              <a:rPr kumimoji="1" lang="en-US" altLang="zh-CN" sz="1400" b="1">
                <a:solidFill>
                  <a:srgbClr val="000000"/>
                </a:solidFill>
              </a:rPr>
              <a:t>        for (int r = 2; r &lt;= n; r++)  // r</a:t>
            </a:r>
            <a:r>
              <a:rPr kumimoji="1" lang="zh-CN" altLang="en-US" sz="1400" b="1">
                <a:solidFill>
                  <a:srgbClr val="000000"/>
                </a:solidFill>
              </a:rPr>
              <a:t>代表了对角线，如图</a:t>
            </a:r>
            <a:r>
              <a:rPr kumimoji="1" lang="en-US" altLang="zh-CN" sz="1400" b="1">
                <a:solidFill>
                  <a:srgbClr val="000000"/>
                </a:solidFill>
              </a:rPr>
              <a:t>a </a:t>
            </a:r>
          </a:p>
          <a:p>
            <a:pPr>
              <a:lnSpc>
                <a:spcPct val="150000"/>
              </a:lnSpc>
            </a:pPr>
            <a:r>
              <a:rPr kumimoji="1" lang="en-US" altLang="zh-CN" sz="1400" b="1">
                <a:solidFill>
                  <a:srgbClr val="000000"/>
                </a:solidFill>
              </a:rPr>
              <a:t>           for (int i = 1; i &lt;= n - r+1; i++) { //</a:t>
            </a:r>
            <a:r>
              <a:rPr kumimoji="1" lang="zh-CN" altLang="en-US" sz="1400" b="1">
                <a:solidFill>
                  <a:srgbClr val="000000"/>
                </a:solidFill>
              </a:rPr>
              <a:t>代表了对每条对角线的数值</a:t>
            </a:r>
          </a:p>
          <a:p>
            <a:pPr>
              <a:lnSpc>
                <a:spcPct val="150000"/>
              </a:lnSpc>
            </a:pPr>
            <a:r>
              <a:rPr kumimoji="1" lang="en-US" altLang="zh-CN" sz="1400" b="1">
                <a:solidFill>
                  <a:srgbClr val="000000"/>
                </a:solidFill>
              </a:rPr>
              <a:t>              int j=i+r-1;</a:t>
            </a:r>
          </a:p>
          <a:p>
            <a:pPr>
              <a:lnSpc>
                <a:spcPct val="150000"/>
              </a:lnSpc>
            </a:pPr>
            <a:r>
              <a:rPr kumimoji="1" lang="en-US" altLang="zh-CN" sz="1400" b="1">
                <a:solidFill>
                  <a:srgbClr val="000000"/>
                </a:solidFill>
              </a:rPr>
              <a:t>              m[i][j] = m[i+1][j]+ p[i-1]*p[i]*p[j];</a:t>
            </a:r>
          </a:p>
          <a:p>
            <a:pPr>
              <a:lnSpc>
                <a:spcPct val="150000"/>
              </a:lnSpc>
            </a:pPr>
            <a:r>
              <a:rPr kumimoji="1" lang="en-US" altLang="zh-CN" sz="1400" b="1">
                <a:solidFill>
                  <a:srgbClr val="000000"/>
                </a:solidFill>
              </a:rPr>
              <a:t>              s[i][j] = i;</a:t>
            </a:r>
          </a:p>
          <a:p>
            <a:pPr>
              <a:lnSpc>
                <a:spcPct val="150000"/>
              </a:lnSpc>
            </a:pPr>
            <a:r>
              <a:rPr kumimoji="1" lang="en-US" altLang="zh-CN" sz="1400" b="1">
                <a:solidFill>
                  <a:srgbClr val="000000"/>
                </a:solidFill>
              </a:rPr>
              <a:t>              for (int k = i+1; k &lt; j; k++) {</a:t>
            </a:r>
          </a:p>
          <a:p>
            <a:pPr>
              <a:lnSpc>
                <a:spcPct val="150000"/>
              </a:lnSpc>
            </a:pPr>
            <a:r>
              <a:rPr kumimoji="1" lang="en-US" altLang="zh-CN" sz="1400" b="1">
                <a:solidFill>
                  <a:srgbClr val="000000"/>
                </a:solidFill>
              </a:rPr>
              <a:t>                 int t = m[i][k] + m[k+1][j] + p[i-1]*p[k]*p[j];</a:t>
            </a:r>
          </a:p>
          <a:p>
            <a:pPr>
              <a:lnSpc>
                <a:spcPct val="150000"/>
              </a:lnSpc>
            </a:pPr>
            <a:r>
              <a:rPr kumimoji="1" lang="en-US" altLang="zh-CN" sz="1400" b="1">
                <a:solidFill>
                  <a:srgbClr val="000000"/>
                </a:solidFill>
              </a:rPr>
              <a:t>                 if (t &lt; m[i][j]) { m[i][j] = t; s[i][j] = k;}</a:t>
            </a:r>
          </a:p>
          <a:p>
            <a:pPr>
              <a:lnSpc>
                <a:spcPct val="150000"/>
              </a:lnSpc>
            </a:pPr>
            <a:r>
              <a:rPr kumimoji="1" lang="en-US" altLang="zh-CN" sz="1400" b="1">
                <a:solidFill>
                  <a:srgbClr val="000000"/>
                </a:solidFill>
              </a:rPr>
              <a:t>              }</a:t>
            </a:r>
          </a:p>
          <a:p>
            <a:pPr>
              <a:lnSpc>
                <a:spcPct val="150000"/>
              </a:lnSpc>
            </a:pPr>
            <a:r>
              <a:rPr kumimoji="1" lang="en-US" altLang="zh-CN" sz="1400" b="1">
                <a:solidFill>
                  <a:srgbClr val="000000"/>
                </a:solidFill>
              </a:rPr>
              <a:t>          }</a:t>
            </a:r>
          </a:p>
          <a:p>
            <a:pPr>
              <a:lnSpc>
                <a:spcPct val="150000"/>
              </a:lnSpc>
            </a:pPr>
            <a:r>
              <a:rPr kumimoji="1" lang="en-US" altLang="zh-CN" sz="1400" b="1">
                <a:solidFill>
                  <a:srgbClr val="000000"/>
                </a:solidFill>
              </a:rPr>
              <a:t>}</a:t>
            </a:r>
          </a:p>
        </p:txBody>
      </p:sp>
      <p:graphicFrame>
        <p:nvGraphicFramePr>
          <p:cNvPr id="295967" name="Group 31"/>
          <p:cNvGraphicFramePr>
            <a:graphicFrameLocks noGrp="1"/>
          </p:cNvGraphicFramePr>
          <p:nvPr/>
        </p:nvGraphicFramePr>
        <p:xfrm>
          <a:off x="5090160" y="843280"/>
          <a:ext cx="3790315" cy="687705"/>
        </p:xfrm>
        <a:graphic>
          <a:graphicData uri="http://schemas.openxmlformats.org/drawingml/2006/table">
            <a:tbl>
              <a:tblPr/>
              <a:tblGrid>
                <a:gridCol w="640715">
                  <a:extLst>
                    <a:ext uri="{9D8B030D-6E8A-4147-A177-3AD203B41FA5}">
                      <a16:colId xmlns:a16="http://schemas.microsoft.com/office/drawing/2014/main" val="20000"/>
                    </a:ext>
                  </a:extLst>
                </a:gridCol>
                <a:gridCol w="640715">
                  <a:extLst>
                    <a:ext uri="{9D8B030D-6E8A-4147-A177-3AD203B41FA5}">
                      <a16:colId xmlns:a16="http://schemas.microsoft.com/office/drawing/2014/main" val="20001"/>
                    </a:ext>
                  </a:extLst>
                </a:gridCol>
                <a:gridCol w="542925">
                  <a:extLst>
                    <a:ext uri="{9D8B030D-6E8A-4147-A177-3AD203B41FA5}">
                      <a16:colId xmlns:a16="http://schemas.microsoft.com/office/drawing/2014/main" val="20002"/>
                    </a:ext>
                  </a:extLst>
                </a:gridCol>
                <a:gridCol w="542925">
                  <a:extLst>
                    <a:ext uri="{9D8B030D-6E8A-4147-A177-3AD203B41FA5}">
                      <a16:colId xmlns:a16="http://schemas.microsoft.com/office/drawing/2014/main" val="20003"/>
                    </a:ext>
                  </a:extLst>
                </a:gridCol>
                <a:gridCol w="641350">
                  <a:extLst>
                    <a:ext uri="{9D8B030D-6E8A-4147-A177-3AD203B41FA5}">
                      <a16:colId xmlns:a16="http://schemas.microsoft.com/office/drawing/2014/main" val="20004"/>
                    </a:ext>
                  </a:extLst>
                </a:gridCol>
                <a:gridCol w="781685">
                  <a:extLst>
                    <a:ext uri="{9D8B030D-6E8A-4147-A177-3AD203B41FA5}">
                      <a16:colId xmlns:a16="http://schemas.microsoft.com/office/drawing/2014/main" val="20005"/>
                    </a:ext>
                  </a:extLst>
                </a:gridCol>
              </a:tblGrid>
              <a:tr h="25146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dirty="0">
                          <a:ln>
                            <a:noFill/>
                          </a:ln>
                          <a:solidFill>
                            <a:srgbClr val="000066"/>
                          </a:solidFill>
                          <a:effectLst/>
                          <a:latin typeface="Arial" charset="0"/>
                          <a:ea typeface="宋体" pitchFamily="2" charset="-122"/>
                        </a:rPr>
                        <a:t>A1</a:t>
                      </a:r>
                    </a:p>
                  </a:txBody>
                  <a:tcPr marL="68580" marR="68580" marT="34254" marB="3425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A2</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A3</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A4</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A5</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dirty="0">
                          <a:ln>
                            <a:noFill/>
                          </a:ln>
                          <a:solidFill>
                            <a:srgbClr val="000066"/>
                          </a:solidFill>
                          <a:effectLst/>
                          <a:latin typeface="Arial" charset="0"/>
                          <a:ea typeface="宋体" pitchFamily="2" charset="-122"/>
                        </a:rPr>
                        <a:t>A6</a:t>
                      </a:r>
                    </a:p>
                  </a:txBody>
                  <a:tcPr marL="68580" marR="68580" marT="34254" marB="3425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624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dirty="0">
                          <a:ln>
                            <a:noFill/>
                          </a:ln>
                          <a:solidFill>
                            <a:srgbClr val="000066"/>
                          </a:solidFill>
                          <a:effectLst/>
                          <a:latin typeface="Arial" charset="0"/>
                          <a:ea typeface="宋体" pitchFamily="2" charset="-122"/>
                        </a:rPr>
                        <a:t>30</a:t>
                      </a:r>
                      <a:r>
                        <a:rPr kumimoji="0" lang="en-US" altLang="zh-CN" sz="1200" b="1" i="0" u="none" strike="noStrike" cap="none" normalizeH="0" baseline="0" dirty="0">
                          <a:ln>
                            <a:noFill/>
                          </a:ln>
                          <a:solidFill>
                            <a:srgbClr val="000066"/>
                          </a:solidFill>
                          <a:effectLst/>
                          <a:latin typeface="Arial" charset="0"/>
                          <a:ea typeface="宋体" pitchFamily="2" charset="-122"/>
                          <a:sym typeface="Symbol" pitchFamily="18" charset="2"/>
                        </a:rPr>
                        <a:t>35</a:t>
                      </a:r>
                      <a:endParaRPr kumimoji="0" lang="en-US" altLang="zh-CN" sz="1200" b="1" i="0" u="none" strike="noStrike" cap="none" normalizeH="0" baseline="0" dirty="0">
                        <a:ln>
                          <a:noFill/>
                        </a:ln>
                        <a:solidFill>
                          <a:srgbClr val="000066"/>
                        </a:solidFill>
                        <a:effectLst/>
                        <a:latin typeface="Arial" charset="0"/>
                        <a:ea typeface="宋体" pitchFamily="2" charset="-122"/>
                      </a:endParaRPr>
                    </a:p>
                  </a:txBody>
                  <a:tcPr marL="68580" marR="68580" marT="34254" marB="3425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35</a:t>
                      </a:r>
                      <a:r>
                        <a:rPr kumimoji="0" lang="en-US" altLang="zh-CN" sz="1200" b="1" i="0" u="none" strike="noStrike" cap="none" normalizeH="0" baseline="0">
                          <a:ln>
                            <a:noFill/>
                          </a:ln>
                          <a:solidFill>
                            <a:srgbClr val="000066"/>
                          </a:solidFill>
                          <a:effectLst/>
                          <a:latin typeface="Arial" charset="0"/>
                          <a:ea typeface="宋体" pitchFamily="2" charset="-122"/>
                          <a:sym typeface="Symbol" pitchFamily="18" charset="2"/>
                        </a:rPr>
                        <a:t></a:t>
                      </a:r>
                      <a:r>
                        <a:rPr kumimoji="0" lang="en-US" altLang="zh-CN" sz="1200" b="1" i="0" u="none" strike="noStrike" cap="none" normalizeH="0" baseline="0">
                          <a:ln>
                            <a:noFill/>
                          </a:ln>
                          <a:solidFill>
                            <a:srgbClr val="000066"/>
                          </a:solidFill>
                          <a:effectLst/>
                          <a:latin typeface="Arial" charset="0"/>
                          <a:ea typeface="宋体" pitchFamily="2" charset="-122"/>
                        </a:rPr>
                        <a:t>15</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15</a:t>
                      </a:r>
                      <a:r>
                        <a:rPr kumimoji="0" lang="en-US" altLang="zh-CN" sz="1200" b="1" i="0" u="none" strike="noStrike" cap="none" normalizeH="0" baseline="0">
                          <a:ln>
                            <a:noFill/>
                          </a:ln>
                          <a:solidFill>
                            <a:srgbClr val="000066"/>
                          </a:solidFill>
                          <a:effectLst/>
                          <a:latin typeface="Arial" charset="0"/>
                          <a:ea typeface="宋体" pitchFamily="2" charset="-122"/>
                          <a:sym typeface="Symbol" pitchFamily="18" charset="2"/>
                        </a:rPr>
                        <a:t></a:t>
                      </a:r>
                      <a:r>
                        <a:rPr kumimoji="0" lang="en-US" altLang="zh-CN" sz="1200" b="1" i="0" u="none" strike="noStrike" cap="none" normalizeH="0" baseline="0">
                          <a:ln>
                            <a:noFill/>
                          </a:ln>
                          <a:solidFill>
                            <a:srgbClr val="000066"/>
                          </a:solidFill>
                          <a:effectLst/>
                          <a:latin typeface="Arial" charset="0"/>
                          <a:ea typeface="宋体" pitchFamily="2" charset="-122"/>
                        </a:rPr>
                        <a:t>5</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5</a:t>
                      </a:r>
                      <a:r>
                        <a:rPr kumimoji="0" lang="en-US" altLang="zh-CN" sz="1200" b="1" i="0" u="none" strike="noStrike" cap="none" normalizeH="0" baseline="0">
                          <a:ln>
                            <a:noFill/>
                          </a:ln>
                          <a:solidFill>
                            <a:srgbClr val="000066"/>
                          </a:solidFill>
                          <a:effectLst/>
                          <a:latin typeface="Arial" charset="0"/>
                          <a:ea typeface="宋体" pitchFamily="2" charset="-122"/>
                          <a:sym typeface="Symbol" pitchFamily="18" charset="2"/>
                        </a:rPr>
                        <a:t></a:t>
                      </a:r>
                      <a:r>
                        <a:rPr kumimoji="0" lang="en-US" altLang="zh-CN" sz="1200" b="1" i="0" u="none" strike="noStrike" cap="none" normalizeH="0" baseline="0">
                          <a:ln>
                            <a:noFill/>
                          </a:ln>
                          <a:solidFill>
                            <a:srgbClr val="000066"/>
                          </a:solidFill>
                          <a:effectLst/>
                          <a:latin typeface="Arial" charset="0"/>
                          <a:ea typeface="宋体" pitchFamily="2" charset="-122"/>
                        </a:rPr>
                        <a:t>10</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10</a:t>
                      </a:r>
                      <a:r>
                        <a:rPr kumimoji="0" lang="en-US" altLang="zh-CN" sz="1200" b="1" i="0" u="none" strike="noStrike" cap="none" normalizeH="0" baseline="0">
                          <a:ln>
                            <a:noFill/>
                          </a:ln>
                          <a:solidFill>
                            <a:srgbClr val="000066"/>
                          </a:solidFill>
                          <a:effectLst/>
                          <a:latin typeface="Arial" charset="0"/>
                          <a:ea typeface="宋体" pitchFamily="2" charset="-122"/>
                          <a:sym typeface="Symbol" pitchFamily="18" charset="2"/>
                        </a:rPr>
                        <a:t></a:t>
                      </a:r>
                      <a:r>
                        <a:rPr kumimoji="0" lang="en-US" altLang="zh-CN" sz="1200" b="1" i="0" u="none" strike="noStrike" cap="none" normalizeH="0" baseline="0">
                          <a:ln>
                            <a:noFill/>
                          </a:ln>
                          <a:solidFill>
                            <a:srgbClr val="000066"/>
                          </a:solidFill>
                          <a:effectLst/>
                          <a:latin typeface="Arial" charset="0"/>
                          <a:ea typeface="宋体" pitchFamily="2" charset="-122"/>
                        </a:rPr>
                        <a:t>20</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dirty="0">
                          <a:ln>
                            <a:noFill/>
                          </a:ln>
                          <a:solidFill>
                            <a:srgbClr val="000066"/>
                          </a:solidFill>
                          <a:effectLst/>
                          <a:latin typeface="Arial" charset="0"/>
                          <a:ea typeface="宋体" pitchFamily="2" charset="-122"/>
                        </a:rPr>
                        <a:t>20</a:t>
                      </a:r>
                      <a:r>
                        <a:rPr kumimoji="0" lang="en-US" altLang="zh-CN" sz="1200" b="1" i="0" u="none" strike="noStrike" cap="none" normalizeH="0" baseline="0" dirty="0">
                          <a:ln>
                            <a:noFill/>
                          </a:ln>
                          <a:solidFill>
                            <a:srgbClr val="000066"/>
                          </a:solidFill>
                          <a:effectLst/>
                          <a:latin typeface="Arial" charset="0"/>
                          <a:ea typeface="宋体" pitchFamily="2" charset="-122"/>
                          <a:sym typeface="Symbol" pitchFamily="18" charset="2"/>
                        </a:rPr>
                        <a:t></a:t>
                      </a:r>
                      <a:r>
                        <a:rPr kumimoji="0" lang="en-US" altLang="zh-CN" sz="1200" b="1" i="0" u="none" strike="noStrike" cap="none" normalizeH="0" baseline="0" dirty="0">
                          <a:ln>
                            <a:noFill/>
                          </a:ln>
                          <a:solidFill>
                            <a:srgbClr val="000066"/>
                          </a:solidFill>
                          <a:effectLst/>
                          <a:latin typeface="Arial" charset="0"/>
                          <a:ea typeface="宋体" pitchFamily="2" charset="-122"/>
                        </a:rPr>
                        <a:t>25</a:t>
                      </a:r>
                    </a:p>
                  </a:txBody>
                  <a:tcPr marL="68580" marR="68580" marT="34254" marB="3425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26031" name="Rectangle 28"/>
          <p:cNvSpPr>
            <a:spLocks noChangeArrowheads="1"/>
          </p:cNvSpPr>
          <p:nvPr/>
        </p:nvSpPr>
        <p:spPr bwMode="auto">
          <a:xfrm>
            <a:off x="1143000" y="2143840"/>
            <a:ext cx="309880" cy="320040"/>
          </a:xfrm>
          <a:prstGeom prst="rect">
            <a:avLst/>
          </a:prstGeom>
          <a:noFill/>
          <a:ln w="9525">
            <a:noFill/>
            <a:miter lim="800000"/>
          </a:ln>
        </p:spPr>
        <p:txBody>
          <a:bodyPr wrap="none" anchor="ctr">
            <a:spAutoFit/>
          </a:bodyPr>
          <a:lstStyle/>
          <a:p>
            <a:endParaRPr lang="zh-CN" altLang="en-US" sz="1500"/>
          </a:p>
        </p:txBody>
      </p:sp>
      <p:graphicFrame>
        <p:nvGraphicFramePr>
          <p:cNvPr id="126004" name="Object 52"/>
          <p:cNvGraphicFramePr>
            <a:graphicFrameLocks noChangeAspect="1"/>
          </p:cNvGraphicFramePr>
          <p:nvPr/>
        </p:nvGraphicFramePr>
        <p:xfrm>
          <a:off x="3488690" y="2635250"/>
          <a:ext cx="5634355" cy="845185"/>
        </p:xfrm>
        <a:graphic>
          <a:graphicData uri="http://schemas.openxmlformats.org/presentationml/2006/ole">
            <mc:AlternateContent xmlns:mc="http://schemas.openxmlformats.org/markup-compatibility/2006">
              <mc:Choice xmlns:v="urn:schemas-microsoft-com:vml" Requires="v">
                <p:oleObj spid="_x0000_s126066" name="公式" r:id="rId3" imgW="4762500" imgH="711200" progId="Equation.3">
                  <p:embed/>
                </p:oleObj>
              </mc:Choice>
              <mc:Fallback>
                <p:oleObj name="公式" r:id="rId3" imgW="4762500" imgH="711200" progId="Equation.3">
                  <p:embed/>
                  <p:pic>
                    <p:nvPicPr>
                      <p:cNvPr id="0" name="Picture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8690" y="2635250"/>
                        <a:ext cx="5634355" cy="845185"/>
                      </a:xfrm>
                      <a:prstGeom prst="rect">
                        <a:avLst/>
                      </a:prstGeom>
                      <a:noFill/>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ChangeArrowheads="1"/>
          </p:cNvSpPr>
          <p:nvPr/>
        </p:nvSpPr>
        <p:spPr bwMode="auto">
          <a:xfrm>
            <a:off x="2141935" y="0"/>
            <a:ext cx="4225528" cy="596504"/>
          </a:xfrm>
          <a:prstGeom prst="rect">
            <a:avLst/>
          </a:prstGeom>
          <a:noFill/>
          <a:ln>
            <a:noFill/>
          </a:ln>
          <a:effectLst/>
        </p:spPr>
        <p:txBody>
          <a:bodyPr anchor="b"/>
          <a:lstStyle/>
          <a:p>
            <a:pPr>
              <a:defRPr/>
            </a:pPr>
            <a:r>
              <a:rPr lang="zh-CN" altLang="en-US" sz="2550" b="1">
                <a:solidFill>
                  <a:srgbClr val="000066"/>
                </a:solidFill>
                <a:effectLst>
                  <a:outerShdw blurRad="38100" dist="38100" dir="2700000" algn="tl">
                    <a:srgbClr val="C0C0C0"/>
                  </a:outerShdw>
                </a:effectLst>
                <a:latin typeface="Garamond" pitchFamily="18" charset="0"/>
                <a:ea typeface="黑体" pitchFamily="2" charset="-122"/>
              </a:rPr>
              <a:t>用动态规划法求最优解</a:t>
            </a:r>
            <a:endParaRPr lang="ja-JP" altLang="en-US" sz="2550" b="1">
              <a:solidFill>
                <a:srgbClr val="000066"/>
              </a:solidFill>
              <a:effectLst>
                <a:outerShdw blurRad="38100" dist="38100" dir="2700000" algn="tl">
                  <a:srgbClr val="C0C0C0"/>
                </a:outerShdw>
              </a:effectLst>
              <a:latin typeface="Garamond" pitchFamily="18" charset="0"/>
              <a:ea typeface="黑体" pitchFamily="2" charset="-122"/>
            </a:endParaRPr>
          </a:p>
        </p:txBody>
      </p:sp>
      <p:sp>
        <p:nvSpPr>
          <p:cNvPr id="257027" name="Rectangle 3"/>
          <p:cNvSpPr>
            <a:spLocks noChangeArrowheads="1"/>
          </p:cNvSpPr>
          <p:nvPr/>
        </p:nvSpPr>
        <p:spPr bwMode="auto">
          <a:xfrm>
            <a:off x="48260" y="538798"/>
            <a:ext cx="6318647" cy="3931920"/>
          </a:xfrm>
          <a:prstGeom prst="rect">
            <a:avLst/>
          </a:prstGeom>
          <a:noFill/>
          <a:ln w="9525">
            <a:noFill/>
            <a:miter lim="800000"/>
          </a:ln>
        </p:spPr>
        <p:txBody>
          <a:bodyPr>
            <a:spAutoFit/>
          </a:bodyPr>
          <a:lstStyle/>
          <a:p>
            <a:pPr>
              <a:lnSpc>
                <a:spcPct val="150000"/>
              </a:lnSpc>
            </a:pPr>
            <a:r>
              <a:rPr kumimoji="1" lang="en-US" altLang="zh-CN" sz="1200"/>
              <a:t>void </a:t>
            </a:r>
            <a:r>
              <a:rPr kumimoji="1" lang="en-US" altLang="zh-CN" sz="1200" b="1"/>
              <a:t>MatrixChain</a:t>
            </a:r>
            <a:r>
              <a:rPr kumimoji="1" lang="en-US" altLang="zh-CN" sz="1200"/>
              <a:t>(int *p</a:t>
            </a:r>
            <a:r>
              <a:rPr kumimoji="1" lang="zh-CN" altLang="en-US" sz="1200"/>
              <a:t>，</a:t>
            </a:r>
            <a:r>
              <a:rPr kumimoji="1" lang="en-US" altLang="zh-CN" sz="1200"/>
              <a:t>int n</a:t>
            </a:r>
            <a:r>
              <a:rPr kumimoji="1" lang="zh-CN" altLang="en-US" sz="1200"/>
              <a:t>，</a:t>
            </a:r>
            <a:r>
              <a:rPr kumimoji="1" lang="en-US" altLang="zh-CN" sz="1200"/>
              <a:t>int **m</a:t>
            </a:r>
            <a:r>
              <a:rPr kumimoji="1" lang="zh-CN" altLang="en-US" sz="1200"/>
              <a:t>，</a:t>
            </a:r>
            <a:r>
              <a:rPr kumimoji="1" lang="en-US" altLang="zh-CN" sz="1200"/>
              <a:t>int **s)</a:t>
            </a:r>
          </a:p>
          <a:p>
            <a:pPr>
              <a:lnSpc>
                <a:spcPct val="150000"/>
              </a:lnSpc>
            </a:pPr>
            <a:r>
              <a:rPr kumimoji="1" lang="en-US" altLang="zh-CN" sz="1200"/>
              <a:t>{</a:t>
            </a:r>
          </a:p>
          <a:p>
            <a:pPr>
              <a:lnSpc>
                <a:spcPct val="150000"/>
              </a:lnSpc>
            </a:pPr>
            <a:r>
              <a:rPr kumimoji="1" lang="en-US" altLang="zh-CN" sz="1200"/>
              <a:t>        for (int i = 1; i &lt;= n; i++) m[i][i] = 0;</a:t>
            </a:r>
          </a:p>
          <a:p>
            <a:pPr>
              <a:lnSpc>
                <a:spcPct val="150000"/>
              </a:lnSpc>
            </a:pPr>
            <a:r>
              <a:rPr kumimoji="1" lang="en-US" altLang="zh-CN" sz="1200"/>
              <a:t>        for (int r = 2; r &lt;= n; r++)</a:t>
            </a:r>
          </a:p>
          <a:p>
            <a:pPr>
              <a:lnSpc>
                <a:spcPct val="150000"/>
              </a:lnSpc>
            </a:pPr>
            <a:r>
              <a:rPr kumimoji="1" lang="en-US" altLang="zh-CN" sz="1200"/>
              <a:t>           for (int i = 1; i &lt;= n - r+1; i++) {</a:t>
            </a:r>
          </a:p>
          <a:p>
            <a:pPr>
              <a:lnSpc>
                <a:spcPct val="150000"/>
              </a:lnSpc>
            </a:pPr>
            <a:r>
              <a:rPr kumimoji="1" lang="en-US" altLang="zh-CN" sz="1200"/>
              <a:t>              int j=i+r-1;</a:t>
            </a:r>
          </a:p>
          <a:p>
            <a:pPr>
              <a:lnSpc>
                <a:spcPct val="150000"/>
              </a:lnSpc>
            </a:pPr>
            <a:r>
              <a:rPr kumimoji="1" lang="en-US" altLang="zh-CN" sz="1200"/>
              <a:t>              m[i][j] = m[i+1][j]+ p[i-1]*p[i]*p[j];</a:t>
            </a:r>
          </a:p>
          <a:p>
            <a:pPr>
              <a:lnSpc>
                <a:spcPct val="150000"/>
              </a:lnSpc>
            </a:pPr>
            <a:r>
              <a:rPr kumimoji="1" lang="en-US" altLang="zh-CN" sz="1200"/>
              <a:t>              s[i][j] = i;</a:t>
            </a:r>
          </a:p>
          <a:p>
            <a:pPr>
              <a:lnSpc>
                <a:spcPct val="150000"/>
              </a:lnSpc>
            </a:pPr>
            <a:r>
              <a:rPr kumimoji="1" lang="en-US" altLang="zh-CN" sz="1200"/>
              <a:t>              for (int k = i+1; k &lt; j; k++) {</a:t>
            </a:r>
          </a:p>
          <a:p>
            <a:pPr>
              <a:lnSpc>
                <a:spcPct val="150000"/>
              </a:lnSpc>
            </a:pPr>
            <a:r>
              <a:rPr kumimoji="1" lang="en-US" altLang="zh-CN" sz="1200"/>
              <a:t>                 int t = m[i][k] + m[k+1][j] + p[i-1]*p[k]*p[j];</a:t>
            </a:r>
          </a:p>
          <a:p>
            <a:pPr>
              <a:lnSpc>
                <a:spcPct val="150000"/>
              </a:lnSpc>
            </a:pPr>
            <a:r>
              <a:rPr kumimoji="1" lang="en-US" altLang="zh-CN" sz="1200"/>
              <a:t>                 if (t &lt; m[i][j]) { m[i][j] = t; s[i][j] = k;}</a:t>
            </a:r>
          </a:p>
          <a:p>
            <a:pPr>
              <a:lnSpc>
                <a:spcPct val="150000"/>
              </a:lnSpc>
            </a:pPr>
            <a:r>
              <a:rPr kumimoji="1" lang="en-US" altLang="zh-CN" sz="1200"/>
              <a:t>              }</a:t>
            </a:r>
          </a:p>
          <a:p>
            <a:pPr>
              <a:lnSpc>
                <a:spcPct val="150000"/>
              </a:lnSpc>
            </a:pPr>
            <a:r>
              <a:rPr kumimoji="1" lang="en-US" altLang="zh-CN" sz="1200"/>
              <a:t>          }</a:t>
            </a:r>
          </a:p>
          <a:p>
            <a:pPr>
              <a:lnSpc>
                <a:spcPct val="150000"/>
              </a:lnSpc>
            </a:pPr>
            <a:r>
              <a:rPr kumimoji="1" lang="en-US" altLang="zh-CN" sz="1200"/>
              <a:t>}</a:t>
            </a:r>
          </a:p>
        </p:txBody>
      </p:sp>
      <p:graphicFrame>
        <p:nvGraphicFramePr>
          <p:cNvPr id="295967" name="Group 31"/>
          <p:cNvGraphicFramePr>
            <a:graphicFrameLocks noGrp="1"/>
          </p:cNvGraphicFramePr>
          <p:nvPr/>
        </p:nvGraphicFramePr>
        <p:xfrm>
          <a:off x="5205730" y="596265"/>
          <a:ext cx="3721100" cy="687705"/>
        </p:xfrm>
        <a:graphic>
          <a:graphicData uri="http://schemas.openxmlformats.org/drawingml/2006/table">
            <a:tbl>
              <a:tblPr/>
              <a:tblGrid>
                <a:gridCol w="628650">
                  <a:extLst>
                    <a:ext uri="{9D8B030D-6E8A-4147-A177-3AD203B41FA5}">
                      <a16:colId xmlns:a16="http://schemas.microsoft.com/office/drawing/2014/main" val="20000"/>
                    </a:ext>
                  </a:extLst>
                </a:gridCol>
                <a:gridCol w="629285">
                  <a:extLst>
                    <a:ext uri="{9D8B030D-6E8A-4147-A177-3AD203B41FA5}">
                      <a16:colId xmlns:a16="http://schemas.microsoft.com/office/drawing/2014/main" val="20001"/>
                    </a:ext>
                  </a:extLst>
                </a:gridCol>
                <a:gridCol w="532765">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629285">
                  <a:extLst>
                    <a:ext uri="{9D8B030D-6E8A-4147-A177-3AD203B41FA5}">
                      <a16:colId xmlns:a16="http://schemas.microsoft.com/office/drawing/2014/main" val="20004"/>
                    </a:ext>
                  </a:extLst>
                </a:gridCol>
                <a:gridCol w="767715">
                  <a:extLst>
                    <a:ext uri="{9D8B030D-6E8A-4147-A177-3AD203B41FA5}">
                      <a16:colId xmlns:a16="http://schemas.microsoft.com/office/drawing/2014/main" val="20005"/>
                    </a:ext>
                  </a:extLst>
                </a:gridCol>
              </a:tblGrid>
              <a:tr h="25146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dirty="0">
                          <a:ln>
                            <a:noFill/>
                          </a:ln>
                          <a:solidFill>
                            <a:srgbClr val="000066"/>
                          </a:solidFill>
                          <a:effectLst/>
                          <a:latin typeface="Arial" charset="0"/>
                          <a:ea typeface="宋体" pitchFamily="2" charset="-122"/>
                        </a:rPr>
                        <a:t>A1</a:t>
                      </a:r>
                    </a:p>
                  </a:txBody>
                  <a:tcPr marL="68580" marR="68580" marT="34254" marB="3425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A2</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A3</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A4</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A5</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dirty="0">
                          <a:ln>
                            <a:noFill/>
                          </a:ln>
                          <a:solidFill>
                            <a:srgbClr val="000066"/>
                          </a:solidFill>
                          <a:effectLst/>
                          <a:latin typeface="Arial" charset="0"/>
                          <a:ea typeface="宋体" pitchFamily="2" charset="-122"/>
                        </a:rPr>
                        <a:t>A6</a:t>
                      </a:r>
                    </a:p>
                  </a:txBody>
                  <a:tcPr marL="68580" marR="68580" marT="34254" marB="3425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624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dirty="0">
                          <a:ln>
                            <a:noFill/>
                          </a:ln>
                          <a:solidFill>
                            <a:srgbClr val="000066"/>
                          </a:solidFill>
                          <a:effectLst/>
                          <a:latin typeface="Arial" charset="0"/>
                          <a:ea typeface="宋体" pitchFamily="2" charset="-122"/>
                        </a:rPr>
                        <a:t>30</a:t>
                      </a:r>
                      <a:r>
                        <a:rPr kumimoji="0" lang="en-US" altLang="zh-CN" sz="1200" b="1" i="0" u="none" strike="noStrike" cap="none" normalizeH="0" baseline="0" dirty="0">
                          <a:ln>
                            <a:noFill/>
                          </a:ln>
                          <a:solidFill>
                            <a:srgbClr val="000066"/>
                          </a:solidFill>
                          <a:effectLst/>
                          <a:latin typeface="Arial" charset="0"/>
                          <a:ea typeface="宋体" pitchFamily="2" charset="-122"/>
                          <a:sym typeface="Symbol" pitchFamily="18" charset="2"/>
                        </a:rPr>
                        <a:t>35</a:t>
                      </a:r>
                      <a:endParaRPr kumimoji="0" lang="en-US" altLang="zh-CN" sz="1200" b="1" i="0" u="none" strike="noStrike" cap="none" normalizeH="0" baseline="0" dirty="0">
                        <a:ln>
                          <a:noFill/>
                        </a:ln>
                        <a:solidFill>
                          <a:srgbClr val="000066"/>
                        </a:solidFill>
                        <a:effectLst/>
                        <a:latin typeface="Arial" charset="0"/>
                        <a:ea typeface="宋体" pitchFamily="2" charset="-122"/>
                      </a:endParaRPr>
                    </a:p>
                  </a:txBody>
                  <a:tcPr marL="68580" marR="68580" marT="34254" marB="3425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35</a:t>
                      </a:r>
                      <a:r>
                        <a:rPr kumimoji="0" lang="en-US" altLang="zh-CN" sz="1200" b="1" i="0" u="none" strike="noStrike" cap="none" normalizeH="0" baseline="0">
                          <a:ln>
                            <a:noFill/>
                          </a:ln>
                          <a:solidFill>
                            <a:srgbClr val="000066"/>
                          </a:solidFill>
                          <a:effectLst/>
                          <a:latin typeface="Arial" charset="0"/>
                          <a:ea typeface="宋体" pitchFamily="2" charset="-122"/>
                          <a:sym typeface="Symbol" pitchFamily="18" charset="2"/>
                        </a:rPr>
                        <a:t></a:t>
                      </a:r>
                      <a:r>
                        <a:rPr kumimoji="0" lang="en-US" altLang="zh-CN" sz="1200" b="1" i="0" u="none" strike="noStrike" cap="none" normalizeH="0" baseline="0">
                          <a:ln>
                            <a:noFill/>
                          </a:ln>
                          <a:solidFill>
                            <a:srgbClr val="000066"/>
                          </a:solidFill>
                          <a:effectLst/>
                          <a:latin typeface="Arial" charset="0"/>
                          <a:ea typeface="宋体" pitchFamily="2" charset="-122"/>
                        </a:rPr>
                        <a:t>15</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15</a:t>
                      </a:r>
                      <a:r>
                        <a:rPr kumimoji="0" lang="en-US" altLang="zh-CN" sz="1200" b="1" i="0" u="none" strike="noStrike" cap="none" normalizeH="0" baseline="0">
                          <a:ln>
                            <a:noFill/>
                          </a:ln>
                          <a:solidFill>
                            <a:srgbClr val="000066"/>
                          </a:solidFill>
                          <a:effectLst/>
                          <a:latin typeface="Arial" charset="0"/>
                          <a:ea typeface="宋体" pitchFamily="2" charset="-122"/>
                          <a:sym typeface="Symbol" pitchFamily="18" charset="2"/>
                        </a:rPr>
                        <a:t></a:t>
                      </a:r>
                      <a:r>
                        <a:rPr kumimoji="0" lang="en-US" altLang="zh-CN" sz="1200" b="1" i="0" u="none" strike="noStrike" cap="none" normalizeH="0" baseline="0">
                          <a:ln>
                            <a:noFill/>
                          </a:ln>
                          <a:solidFill>
                            <a:srgbClr val="000066"/>
                          </a:solidFill>
                          <a:effectLst/>
                          <a:latin typeface="Arial" charset="0"/>
                          <a:ea typeface="宋体" pitchFamily="2" charset="-122"/>
                        </a:rPr>
                        <a:t>5</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5</a:t>
                      </a:r>
                      <a:r>
                        <a:rPr kumimoji="0" lang="en-US" altLang="zh-CN" sz="1200" b="1" i="0" u="none" strike="noStrike" cap="none" normalizeH="0" baseline="0">
                          <a:ln>
                            <a:noFill/>
                          </a:ln>
                          <a:solidFill>
                            <a:srgbClr val="000066"/>
                          </a:solidFill>
                          <a:effectLst/>
                          <a:latin typeface="Arial" charset="0"/>
                          <a:ea typeface="宋体" pitchFamily="2" charset="-122"/>
                          <a:sym typeface="Symbol" pitchFamily="18" charset="2"/>
                        </a:rPr>
                        <a:t></a:t>
                      </a:r>
                      <a:r>
                        <a:rPr kumimoji="0" lang="en-US" altLang="zh-CN" sz="1200" b="1" i="0" u="none" strike="noStrike" cap="none" normalizeH="0" baseline="0">
                          <a:ln>
                            <a:noFill/>
                          </a:ln>
                          <a:solidFill>
                            <a:srgbClr val="000066"/>
                          </a:solidFill>
                          <a:effectLst/>
                          <a:latin typeface="Arial" charset="0"/>
                          <a:ea typeface="宋体" pitchFamily="2" charset="-122"/>
                        </a:rPr>
                        <a:t>10</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a:ln>
                            <a:noFill/>
                          </a:ln>
                          <a:solidFill>
                            <a:srgbClr val="000066"/>
                          </a:solidFill>
                          <a:effectLst/>
                          <a:latin typeface="Arial" charset="0"/>
                          <a:ea typeface="宋体" pitchFamily="2" charset="-122"/>
                        </a:rPr>
                        <a:t>10</a:t>
                      </a:r>
                      <a:r>
                        <a:rPr kumimoji="0" lang="en-US" altLang="zh-CN" sz="1200" b="1" i="0" u="none" strike="noStrike" cap="none" normalizeH="0" baseline="0">
                          <a:ln>
                            <a:noFill/>
                          </a:ln>
                          <a:solidFill>
                            <a:srgbClr val="000066"/>
                          </a:solidFill>
                          <a:effectLst/>
                          <a:latin typeface="Arial" charset="0"/>
                          <a:ea typeface="宋体" pitchFamily="2" charset="-122"/>
                          <a:sym typeface="Symbol" pitchFamily="18" charset="2"/>
                        </a:rPr>
                        <a:t></a:t>
                      </a:r>
                      <a:r>
                        <a:rPr kumimoji="0" lang="en-US" altLang="zh-CN" sz="1200" b="1" i="0" u="none" strike="noStrike" cap="none" normalizeH="0" baseline="0">
                          <a:ln>
                            <a:noFill/>
                          </a:ln>
                          <a:solidFill>
                            <a:srgbClr val="000066"/>
                          </a:solidFill>
                          <a:effectLst/>
                          <a:latin typeface="Arial" charset="0"/>
                          <a:ea typeface="宋体" pitchFamily="2" charset="-122"/>
                        </a:rPr>
                        <a:t>20</a:t>
                      </a:r>
                    </a:p>
                  </a:txBody>
                  <a:tcPr marL="68580" marR="68580" marT="34254" marB="3425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pPr>
                      <a:r>
                        <a:rPr kumimoji="0" lang="en-US" altLang="zh-CN" sz="1200" b="1" i="0" u="none" strike="noStrike" cap="none" normalizeH="0" baseline="0" dirty="0">
                          <a:ln>
                            <a:noFill/>
                          </a:ln>
                          <a:solidFill>
                            <a:srgbClr val="000066"/>
                          </a:solidFill>
                          <a:effectLst/>
                          <a:latin typeface="Arial" charset="0"/>
                          <a:ea typeface="宋体" pitchFamily="2" charset="-122"/>
                        </a:rPr>
                        <a:t>20</a:t>
                      </a:r>
                      <a:r>
                        <a:rPr kumimoji="0" lang="en-US" altLang="zh-CN" sz="1200" b="1" i="0" u="none" strike="noStrike" cap="none" normalizeH="0" baseline="0" dirty="0">
                          <a:ln>
                            <a:noFill/>
                          </a:ln>
                          <a:solidFill>
                            <a:srgbClr val="000066"/>
                          </a:solidFill>
                          <a:effectLst/>
                          <a:latin typeface="Arial" charset="0"/>
                          <a:ea typeface="宋体" pitchFamily="2" charset="-122"/>
                          <a:sym typeface="Symbol" pitchFamily="18" charset="2"/>
                        </a:rPr>
                        <a:t></a:t>
                      </a:r>
                      <a:r>
                        <a:rPr kumimoji="0" lang="en-US" altLang="zh-CN" sz="1200" b="1" i="0" u="none" strike="noStrike" cap="none" normalizeH="0" baseline="0" dirty="0">
                          <a:ln>
                            <a:noFill/>
                          </a:ln>
                          <a:solidFill>
                            <a:srgbClr val="000066"/>
                          </a:solidFill>
                          <a:effectLst/>
                          <a:latin typeface="Arial" charset="0"/>
                          <a:ea typeface="宋体" pitchFamily="2" charset="-122"/>
                        </a:rPr>
                        <a:t>25</a:t>
                      </a:r>
                    </a:p>
                  </a:txBody>
                  <a:tcPr marL="68580" marR="68580" marT="34254" marB="3425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257051" name="Picture 27" descr="t31"/>
          <p:cNvPicPr>
            <a:picLocks noChangeAspect="1" noChangeArrowheads="1"/>
          </p:cNvPicPr>
          <p:nvPr/>
        </p:nvPicPr>
        <p:blipFill>
          <a:blip r:embed="rId2"/>
          <a:srcRect/>
          <a:stretch>
            <a:fillRect/>
          </a:stretch>
        </p:blipFill>
        <p:spPr bwMode="auto">
          <a:xfrm>
            <a:off x="3886915" y="3657390"/>
            <a:ext cx="5211365" cy="1413272"/>
          </a:xfrm>
          <a:prstGeom prst="rect">
            <a:avLst/>
          </a:prstGeom>
          <a:noFill/>
          <a:ln w="9525">
            <a:noFill/>
            <a:miter lim="800000"/>
            <a:headEnd/>
            <a:tailEnd/>
          </a:ln>
        </p:spPr>
      </p:pic>
      <p:sp>
        <p:nvSpPr>
          <p:cNvPr id="257052" name="Rectangle 28"/>
          <p:cNvSpPr>
            <a:spLocks noChangeArrowheads="1"/>
          </p:cNvSpPr>
          <p:nvPr/>
        </p:nvSpPr>
        <p:spPr bwMode="auto">
          <a:xfrm>
            <a:off x="1143000" y="2143840"/>
            <a:ext cx="309880" cy="320040"/>
          </a:xfrm>
          <a:prstGeom prst="rect">
            <a:avLst/>
          </a:prstGeom>
          <a:noFill/>
          <a:ln w="9525">
            <a:noFill/>
            <a:miter lim="800000"/>
          </a:ln>
        </p:spPr>
        <p:txBody>
          <a:bodyPr wrap="none" anchor="ctr">
            <a:spAutoFit/>
          </a:bodyPr>
          <a:lstStyle/>
          <a:p>
            <a:endParaRPr lang="zh-CN" altLang="en-US" sz="1500"/>
          </a:p>
        </p:txBody>
      </p:sp>
      <p:sp>
        <p:nvSpPr>
          <p:cNvPr id="295966" name="Text Box 30"/>
          <p:cNvSpPr txBox="1">
            <a:spLocks noChangeArrowheads="1"/>
          </p:cNvSpPr>
          <p:nvPr/>
        </p:nvSpPr>
        <p:spPr bwMode="auto">
          <a:xfrm>
            <a:off x="3972560" y="1606550"/>
            <a:ext cx="5022850" cy="1920240"/>
          </a:xfrm>
          <a:prstGeom prst="rect">
            <a:avLst/>
          </a:prstGeom>
          <a:gradFill>
            <a:gsLst>
              <a:gs pos="0">
                <a:srgbClr val="012D86"/>
              </a:gs>
              <a:gs pos="100000">
                <a:srgbClr val="0E2557"/>
              </a:gs>
            </a:gsLst>
            <a:lin ang="5400000" scaled="0"/>
          </a:gradFill>
          <a:ln w="50800">
            <a:solidFill>
              <a:srgbClr val="FF6600"/>
            </a:solidFill>
            <a:miter lim="800000"/>
          </a:ln>
        </p:spPr>
        <p:txBody>
          <a:bodyPr wrap="square">
            <a:spAutoFit/>
          </a:bodyPr>
          <a:lstStyle/>
          <a:p>
            <a:pPr fontAlgn="auto">
              <a:lnSpc>
                <a:spcPct val="150000"/>
              </a:lnSpc>
            </a:pPr>
            <a:r>
              <a:rPr lang="zh-CN" altLang="en-US" sz="1600" b="1">
                <a:solidFill>
                  <a:schemeClr val="bg2"/>
                </a:solidFill>
                <a:latin typeface="Verdana" pitchFamily="34" charset="0"/>
                <a:ea typeface="黑体" pitchFamily="2" charset="-122"/>
              </a:rPr>
              <a:t>算法复杂度分析：</a:t>
            </a:r>
          </a:p>
          <a:p>
            <a:pPr fontAlgn="auto">
              <a:lnSpc>
                <a:spcPct val="150000"/>
              </a:lnSpc>
            </a:pPr>
            <a:r>
              <a:rPr lang="zh-CN" altLang="en-US" sz="1600">
                <a:solidFill>
                  <a:schemeClr val="bg2"/>
                </a:solidFill>
                <a:ea typeface="楷体_GB2312"/>
                <a:cs typeface="楷体_GB2312"/>
              </a:rPr>
              <a:t>算法</a:t>
            </a:r>
            <a:r>
              <a:rPr lang="en-US" altLang="zh-CN" sz="1600" b="1">
                <a:solidFill>
                  <a:schemeClr val="bg2"/>
                </a:solidFill>
                <a:ea typeface="楷体_GB2312"/>
                <a:cs typeface="楷体_GB2312"/>
              </a:rPr>
              <a:t>matrixChain</a:t>
            </a:r>
            <a:r>
              <a:rPr lang="zh-CN" altLang="en-US" sz="1600">
                <a:solidFill>
                  <a:schemeClr val="bg2"/>
                </a:solidFill>
                <a:ea typeface="楷体_GB2312"/>
                <a:cs typeface="楷体_GB2312"/>
              </a:rPr>
              <a:t>的主要计算量取决于算法中对</a:t>
            </a:r>
            <a:r>
              <a:rPr lang="en-US" altLang="zh-CN" sz="1600">
                <a:solidFill>
                  <a:schemeClr val="bg2"/>
                </a:solidFill>
                <a:ea typeface="楷体_GB2312"/>
                <a:cs typeface="楷体_GB2312"/>
              </a:rPr>
              <a:t>r</a:t>
            </a:r>
            <a:r>
              <a:rPr lang="zh-CN" altLang="en-US" sz="1600">
                <a:solidFill>
                  <a:schemeClr val="bg2"/>
                </a:solidFill>
                <a:ea typeface="楷体_GB2312"/>
                <a:cs typeface="楷体_GB2312"/>
              </a:rPr>
              <a:t>，</a:t>
            </a:r>
            <a:r>
              <a:rPr lang="en-US" altLang="zh-CN" sz="1600">
                <a:solidFill>
                  <a:schemeClr val="bg2"/>
                </a:solidFill>
                <a:ea typeface="楷体_GB2312"/>
                <a:cs typeface="楷体_GB2312"/>
              </a:rPr>
              <a:t>i</a:t>
            </a:r>
            <a:r>
              <a:rPr lang="zh-CN" altLang="en-US" sz="1600">
                <a:solidFill>
                  <a:schemeClr val="bg2"/>
                </a:solidFill>
                <a:ea typeface="楷体_GB2312"/>
                <a:cs typeface="楷体_GB2312"/>
              </a:rPr>
              <a:t>和</a:t>
            </a:r>
            <a:r>
              <a:rPr lang="en-US" altLang="zh-CN" sz="1600">
                <a:solidFill>
                  <a:schemeClr val="bg2"/>
                </a:solidFill>
                <a:ea typeface="楷体_GB2312"/>
                <a:cs typeface="楷体_GB2312"/>
              </a:rPr>
              <a:t>k</a:t>
            </a:r>
            <a:r>
              <a:rPr lang="zh-CN" altLang="en-US" sz="1600">
                <a:solidFill>
                  <a:schemeClr val="bg2"/>
                </a:solidFill>
                <a:ea typeface="楷体_GB2312"/>
                <a:cs typeface="楷体_GB2312"/>
              </a:rPr>
              <a:t>的</a:t>
            </a:r>
            <a:r>
              <a:rPr lang="en-US" altLang="zh-CN" sz="1600">
                <a:solidFill>
                  <a:schemeClr val="bg2"/>
                </a:solidFill>
                <a:ea typeface="楷体_GB2312"/>
                <a:cs typeface="楷体_GB2312"/>
              </a:rPr>
              <a:t>3</a:t>
            </a:r>
            <a:r>
              <a:rPr lang="zh-CN" altLang="en-US" sz="1600">
                <a:solidFill>
                  <a:schemeClr val="bg2"/>
                </a:solidFill>
                <a:ea typeface="楷体_GB2312"/>
                <a:cs typeface="楷体_GB2312"/>
              </a:rPr>
              <a:t>重循环。循环体内的计算量为</a:t>
            </a:r>
            <a:r>
              <a:rPr lang="en-US" altLang="zh-CN" sz="1600">
                <a:solidFill>
                  <a:schemeClr val="bg2"/>
                </a:solidFill>
                <a:ea typeface="楷体_GB2312"/>
                <a:cs typeface="楷体_GB2312"/>
              </a:rPr>
              <a:t>O(1)</a:t>
            </a:r>
            <a:r>
              <a:rPr lang="zh-CN" altLang="en-US" sz="1600">
                <a:solidFill>
                  <a:schemeClr val="bg2"/>
                </a:solidFill>
                <a:ea typeface="楷体_GB2312"/>
                <a:cs typeface="楷体_GB2312"/>
              </a:rPr>
              <a:t>，而</a:t>
            </a:r>
            <a:r>
              <a:rPr lang="en-US" altLang="zh-CN" sz="1600">
                <a:solidFill>
                  <a:schemeClr val="bg2"/>
                </a:solidFill>
                <a:ea typeface="楷体_GB2312"/>
                <a:cs typeface="楷体_GB2312"/>
              </a:rPr>
              <a:t>3</a:t>
            </a:r>
            <a:r>
              <a:rPr lang="zh-CN" altLang="en-US" sz="1600">
                <a:solidFill>
                  <a:schemeClr val="bg2"/>
                </a:solidFill>
                <a:ea typeface="楷体_GB2312"/>
                <a:cs typeface="楷体_GB2312"/>
              </a:rPr>
              <a:t>重循环的总次数为</a:t>
            </a:r>
            <a:r>
              <a:rPr lang="en-US" altLang="zh-CN" sz="1600">
                <a:solidFill>
                  <a:schemeClr val="bg2"/>
                </a:solidFill>
                <a:ea typeface="楷体_GB2312"/>
                <a:cs typeface="楷体_GB2312"/>
              </a:rPr>
              <a:t>O(n</a:t>
            </a:r>
            <a:r>
              <a:rPr lang="en-US" altLang="zh-CN" sz="1600" baseline="30000">
                <a:solidFill>
                  <a:schemeClr val="bg2"/>
                </a:solidFill>
                <a:ea typeface="楷体_GB2312"/>
                <a:cs typeface="楷体_GB2312"/>
              </a:rPr>
              <a:t>3</a:t>
            </a:r>
            <a:r>
              <a:rPr lang="en-US" altLang="zh-CN" sz="1600">
                <a:solidFill>
                  <a:schemeClr val="bg2"/>
                </a:solidFill>
                <a:ea typeface="楷体_GB2312"/>
                <a:cs typeface="楷体_GB2312"/>
              </a:rPr>
              <a:t>)</a:t>
            </a:r>
            <a:r>
              <a:rPr lang="zh-CN" altLang="en-US" sz="1600">
                <a:solidFill>
                  <a:schemeClr val="bg2"/>
                </a:solidFill>
                <a:ea typeface="楷体_GB2312"/>
                <a:cs typeface="楷体_GB2312"/>
              </a:rPr>
              <a:t>。因此，算法的计算时间上界为</a:t>
            </a:r>
            <a:r>
              <a:rPr lang="en-US" altLang="zh-CN" sz="1600">
                <a:solidFill>
                  <a:schemeClr val="bg2"/>
                </a:solidFill>
                <a:ea typeface="楷体_GB2312"/>
                <a:cs typeface="楷体_GB2312"/>
              </a:rPr>
              <a:t>O(n</a:t>
            </a:r>
            <a:r>
              <a:rPr lang="en-US" altLang="zh-CN" sz="1600" baseline="30000">
                <a:solidFill>
                  <a:schemeClr val="bg2"/>
                </a:solidFill>
                <a:ea typeface="楷体_GB2312"/>
                <a:cs typeface="楷体_GB2312"/>
              </a:rPr>
              <a:t>3</a:t>
            </a:r>
            <a:r>
              <a:rPr lang="en-US" altLang="zh-CN" sz="1600">
                <a:solidFill>
                  <a:schemeClr val="bg2"/>
                </a:solidFill>
                <a:ea typeface="楷体_GB2312"/>
                <a:cs typeface="楷体_GB2312"/>
              </a:rPr>
              <a:t>)</a:t>
            </a:r>
            <a:r>
              <a:rPr lang="zh-CN" altLang="en-US" sz="1600">
                <a:solidFill>
                  <a:schemeClr val="bg2"/>
                </a:solidFill>
                <a:ea typeface="楷体_GB2312"/>
                <a:cs typeface="楷体_GB2312"/>
              </a:rPr>
              <a:t>。</a:t>
            </a:r>
          </a:p>
          <a:p>
            <a:pPr fontAlgn="auto">
              <a:lnSpc>
                <a:spcPct val="150000"/>
              </a:lnSpc>
            </a:pPr>
            <a:r>
              <a:rPr lang="zh-CN" altLang="en-US" sz="1600">
                <a:solidFill>
                  <a:schemeClr val="bg2"/>
                </a:solidFill>
                <a:ea typeface="楷体_GB2312"/>
                <a:cs typeface="楷体_GB2312"/>
              </a:rPr>
              <a:t>算法所占用的空间显然为</a:t>
            </a:r>
            <a:r>
              <a:rPr lang="en-US" altLang="zh-CN" sz="1600">
                <a:solidFill>
                  <a:schemeClr val="bg2"/>
                </a:solidFill>
                <a:ea typeface="楷体_GB2312"/>
                <a:cs typeface="楷体_GB2312"/>
              </a:rPr>
              <a:t>O(n</a:t>
            </a:r>
            <a:r>
              <a:rPr lang="en-US" altLang="zh-CN" sz="1600" baseline="30000">
                <a:solidFill>
                  <a:schemeClr val="bg2"/>
                </a:solidFill>
                <a:ea typeface="楷体_GB2312"/>
                <a:cs typeface="楷体_GB2312"/>
              </a:rPr>
              <a:t>2</a:t>
            </a:r>
            <a:r>
              <a:rPr lang="en-US" altLang="zh-CN" sz="1600">
                <a:solidFill>
                  <a:schemeClr val="bg2"/>
                </a:solidFill>
                <a:ea typeface="楷体_GB2312"/>
                <a:cs typeface="楷体_GB2312"/>
              </a:rPr>
              <a:t>)</a:t>
            </a:r>
            <a:r>
              <a:rPr lang="zh-CN" altLang="en-US" sz="1600">
                <a:solidFill>
                  <a:schemeClr val="bg2"/>
                </a:solidFill>
                <a:ea typeface="楷体_GB2312"/>
                <a:cs typeface="楷体_GB231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5966"/>
                                        </p:tgtEl>
                                        <p:attrNameLst>
                                          <p:attrName>style.visibility</p:attrName>
                                        </p:attrNameLst>
                                      </p:cBhvr>
                                      <p:to>
                                        <p:strVal val="visible"/>
                                      </p:to>
                                    </p:set>
                                    <p:animEffect transition="in" filter="blinds(horizontal)">
                                      <p:cBhvr>
                                        <p:cTn id="7" dur="500"/>
                                        <p:tgtEl>
                                          <p:spTgt spid="2959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66"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ChangeArrowheads="1"/>
          </p:cNvSpPr>
          <p:nvPr/>
        </p:nvSpPr>
        <p:spPr bwMode="auto">
          <a:xfrm>
            <a:off x="136446" y="36910"/>
            <a:ext cx="4701778" cy="628650"/>
          </a:xfrm>
          <a:prstGeom prst="rect">
            <a:avLst/>
          </a:prstGeom>
          <a:noFill/>
          <a:ln>
            <a:noFill/>
          </a:ln>
          <a:effectLst/>
        </p:spPr>
        <p:txBody>
          <a:bodyPr anchor="b"/>
          <a:lstStyle/>
          <a:p>
            <a:pPr>
              <a:defRPr/>
            </a:pPr>
            <a:r>
              <a:rPr lang="zh-CN" altLang="en-US" sz="2550" b="1" dirty="0">
                <a:solidFill>
                  <a:srgbClr val="000066"/>
                </a:solidFill>
                <a:effectLst>
                  <a:outerShdw blurRad="38100" dist="38100" dir="2700000" algn="tl">
                    <a:srgbClr val="C0C0C0"/>
                  </a:outerShdw>
                </a:effectLst>
                <a:latin typeface="Verdana" pitchFamily="34" charset="0"/>
                <a:ea typeface="黑体" pitchFamily="2" charset="-122"/>
              </a:rPr>
              <a:t>计算最优值</a:t>
            </a:r>
            <a:endParaRPr lang="ja-JP" altLang="en-US" sz="2550" b="1" dirty="0">
              <a:solidFill>
                <a:srgbClr val="000066"/>
              </a:solidFill>
              <a:effectLst>
                <a:outerShdw blurRad="38100" dist="38100" dir="2700000" algn="tl">
                  <a:srgbClr val="C0C0C0"/>
                </a:outerShdw>
              </a:effectLst>
              <a:latin typeface="Verdana" pitchFamily="34" charset="0"/>
              <a:ea typeface="黑体" pitchFamily="2" charset="-122"/>
            </a:endParaRPr>
          </a:p>
        </p:txBody>
      </p:sp>
      <p:sp>
        <p:nvSpPr>
          <p:cNvPr id="121926" name="Rectangle 3"/>
          <p:cNvSpPr>
            <a:spLocks noChangeArrowheads="1"/>
          </p:cNvSpPr>
          <p:nvPr/>
        </p:nvSpPr>
        <p:spPr bwMode="auto">
          <a:xfrm>
            <a:off x="365125" y="897890"/>
            <a:ext cx="8491220" cy="3942080"/>
          </a:xfrm>
          <a:prstGeom prst="rect">
            <a:avLst/>
          </a:prstGeom>
          <a:noFill/>
          <a:ln w="9525">
            <a:noFill/>
            <a:miter lim="800000"/>
          </a:ln>
        </p:spPr>
        <p:txBody>
          <a:bodyPr/>
          <a:lstStyle/>
          <a:p>
            <a:pPr marL="342900" indent="-342900">
              <a:spcBef>
                <a:spcPct val="20000"/>
              </a:spcBef>
              <a:buClr>
                <a:schemeClr val="accent2"/>
              </a:buClr>
              <a:buSzPct val="50000"/>
              <a:buFont typeface="Wingdings" pitchFamily="2" charset="2"/>
              <a:buChar char="n"/>
            </a:pPr>
            <a:r>
              <a:rPr lang="zh-CN" altLang="en-US" sz="1800" b="1">
                <a:solidFill>
                  <a:srgbClr val="000066"/>
                </a:solidFill>
                <a:latin typeface="Verdana" pitchFamily="34" charset="0"/>
                <a:ea typeface="楷体_GB2312"/>
                <a:cs typeface="楷体_GB2312"/>
              </a:rPr>
              <a:t>对于</a:t>
            </a:r>
            <a:r>
              <a:rPr lang="en-US" altLang="zh-CN" sz="1800" b="1">
                <a:solidFill>
                  <a:srgbClr val="000066"/>
                </a:solidFill>
                <a:latin typeface="Verdana" pitchFamily="34" charset="0"/>
                <a:ea typeface="楷体_GB2312"/>
                <a:cs typeface="楷体_GB2312"/>
              </a:rPr>
              <a:t>1≤i≤j≤n</a:t>
            </a:r>
            <a:r>
              <a:rPr lang="zh-CN" altLang="en-US" sz="1800" b="1">
                <a:solidFill>
                  <a:srgbClr val="000066"/>
                </a:solidFill>
                <a:latin typeface="Verdana" pitchFamily="34" charset="0"/>
                <a:ea typeface="楷体_GB2312"/>
                <a:cs typeface="楷体_GB2312"/>
              </a:rPr>
              <a:t>不同的有序对</a:t>
            </a:r>
            <a:r>
              <a:rPr lang="en-US" altLang="zh-CN" sz="1800" b="1">
                <a:solidFill>
                  <a:srgbClr val="000066"/>
                </a:solidFill>
                <a:latin typeface="Verdana" pitchFamily="34" charset="0"/>
                <a:ea typeface="楷体_GB2312"/>
                <a:cs typeface="楷体_GB2312"/>
              </a:rPr>
              <a:t>(i,j)</a:t>
            </a:r>
            <a:r>
              <a:rPr lang="zh-CN" altLang="en-US" sz="1800" b="1">
                <a:solidFill>
                  <a:srgbClr val="000066"/>
                </a:solidFill>
                <a:latin typeface="Verdana" pitchFamily="34" charset="0"/>
                <a:ea typeface="楷体_GB2312"/>
                <a:cs typeface="楷体_GB2312"/>
              </a:rPr>
              <a:t>对应于不同的子问题。因此，不同子问题的个数最多只有</a:t>
            </a:r>
          </a:p>
          <a:p>
            <a:pPr marL="342900" indent="-342900">
              <a:spcBef>
                <a:spcPct val="20000"/>
              </a:spcBef>
              <a:buClr>
                <a:schemeClr val="accent2"/>
              </a:buClr>
              <a:buSzPct val="50000"/>
              <a:buFont typeface="Wingdings" pitchFamily="2" charset="2"/>
              <a:buChar char="n"/>
            </a:pPr>
            <a:endParaRPr lang="zh-CN" altLang="en-US" b="1">
              <a:solidFill>
                <a:srgbClr val="000066"/>
              </a:solidFill>
              <a:latin typeface="Verdana" pitchFamily="34" charset="0"/>
              <a:ea typeface="楷体_GB2312"/>
              <a:cs typeface="楷体_GB2312"/>
            </a:endParaRPr>
          </a:p>
          <a:p>
            <a:pPr marL="342900" indent="-342900">
              <a:spcBef>
                <a:spcPct val="20000"/>
              </a:spcBef>
              <a:buClr>
                <a:schemeClr val="accent2"/>
              </a:buClr>
              <a:buSzPct val="50000"/>
              <a:buFont typeface="Wingdings" pitchFamily="2" charset="2"/>
              <a:buChar char="n"/>
            </a:pPr>
            <a:endParaRPr lang="zh-CN" altLang="en-US" sz="2400" b="1">
              <a:solidFill>
                <a:srgbClr val="000066"/>
              </a:solidFill>
              <a:latin typeface="Verdana" pitchFamily="34" charset="0"/>
              <a:ea typeface="楷体_GB2312"/>
              <a:cs typeface="楷体_GB2312"/>
            </a:endParaRPr>
          </a:p>
          <a:p>
            <a:pPr marL="342900" indent="-342900">
              <a:spcBef>
                <a:spcPct val="20000"/>
              </a:spcBef>
              <a:buClr>
                <a:schemeClr val="accent2"/>
              </a:buClr>
              <a:buSzPct val="50000"/>
              <a:buFont typeface="Wingdings" pitchFamily="2" charset="2"/>
              <a:buChar char="n"/>
            </a:pPr>
            <a:r>
              <a:rPr lang="zh-CN" altLang="en-US" sz="1800" b="1">
                <a:solidFill>
                  <a:srgbClr val="000066"/>
                </a:solidFill>
                <a:latin typeface="Verdana" pitchFamily="34" charset="0"/>
                <a:ea typeface="楷体_GB2312"/>
                <a:cs typeface="楷体_GB2312"/>
              </a:rPr>
              <a:t>由此可见，在递归计算时，</a:t>
            </a:r>
            <a:r>
              <a:rPr lang="zh-CN" altLang="en-US" sz="1800">
                <a:solidFill>
                  <a:srgbClr val="000066"/>
                </a:solidFill>
                <a:latin typeface="Verdana" pitchFamily="34" charset="0"/>
                <a:ea typeface="黑体" pitchFamily="2" charset="-122"/>
              </a:rPr>
              <a:t>许多子问题被重复计算多次</a:t>
            </a:r>
            <a:r>
              <a:rPr lang="zh-CN" altLang="en-US" sz="1800" b="1">
                <a:solidFill>
                  <a:srgbClr val="000066"/>
                </a:solidFill>
                <a:latin typeface="Verdana" pitchFamily="34" charset="0"/>
                <a:ea typeface="楷体_GB2312"/>
                <a:cs typeface="楷体_GB2312"/>
              </a:rPr>
              <a:t>。这也是该问题可用动态规划算法求解的又一显著特征。</a:t>
            </a:r>
          </a:p>
          <a:p>
            <a:pPr marL="342900" indent="-342900">
              <a:spcBef>
                <a:spcPct val="20000"/>
              </a:spcBef>
              <a:buClr>
                <a:schemeClr val="accent2"/>
              </a:buClr>
              <a:buSzPct val="50000"/>
              <a:buFont typeface="Wingdings" pitchFamily="2" charset="2"/>
              <a:buChar char="n"/>
            </a:pPr>
            <a:r>
              <a:rPr lang="zh-CN" altLang="en-US" sz="1800" b="1">
                <a:solidFill>
                  <a:srgbClr val="000066"/>
                </a:solidFill>
                <a:latin typeface="Verdana" pitchFamily="34" charset="0"/>
                <a:ea typeface="楷体_GB2312"/>
                <a:cs typeface="楷体_GB2312"/>
              </a:rPr>
              <a:t>用动态规划算法解此问题，可依据其递归式以自底向上的方式进行计算。在计算过程中，保存已解决的子问题答案。每个子问题只计算一次，而在后面需要时只要简单查一下，从而避免大量的重复计算，最终得到多项式时间的算法</a:t>
            </a:r>
          </a:p>
        </p:txBody>
      </p:sp>
      <p:graphicFrame>
        <p:nvGraphicFramePr>
          <p:cNvPr id="121923" name="Object 67"/>
          <p:cNvGraphicFramePr>
            <a:graphicFrameLocks noChangeAspect="1"/>
          </p:cNvGraphicFramePr>
          <p:nvPr/>
        </p:nvGraphicFramePr>
        <p:xfrm>
          <a:off x="3565922" y="1600200"/>
          <a:ext cx="1668065" cy="760810"/>
        </p:xfrm>
        <a:graphic>
          <a:graphicData uri="http://schemas.openxmlformats.org/presentationml/2006/ole">
            <mc:AlternateContent xmlns:mc="http://schemas.openxmlformats.org/markup-compatibility/2006">
              <mc:Choice xmlns:v="urn:schemas-microsoft-com:vml" Requires="v">
                <p:oleObj spid="_x0000_s121985" name="数式" r:id="rId3" imgW="1002665" imgH="457200" progId="Equation.3">
                  <p:embed/>
                </p:oleObj>
              </mc:Choice>
              <mc:Fallback>
                <p:oleObj name="数式" r:id="rId3" imgW="1002665" imgH="457200" progId="Equation.3">
                  <p:embed/>
                  <p:pic>
                    <p:nvPicPr>
                      <p:cNvPr id="0" name="Picture 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5922" y="1600200"/>
                        <a:ext cx="1668065" cy="760810"/>
                      </a:xfrm>
                      <a:prstGeom prst="rect">
                        <a:avLst/>
                      </a:prstGeom>
                      <a:noFill/>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93596" y="36910"/>
            <a:ext cx="4701778" cy="628650"/>
          </a:xfrm>
          <a:prstGeom prst="rect">
            <a:avLst/>
          </a:prstGeom>
          <a:noFill/>
          <a:ln>
            <a:noFill/>
          </a:ln>
          <a:effectLst/>
        </p:spPr>
        <p:txBody>
          <a:bodyPr anchor="b"/>
          <a:lstStyle/>
          <a:p>
            <a:pPr>
              <a:defRPr/>
            </a:pPr>
            <a:r>
              <a:rPr lang="en-US" altLang="zh-CN" sz="2550" b="1" dirty="0">
                <a:solidFill>
                  <a:srgbClr val="000066"/>
                </a:solidFill>
                <a:effectLst>
                  <a:outerShdw blurRad="38100" dist="38100" dir="2700000" algn="tl">
                    <a:srgbClr val="C0C0C0"/>
                  </a:outerShdw>
                </a:effectLst>
                <a:latin typeface="Verdana" pitchFamily="34" charset="0"/>
                <a:ea typeface="黑体" pitchFamily="2" charset="-122"/>
              </a:rPr>
              <a:t>4. </a:t>
            </a:r>
            <a:r>
              <a:rPr lang="zh-CN" altLang="en-US" sz="2550" b="1" dirty="0">
                <a:solidFill>
                  <a:srgbClr val="000066"/>
                </a:solidFill>
                <a:effectLst>
                  <a:outerShdw blurRad="38100" dist="38100" dir="2700000" algn="tl">
                    <a:srgbClr val="C0C0C0"/>
                  </a:outerShdw>
                </a:effectLst>
                <a:latin typeface="Verdana" pitchFamily="34" charset="0"/>
                <a:ea typeface="黑体" pitchFamily="2" charset="-122"/>
              </a:rPr>
              <a:t>构造最优值</a:t>
            </a:r>
            <a:endParaRPr lang="ja-JP" altLang="en-US" sz="2550" b="1" dirty="0">
              <a:solidFill>
                <a:srgbClr val="000066"/>
              </a:solidFill>
              <a:effectLst>
                <a:outerShdw blurRad="38100" dist="38100" dir="2700000" algn="tl">
                  <a:srgbClr val="C0C0C0"/>
                </a:outerShdw>
              </a:effectLst>
              <a:latin typeface="Verdana" pitchFamily="34" charset="0"/>
              <a:ea typeface="黑体" pitchFamily="2" charset="-122"/>
            </a:endParaRPr>
          </a:p>
        </p:txBody>
      </p:sp>
      <p:pic>
        <p:nvPicPr>
          <p:cNvPr id="147459" name="Picture 3"/>
          <p:cNvPicPr>
            <a:picLocks noChangeAspect="1" noChangeArrowheads="1"/>
          </p:cNvPicPr>
          <p:nvPr/>
        </p:nvPicPr>
        <p:blipFill>
          <a:blip r:embed="rId2"/>
          <a:srcRect/>
          <a:stretch>
            <a:fillRect/>
          </a:stretch>
        </p:blipFill>
        <p:spPr bwMode="auto">
          <a:xfrm>
            <a:off x="424180" y="665480"/>
            <a:ext cx="7190105" cy="415036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p:cNvPicPr>
            <a:picLocks noChangeAspect="1" noChangeArrowheads="1"/>
          </p:cNvPicPr>
          <p:nvPr/>
        </p:nvPicPr>
        <p:blipFill>
          <a:blip r:embed="rId2"/>
          <a:srcRect/>
          <a:stretch>
            <a:fillRect/>
          </a:stretch>
        </p:blipFill>
        <p:spPr bwMode="auto">
          <a:xfrm>
            <a:off x="251460" y="94615"/>
            <a:ext cx="5163820" cy="2439035"/>
          </a:xfrm>
          <a:prstGeom prst="rect">
            <a:avLst/>
          </a:prstGeom>
          <a:noFill/>
          <a:ln w="9525">
            <a:noFill/>
            <a:miter lim="800000"/>
            <a:headEnd/>
            <a:tailEnd/>
          </a:ln>
        </p:spPr>
      </p:pic>
      <p:pic>
        <p:nvPicPr>
          <p:cNvPr id="148483" name="Picture 3"/>
          <p:cNvPicPr>
            <a:picLocks noChangeAspect="1" noChangeArrowheads="1"/>
          </p:cNvPicPr>
          <p:nvPr/>
        </p:nvPicPr>
        <p:blipFill>
          <a:blip r:embed="rId3"/>
          <a:srcRect/>
          <a:stretch>
            <a:fillRect/>
          </a:stretch>
        </p:blipFill>
        <p:spPr bwMode="auto">
          <a:xfrm>
            <a:off x="3938191" y="2549129"/>
            <a:ext cx="4879181" cy="1757363"/>
          </a:xfrm>
          <a:prstGeom prst="rect">
            <a:avLst/>
          </a:prstGeom>
          <a:noFill/>
          <a:ln w="9525">
            <a:noFill/>
            <a:miter lim="800000"/>
            <a:headEnd/>
            <a:tailEnd/>
          </a:ln>
        </p:spPr>
      </p:pic>
      <p:pic>
        <p:nvPicPr>
          <p:cNvPr id="148484" name="Picture 4"/>
          <p:cNvPicPr>
            <a:picLocks noChangeAspect="1" noChangeArrowheads="1"/>
          </p:cNvPicPr>
          <p:nvPr/>
        </p:nvPicPr>
        <p:blipFill>
          <a:blip r:embed="rId4"/>
          <a:srcRect/>
          <a:stretch>
            <a:fillRect/>
          </a:stretch>
        </p:blipFill>
        <p:spPr bwMode="auto">
          <a:xfrm>
            <a:off x="483791" y="4306491"/>
            <a:ext cx="6122194" cy="764381"/>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80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ChangeArrowheads="1"/>
          </p:cNvSpPr>
          <p:nvPr/>
        </p:nvSpPr>
        <p:spPr bwMode="auto">
          <a:xfrm>
            <a:off x="2087166" y="0"/>
            <a:ext cx="4806553" cy="596504"/>
          </a:xfrm>
          <a:prstGeom prst="rect">
            <a:avLst/>
          </a:prstGeom>
          <a:noFill/>
          <a:ln>
            <a:noFill/>
          </a:ln>
          <a:effectLst/>
        </p:spPr>
        <p:txBody>
          <a:bodyPr anchor="b"/>
          <a:lstStyle/>
          <a:p>
            <a:pPr>
              <a:defRPr/>
            </a:pPr>
            <a:r>
              <a:rPr lang="zh-CN" altLang="en-US" sz="2850" b="1">
                <a:solidFill>
                  <a:srgbClr val="000066"/>
                </a:solidFill>
                <a:effectLst>
                  <a:outerShdw blurRad="38100" dist="38100" dir="2700000" algn="tl">
                    <a:srgbClr val="C0C0C0"/>
                  </a:outerShdw>
                </a:effectLst>
                <a:latin typeface="Garamond" pitchFamily="18" charset="0"/>
                <a:ea typeface="黑体" pitchFamily="2" charset="-122"/>
              </a:rPr>
              <a:t>动态规划算法的基本要素</a:t>
            </a:r>
            <a:endParaRPr lang="ja-JP" altLang="en-US" sz="2850" b="1">
              <a:solidFill>
                <a:srgbClr val="000066"/>
              </a:solidFill>
              <a:effectLst>
                <a:outerShdw blurRad="38100" dist="38100" dir="2700000" algn="tl">
                  <a:srgbClr val="C0C0C0"/>
                </a:outerShdw>
              </a:effectLst>
              <a:latin typeface="Garamond" pitchFamily="18" charset="0"/>
              <a:ea typeface="黑体" pitchFamily="2" charset="-122"/>
            </a:endParaRPr>
          </a:p>
        </p:txBody>
      </p:sp>
      <p:sp>
        <p:nvSpPr>
          <p:cNvPr id="296963" name="Text Box 3"/>
          <p:cNvSpPr txBox="1">
            <a:spLocks noChangeArrowheads="1"/>
          </p:cNvSpPr>
          <p:nvPr/>
        </p:nvSpPr>
        <p:spPr bwMode="auto">
          <a:xfrm>
            <a:off x="709096" y="595948"/>
            <a:ext cx="2325370" cy="457200"/>
          </a:xfrm>
          <a:prstGeom prst="rect">
            <a:avLst/>
          </a:prstGeom>
          <a:noFill/>
          <a:ln>
            <a:noFill/>
          </a:ln>
          <a:effectLst/>
        </p:spPr>
        <p:txBody>
          <a:bodyPr wrap="none">
            <a:spAutoFit/>
          </a:bodyPr>
          <a:lstStyle/>
          <a:p>
            <a:pPr algn="ctr">
              <a:defRPr/>
            </a:pPr>
            <a:r>
              <a:rPr lang="zh-CN" altLang="en-US" sz="2400" b="1">
                <a:solidFill>
                  <a:srgbClr val="000000"/>
                </a:solidFill>
                <a:effectLst>
                  <a:outerShdw blurRad="38100" dist="38100" dir="2700000" algn="tl">
                    <a:srgbClr val="C0C0C0"/>
                  </a:outerShdw>
                </a:effectLst>
                <a:ea typeface="黑体" pitchFamily="2" charset="-122"/>
              </a:rPr>
              <a:t>一、最优子结构</a:t>
            </a:r>
          </a:p>
        </p:txBody>
      </p:sp>
      <p:sp>
        <p:nvSpPr>
          <p:cNvPr id="149508" name="Text Box 4"/>
          <p:cNvSpPr txBox="1">
            <a:spLocks noChangeArrowheads="1"/>
          </p:cNvSpPr>
          <p:nvPr/>
        </p:nvSpPr>
        <p:spPr bwMode="auto">
          <a:xfrm>
            <a:off x="683895" y="1138555"/>
            <a:ext cx="7998460" cy="2590800"/>
          </a:xfrm>
          <a:prstGeom prst="rect">
            <a:avLst/>
          </a:prstGeom>
          <a:gradFill>
            <a:gsLst>
              <a:gs pos="0">
                <a:srgbClr val="012D86"/>
              </a:gs>
              <a:gs pos="100000">
                <a:srgbClr val="0E2557"/>
              </a:gs>
            </a:gsLst>
            <a:lin ang="5400000" scaled="0"/>
          </a:gradFill>
          <a:ln w="9525">
            <a:noFill/>
            <a:miter lim="800000"/>
          </a:ln>
        </p:spPr>
        <p:txBody>
          <a:bodyPr wrap="square">
            <a:spAutoFit/>
          </a:bodyPr>
          <a:lstStyle/>
          <a:p>
            <a:pPr>
              <a:buClr>
                <a:schemeClr val="accent2"/>
              </a:buClr>
              <a:buFont typeface="Arial" charset="0"/>
              <a:buChar char="•"/>
            </a:pPr>
            <a:r>
              <a:rPr kumimoji="1" lang="zh-CN" altLang="en-US" b="1">
                <a:solidFill>
                  <a:schemeClr val="bg2"/>
                </a:solidFill>
                <a:ea typeface="楷体_GB2312"/>
                <a:cs typeface="楷体_GB2312"/>
              </a:rPr>
              <a:t>矩阵连乘计算次序问题的最优解包含着其子问题的最优解。这种性质称为</a:t>
            </a:r>
            <a:r>
              <a:rPr kumimoji="1" lang="zh-CN" altLang="en-US" b="1">
                <a:solidFill>
                  <a:srgbClr val="FF0000"/>
                </a:solidFill>
                <a:ea typeface="黑体" pitchFamily="2" charset="-122"/>
              </a:rPr>
              <a:t>最优子结构性质</a:t>
            </a:r>
            <a:r>
              <a:rPr kumimoji="1" lang="zh-CN" altLang="en-US" sz="2400" b="1">
                <a:ea typeface="楷体_GB2312"/>
                <a:cs typeface="楷体_GB2312"/>
              </a:rPr>
              <a:t>。</a:t>
            </a:r>
          </a:p>
          <a:p>
            <a:pPr>
              <a:buClr>
                <a:schemeClr val="accent2"/>
              </a:buClr>
              <a:buFont typeface="Arial" charset="0"/>
              <a:buChar char="•"/>
            </a:pPr>
            <a:r>
              <a:rPr lang="zh-CN" altLang="en-US" b="1">
                <a:solidFill>
                  <a:schemeClr val="bg2"/>
                </a:solidFill>
                <a:ea typeface="楷体_GB2312"/>
                <a:cs typeface="楷体_GB2312"/>
              </a:rPr>
              <a:t>在分析问题的最优子结构性质时，</a:t>
            </a:r>
            <a:r>
              <a:rPr lang="zh-CN" altLang="en-US" b="1">
                <a:solidFill>
                  <a:srgbClr val="FF0000"/>
                </a:solidFill>
                <a:ea typeface="楷体_GB2312"/>
                <a:cs typeface="楷体_GB2312"/>
              </a:rPr>
              <a:t>所用的方法具有普遍性：首先假设</a:t>
            </a:r>
            <a:r>
              <a:rPr lang="zh-CN" altLang="en-US" b="1">
                <a:solidFill>
                  <a:schemeClr val="bg2"/>
                </a:solidFill>
                <a:ea typeface="楷体_GB2312"/>
                <a:cs typeface="楷体_GB2312"/>
              </a:rPr>
              <a:t>由问题的最优解导出的子问题的解不是最优的，然后再设法说明在这个假设下可构造出比原问题最优解更好的解，从而导致矛盾。 </a:t>
            </a:r>
          </a:p>
          <a:p>
            <a:pPr>
              <a:buClr>
                <a:schemeClr val="accent2"/>
              </a:buClr>
              <a:buFont typeface="Arial" charset="0"/>
              <a:buChar char="•"/>
            </a:pPr>
            <a:r>
              <a:rPr lang="zh-CN" altLang="en-US" b="1">
                <a:solidFill>
                  <a:schemeClr val="bg2"/>
                </a:solidFill>
                <a:ea typeface="楷体_GB2312"/>
                <a:cs typeface="楷体_GB2312"/>
              </a:rPr>
              <a:t>利用问题的最优子结构性质，以</a:t>
            </a:r>
            <a:r>
              <a:rPr lang="zh-CN" altLang="en-US" b="1">
                <a:solidFill>
                  <a:srgbClr val="FF0000"/>
                </a:solidFill>
                <a:ea typeface="楷体_GB2312"/>
                <a:cs typeface="楷体_GB2312"/>
              </a:rPr>
              <a:t>自底向上</a:t>
            </a:r>
            <a:r>
              <a:rPr lang="zh-CN" altLang="en-US" b="1">
                <a:solidFill>
                  <a:schemeClr val="bg2"/>
                </a:solidFill>
                <a:ea typeface="楷体_GB2312"/>
                <a:cs typeface="楷体_GB2312"/>
              </a:rPr>
              <a:t>的方式递归地从子问题的最优解逐步构造出整个问题的最优解。</a:t>
            </a:r>
            <a:r>
              <a:rPr lang="zh-CN" altLang="en-US" b="1">
                <a:solidFill>
                  <a:srgbClr val="FF0000"/>
                </a:solidFill>
                <a:ea typeface="楷体_GB2312"/>
                <a:cs typeface="楷体_GB2312"/>
              </a:rPr>
              <a:t>最优子结构是问题能用动态规划算法求解的前提</a:t>
            </a:r>
            <a:r>
              <a:rPr lang="zh-CN" altLang="en-US" b="1">
                <a:ea typeface="楷体_GB2312"/>
                <a:cs typeface="楷体_GB2312"/>
              </a:rPr>
              <a:t>。</a:t>
            </a:r>
          </a:p>
        </p:txBody>
      </p:sp>
      <p:sp>
        <p:nvSpPr>
          <p:cNvPr id="296965" name="Text Box 5"/>
          <p:cNvSpPr txBox="1">
            <a:spLocks noChangeArrowheads="1"/>
          </p:cNvSpPr>
          <p:nvPr/>
        </p:nvSpPr>
        <p:spPr bwMode="auto">
          <a:xfrm>
            <a:off x="709295" y="3921760"/>
            <a:ext cx="7973060" cy="640080"/>
          </a:xfrm>
          <a:prstGeom prst="rect">
            <a:avLst/>
          </a:prstGeom>
          <a:gradFill>
            <a:gsLst>
              <a:gs pos="0">
                <a:srgbClr val="012D86"/>
              </a:gs>
              <a:gs pos="100000">
                <a:srgbClr val="0E2557"/>
              </a:gs>
            </a:gsLst>
            <a:lin ang="5400000" scaled="0"/>
          </a:gradFill>
          <a:ln w="50800">
            <a:solidFill>
              <a:srgbClr val="FF6600"/>
            </a:solidFill>
            <a:miter lim="800000"/>
          </a:ln>
        </p:spPr>
        <p:txBody>
          <a:bodyPr wrap="square">
            <a:spAutoFit/>
          </a:bodyPr>
          <a:lstStyle/>
          <a:p>
            <a:r>
              <a:rPr kumimoji="1" lang="zh-CN" altLang="en-US" sz="1800">
                <a:solidFill>
                  <a:schemeClr val="bg2"/>
                </a:solidFill>
                <a:ea typeface="黑体" pitchFamily="2" charset="-122"/>
              </a:rPr>
              <a:t>同一个问题可以有多种</a:t>
            </a:r>
            <a:r>
              <a:rPr kumimoji="1" lang="zh-CN" altLang="zh-CN" sz="1800">
                <a:solidFill>
                  <a:schemeClr val="bg2"/>
                </a:solidFill>
                <a:ea typeface="黑体" pitchFamily="2" charset="-122"/>
              </a:rPr>
              <a:t>方式刻划</a:t>
            </a:r>
            <a:r>
              <a:rPr kumimoji="1" lang="zh-CN" altLang="zh-CN" sz="1800">
                <a:solidFill>
                  <a:schemeClr val="bg2"/>
                </a:solidFill>
                <a:ea typeface="楷体_GB2312"/>
                <a:cs typeface="楷体_GB2312"/>
              </a:rPr>
              <a:t>它</a:t>
            </a:r>
            <a:r>
              <a:rPr kumimoji="1" lang="zh-CN" altLang="zh-CN" sz="1800">
                <a:solidFill>
                  <a:schemeClr val="bg2"/>
                </a:solidFill>
                <a:ea typeface="黑体" pitchFamily="2" charset="-122"/>
              </a:rPr>
              <a:t>的最优子结构，有些表示方法的求解速度更快（空间占用小，问题的维度低）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6965"/>
                                        </p:tgtEl>
                                        <p:attrNameLst>
                                          <p:attrName>style.visibility</p:attrName>
                                        </p:attrNameLst>
                                      </p:cBhvr>
                                      <p:to>
                                        <p:strVal val="visible"/>
                                      </p:to>
                                    </p:set>
                                    <p:animEffect transition="in" filter="blinds(horizontal)">
                                      <p:cBhvr>
                                        <p:cTn id="7" dur="500"/>
                                        <p:tgtEl>
                                          <p:spTgt spid="2969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5"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10"/>
          <p:cNvSpPr>
            <a:spLocks noGrp="1" noChangeArrowheads="1"/>
          </p:cNvSpPr>
          <p:nvPr>
            <p:ph type="title" idx="4294967295"/>
          </p:nvPr>
        </p:nvSpPr>
        <p:spPr>
          <a:xfrm>
            <a:off x="1351280" y="160655"/>
            <a:ext cx="7792720" cy="1096645"/>
          </a:xfrm>
        </p:spPr>
        <p:txBody>
          <a:bodyPr/>
          <a:lstStyle/>
          <a:p>
            <a:pPr eaLnBrk="1" hangingPunct="1"/>
            <a:r>
              <a:rPr lang="zh-CN" altLang="en-US" sz="3000" b="1"/>
              <a:t>最优化原则</a:t>
            </a:r>
            <a:br>
              <a:rPr lang="en-US" altLang="zh-CN" sz="3000" b="1"/>
            </a:br>
            <a:r>
              <a:rPr lang="en-US" altLang="zh-CN" sz="3000" b="1"/>
              <a:t>(optimality principle</a:t>
            </a:r>
            <a:r>
              <a:rPr lang="en-US" altLang="zh-CN" b="1"/>
              <a:t>)</a:t>
            </a:r>
            <a:r>
              <a:rPr lang="en-US" altLang="zh-CN"/>
              <a:t> </a:t>
            </a:r>
          </a:p>
        </p:txBody>
      </p:sp>
      <p:pic>
        <p:nvPicPr>
          <p:cNvPr id="439308" name="Picture 12"/>
          <p:cNvPicPr>
            <a:picLocks noChangeAspect="1" noChangeArrowheads="1"/>
          </p:cNvPicPr>
          <p:nvPr/>
        </p:nvPicPr>
        <p:blipFill>
          <a:blip r:embed="rId2"/>
          <a:srcRect/>
          <a:stretch>
            <a:fillRect/>
          </a:stretch>
        </p:blipFill>
        <p:spPr bwMode="auto">
          <a:xfrm>
            <a:off x="1925241" y="1600200"/>
            <a:ext cx="4978003" cy="1440656"/>
          </a:xfrm>
          <a:prstGeom prst="rect">
            <a:avLst/>
          </a:prstGeom>
          <a:noFill/>
          <a:ln w="9525">
            <a:noFill/>
            <a:miter lim="800000"/>
            <a:headEnd/>
            <a:tailEnd/>
          </a:ln>
        </p:spPr>
      </p:pic>
      <p:grpSp>
        <p:nvGrpSpPr>
          <p:cNvPr id="2" name="Group 16"/>
          <p:cNvGrpSpPr/>
          <p:nvPr/>
        </p:nvGrpSpPr>
        <p:grpSpPr bwMode="auto">
          <a:xfrm>
            <a:off x="1143000" y="3165872"/>
            <a:ext cx="6858000" cy="1600200"/>
            <a:chOff x="0" y="0"/>
            <a:chExt cx="5760" cy="1344"/>
          </a:xfrm>
        </p:grpSpPr>
        <p:sp>
          <p:nvSpPr>
            <p:cNvPr id="150535" name="Rectangle 14"/>
            <p:cNvSpPr>
              <a:spLocks noChangeArrowheads="1"/>
            </p:cNvSpPr>
            <p:nvPr/>
          </p:nvSpPr>
          <p:spPr bwMode="auto">
            <a:xfrm>
              <a:off x="0" y="0"/>
              <a:ext cx="5760" cy="1344"/>
            </a:xfrm>
            <a:prstGeom prst="rect">
              <a:avLst/>
            </a:prstGeom>
            <a:solidFill>
              <a:srgbClr val="FFFF99"/>
            </a:solidFill>
            <a:ln w="9525">
              <a:noFill/>
              <a:miter lim="800000"/>
            </a:ln>
          </p:spPr>
          <p:txBody>
            <a:bodyPr wrap="none" anchor="ctr"/>
            <a:lstStyle/>
            <a:p>
              <a:pPr algn="ctr"/>
              <a:endParaRPr lang="en-US" altLang="zh-CN" sz="1500">
                <a:solidFill>
                  <a:srgbClr val="000000"/>
                </a:solidFill>
                <a:latin typeface="Tahoma" pitchFamily="34" charset="0"/>
                <a:ea typeface="黑体" pitchFamily="2" charset="-122"/>
              </a:endParaRPr>
            </a:p>
          </p:txBody>
        </p:sp>
        <p:sp>
          <p:nvSpPr>
            <p:cNvPr id="150536" name="Text Box 15"/>
            <p:cNvSpPr txBox="1">
              <a:spLocks noChangeArrowheads="1"/>
            </p:cNvSpPr>
            <p:nvPr/>
          </p:nvSpPr>
          <p:spPr bwMode="auto">
            <a:xfrm>
              <a:off x="0" y="164"/>
              <a:ext cx="5716" cy="691"/>
            </a:xfrm>
            <a:prstGeom prst="rect">
              <a:avLst/>
            </a:prstGeom>
            <a:noFill/>
            <a:ln w="9525">
              <a:noFill/>
              <a:miter lim="800000"/>
            </a:ln>
          </p:spPr>
          <p:txBody>
            <a:bodyPr>
              <a:spAutoFit/>
            </a:bodyPr>
            <a:lstStyle/>
            <a:p>
              <a:r>
                <a:rPr lang="zh-CN" altLang="en-US" sz="2400" b="1">
                  <a:solidFill>
                    <a:srgbClr val="3333CC"/>
                  </a:solidFill>
                  <a:ea typeface="黑体" pitchFamily="2" charset="-122"/>
                </a:rPr>
                <a:t>如果</a:t>
              </a:r>
              <a:r>
                <a:rPr lang="en-US" altLang="zh-CN" sz="2400" b="1">
                  <a:solidFill>
                    <a:srgbClr val="3333CC"/>
                  </a:solidFill>
                  <a:ea typeface="黑体" pitchFamily="2" charset="-122"/>
                </a:rPr>
                <a:t>I</a:t>
              </a:r>
              <a:r>
                <a:rPr lang="zh-CN" altLang="en-US" sz="2400" b="1">
                  <a:solidFill>
                    <a:srgbClr val="3333CC"/>
                  </a:solidFill>
                  <a:ea typeface="黑体" pitchFamily="2" charset="-122"/>
                </a:rPr>
                <a:t>，</a:t>
              </a:r>
              <a:r>
                <a:rPr lang="en-US" altLang="zh-CN" sz="2400" b="1">
                  <a:solidFill>
                    <a:srgbClr val="3333CC"/>
                  </a:solidFill>
                  <a:ea typeface="黑体" pitchFamily="2" charset="-122"/>
                </a:rPr>
                <a:t>J</a:t>
              </a:r>
              <a:r>
                <a:rPr lang="zh-CN" altLang="en-US" sz="2400" b="1">
                  <a:solidFill>
                    <a:srgbClr val="3333CC"/>
                  </a:solidFill>
                  <a:ea typeface="黑体" pitchFamily="2" charset="-122"/>
                </a:rPr>
                <a:t>，</a:t>
              </a:r>
              <a:r>
                <a:rPr lang="en-US" altLang="zh-CN" sz="2400" b="1">
                  <a:solidFill>
                    <a:srgbClr val="3333CC"/>
                  </a:solidFill>
                  <a:ea typeface="黑体" pitchFamily="2" charset="-122"/>
                </a:rPr>
                <a:t>K</a:t>
              </a:r>
              <a:r>
                <a:rPr lang="zh-CN" altLang="en-US" sz="2400" b="1">
                  <a:solidFill>
                    <a:srgbClr val="3333CC"/>
                  </a:solidFill>
                  <a:ea typeface="黑体" pitchFamily="2" charset="-122"/>
                </a:rPr>
                <a:t>的最佳路由是</a:t>
              </a:r>
              <a:r>
                <a:rPr lang="en-US" altLang="zh-CN" sz="2400" b="1">
                  <a:solidFill>
                    <a:srgbClr val="3333CC"/>
                  </a:solidFill>
                  <a:ea typeface="黑体" pitchFamily="2" charset="-122"/>
                </a:rPr>
                <a:t>r</a:t>
              </a:r>
              <a:r>
                <a:rPr lang="en-US" altLang="zh-CN" sz="2400" b="1" baseline="-25000">
                  <a:solidFill>
                    <a:srgbClr val="3333CC"/>
                  </a:solidFill>
                  <a:ea typeface="黑体" pitchFamily="2" charset="-122"/>
                </a:rPr>
                <a:t>1</a:t>
              </a:r>
              <a:r>
                <a:rPr lang="en-US" altLang="zh-CN" sz="2400" b="1">
                  <a:solidFill>
                    <a:srgbClr val="3333CC"/>
                  </a:solidFill>
                  <a:ea typeface="黑体" pitchFamily="2" charset="-122"/>
                </a:rPr>
                <a:t>+r</a:t>
              </a:r>
              <a:r>
                <a:rPr lang="en-US" altLang="zh-CN" sz="2400" b="1" baseline="-25000">
                  <a:solidFill>
                    <a:srgbClr val="3333CC"/>
                  </a:solidFill>
                  <a:ea typeface="黑体" pitchFamily="2" charset="-122"/>
                </a:rPr>
                <a:t>2</a:t>
              </a:r>
              <a:r>
                <a:rPr lang="zh-CN" altLang="en-US" sz="2400" b="1">
                  <a:solidFill>
                    <a:srgbClr val="3333CC"/>
                  </a:solidFill>
                  <a:ea typeface="黑体" pitchFamily="2" charset="-122"/>
                </a:rPr>
                <a:t>，则当</a:t>
              </a:r>
              <a:r>
                <a:rPr lang="en-US" altLang="zh-CN" sz="2400" b="1">
                  <a:solidFill>
                    <a:srgbClr val="3333CC"/>
                  </a:solidFill>
                  <a:ea typeface="黑体" pitchFamily="2" charset="-122"/>
                </a:rPr>
                <a:t>I</a:t>
              </a:r>
              <a:r>
                <a:rPr lang="zh-CN" altLang="en-US" sz="2400" b="1">
                  <a:solidFill>
                    <a:srgbClr val="3333CC"/>
                  </a:solidFill>
                  <a:ea typeface="黑体" pitchFamily="2" charset="-122"/>
                </a:rPr>
                <a:t>把分组交给</a:t>
              </a:r>
              <a:r>
                <a:rPr lang="en-US" altLang="zh-CN" sz="2400" b="1">
                  <a:solidFill>
                    <a:srgbClr val="3333CC"/>
                  </a:solidFill>
                  <a:ea typeface="黑体" pitchFamily="2" charset="-122"/>
                </a:rPr>
                <a:t>J</a:t>
              </a:r>
              <a:r>
                <a:rPr lang="zh-CN" altLang="en-US" sz="2400" b="1">
                  <a:solidFill>
                    <a:srgbClr val="3333CC"/>
                  </a:solidFill>
                  <a:ea typeface="黑体" pitchFamily="2" charset="-122"/>
                </a:rPr>
                <a:t>时，</a:t>
              </a:r>
              <a:r>
                <a:rPr lang="en-US" altLang="zh-CN" sz="2400" b="1">
                  <a:solidFill>
                    <a:srgbClr val="3333CC"/>
                  </a:solidFill>
                  <a:ea typeface="黑体" pitchFamily="2" charset="-122"/>
                </a:rPr>
                <a:t>J</a:t>
              </a:r>
              <a:r>
                <a:rPr lang="zh-CN" altLang="en-US" sz="2400" b="1">
                  <a:solidFill>
                    <a:srgbClr val="3333CC"/>
                  </a:solidFill>
                  <a:ea typeface="黑体" pitchFamily="2" charset="-122"/>
                </a:rPr>
                <a:t>一定会沿着</a:t>
              </a:r>
              <a:r>
                <a:rPr lang="en-US" altLang="zh-CN" sz="2400" b="1">
                  <a:solidFill>
                    <a:srgbClr val="3333CC"/>
                  </a:solidFill>
                  <a:ea typeface="黑体" pitchFamily="2" charset="-122"/>
                </a:rPr>
                <a:t>r</a:t>
              </a:r>
              <a:r>
                <a:rPr lang="en-US" altLang="zh-CN" sz="2400" b="1" baseline="-25000">
                  <a:solidFill>
                    <a:srgbClr val="3333CC"/>
                  </a:solidFill>
                  <a:ea typeface="黑体" pitchFamily="2" charset="-122"/>
                </a:rPr>
                <a:t>2</a:t>
              </a:r>
              <a:r>
                <a:rPr lang="zh-CN" altLang="en-US" sz="2400" b="1">
                  <a:solidFill>
                    <a:srgbClr val="3333CC"/>
                  </a:solidFill>
                  <a:ea typeface="黑体" pitchFamily="2" charset="-122"/>
                </a:rPr>
                <a:t>把分组转发出去。</a:t>
              </a:r>
              <a:endParaRPr lang="en-US" altLang="zh-CN" sz="2400" b="1">
                <a:solidFill>
                  <a:srgbClr val="3333CC"/>
                </a:solidFill>
                <a:ea typeface="黑体" pitchFamily="2" charset="-122"/>
              </a:endParaRPr>
            </a:p>
          </p:txBody>
        </p:sp>
      </p:grpSp>
      <p:grpSp>
        <p:nvGrpSpPr>
          <p:cNvPr id="3" name="Group 17"/>
          <p:cNvGrpSpPr/>
          <p:nvPr/>
        </p:nvGrpSpPr>
        <p:grpSpPr bwMode="auto">
          <a:xfrm>
            <a:off x="1144191" y="8335"/>
            <a:ext cx="6858000" cy="1600200"/>
            <a:chOff x="0" y="0"/>
            <a:chExt cx="5760" cy="1344"/>
          </a:xfrm>
        </p:grpSpPr>
        <p:sp>
          <p:nvSpPr>
            <p:cNvPr id="150533" name="Rectangle 18"/>
            <p:cNvSpPr>
              <a:spLocks noChangeArrowheads="1"/>
            </p:cNvSpPr>
            <p:nvPr/>
          </p:nvSpPr>
          <p:spPr bwMode="auto">
            <a:xfrm>
              <a:off x="0" y="0"/>
              <a:ext cx="5760" cy="1344"/>
            </a:xfrm>
            <a:prstGeom prst="rect">
              <a:avLst/>
            </a:prstGeom>
            <a:solidFill>
              <a:srgbClr val="FFFF99"/>
            </a:solidFill>
            <a:ln w="9525">
              <a:noFill/>
              <a:miter lim="800000"/>
            </a:ln>
          </p:spPr>
          <p:txBody>
            <a:bodyPr wrap="none" anchor="ctr"/>
            <a:lstStyle/>
            <a:p>
              <a:pPr algn="ctr"/>
              <a:endParaRPr lang="en-US" altLang="zh-CN" sz="1500">
                <a:solidFill>
                  <a:srgbClr val="000000"/>
                </a:solidFill>
                <a:latin typeface="Tahoma" pitchFamily="34" charset="0"/>
                <a:ea typeface="黑体" pitchFamily="2" charset="-122"/>
              </a:endParaRPr>
            </a:p>
          </p:txBody>
        </p:sp>
        <p:sp>
          <p:nvSpPr>
            <p:cNvPr id="150534" name="Text Box 19"/>
            <p:cNvSpPr txBox="1">
              <a:spLocks noChangeArrowheads="1"/>
            </p:cNvSpPr>
            <p:nvPr/>
          </p:nvSpPr>
          <p:spPr bwMode="auto">
            <a:xfrm>
              <a:off x="0" y="164"/>
              <a:ext cx="5716" cy="998"/>
            </a:xfrm>
            <a:prstGeom prst="rect">
              <a:avLst/>
            </a:prstGeom>
            <a:noFill/>
            <a:ln w="9525">
              <a:noFill/>
              <a:miter lim="800000"/>
            </a:ln>
          </p:spPr>
          <p:txBody>
            <a:bodyPr>
              <a:spAutoFit/>
            </a:bodyPr>
            <a:lstStyle/>
            <a:p>
              <a:r>
                <a:rPr lang="zh-CN" altLang="en-US" sz="2400" b="1">
                  <a:solidFill>
                    <a:srgbClr val="FF0000"/>
                  </a:solidFill>
                  <a:ea typeface="黑体" pitchFamily="2" charset="-122"/>
                </a:rPr>
                <a:t>想想看：</a:t>
              </a:r>
              <a:endParaRPr lang="en-US" altLang="zh-CN" sz="2400" b="1">
                <a:solidFill>
                  <a:srgbClr val="FF0000"/>
                </a:solidFill>
                <a:ea typeface="黑体" pitchFamily="2" charset="-122"/>
              </a:endParaRPr>
            </a:p>
            <a:p>
              <a:r>
                <a:rPr lang="en-US" altLang="zh-CN" sz="2400" b="1">
                  <a:solidFill>
                    <a:srgbClr val="FF0000"/>
                  </a:solidFill>
                  <a:ea typeface="黑体" pitchFamily="2" charset="-122"/>
                </a:rPr>
                <a:t>	    </a:t>
              </a:r>
              <a:r>
                <a:rPr lang="zh-CN" altLang="en-US" sz="2400" b="1">
                  <a:solidFill>
                    <a:srgbClr val="FF0000"/>
                  </a:solidFill>
                  <a:ea typeface="黑体" pitchFamily="2" charset="-122"/>
                </a:rPr>
                <a:t>最优化原则，对于计算机网络中的分组转发有什么作用？</a:t>
              </a:r>
              <a:endParaRPr lang="en-US" altLang="zh-CN" sz="2400" b="1">
                <a:solidFill>
                  <a:srgbClr val="FF0000"/>
                </a:solidFill>
                <a:ea typeface="黑体"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39308"/>
                                        </p:tgtEl>
                                        <p:attrNameLst>
                                          <p:attrName>style.visibility</p:attrName>
                                        </p:attrNameLst>
                                      </p:cBhvr>
                                      <p:to>
                                        <p:strVal val="visible"/>
                                      </p:to>
                                    </p:set>
                                    <p:animEffect transition="in" filter="dissolve">
                                      <p:cBhvr>
                                        <p:cTn id="7" dur="500"/>
                                        <p:tgtEl>
                                          <p:spTgt spid="43930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2"/>
          <p:cNvSpPr>
            <a:spLocks noGrp="1" noChangeArrowheads="1"/>
          </p:cNvSpPr>
          <p:nvPr>
            <p:ph type="title" idx="4294967295"/>
          </p:nvPr>
        </p:nvSpPr>
        <p:spPr>
          <a:xfrm>
            <a:off x="1601470" y="94615"/>
            <a:ext cx="6172200" cy="857250"/>
          </a:xfrm>
        </p:spPr>
        <p:txBody>
          <a:bodyPr/>
          <a:lstStyle/>
          <a:p>
            <a:pPr eaLnBrk="1" hangingPunct="1"/>
            <a:r>
              <a:rPr lang="zh-CN" altLang="en-US" sz="4000" b="1">
                <a:solidFill>
                  <a:srgbClr val="000000"/>
                </a:solidFill>
                <a:cs typeface="微软雅黑"/>
              </a:rPr>
              <a:t>比较下面两个算法段</a:t>
            </a:r>
          </a:p>
        </p:txBody>
      </p:sp>
      <p:pic>
        <p:nvPicPr>
          <p:cNvPr id="151555" name="Picture 4"/>
          <p:cNvPicPr>
            <a:picLocks noChangeAspect="1" noChangeArrowheads="1"/>
          </p:cNvPicPr>
          <p:nvPr/>
        </p:nvPicPr>
        <p:blipFill>
          <a:blip r:embed="rId2"/>
          <a:srcRect/>
          <a:stretch>
            <a:fillRect/>
          </a:stretch>
        </p:blipFill>
        <p:spPr bwMode="auto">
          <a:xfrm>
            <a:off x="1485900" y="762635"/>
            <a:ext cx="6599555" cy="4308475"/>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79" name="Picture 4"/>
          <p:cNvPicPr>
            <a:picLocks noChangeAspect="1" noChangeArrowheads="1"/>
          </p:cNvPicPr>
          <p:nvPr/>
        </p:nvPicPr>
        <p:blipFill>
          <a:blip r:embed="rId2"/>
          <a:srcRect/>
          <a:stretch>
            <a:fillRect/>
          </a:stretch>
        </p:blipFill>
        <p:spPr bwMode="auto">
          <a:xfrm>
            <a:off x="685800" y="901065"/>
            <a:ext cx="7340600" cy="3359785"/>
          </a:xfrm>
          <a:prstGeom prst="rect">
            <a:avLst/>
          </a:prstGeom>
          <a:noFill/>
          <a:ln w="9525">
            <a:noFill/>
            <a:miter lim="800000"/>
            <a:headEnd/>
            <a:tailEnd/>
          </a:ln>
        </p:spPr>
      </p:pic>
      <p:sp>
        <p:nvSpPr>
          <p:cNvPr id="2" name="文本框 1"/>
          <p:cNvSpPr txBox="1"/>
          <p:nvPr/>
        </p:nvSpPr>
        <p:spPr>
          <a:xfrm>
            <a:off x="2498090" y="209550"/>
            <a:ext cx="4528185" cy="518160"/>
          </a:xfrm>
          <a:prstGeom prst="rect">
            <a:avLst/>
          </a:prstGeom>
          <a:noFill/>
        </p:spPr>
        <p:txBody>
          <a:bodyPr wrap="square" rtlCol="0" anchor="t">
            <a:spAutoFit/>
          </a:bodyPr>
          <a:lstStyle/>
          <a:p>
            <a:pPr algn="ctr" eaLnBrk="1" hangingPunct="1"/>
            <a:r>
              <a:rPr lang="zh-CN" altLang="en-US" sz="2800" b="1">
                <a:solidFill>
                  <a:srgbClr val="000000"/>
                </a:solidFill>
                <a:cs typeface="微软雅黑"/>
                <a:sym typeface="+mn-ea"/>
              </a:rPr>
              <a:t>比较下面两个算法段</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ChangeArrowheads="1"/>
          </p:cNvSpPr>
          <p:nvPr/>
        </p:nvSpPr>
        <p:spPr bwMode="auto">
          <a:xfrm>
            <a:off x="2519601" y="0"/>
            <a:ext cx="4806553" cy="596504"/>
          </a:xfrm>
          <a:prstGeom prst="rect">
            <a:avLst/>
          </a:prstGeom>
          <a:noFill/>
          <a:ln>
            <a:noFill/>
          </a:ln>
          <a:effectLst/>
        </p:spPr>
        <p:txBody>
          <a:bodyPr anchor="b"/>
          <a:lstStyle/>
          <a:p>
            <a:pPr>
              <a:defRPr/>
            </a:pPr>
            <a:r>
              <a:rPr lang="zh-CN" altLang="en-US" sz="2850" b="1">
                <a:solidFill>
                  <a:srgbClr val="000066"/>
                </a:solidFill>
                <a:effectLst>
                  <a:outerShdw blurRad="38100" dist="38100" dir="2700000" algn="tl">
                    <a:srgbClr val="C0C0C0"/>
                  </a:outerShdw>
                </a:effectLst>
                <a:latin typeface="Garamond" pitchFamily="18" charset="0"/>
                <a:ea typeface="黑体" pitchFamily="2" charset="-122"/>
              </a:rPr>
              <a:t>动态规划算法的基本要素</a:t>
            </a:r>
            <a:endParaRPr lang="ja-JP" altLang="en-US" sz="2850" b="1">
              <a:solidFill>
                <a:srgbClr val="000066"/>
              </a:solidFill>
              <a:effectLst>
                <a:outerShdw blurRad="38100" dist="38100" dir="2700000" algn="tl">
                  <a:srgbClr val="C0C0C0"/>
                </a:outerShdw>
              </a:effectLst>
              <a:latin typeface="Garamond" pitchFamily="18" charset="0"/>
              <a:ea typeface="黑体" pitchFamily="2" charset="-122"/>
            </a:endParaRPr>
          </a:p>
        </p:txBody>
      </p:sp>
      <p:sp>
        <p:nvSpPr>
          <p:cNvPr id="297987" name="Text Box 3"/>
          <p:cNvSpPr txBox="1">
            <a:spLocks noChangeArrowheads="1"/>
          </p:cNvSpPr>
          <p:nvPr/>
        </p:nvSpPr>
        <p:spPr bwMode="auto">
          <a:xfrm>
            <a:off x="487680" y="595948"/>
            <a:ext cx="5181600" cy="457200"/>
          </a:xfrm>
          <a:prstGeom prst="rect">
            <a:avLst/>
          </a:prstGeom>
          <a:noFill/>
          <a:ln>
            <a:noFill/>
          </a:ln>
          <a:effectLst/>
        </p:spPr>
        <p:txBody>
          <a:bodyPr wrap="none">
            <a:spAutoFit/>
          </a:bodyPr>
          <a:lstStyle/>
          <a:p>
            <a:pPr algn="ctr">
              <a:defRPr/>
            </a:pPr>
            <a:r>
              <a:rPr lang="zh-CN" altLang="en-US" sz="2400" b="1" dirty="0">
                <a:solidFill>
                  <a:srgbClr val="000000"/>
                </a:solidFill>
                <a:effectLst>
                  <a:outerShdw blurRad="38100" dist="38100" dir="2700000" algn="tl">
                    <a:srgbClr val="C0C0C0"/>
                  </a:outerShdw>
                </a:effectLst>
                <a:ea typeface="黑体" pitchFamily="2" charset="-122"/>
              </a:rPr>
              <a:t>二、重叠子问题</a:t>
            </a:r>
            <a:r>
              <a:rPr lang="en-US" altLang="zh-CN" sz="2400" b="1" dirty="0">
                <a:solidFill>
                  <a:srgbClr val="000000"/>
                </a:solidFill>
                <a:effectLst>
                  <a:outerShdw blurRad="38100" dist="38100" dir="2700000" algn="tl">
                    <a:srgbClr val="C0C0C0"/>
                  </a:outerShdw>
                </a:effectLst>
                <a:ea typeface="黑体" pitchFamily="2" charset="-122"/>
              </a:rPr>
              <a:t>-</a:t>
            </a:r>
            <a:r>
              <a:rPr lang="zh-CN" altLang="en-US" sz="2400" b="1" dirty="0">
                <a:solidFill>
                  <a:srgbClr val="000000"/>
                </a:solidFill>
                <a:effectLst>
                  <a:outerShdw blurRad="38100" dist="38100" dir="2700000" algn="tl">
                    <a:srgbClr val="C0C0C0"/>
                  </a:outerShdw>
                </a:effectLst>
                <a:ea typeface="黑体" pitchFamily="2" charset="-122"/>
              </a:rPr>
              <a:t>自底向上的解决方法</a:t>
            </a:r>
          </a:p>
        </p:txBody>
      </p:sp>
      <p:sp>
        <p:nvSpPr>
          <p:cNvPr id="35917" name="Text Box 4"/>
          <p:cNvSpPr txBox="1">
            <a:spLocks noChangeArrowheads="1"/>
          </p:cNvSpPr>
          <p:nvPr/>
        </p:nvSpPr>
        <p:spPr bwMode="auto">
          <a:xfrm>
            <a:off x="487680" y="1221740"/>
            <a:ext cx="8239760" cy="1737360"/>
          </a:xfrm>
          <a:prstGeom prst="rect">
            <a:avLst/>
          </a:prstGeom>
          <a:gradFill>
            <a:gsLst>
              <a:gs pos="0">
                <a:srgbClr val="012D86"/>
              </a:gs>
              <a:gs pos="100000">
                <a:srgbClr val="0E2557"/>
              </a:gs>
            </a:gsLst>
            <a:lin ang="3960000" scaled="0"/>
          </a:gradFill>
          <a:ln w="28575" cmpd="sng">
            <a:solidFill>
              <a:schemeClr val="accent1"/>
            </a:solidFill>
            <a:prstDash val="solid"/>
            <a:miter lim="800000"/>
          </a:ln>
        </p:spPr>
        <p:txBody>
          <a:bodyPr wrap="square">
            <a:spAutoFit/>
          </a:bodyPr>
          <a:lstStyle/>
          <a:p>
            <a:pPr>
              <a:buClr>
                <a:schemeClr val="accent2"/>
              </a:buClr>
              <a:buFont typeface="Arial" charset="0"/>
              <a:buChar char="•"/>
            </a:pPr>
            <a:r>
              <a:rPr lang="zh-CN" altLang="en-US" sz="1800" b="1">
                <a:solidFill>
                  <a:schemeClr val="bg1"/>
                </a:solidFill>
                <a:ea typeface="楷体_GB2312"/>
                <a:cs typeface="楷体_GB2312"/>
              </a:rPr>
              <a:t>递归算法求解问题时，每次产生的子问题并不总是新问题，有些子问题被反复计算多次。</a:t>
            </a:r>
            <a:r>
              <a:rPr kumimoji="1" lang="zh-CN" altLang="en-US" sz="1800" b="1">
                <a:solidFill>
                  <a:schemeClr val="bg1"/>
                </a:solidFill>
                <a:ea typeface="楷体_GB2312"/>
                <a:cs typeface="楷体_GB2312"/>
              </a:rPr>
              <a:t>这种性质称为</a:t>
            </a:r>
            <a:r>
              <a:rPr lang="zh-CN" altLang="en-US" sz="1800" b="1">
                <a:solidFill>
                  <a:srgbClr val="FF0000"/>
                </a:solidFill>
                <a:latin typeface="黑体" pitchFamily="2" charset="-122"/>
                <a:ea typeface="黑体" pitchFamily="2" charset="-122"/>
              </a:rPr>
              <a:t>子问题的重叠性质</a:t>
            </a:r>
            <a:r>
              <a:rPr kumimoji="1" lang="zh-CN" altLang="en-US" sz="1800" b="1">
                <a:solidFill>
                  <a:schemeClr val="bg1"/>
                </a:solidFill>
                <a:ea typeface="楷体_GB2312"/>
                <a:cs typeface="楷体_GB2312"/>
              </a:rPr>
              <a:t>。</a:t>
            </a:r>
          </a:p>
          <a:p>
            <a:pPr>
              <a:buClr>
                <a:schemeClr val="accent2"/>
              </a:buClr>
              <a:buFont typeface="Arial" charset="0"/>
              <a:buChar char="•"/>
            </a:pPr>
            <a:r>
              <a:rPr kumimoji="1" lang="zh-CN" altLang="en-US" sz="1800" b="1">
                <a:solidFill>
                  <a:schemeClr val="bg1"/>
                </a:solidFill>
                <a:ea typeface="楷体_GB2312"/>
                <a:cs typeface="楷体_GB2312"/>
              </a:rPr>
              <a:t>动态规划算法，对每一个子问题只解一次，而后将其解保存在一个表格中，当再次需要解此子问题时，只是简单地用常数时间查看一下结果。 </a:t>
            </a:r>
          </a:p>
          <a:p>
            <a:pPr>
              <a:buClr>
                <a:schemeClr val="accent2"/>
              </a:buClr>
              <a:buFont typeface="Arial" charset="0"/>
              <a:buChar char="•"/>
            </a:pPr>
            <a:r>
              <a:rPr kumimoji="1" lang="zh-CN" altLang="en-US" sz="1800" b="1">
                <a:solidFill>
                  <a:schemeClr val="bg1"/>
                </a:solidFill>
                <a:ea typeface="楷体_GB2312"/>
                <a:cs typeface="楷体_GB2312"/>
              </a:rPr>
              <a:t>通常不同的子问题个数随问题的大小呈多项式增长。因此用动态规划算法只需要多项式时间，从而获得较高的解题效率。 </a:t>
            </a:r>
          </a:p>
        </p:txBody>
      </p:sp>
      <p:graphicFrame>
        <p:nvGraphicFramePr>
          <p:cNvPr id="35913" name="Object 73"/>
          <p:cNvGraphicFramePr>
            <a:graphicFrameLocks noChangeAspect="1"/>
          </p:cNvGraphicFramePr>
          <p:nvPr/>
        </p:nvGraphicFramePr>
        <p:xfrm>
          <a:off x="2519363" y="3213497"/>
          <a:ext cx="3996929" cy="1697831"/>
        </p:xfrm>
        <a:graphic>
          <a:graphicData uri="http://schemas.openxmlformats.org/presentationml/2006/ole">
            <mc:AlternateContent xmlns:mc="http://schemas.openxmlformats.org/markup-compatibility/2006">
              <mc:Choice xmlns:v="urn:schemas-microsoft-com:vml" Requires="v">
                <p:oleObj spid="_x0000_s35975" name="位图图像" r:id="rId3" imgW="3429000" imgH="1457325" progId="PBrush">
                  <p:embed/>
                </p:oleObj>
              </mc:Choice>
              <mc:Fallback>
                <p:oleObj name="位图图像" r:id="rId3" imgW="3429000" imgH="1457325" progId="PBrush">
                  <p:embed/>
                  <p:pic>
                    <p:nvPicPr>
                      <p:cNvPr id="0" name="Picture 7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9363" y="3213497"/>
                        <a:ext cx="3996929" cy="1697831"/>
                      </a:xfrm>
                      <a:prstGeom prst="rect">
                        <a:avLst/>
                      </a:prstGeom>
                      <a:noFill/>
                      <a:ln>
                        <a:noFill/>
                      </a:ln>
                      <a:effec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ChangeArrowheads="1"/>
          </p:cNvSpPr>
          <p:nvPr/>
        </p:nvSpPr>
        <p:spPr bwMode="auto">
          <a:xfrm>
            <a:off x="2555796" y="0"/>
            <a:ext cx="4806553" cy="596504"/>
          </a:xfrm>
          <a:prstGeom prst="rect">
            <a:avLst/>
          </a:prstGeom>
          <a:noFill/>
          <a:ln>
            <a:noFill/>
          </a:ln>
          <a:effectLst/>
        </p:spPr>
        <p:txBody>
          <a:bodyPr anchor="b"/>
          <a:lstStyle/>
          <a:p>
            <a:pPr>
              <a:defRPr/>
            </a:pPr>
            <a:r>
              <a:rPr lang="zh-CN" altLang="en-US" sz="2850" b="1">
                <a:solidFill>
                  <a:srgbClr val="000066"/>
                </a:solidFill>
                <a:effectLst>
                  <a:outerShdw blurRad="38100" dist="38100" dir="2700000" algn="tl">
                    <a:srgbClr val="C0C0C0"/>
                  </a:outerShdw>
                </a:effectLst>
                <a:latin typeface="Garamond" pitchFamily="18" charset="0"/>
                <a:ea typeface="黑体" pitchFamily="2" charset="-122"/>
              </a:rPr>
              <a:t>动态规划算法的基本要素</a:t>
            </a:r>
            <a:endParaRPr lang="ja-JP" altLang="en-US" sz="2850" b="1">
              <a:solidFill>
                <a:srgbClr val="000066"/>
              </a:solidFill>
              <a:effectLst>
                <a:outerShdw blurRad="38100" dist="38100" dir="2700000" algn="tl">
                  <a:srgbClr val="C0C0C0"/>
                </a:outerShdw>
              </a:effectLst>
              <a:latin typeface="Garamond" pitchFamily="18" charset="0"/>
              <a:ea typeface="黑体" pitchFamily="2" charset="-122"/>
            </a:endParaRPr>
          </a:p>
        </p:txBody>
      </p:sp>
      <p:sp>
        <p:nvSpPr>
          <p:cNvPr id="299011" name="Text Box 3"/>
          <p:cNvSpPr txBox="1">
            <a:spLocks noChangeArrowheads="1"/>
          </p:cNvSpPr>
          <p:nvPr/>
        </p:nvSpPr>
        <p:spPr bwMode="auto">
          <a:xfrm>
            <a:off x="424418" y="521653"/>
            <a:ext cx="2892028" cy="457200"/>
          </a:xfrm>
          <a:prstGeom prst="rect">
            <a:avLst/>
          </a:prstGeom>
          <a:noFill/>
          <a:ln>
            <a:noFill/>
          </a:ln>
          <a:effectLst/>
        </p:spPr>
        <p:txBody>
          <a:bodyPr>
            <a:spAutoFit/>
          </a:bodyPr>
          <a:lstStyle/>
          <a:p>
            <a:pPr algn="ctr">
              <a:defRPr/>
            </a:pPr>
            <a:r>
              <a:rPr lang="zh-CN" altLang="en-US" sz="2400" b="1">
                <a:solidFill>
                  <a:srgbClr val="000000"/>
                </a:solidFill>
                <a:effectLst>
                  <a:outerShdw blurRad="38100" dist="38100" dir="2700000" algn="tl">
                    <a:srgbClr val="C0C0C0"/>
                  </a:outerShdw>
                </a:effectLst>
                <a:ea typeface="黑体" pitchFamily="2" charset="-122"/>
              </a:rPr>
              <a:t>三、备忘录方法</a:t>
            </a:r>
          </a:p>
        </p:txBody>
      </p:sp>
      <p:sp>
        <p:nvSpPr>
          <p:cNvPr id="155652" name="Text Box 4"/>
          <p:cNvSpPr txBox="1">
            <a:spLocks noChangeArrowheads="1"/>
          </p:cNvSpPr>
          <p:nvPr/>
        </p:nvSpPr>
        <p:spPr bwMode="auto">
          <a:xfrm>
            <a:off x="367030" y="979170"/>
            <a:ext cx="8386445" cy="640080"/>
          </a:xfrm>
          <a:prstGeom prst="rect">
            <a:avLst/>
          </a:prstGeom>
          <a:gradFill>
            <a:gsLst>
              <a:gs pos="0">
                <a:srgbClr val="012D86"/>
              </a:gs>
              <a:gs pos="100000">
                <a:srgbClr val="0E2557"/>
              </a:gs>
            </a:gsLst>
            <a:lin ang="3960000" scaled="0"/>
          </a:gradFill>
          <a:ln w="28575" cmpd="sng">
            <a:solidFill>
              <a:schemeClr val="accent1"/>
            </a:solidFill>
            <a:prstDash val="solid"/>
            <a:miter lim="800000"/>
          </a:ln>
        </p:spPr>
        <p:txBody>
          <a:bodyPr wrap="square">
            <a:spAutoFit/>
          </a:bodyPr>
          <a:lstStyle/>
          <a:p>
            <a:pPr>
              <a:buClr>
                <a:schemeClr val="accent2"/>
              </a:buClr>
              <a:buFont typeface="Arial" charset="0"/>
              <a:buChar char="•"/>
            </a:pPr>
            <a:r>
              <a:rPr kumimoji="1" lang="zh-CN" altLang="en-US" sz="1800" b="1">
                <a:solidFill>
                  <a:schemeClr val="bg1"/>
                </a:solidFill>
                <a:ea typeface="楷体_GB2312"/>
                <a:cs typeface="楷体_GB2312"/>
              </a:rPr>
              <a:t>备忘录方法的控制结构与直接递归方法的控制结构相同，区别在于备忘录方法为每个解过的子问题建立了备忘录以备需要时查看，避免了相同子问题的重复求解。</a:t>
            </a:r>
          </a:p>
        </p:txBody>
      </p:sp>
      <p:sp>
        <p:nvSpPr>
          <p:cNvPr id="155653" name="Rectangle 5"/>
          <p:cNvSpPr>
            <a:spLocks noChangeArrowheads="1"/>
          </p:cNvSpPr>
          <p:nvPr/>
        </p:nvSpPr>
        <p:spPr bwMode="auto">
          <a:xfrm>
            <a:off x="714375" y="1680210"/>
            <a:ext cx="7340600" cy="3261360"/>
          </a:xfrm>
          <a:prstGeom prst="rect">
            <a:avLst/>
          </a:prstGeom>
          <a:noFill/>
          <a:ln w="9525">
            <a:noFill/>
            <a:miter lim="800000"/>
          </a:ln>
        </p:spPr>
        <p:txBody>
          <a:bodyPr wrap="square" anchor="ctr">
            <a:spAutoFit/>
          </a:bodyPr>
          <a:lstStyle/>
          <a:p>
            <a:r>
              <a:rPr kumimoji="1" lang="en-US" altLang="zh-CN" sz="1600" b="1">
                <a:solidFill>
                  <a:srgbClr val="000000"/>
                </a:solidFill>
              </a:rPr>
              <a:t>int LookupChain(int i</a:t>
            </a:r>
            <a:r>
              <a:rPr kumimoji="1" lang="zh-CN" altLang="en-US" sz="1600" b="1">
                <a:solidFill>
                  <a:srgbClr val="000000"/>
                </a:solidFill>
              </a:rPr>
              <a:t>，</a:t>
            </a:r>
            <a:r>
              <a:rPr kumimoji="1" lang="en-US" altLang="zh-CN" sz="1600" b="1">
                <a:solidFill>
                  <a:srgbClr val="000000"/>
                </a:solidFill>
              </a:rPr>
              <a:t>int j)</a:t>
            </a:r>
          </a:p>
          <a:p>
            <a:r>
              <a:rPr kumimoji="1" lang="en-US" altLang="zh-CN" sz="1600" b="1">
                <a:solidFill>
                  <a:srgbClr val="000000"/>
                </a:solidFill>
              </a:rPr>
              <a:t>{</a:t>
            </a:r>
          </a:p>
          <a:p>
            <a:r>
              <a:rPr kumimoji="1" lang="en-US" altLang="zh-CN" sz="1600" b="1">
                <a:solidFill>
                  <a:srgbClr val="000000"/>
                </a:solidFill>
              </a:rPr>
              <a:t>       if (m[i][j] &gt; 0) return m[i][j];</a:t>
            </a:r>
          </a:p>
          <a:p>
            <a:r>
              <a:rPr kumimoji="1" lang="en-US" altLang="zh-CN" sz="1600" b="1">
                <a:solidFill>
                  <a:srgbClr val="000000"/>
                </a:solidFill>
              </a:rPr>
              <a:t>       if (i == j) return 0;</a:t>
            </a:r>
          </a:p>
          <a:p>
            <a:r>
              <a:rPr kumimoji="1" lang="en-US" altLang="zh-CN" sz="1600" b="1">
                <a:solidFill>
                  <a:srgbClr val="000000"/>
                </a:solidFill>
              </a:rPr>
              <a:t>       int u = LookupChain(i</a:t>
            </a:r>
            <a:r>
              <a:rPr kumimoji="1" lang="zh-CN" altLang="en-US" sz="1600" b="1">
                <a:solidFill>
                  <a:srgbClr val="000000"/>
                </a:solidFill>
              </a:rPr>
              <a:t>，</a:t>
            </a:r>
            <a:r>
              <a:rPr kumimoji="1" lang="en-US" altLang="zh-CN" sz="1600" b="1">
                <a:solidFill>
                  <a:srgbClr val="000000"/>
                </a:solidFill>
              </a:rPr>
              <a:t>i) + LookupChain(i+1</a:t>
            </a:r>
            <a:r>
              <a:rPr kumimoji="1" lang="zh-CN" altLang="en-US" sz="1600" b="1">
                <a:solidFill>
                  <a:srgbClr val="000000"/>
                </a:solidFill>
              </a:rPr>
              <a:t>，</a:t>
            </a:r>
            <a:r>
              <a:rPr kumimoji="1" lang="en-US" altLang="zh-CN" sz="1600" b="1">
                <a:solidFill>
                  <a:srgbClr val="000000"/>
                </a:solidFill>
              </a:rPr>
              <a:t>j) + p[i-1]*p[i]*p[j];</a:t>
            </a:r>
          </a:p>
          <a:p>
            <a:r>
              <a:rPr kumimoji="1" lang="en-US" altLang="zh-CN" sz="1600" b="1">
                <a:solidFill>
                  <a:srgbClr val="000000"/>
                </a:solidFill>
              </a:rPr>
              <a:t>       s[i][j] = i;</a:t>
            </a:r>
          </a:p>
          <a:p>
            <a:r>
              <a:rPr kumimoji="1" lang="en-US" altLang="zh-CN" sz="1600" b="1">
                <a:solidFill>
                  <a:srgbClr val="000000"/>
                </a:solidFill>
              </a:rPr>
              <a:t>       for (int k = i+1; k &lt; j; k++) {</a:t>
            </a:r>
          </a:p>
          <a:p>
            <a:r>
              <a:rPr kumimoji="1" lang="en-US" altLang="zh-CN" sz="1600" b="1">
                <a:solidFill>
                  <a:srgbClr val="000000"/>
                </a:solidFill>
              </a:rPr>
              <a:t>         int t = LookupChain(i</a:t>
            </a:r>
            <a:r>
              <a:rPr kumimoji="1" lang="zh-CN" altLang="en-US" sz="1600" b="1">
                <a:solidFill>
                  <a:srgbClr val="000000"/>
                </a:solidFill>
              </a:rPr>
              <a:t>，</a:t>
            </a:r>
            <a:r>
              <a:rPr kumimoji="1" lang="en-US" altLang="zh-CN" sz="1600" b="1">
                <a:solidFill>
                  <a:srgbClr val="000000"/>
                </a:solidFill>
              </a:rPr>
              <a:t>k) + LookupChain(k+1</a:t>
            </a:r>
            <a:r>
              <a:rPr kumimoji="1" lang="zh-CN" altLang="en-US" sz="1600" b="1">
                <a:solidFill>
                  <a:srgbClr val="000000"/>
                </a:solidFill>
              </a:rPr>
              <a:t>，</a:t>
            </a:r>
            <a:r>
              <a:rPr kumimoji="1" lang="en-US" altLang="zh-CN" sz="1600" b="1">
                <a:solidFill>
                  <a:srgbClr val="000000"/>
                </a:solidFill>
              </a:rPr>
              <a:t>j) + p[i-1]*p[k]*p[j];</a:t>
            </a:r>
          </a:p>
          <a:p>
            <a:r>
              <a:rPr kumimoji="1" lang="en-US" altLang="zh-CN" sz="1600" b="1">
                <a:solidFill>
                  <a:srgbClr val="000000"/>
                </a:solidFill>
              </a:rPr>
              <a:t>         if (t &lt; u) { u = t; s[i][j] = k;}</a:t>
            </a:r>
          </a:p>
          <a:p>
            <a:r>
              <a:rPr kumimoji="1" lang="en-US" altLang="zh-CN" sz="1600" b="1">
                <a:solidFill>
                  <a:srgbClr val="000000"/>
                </a:solidFill>
              </a:rPr>
              <a:t>         }</a:t>
            </a:r>
          </a:p>
          <a:p>
            <a:r>
              <a:rPr kumimoji="1" lang="en-US" altLang="zh-CN" sz="1600" b="1">
                <a:solidFill>
                  <a:srgbClr val="000000"/>
                </a:solidFill>
              </a:rPr>
              <a:t>       m[i][j] = u;</a:t>
            </a:r>
          </a:p>
          <a:p>
            <a:r>
              <a:rPr kumimoji="1" lang="en-US" altLang="zh-CN" sz="1600" b="1">
                <a:solidFill>
                  <a:srgbClr val="000000"/>
                </a:solidFill>
              </a:rPr>
              <a:t>       return u;</a:t>
            </a:r>
          </a:p>
          <a:p>
            <a:r>
              <a:rPr kumimoji="1" lang="en-US" altLang="zh-CN" sz="1600" b="1">
                <a:solidFill>
                  <a:srgbClr val="000000"/>
                </a:solidFill>
              </a:rPr>
              <a:t>}</a:t>
            </a:r>
          </a:p>
        </p:txBody>
      </p:sp>
      <p:sp>
        <p:nvSpPr>
          <p:cNvPr id="7" name="Text Box 5"/>
          <p:cNvSpPr txBox="1">
            <a:spLocks noChangeArrowheads="1"/>
          </p:cNvSpPr>
          <p:nvPr/>
        </p:nvSpPr>
        <p:spPr bwMode="auto">
          <a:xfrm>
            <a:off x="5660787" y="4373563"/>
            <a:ext cx="3402806" cy="640080"/>
          </a:xfrm>
          <a:prstGeom prst="rect">
            <a:avLst/>
          </a:prstGeom>
          <a:gradFill>
            <a:gsLst>
              <a:gs pos="0">
                <a:srgbClr val="012D86"/>
              </a:gs>
              <a:gs pos="100000">
                <a:srgbClr val="0E2557"/>
              </a:gs>
            </a:gsLst>
            <a:lin ang="3960000" scaled="0"/>
          </a:gradFill>
          <a:ln w="50800">
            <a:solidFill>
              <a:srgbClr val="FF6600"/>
            </a:solidFill>
            <a:miter lim="800000"/>
          </a:ln>
        </p:spPr>
        <p:txBody>
          <a:bodyPr>
            <a:spAutoFit/>
          </a:bodyPr>
          <a:lstStyle/>
          <a:p>
            <a:r>
              <a:rPr kumimoji="1" lang="zh-CN" altLang="en-US" sz="1800" b="1">
                <a:ea typeface="黑体" pitchFamily="2" charset="-122"/>
              </a:rPr>
              <a:t>动态规划法：自底向上</a:t>
            </a:r>
            <a:endParaRPr kumimoji="1" lang="en-US" altLang="zh-CN" sz="1800" b="1">
              <a:ea typeface="黑体" pitchFamily="2" charset="-122"/>
            </a:endParaRPr>
          </a:p>
          <a:p>
            <a:r>
              <a:rPr kumimoji="1" lang="zh-CN" altLang="en-US" sz="1800" b="1">
                <a:ea typeface="黑体" pitchFamily="2" charset="-122"/>
              </a:rPr>
              <a:t>备忘录方法：自顶向下</a:t>
            </a:r>
            <a:endParaRPr kumimoji="1" lang="en-US" altLang="zh-CN" sz="1800" b="1">
              <a:ea typeface="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标题 2"/>
          <p:cNvSpPr>
            <a:spLocks noGrp="1"/>
          </p:cNvSpPr>
          <p:nvPr>
            <p:ph type="ctrTitle" idx="4294967295"/>
          </p:nvPr>
        </p:nvSpPr>
        <p:spPr>
          <a:xfrm>
            <a:off x="193675" y="152400"/>
            <a:ext cx="7753350" cy="1153795"/>
          </a:xfrm>
        </p:spPr>
        <p:txBody>
          <a:bodyPr/>
          <a:lstStyle/>
          <a:p>
            <a:pPr algn="l"/>
            <a:r>
              <a:rPr lang="zh-CN" altLang="en-US" sz="4000" b="1">
                <a:solidFill>
                  <a:srgbClr val="000000"/>
                </a:solidFill>
                <a:latin typeface="Times New Roman" pitchFamily="18" charset="0"/>
                <a:ea typeface="楷体" charset="0"/>
                <a:cs typeface="微软雅黑"/>
              </a:rPr>
              <a:t>停下来，深呼吸，让我们，</a:t>
            </a:r>
            <a:br>
              <a:rPr lang="en-US" altLang="zh-CN" sz="4000" b="1">
                <a:solidFill>
                  <a:srgbClr val="000000"/>
                </a:solidFill>
                <a:latin typeface="Times New Roman" pitchFamily="18" charset="0"/>
                <a:ea typeface="楷体" charset="0"/>
                <a:cs typeface="微软雅黑"/>
              </a:rPr>
            </a:br>
            <a:r>
              <a:rPr lang="zh-CN" altLang="en-US" sz="4000" b="1">
                <a:solidFill>
                  <a:srgbClr val="000000"/>
                </a:solidFill>
                <a:latin typeface="Times New Roman" pitchFamily="18" charset="0"/>
                <a:ea typeface="楷体" charset="0"/>
                <a:cs typeface="微软雅黑"/>
              </a:rPr>
              <a:t>练习一下动态规划的思维方式</a:t>
            </a:r>
          </a:p>
        </p:txBody>
      </p:sp>
      <p:sp>
        <p:nvSpPr>
          <p:cNvPr id="156674" name="副标题 3"/>
          <p:cNvSpPr>
            <a:spLocks noGrp="1"/>
          </p:cNvSpPr>
          <p:nvPr>
            <p:ph type="subTitle" idx="4294967295"/>
          </p:nvPr>
        </p:nvSpPr>
        <p:spPr>
          <a:xfrm>
            <a:off x="193675" y="2075180"/>
            <a:ext cx="5154295" cy="1314450"/>
          </a:xfrm>
        </p:spPr>
        <p:txBody>
          <a:bodyPr/>
          <a:lstStyle/>
          <a:p>
            <a:pPr algn="just"/>
            <a:r>
              <a:rPr lang="zh-CN" altLang="en-US" b="1">
                <a:solidFill>
                  <a:srgbClr val="FF0000"/>
                </a:solidFill>
                <a:latin typeface="楷体" charset="0"/>
                <a:ea typeface="楷体" charset="0"/>
              </a:rPr>
              <a:t>重点：</a:t>
            </a:r>
            <a:endParaRPr lang="en-US" altLang="zh-CN" b="1">
              <a:solidFill>
                <a:srgbClr val="FF0000"/>
              </a:solidFill>
              <a:latin typeface="楷体" charset="0"/>
              <a:ea typeface="楷体" charset="0"/>
            </a:endParaRPr>
          </a:p>
          <a:p>
            <a:pPr algn="just"/>
            <a:r>
              <a:rPr lang="zh-CN" altLang="en-US" b="1">
                <a:solidFill>
                  <a:srgbClr val="FF0000"/>
                </a:solidFill>
                <a:latin typeface="楷体" charset="0"/>
                <a:ea typeface="楷体" charset="0"/>
              </a:rPr>
              <a:t>学习动态规划的状态划分和表示方法</a:t>
            </a:r>
          </a:p>
        </p:txBody>
      </p:sp>
      <p:sp>
        <p:nvSpPr>
          <p:cNvPr id="5125" name="Freeform 5"/>
          <p:cNvSpPr/>
          <p:nvPr/>
        </p:nvSpPr>
        <p:spPr bwMode="auto">
          <a:xfrm flipH="1">
            <a:off x="6550337" y="1592431"/>
            <a:ext cx="1225932" cy="760967"/>
          </a:xfrm>
          <a:custGeom>
            <a:avLst/>
            <a:gdLst/>
            <a:ahLst/>
            <a:cxnLst>
              <a:cxn ang="0">
                <a:pos x="515" y="102"/>
              </a:cxn>
              <a:cxn ang="0">
                <a:pos x="366" y="194"/>
              </a:cxn>
              <a:cxn ang="0">
                <a:pos x="395" y="211"/>
              </a:cxn>
              <a:cxn ang="0">
                <a:pos x="414" y="257"/>
              </a:cxn>
              <a:cxn ang="0">
                <a:pos x="395" y="302"/>
              </a:cxn>
              <a:cxn ang="0">
                <a:pos x="350" y="320"/>
              </a:cxn>
              <a:cxn ang="0">
                <a:pos x="305" y="302"/>
              </a:cxn>
              <a:cxn ang="0">
                <a:pos x="287" y="257"/>
              </a:cxn>
              <a:cxn ang="0">
                <a:pos x="288" y="243"/>
              </a:cxn>
              <a:cxn ang="0">
                <a:pos x="171" y="315"/>
              </a:cxn>
              <a:cxn ang="0">
                <a:pos x="124" y="238"/>
              </a:cxn>
              <a:cxn ang="0">
                <a:pos x="109" y="262"/>
              </a:cxn>
              <a:cxn ang="0">
                <a:pos x="64" y="281"/>
              </a:cxn>
              <a:cxn ang="0">
                <a:pos x="18" y="262"/>
              </a:cxn>
              <a:cxn ang="0">
                <a:pos x="0" y="217"/>
              </a:cxn>
              <a:cxn ang="0">
                <a:pos x="18" y="172"/>
              </a:cxn>
              <a:cxn ang="0">
                <a:pos x="64" y="153"/>
              </a:cxn>
              <a:cxn ang="0">
                <a:pos x="74" y="154"/>
              </a:cxn>
              <a:cxn ang="0">
                <a:pos x="29" y="80"/>
              </a:cxn>
              <a:cxn ang="0">
                <a:pos x="115" y="31"/>
              </a:cxn>
              <a:cxn ang="0">
                <a:pos x="278" y="3"/>
              </a:cxn>
              <a:cxn ang="0">
                <a:pos x="445" y="52"/>
              </a:cxn>
              <a:cxn ang="0">
                <a:pos x="515" y="102"/>
              </a:cxn>
            </a:cxnLst>
            <a:rect l="0" t="0" r="r" b="b"/>
            <a:pathLst>
              <a:path w="515" h="320">
                <a:moveTo>
                  <a:pt x="515" y="102"/>
                </a:moveTo>
                <a:cubicBezTo>
                  <a:pt x="366" y="194"/>
                  <a:pt x="366" y="194"/>
                  <a:pt x="366" y="194"/>
                </a:cubicBezTo>
                <a:cubicBezTo>
                  <a:pt x="377" y="197"/>
                  <a:pt x="387" y="203"/>
                  <a:pt x="395" y="211"/>
                </a:cubicBezTo>
                <a:cubicBezTo>
                  <a:pt x="408" y="224"/>
                  <a:pt x="414" y="239"/>
                  <a:pt x="414" y="257"/>
                </a:cubicBezTo>
                <a:cubicBezTo>
                  <a:pt x="414" y="274"/>
                  <a:pt x="408" y="289"/>
                  <a:pt x="395" y="302"/>
                </a:cubicBezTo>
                <a:cubicBezTo>
                  <a:pt x="383" y="314"/>
                  <a:pt x="368" y="320"/>
                  <a:pt x="350" y="320"/>
                </a:cubicBezTo>
                <a:cubicBezTo>
                  <a:pt x="333" y="320"/>
                  <a:pt x="318" y="314"/>
                  <a:pt x="305" y="302"/>
                </a:cubicBezTo>
                <a:cubicBezTo>
                  <a:pt x="293" y="289"/>
                  <a:pt x="287" y="274"/>
                  <a:pt x="287" y="257"/>
                </a:cubicBezTo>
                <a:cubicBezTo>
                  <a:pt x="287" y="252"/>
                  <a:pt x="287" y="247"/>
                  <a:pt x="288" y="243"/>
                </a:cubicBezTo>
                <a:cubicBezTo>
                  <a:pt x="171" y="315"/>
                  <a:pt x="171" y="315"/>
                  <a:pt x="171" y="315"/>
                </a:cubicBezTo>
                <a:cubicBezTo>
                  <a:pt x="124" y="238"/>
                  <a:pt x="124" y="238"/>
                  <a:pt x="124" y="238"/>
                </a:cubicBezTo>
                <a:cubicBezTo>
                  <a:pt x="121" y="247"/>
                  <a:pt x="116" y="255"/>
                  <a:pt x="109" y="262"/>
                </a:cubicBezTo>
                <a:cubicBezTo>
                  <a:pt x="96" y="275"/>
                  <a:pt x="81" y="281"/>
                  <a:pt x="64" y="281"/>
                </a:cubicBezTo>
                <a:cubicBezTo>
                  <a:pt x="46" y="281"/>
                  <a:pt x="31" y="275"/>
                  <a:pt x="18" y="262"/>
                </a:cubicBezTo>
                <a:cubicBezTo>
                  <a:pt x="6" y="250"/>
                  <a:pt x="0" y="235"/>
                  <a:pt x="0" y="217"/>
                </a:cubicBezTo>
                <a:cubicBezTo>
                  <a:pt x="0" y="200"/>
                  <a:pt x="6" y="184"/>
                  <a:pt x="18" y="172"/>
                </a:cubicBezTo>
                <a:cubicBezTo>
                  <a:pt x="31" y="160"/>
                  <a:pt x="46" y="153"/>
                  <a:pt x="64" y="153"/>
                </a:cubicBezTo>
                <a:cubicBezTo>
                  <a:pt x="67" y="153"/>
                  <a:pt x="71" y="154"/>
                  <a:pt x="74" y="154"/>
                </a:cubicBezTo>
                <a:cubicBezTo>
                  <a:pt x="29" y="80"/>
                  <a:pt x="29" y="80"/>
                  <a:pt x="29" y="80"/>
                </a:cubicBezTo>
                <a:cubicBezTo>
                  <a:pt x="55" y="60"/>
                  <a:pt x="84" y="43"/>
                  <a:pt x="115" y="31"/>
                </a:cubicBezTo>
                <a:cubicBezTo>
                  <a:pt x="167" y="9"/>
                  <a:pt x="221" y="0"/>
                  <a:pt x="278" y="3"/>
                </a:cubicBezTo>
                <a:cubicBezTo>
                  <a:pt x="337" y="7"/>
                  <a:pt x="392" y="23"/>
                  <a:pt x="445" y="52"/>
                </a:cubicBezTo>
                <a:cubicBezTo>
                  <a:pt x="471" y="67"/>
                  <a:pt x="494" y="84"/>
                  <a:pt x="515" y="102"/>
                </a:cubicBezTo>
                <a:close/>
              </a:path>
            </a:pathLst>
          </a:custGeom>
          <a:solidFill>
            <a:schemeClr val="accent3"/>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6" name="Freeform 6"/>
          <p:cNvSpPr/>
          <p:nvPr/>
        </p:nvSpPr>
        <p:spPr bwMode="auto">
          <a:xfrm flipH="1">
            <a:off x="6286096" y="1835077"/>
            <a:ext cx="1089999" cy="1224661"/>
          </a:xfrm>
          <a:custGeom>
            <a:avLst/>
            <a:gdLst/>
            <a:ahLst/>
            <a:cxnLst>
              <a:cxn ang="0">
                <a:pos x="458" y="345"/>
              </a:cxn>
              <a:cxn ang="0">
                <a:pos x="365" y="403"/>
              </a:cxn>
              <a:cxn ang="0">
                <a:pos x="365" y="402"/>
              </a:cxn>
              <a:cxn ang="0">
                <a:pos x="346" y="356"/>
              </a:cxn>
              <a:cxn ang="0">
                <a:pos x="301" y="338"/>
              </a:cxn>
              <a:cxn ang="0">
                <a:pos x="256" y="356"/>
              </a:cxn>
              <a:cxn ang="0">
                <a:pos x="237" y="402"/>
              </a:cxn>
              <a:cxn ang="0">
                <a:pos x="256" y="447"/>
              </a:cxn>
              <a:cxn ang="0">
                <a:pos x="273" y="459"/>
              </a:cxn>
              <a:cxn ang="0">
                <a:pos x="184" y="515"/>
              </a:cxn>
              <a:cxn ang="0">
                <a:pos x="122" y="411"/>
              </a:cxn>
              <a:cxn ang="0">
                <a:pos x="109" y="429"/>
              </a:cxn>
              <a:cxn ang="0">
                <a:pos x="64" y="448"/>
              </a:cxn>
              <a:cxn ang="0">
                <a:pos x="18" y="429"/>
              </a:cxn>
              <a:cxn ang="0">
                <a:pos x="0" y="385"/>
              </a:cxn>
              <a:cxn ang="0">
                <a:pos x="18" y="339"/>
              </a:cxn>
              <a:cxn ang="0">
                <a:pos x="64" y="321"/>
              </a:cxn>
              <a:cxn ang="0">
                <a:pos x="67" y="321"/>
              </a:cxn>
              <a:cxn ang="0">
                <a:pos x="3" y="213"/>
              </a:cxn>
              <a:cxn ang="0">
                <a:pos x="120" y="141"/>
              </a:cxn>
              <a:cxn ang="0">
                <a:pos x="119" y="155"/>
              </a:cxn>
              <a:cxn ang="0">
                <a:pos x="137" y="200"/>
              </a:cxn>
              <a:cxn ang="0">
                <a:pos x="182" y="218"/>
              </a:cxn>
              <a:cxn ang="0">
                <a:pos x="227" y="200"/>
              </a:cxn>
              <a:cxn ang="0">
                <a:pos x="246" y="155"/>
              </a:cxn>
              <a:cxn ang="0">
                <a:pos x="227" y="109"/>
              </a:cxn>
              <a:cxn ang="0">
                <a:pos x="198" y="92"/>
              </a:cxn>
              <a:cxn ang="0">
                <a:pos x="347" y="0"/>
              </a:cxn>
              <a:cxn ang="0">
                <a:pos x="443" y="159"/>
              </a:cxn>
              <a:cxn ang="0">
                <a:pos x="447" y="305"/>
              </a:cxn>
              <a:cxn ang="0">
                <a:pos x="458" y="345"/>
              </a:cxn>
            </a:cxnLst>
            <a:rect l="0" t="0" r="r" b="b"/>
            <a:pathLst>
              <a:path w="458" h="515">
                <a:moveTo>
                  <a:pt x="458" y="345"/>
                </a:moveTo>
                <a:cubicBezTo>
                  <a:pt x="365" y="403"/>
                  <a:pt x="365" y="403"/>
                  <a:pt x="365" y="403"/>
                </a:cubicBezTo>
                <a:cubicBezTo>
                  <a:pt x="365" y="402"/>
                  <a:pt x="365" y="402"/>
                  <a:pt x="365" y="402"/>
                </a:cubicBezTo>
                <a:cubicBezTo>
                  <a:pt x="365" y="384"/>
                  <a:pt x="358" y="369"/>
                  <a:pt x="346" y="356"/>
                </a:cubicBezTo>
                <a:cubicBezTo>
                  <a:pt x="334" y="344"/>
                  <a:pt x="319" y="338"/>
                  <a:pt x="301" y="338"/>
                </a:cubicBezTo>
                <a:cubicBezTo>
                  <a:pt x="283" y="338"/>
                  <a:pt x="268" y="344"/>
                  <a:pt x="256" y="356"/>
                </a:cubicBezTo>
                <a:cubicBezTo>
                  <a:pt x="243" y="369"/>
                  <a:pt x="237" y="384"/>
                  <a:pt x="237" y="402"/>
                </a:cubicBezTo>
                <a:cubicBezTo>
                  <a:pt x="237" y="419"/>
                  <a:pt x="243" y="434"/>
                  <a:pt x="256" y="447"/>
                </a:cubicBezTo>
                <a:cubicBezTo>
                  <a:pt x="261" y="452"/>
                  <a:pt x="267" y="456"/>
                  <a:pt x="273" y="459"/>
                </a:cubicBezTo>
                <a:cubicBezTo>
                  <a:pt x="184" y="515"/>
                  <a:pt x="184" y="515"/>
                  <a:pt x="184" y="515"/>
                </a:cubicBezTo>
                <a:cubicBezTo>
                  <a:pt x="122" y="411"/>
                  <a:pt x="122" y="411"/>
                  <a:pt x="122" y="411"/>
                </a:cubicBezTo>
                <a:cubicBezTo>
                  <a:pt x="119" y="418"/>
                  <a:pt x="114" y="424"/>
                  <a:pt x="109" y="429"/>
                </a:cubicBezTo>
                <a:cubicBezTo>
                  <a:pt x="96" y="442"/>
                  <a:pt x="81" y="448"/>
                  <a:pt x="64" y="448"/>
                </a:cubicBezTo>
                <a:cubicBezTo>
                  <a:pt x="46" y="448"/>
                  <a:pt x="31" y="442"/>
                  <a:pt x="18" y="429"/>
                </a:cubicBezTo>
                <a:cubicBezTo>
                  <a:pt x="6" y="417"/>
                  <a:pt x="0" y="402"/>
                  <a:pt x="0" y="385"/>
                </a:cubicBezTo>
                <a:cubicBezTo>
                  <a:pt x="0" y="367"/>
                  <a:pt x="6" y="352"/>
                  <a:pt x="18" y="339"/>
                </a:cubicBezTo>
                <a:cubicBezTo>
                  <a:pt x="31" y="327"/>
                  <a:pt x="46" y="321"/>
                  <a:pt x="64" y="321"/>
                </a:cubicBezTo>
                <a:cubicBezTo>
                  <a:pt x="65" y="321"/>
                  <a:pt x="66" y="321"/>
                  <a:pt x="67" y="321"/>
                </a:cubicBezTo>
                <a:cubicBezTo>
                  <a:pt x="3" y="213"/>
                  <a:pt x="3" y="213"/>
                  <a:pt x="3" y="213"/>
                </a:cubicBezTo>
                <a:cubicBezTo>
                  <a:pt x="120" y="141"/>
                  <a:pt x="120" y="141"/>
                  <a:pt x="120" y="141"/>
                </a:cubicBezTo>
                <a:cubicBezTo>
                  <a:pt x="119" y="145"/>
                  <a:pt x="119" y="150"/>
                  <a:pt x="119" y="155"/>
                </a:cubicBezTo>
                <a:cubicBezTo>
                  <a:pt x="119" y="172"/>
                  <a:pt x="125" y="187"/>
                  <a:pt x="137" y="200"/>
                </a:cubicBezTo>
                <a:cubicBezTo>
                  <a:pt x="150" y="212"/>
                  <a:pt x="165" y="218"/>
                  <a:pt x="182" y="218"/>
                </a:cubicBezTo>
                <a:cubicBezTo>
                  <a:pt x="200" y="218"/>
                  <a:pt x="215" y="212"/>
                  <a:pt x="227" y="200"/>
                </a:cubicBezTo>
                <a:cubicBezTo>
                  <a:pt x="240" y="187"/>
                  <a:pt x="246" y="172"/>
                  <a:pt x="246" y="155"/>
                </a:cubicBezTo>
                <a:cubicBezTo>
                  <a:pt x="246" y="137"/>
                  <a:pt x="240" y="122"/>
                  <a:pt x="227" y="109"/>
                </a:cubicBezTo>
                <a:cubicBezTo>
                  <a:pt x="219" y="101"/>
                  <a:pt x="209" y="95"/>
                  <a:pt x="198" y="92"/>
                </a:cubicBezTo>
                <a:cubicBezTo>
                  <a:pt x="347" y="0"/>
                  <a:pt x="347" y="0"/>
                  <a:pt x="347" y="0"/>
                </a:cubicBezTo>
                <a:cubicBezTo>
                  <a:pt x="396" y="43"/>
                  <a:pt x="428" y="97"/>
                  <a:pt x="443" y="159"/>
                </a:cubicBezTo>
                <a:cubicBezTo>
                  <a:pt x="454" y="205"/>
                  <a:pt x="456" y="254"/>
                  <a:pt x="447" y="305"/>
                </a:cubicBezTo>
                <a:cubicBezTo>
                  <a:pt x="445" y="314"/>
                  <a:pt x="449" y="328"/>
                  <a:pt x="458" y="345"/>
                </a:cubicBezTo>
                <a:close/>
              </a:path>
            </a:pathLst>
          </a:custGeom>
          <a:solidFill>
            <a:schemeClr val="accent2"/>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7" name="Freeform 7"/>
          <p:cNvSpPr/>
          <p:nvPr/>
        </p:nvSpPr>
        <p:spPr bwMode="auto">
          <a:xfrm flipH="1">
            <a:off x="6092995" y="2639236"/>
            <a:ext cx="844813" cy="903251"/>
          </a:xfrm>
          <a:custGeom>
            <a:avLst/>
            <a:gdLst/>
            <a:ahLst/>
            <a:cxnLst>
              <a:cxn ang="0">
                <a:pos x="114" y="365"/>
              </a:cxn>
              <a:cxn ang="0">
                <a:pos x="92" y="330"/>
              </a:cxn>
              <a:cxn ang="0">
                <a:pos x="132" y="311"/>
              </a:cxn>
              <a:cxn ang="0">
                <a:pos x="151" y="266"/>
              </a:cxn>
              <a:cxn ang="0">
                <a:pos x="132" y="221"/>
              </a:cxn>
              <a:cxn ang="0">
                <a:pos x="87" y="202"/>
              </a:cxn>
              <a:cxn ang="0">
                <a:pos x="42" y="221"/>
              </a:cxn>
              <a:cxn ang="0">
                <a:pos x="33" y="232"/>
              </a:cxn>
              <a:cxn ang="0">
                <a:pos x="0" y="177"/>
              </a:cxn>
              <a:cxn ang="0">
                <a:pos x="89" y="121"/>
              </a:cxn>
              <a:cxn ang="0">
                <a:pos x="72" y="109"/>
              </a:cxn>
              <a:cxn ang="0">
                <a:pos x="53" y="64"/>
              </a:cxn>
              <a:cxn ang="0">
                <a:pos x="72" y="18"/>
              </a:cxn>
              <a:cxn ang="0">
                <a:pos x="117" y="0"/>
              </a:cxn>
              <a:cxn ang="0">
                <a:pos x="162" y="18"/>
              </a:cxn>
              <a:cxn ang="0">
                <a:pos x="181" y="64"/>
              </a:cxn>
              <a:cxn ang="0">
                <a:pos x="181" y="65"/>
              </a:cxn>
              <a:cxn ang="0">
                <a:pos x="274" y="7"/>
              </a:cxn>
              <a:cxn ang="0">
                <a:pos x="294" y="42"/>
              </a:cxn>
              <a:cxn ang="0">
                <a:pos x="344" y="112"/>
              </a:cxn>
              <a:cxn ang="0">
                <a:pos x="351" y="146"/>
              </a:cxn>
              <a:cxn ang="0">
                <a:pos x="324" y="167"/>
              </a:cxn>
              <a:cxn ang="0">
                <a:pos x="309" y="190"/>
              </a:cxn>
              <a:cxn ang="0">
                <a:pos x="313" y="216"/>
              </a:cxn>
              <a:cxn ang="0">
                <a:pos x="295" y="233"/>
              </a:cxn>
              <a:cxn ang="0">
                <a:pos x="277" y="236"/>
              </a:cxn>
              <a:cxn ang="0">
                <a:pos x="291" y="240"/>
              </a:cxn>
              <a:cxn ang="0">
                <a:pos x="305" y="256"/>
              </a:cxn>
              <a:cxn ang="0">
                <a:pos x="287" y="276"/>
              </a:cxn>
              <a:cxn ang="0">
                <a:pos x="269" y="285"/>
              </a:cxn>
              <a:cxn ang="0">
                <a:pos x="264" y="314"/>
              </a:cxn>
              <a:cxn ang="0">
                <a:pos x="253" y="361"/>
              </a:cxn>
              <a:cxn ang="0">
                <a:pos x="235" y="378"/>
              </a:cxn>
              <a:cxn ang="0">
                <a:pos x="214" y="379"/>
              </a:cxn>
              <a:cxn ang="0">
                <a:pos x="177" y="372"/>
              </a:cxn>
              <a:cxn ang="0">
                <a:pos x="117" y="366"/>
              </a:cxn>
              <a:cxn ang="0">
                <a:pos x="114" y="365"/>
              </a:cxn>
            </a:cxnLst>
            <a:rect l="0" t="0" r="r" b="b"/>
            <a:pathLst>
              <a:path w="355" h="380">
                <a:moveTo>
                  <a:pt x="114" y="365"/>
                </a:moveTo>
                <a:cubicBezTo>
                  <a:pt x="92" y="330"/>
                  <a:pt x="92" y="330"/>
                  <a:pt x="92" y="330"/>
                </a:cubicBezTo>
                <a:cubicBezTo>
                  <a:pt x="108" y="329"/>
                  <a:pt x="121" y="323"/>
                  <a:pt x="132" y="311"/>
                </a:cubicBezTo>
                <a:cubicBezTo>
                  <a:pt x="145" y="299"/>
                  <a:pt x="151" y="284"/>
                  <a:pt x="151" y="266"/>
                </a:cubicBezTo>
                <a:cubicBezTo>
                  <a:pt x="151" y="249"/>
                  <a:pt x="145" y="233"/>
                  <a:pt x="132" y="221"/>
                </a:cubicBezTo>
                <a:cubicBezTo>
                  <a:pt x="120" y="209"/>
                  <a:pt x="105" y="202"/>
                  <a:pt x="87" y="202"/>
                </a:cubicBezTo>
                <a:cubicBezTo>
                  <a:pt x="70" y="202"/>
                  <a:pt x="54" y="209"/>
                  <a:pt x="42" y="221"/>
                </a:cubicBezTo>
                <a:cubicBezTo>
                  <a:pt x="38" y="224"/>
                  <a:pt x="36" y="228"/>
                  <a:pt x="33" y="232"/>
                </a:cubicBezTo>
                <a:cubicBezTo>
                  <a:pt x="0" y="177"/>
                  <a:pt x="0" y="177"/>
                  <a:pt x="0" y="177"/>
                </a:cubicBezTo>
                <a:cubicBezTo>
                  <a:pt x="89" y="121"/>
                  <a:pt x="89" y="121"/>
                  <a:pt x="89" y="121"/>
                </a:cubicBezTo>
                <a:cubicBezTo>
                  <a:pt x="83" y="118"/>
                  <a:pt x="77" y="114"/>
                  <a:pt x="72" y="109"/>
                </a:cubicBezTo>
                <a:cubicBezTo>
                  <a:pt x="59" y="96"/>
                  <a:pt x="53" y="81"/>
                  <a:pt x="53" y="64"/>
                </a:cubicBezTo>
                <a:cubicBezTo>
                  <a:pt x="53" y="46"/>
                  <a:pt x="59" y="31"/>
                  <a:pt x="72" y="18"/>
                </a:cubicBezTo>
                <a:cubicBezTo>
                  <a:pt x="84" y="6"/>
                  <a:pt x="99" y="0"/>
                  <a:pt x="117" y="0"/>
                </a:cubicBezTo>
                <a:cubicBezTo>
                  <a:pt x="135" y="0"/>
                  <a:pt x="150" y="6"/>
                  <a:pt x="162" y="18"/>
                </a:cubicBezTo>
                <a:cubicBezTo>
                  <a:pt x="174" y="31"/>
                  <a:pt x="181" y="46"/>
                  <a:pt x="181" y="64"/>
                </a:cubicBezTo>
                <a:cubicBezTo>
                  <a:pt x="181" y="64"/>
                  <a:pt x="181" y="64"/>
                  <a:pt x="181" y="65"/>
                </a:cubicBezTo>
                <a:cubicBezTo>
                  <a:pt x="274" y="7"/>
                  <a:pt x="274" y="7"/>
                  <a:pt x="274" y="7"/>
                </a:cubicBezTo>
                <a:cubicBezTo>
                  <a:pt x="279" y="17"/>
                  <a:pt x="286" y="29"/>
                  <a:pt x="294" y="42"/>
                </a:cubicBezTo>
                <a:cubicBezTo>
                  <a:pt x="321" y="79"/>
                  <a:pt x="338" y="102"/>
                  <a:pt x="344" y="112"/>
                </a:cubicBezTo>
                <a:cubicBezTo>
                  <a:pt x="353" y="127"/>
                  <a:pt x="355" y="138"/>
                  <a:pt x="351" y="146"/>
                </a:cubicBezTo>
                <a:cubicBezTo>
                  <a:pt x="348" y="154"/>
                  <a:pt x="339" y="160"/>
                  <a:pt x="324" y="167"/>
                </a:cubicBezTo>
                <a:cubicBezTo>
                  <a:pt x="312" y="172"/>
                  <a:pt x="307" y="180"/>
                  <a:pt x="309" y="190"/>
                </a:cubicBezTo>
                <a:cubicBezTo>
                  <a:pt x="309" y="196"/>
                  <a:pt x="311" y="204"/>
                  <a:pt x="313" y="216"/>
                </a:cubicBezTo>
                <a:cubicBezTo>
                  <a:pt x="313" y="223"/>
                  <a:pt x="307" y="229"/>
                  <a:pt x="295" y="233"/>
                </a:cubicBezTo>
                <a:cubicBezTo>
                  <a:pt x="289" y="235"/>
                  <a:pt x="283" y="236"/>
                  <a:pt x="277" y="236"/>
                </a:cubicBezTo>
                <a:cubicBezTo>
                  <a:pt x="282" y="237"/>
                  <a:pt x="286" y="238"/>
                  <a:pt x="291" y="240"/>
                </a:cubicBezTo>
                <a:cubicBezTo>
                  <a:pt x="301" y="244"/>
                  <a:pt x="305" y="249"/>
                  <a:pt x="305" y="256"/>
                </a:cubicBezTo>
                <a:cubicBezTo>
                  <a:pt x="305" y="263"/>
                  <a:pt x="299" y="270"/>
                  <a:pt x="287" y="276"/>
                </a:cubicBezTo>
                <a:cubicBezTo>
                  <a:pt x="281" y="280"/>
                  <a:pt x="275" y="283"/>
                  <a:pt x="269" y="285"/>
                </a:cubicBezTo>
                <a:cubicBezTo>
                  <a:pt x="264" y="289"/>
                  <a:pt x="263" y="299"/>
                  <a:pt x="264" y="314"/>
                </a:cubicBezTo>
                <a:cubicBezTo>
                  <a:pt x="265" y="332"/>
                  <a:pt x="261" y="347"/>
                  <a:pt x="253" y="361"/>
                </a:cubicBezTo>
                <a:cubicBezTo>
                  <a:pt x="247" y="370"/>
                  <a:pt x="241" y="376"/>
                  <a:pt x="235" y="378"/>
                </a:cubicBezTo>
                <a:cubicBezTo>
                  <a:pt x="230" y="380"/>
                  <a:pt x="223" y="380"/>
                  <a:pt x="214" y="379"/>
                </a:cubicBezTo>
                <a:cubicBezTo>
                  <a:pt x="208" y="378"/>
                  <a:pt x="196" y="375"/>
                  <a:pt x="177" y="372"/>
                </a:cubicBezTo>
                <a:cubicBezTo>
                  <a:pt x="158" y="368"/>
                  <a:pt x="138" y="366"/>
                  <a:pt x="117" y="366"/>
                </a:cubicBezTo>
                <a:cubicBezTo>
                  <a:pt x="116" y="365"/>
                  <a:pt x="115" y="365"/>
                  <a:pt x="114" y="365"/>
                </a:cubicBezTo>
                <a:close/>
              </a:path>
            </a:pathLst>
          </a:custGeom>
          <a:solidFill>
            <a:schemeClr val="accent1"/>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8" name="Freeform 8"/>
          <p:cNvSpPr/>
          <p:nvPr/>
        </p:nvSpPr>
        <p:spPr bwMode="auto">
          <a:xfrm flipH="1">
            <a:off x="6937808" y="2341964"/>
            <a:ext cx="1088729" cy="1156059"/>
          </a:xfrm>
          <a:custGeom>
            <a:avLst/>
            <a:gdLst/>
            <a:ahLst/>
            <a:cxnLst>
              <a:cxn ang="0">
                <a:pos x="457" y="302"/>
              </a:cxn>
              <a:cxn ang="0">
                <a:pos x="367" y="357"/>
              </a:cxn>
              <a:cxn ang="0">
                <a:pos x="382" y="368"/>
              </a:cxn>
              <a:cxn ang="0">
                <a:pos x="400" y="414"/>
              </a:cxn>
              <a:cxn ang="0">
                <a:pos x="382" y="458"/>
              </a:cxn>
              <a:cxn ang="0">
                <a:pos x="337" y="477"/>
              </a:cxn>
              <a:cxn ang="0">
                <a:pos x="291" y="458"/>
              </a:cxn>
              <a:cxn ang="0">
                <a:pos x="273" y="416"/>
              </a:cxn>
              <a:cxn ang="0">
                <a:pos x="158" y="486"/>
              </a:cxn>
              <a:cxn ang="0">
                <a:pos x="148" y="435"/>
              </a:cxn>
              <a:cxn ang="0">
                <a:pos x="139" y="403"/>
              </a:cxn>
              <a:cxn ang="0">
                <a:pos x="108" y="372"/>
              </a:cxn>
              <a:cxn ang="0">
                <a:pos x="45" y="283"/>
              </a:cxn>
              <a:cxn ang="0">
                <a:pos x="0" y="172"/>
              </a:cxn>
              <a:cxn ang="0">
                <a:pos x="83" y="120"/>
              </a:cxn>
              <a:cxn ang="0">
                <a:pos x="83" y="125"/>
              </a:cxn>
              <a:cxn ang="0">
                <a:pos x="101" y="170"/>
              </a:cxn>
              <a:cxn ang="0">
                <a:pos x="146" y="188"/>
              </a:cxn>
              <a:cxn ang="0">
                <a:pos x="191" y="170"/>
              </a:cxn>
              <a:cxn ang="0">
                <a:pos x="210" y="125"/>
              </a:cxn>
              <a:cxn ang="0">
                <a:pos x="191" y="79"/>
              </a:cxn>
              <a:cxn ang="0">
                <a:pos x="171" y="65"/>
              </a:cxn>
              <a:cxn ang="0">
                <a:pos x="276" y="0"/>
              </a:cxn>
              <a:cxn ang="0">
                <a:pos x="340" y="108"/>
              </a:cxn>
              <a:cxn ang="0">
                <a:pos x="337" y="108"/>
              </a:cxn>
              <a:cxn ang="0">
                <a:pos x="291" y="126"/>
              </a:cxn>
              <a:cxn ang="0">
                <a:pos x="273" y="172"/>
              </a:cxn>
              <a:cxn ang="0">
                <a:pos x="291" y="216"/>
              </a:cxn>
              <a:cxn ang="0">
                <a:pos x="337" y="235"/>
              </a:cxn>
              <a:cxn ang="0">
                <a:pos x="382" y="216"/>
              </a:cxn>
              <a:cxn ang="0">
                <a:pos x="395" y="198"/>
              </a:cxn>
              <a:cxn ang="0">
                <a:pos x="457" y="302"/>
              </a:cxn>
            </a:cxnLst>
            <a:rect l="0" t="0" r="r" b="b"/>
            <a:pathLst>
              <a:path w="457" h="486">
                <a:moveTo>
                  <a:pt x="457" y="302"/>
                </a:moveTo>
                <a:cubicBezTo>
                  <a:pt x="367" y="357"/>
                  <a:pt x="367" y="357"/>
                  <a:pt x="367" y="357"/>
                </a:cubicBezTo>
                <a:cubicBezTo>
                  <a:pt x="372" y="360"/>
                  <a:pt x="377" y="364"/>
                  <a:pt x="382" y="368"/>
                </a:cubicBezTo>
                <a:cubicBezTo>
                  <a:pt x="394" y="381"/>
                  <a:pt x="400" y="396"/>
                  <a:pt x="400" y="414"/>
                </a:cubicBezTo>
                <a:cubicBezTo>
                  <a:pt x="400" y="431"/>
                  <a:pt x="394" y="446"/>
                  <a:pt x="382" y="458"/>
                </a:cubicBezTo>
                <a:cubicBezTo>
                  <a:pt x="369" y="471"/>
                  <a:pt x="354" y="477"/>
                  <a:pt x="337" y="477"/>
                </a:cubicBezTo>
                <a:cubicBezTo>
                  <a:pt x="319" y="477"/>
                  <a:pt x="304" y="471"/>
                  <a:pt x="291" y="458"/>
                </a:cubicBezTo>
                <a:cubicBezTo>
                  <a:pt x="280" y="447"/>
                  <a:pt x="273" y="432"/>
                  <a:pt x="273" y="416"/>
                </a:cubicBezTo>
                <a:cubicBezTo>
                  <a:pt x="158" y="486"/>
                  <a:pt x="158" y="486"/>
                  <a:pt x="158" y="486"/>
                </a:cubicBezTo>
                <a:cubicBezTo>
                  <a:pt x="156" y="469"/>
                  <a:pt x="152" y="452"/>
                  <a:pt x="148" y="435"/>
                </a:cubicBezTo>
                <a:cubicBezTo>
                  <a:pt x="139" y="403"/>
                  <a:pt x="139" y="403"/>
                  <a:pt x="139" y="403"/>
                </a:cubicBezTo>
                <a:cubicBezTo>
                  <a:pt x="108" y="372"/>
                  <a:pt x="108" y="372"/>
                  <a:pt x="108" y="372"/>
                </a:cubicBezTo>
                <a:cubicBezTo>
                  <a:pt x="84" y="345"/>
                  <a:pt x="63" y="315"/>
                  <a:pt x="45" y="283"/>
                </a:cubicBezTo>
                <a:cubicBezTo>
                  <a:pt x="25" y="246"/>
                  <a:pt x="9" y="209"/>
                  <a:pt x="0" y="172"/>
                </a:cubicBezTo>
                <a:cubicBezTo>
                  <a:pt x="83" y="120"/>
                  <a:pt x="83" y="120"/>
                  <a:pt x="83" y="120"/>
                </a:cubicBezTo>
                <a:cubicBezTo>
                  <a:pt x="83" y="122"/>
                  <a:pt x="83" y="123"/>
                  <a:pt x="83" y="125"/>
                </a:cubicBezTo>
                <a:cubicBezTo>
                  <a:pt x="83" y="142"/>
                  <a:pt x="89" y="157"/>
                  <a:pt x="101" y="170"/>
                </a:cubicBezTo>
                <a:cubicBezTo>
                  <a:pt x="114" y="182"/>
                  <a:pt x="129" y="188"/>
                  <a:pt x="146" y="188"/>
                </a:cubicBezTo>
                <a:cubicBezTo>
                  <a:pt x="164" y="188"/>
                  <a:pt x="179" y="182"/>
                  <a:pt x="191" y="170"/>
                </a:cubicBezTo>
                <a:cubicBezTo>
                  <a:pt x="204" y="157"/>
                  <a:pt x="210" y="142"/>
                  <a:pt x="210" y="125"/>
                </a:cubicBezTo>
                <a:cubicBezTo>
                  <a:pt x="210" y="107"/>
                  <a:pt x="204" y="92"/>
                  <a:pt x="191" y="79"/>
                </a:cubicBezTo>
                <a:cubicBezTo>
                  <a:pt x="185" y="73"/>
                  <a:pt x="178" y="68"/>
                  <a:pt x="171" y="65"/>
                </a:cubicBezTo>
                <a:cubicBezTo>
                  <a:pt x="276" y="0"/>
                  <a:pt x="276" y="0"/>
                  <a:pt x="276" y="0"/>
                </a:cubicBezTo>
                <a:cubicBezTo>
                  <a:pt x="340" y="108"/>
                  <a:pt x="340" y="108"/>
                  <a:pt x="340" y="108"/>
                </a:cubicBezTo>
                <a:cubicBezTo>
                  <a:pt x="339" y="108"/>
                  <a:pt x="338" y="108"/>
                  <a:pt x="337" y="108"/>
                </a:cubicBezTo>
                <a:cubicBezTo>
                  <a:pt x="319" y="108"/>
                  <a:pt x="304" y="114"/>
                  <a:pt x="291" y="126"/>
                </a:cubicBezTo>
                <a:cubicBezTo>
                  <a:pt x="279" y="139"/>
                  <a:pt x="273" y="154"/>
                  <a:pt x="273" y="172"/>
                </a:cubicBezTo>
                <a:cubicBezTo>
                  <a:pt x="273" y="189"/>
                  <a:pt x="279" y="204"/>
                  <a:pt x="291" y="216"/>
                </a:cubicBezTo>
                <a:cubicBezTo>
                  <a:pt x="304" y="229"/>
                  <a:pt x="319" y="235"/>
                  <a:pt x="337" y="235"/>
                </a:cubicBezTo>
                <a:cubicBezTo>
                  <a:pt x="354" y="235"/>
                  <a:pt x="369" y="229"/>
                  <a:pt x="382" y="216"/>
                </a:cubicBezTo>
                <a:cubicBezTo>
                  <a:pt x="387" y="211"/>
                  <a:pt x="392" y="205"/>
                  <a:pt x="395" y="198"/>
                </a:cubicBezTo>
                <a:lnTo>
                  <a:pt x="457" y="302"/>
                </a:lnTo>
                <a:close/>
              </a:path>
            </a:pathLst>
          </a:custGeom>
          <a:solidFill>
            <a:schemeClr val="accent5"/>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9" name="Freeform 9"/>
          <p:cNvSpPr/>
          <p:nvPr/>
        </p:nvSpPr>
        <p:spPr bwMode="auto">
          <a:xfrm flipH="1">
            <a:off x="6578287" y="3059738"/>
            <a:ext cx="1171304" cy="948985"/>
          </a:xfrm>
          <a:custGeom>
            <a:avLst/>
            <a:gdLst/>
            <a:ahLst/>
            <a:cxnLst>
              <a:cxn ang="0">
                <a:pos x="455" y="188"/>
              </a:cxn>
              <a:cxn ang="0">
                <a:pos x="371" y="286"/>
              </a:cxn>
              <a:cxn ang="0">
                <a:pos x="361" y="387"/>
              </a:cxn>
              <a:cxn ang="0">
                <a:pos x="363" y="399"/>
              </a:cxn>
              <a:cxn ang="0">
                <a:pos x="0" y="399"/>
              </a:cxn>
              <a:cxn ang="0">
                <a:pos x="45" y="209"/>
              </a:cxn>
              <a:cxn ang="0">
                <a:pos x="42" y="184"/>
              </a:cxn>
              <a:cxn ang="0">
                <a:pos x="157" y="114"/>
              </a:cxn>
              <a:cxn ang="0">
                <a:pos x="175" y="156"/>
              </a:cxn>
              <a:cxn ang="0">
                <a:pos x="221" y="175"/>
              </a:cxn>
              <a:cxn ang="0">
                <a:pos x="266" y="156"/>
              </a:cxn>
              <a:cxn ang="0">
                <a:pos x="284" y="112"/>
              </a:cxn>
              <a:cxn ang="0">
                <a:pos x="266" y="66"/>
              </a:cxn>
              <a:cxn ang="0">
                <a:pos x="251" y="55"/>
              </a:cxn>
              <a:cxn ang="0">
                <a:pos x="341" y="0"/>
              </a:cxn>
              <a:cxn ang="0">
                <a:pos x="374" y="55"/>
              </a:cxn>
              <a:cxn ang="0">
                <a:pos x="383" y="44"/>
              </a:cxn>
              <a:cxn ang="0">
                <a:pos x="428" y="25"/>
              </a:cxn>
              <a:cxn ang="0">
                <a:pos x="473" y="44"/>
              </a:cxn>
              <a:cxn ang="0">
                <a:pos x="492" y="89"/>
              </a:cxn>
              <a:cxn ang="0">
                <a:pos x="473" y="134"/>
              </a:cxn>
              <a:cxn ang="0">
                <a:pos x="433" y="153"/>
              </a:cxn>
              <a:cxn ang="0">
                <a:pos x="455" y="188"/>
              </a:cxn>
            </a:cxnLst>
            <a:rect l="0" t="0" r="r" b="b"/>
            <a:pathLst>
              <a:path w="492" h="399">
                <a:moveTo>
                  <a:pt x="455" y="188"/>
                </a:moveTo>
                <a:cubicBezTo>
                  <a:pt x="414" y="188"/>
                  <a:pt x="386" y="221"/>
                  <a:pt x="371" y="286"/>
                </a:cubicBezTo>
                <a:cubicBezTo>
                  <a:pt x="364" y="320"/>
                  <a:pt x="360" y="353"/>
                  <a:pt x="361" y="387"/>
                </a:cubicBezTo>
                <a:cubicBezTo>
                  <a:pt x="363" y="399"/>
                  <a:pt x="363" y="399"/>
                  <a:pt x="363" y="399"/>
                </a:cubicBezTo>
                <a:cubicBezTo>
                  <a:pt x="0" y="399"/>
                  <a:pt x="0" y="399"/>
                  <a:pt x="0" y="399"/>
                </a:cubicBezTo>
                <a:cubicBezTo>
                  <a:pt x="38" y="354"/>
                  <a:pt x="53" y="290"/>
                  <a:pt x="45" y="209"/>
                </a:cubicBezTo>
                <a:cubicBezTo>
                  <a:pt x="45" y="201"/>
                  <a:pt x="44" y="193"/>
                  <a:pt x="42" y="184"/>
                </a:cubicBezTo>
                <a:cubicBezTo>
                  <a:pt x="157" y="114"/>
                  <a:pt x="157" y="114"/>
                  <a:pt x="157" y="114"/>
                </a:cubicBezTo>
                <a:cubicBezTo>
                  <a:pt x="157" y="130"/>
                  <a:pt x="164" y="145"/>
                  <a:pt x="175" y="156"/>
                </a:cubicBezTo>
                <a:cubicBezTo>
                  <a:pt x="188" y="169"/>
                  <a:pt x="203" y="175"/>
                  <a:pt x="221" y="175"/>
                </a:cubicBezTo>
                <a:cubicBezTo>
                  <a:pt x="238" y="175"/>
                  <a:pt x="253" y="169"/>
                  <a:pt x="266" y="156"/>
                </a:cubicBezTo>
                <a:cubicBezTo>
                  <a:pt x="278" y="144"/>
                  <a:pt x="284" y="129"/>
                  <a:pt x="284" y="112"/>
                </a:cubicBezTo>
                <a:cubicBezTo>
                  <a:pt x="284" y="94"/>
                  <a:pt x="278" y="79"/>
                  <a:pt x="266" y="66"/>
                </a:cubicBezTo>
                <a:cubicBezTo>
                  <a:pt x="261" y="62"/>
                  <a:pt x="256" y="58"/>
                  <a:pt x="251" y="55"/>
                </a:cubicBezTo>
                <a:cubicBezTo>
                  <a:pt x="341" y="0"/>
                  <a:pt x="341" y="0"/>
                  <a:pt x="341" y="0"/>
                </a:cubicBezTo>
                <a:cubicBezTo>
                  <a:pt x="374" y="55"/>
                  <a:pt x="374" y="55"/>
                  <a:pt x="374" y="55"/>
                </a:cubicBezTo>
                <a:cubicBezTo>
                  <a:pt x="377" y="51"/>
                  <a:pt x="379" y="47"/>
                  <a:pt x="383" y="44"/>
                </a:cubicBezTo>
                <a:cubicBezTo>
                  <a:pt x="395" y="32"/>
                  <a:pt x="411" y="25"/>
                  <a:pt x="428" y="25"/>
                </a:cubicBezTo>
                <a:cubicBezTo>
                  <a:pt x="446" y="25"/>
                  <a:pt x="461" y="32"/>
                  <a:pt x="473" y="44"/>
                </a:cubicBezTo>
                <a:cubicBezTo>
                  <a:pt x="486" y="56"/>
                  <a:pt x="492" y="72"/>
                  <a:pt x="492" y="89"/>
                </a:cubicBezTo>
                <a:cubicBezTo>
                  <a:pt x="492" y="107"/>
                  <a:pt x="486" y="122"/>
                  <a:pt x="473" y="134"/>
                </a:cubicBezTo>
                <a:cubicBezTo>
                  <a:pt x="462" y="146"/>
                  <a:pt x="449" y="152"/>
                  <a:pt x="433" y="153"/>
                </a:cubicBezTo>
                <a:lnTo>
                  <a:pt x="455" y="188"/>
                </a:lnTo>
                <a:close/>
              </a:path>
            </a:pathLst>
          </a:custGeom>
          <a:solidFill>
            <a:schemeClr val="accent6"/>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30" name="Freeform 10"/>
          <p:cNvSpPr/>
          <p:nvPr/>
        </p:nvSpPr>
        <p:spPr bwMode="auto">
          <a:xfrm flipH="1">
            <a:off x="7368472" y="1782990"/>
            <a:ext cx="697447" cy="1006153"/>
          </a:xfrm>
          <a:custGeom>
            <a:avLst/>
            <a:gdLst/>
            <a:ahLst/>
            <a:cxnLst>
              <a:cxn ang="0">
                <a:pos x="17" y="407"/>
              </a:cxn>
              <a:cxn ang="0">
                <a:pos x="18" y="207"/>
              </a:cxn>
              <a:cxn ang="0">
                <a:pos x="101" y="47"/>
              </a:cxn>
              <a:cxn ang="0">
                <a:pos x="151" y="0"/>
              </a:cxn>
              <a:cxn ang="0">
                <a:pos x="196" y="74"/>
              </a:cxn>
              <a:cxn ang="0">
                <a:pos x="186" y="73"/>
              </a:cxn>
              <a:cxn ang="0">
                <a:pos x="140" y="92"/>
              </a:cxn>
              <a:cxn ang="0">
                <a:pos x="122" y="137"/>
              </a:cxn>
              <a:cxn ang="0">
                <a:pos x="140" y="182"/>
              </a:cxn>
              <a:cxn ang="0">
                <a:pos x="186" y="201"/>
              </a:cxn>
              <a:cxn ang="0">
                <a:pos x="231" y="182"/>
              </a:cxn>
              <a:cxn ang="0">
                <a:pos x="246" y="158"/>
              </a:cxn>
              <a:cxn ang="0">
                <a:pos x="293" y="235"/>
              </a:cxn>
              <a:cxn ang="0">
                <a:pos x="188" y="300"/>
              </a:cxn>
              <a:cxn ang="0">
                <a:pos x="208" y="314"/>
              </a:cxn>
              <a:cxn ang="0">
                <a:pos x="227" y="360"/>
              </a:cxn>
              <a:cxn ang="0">
                <a:pos x="208" y="405"/>
              </a:cxn>
              <a:cxn ang="0">
                <a:pos x="163" y="423"/>
              </a:cxn>
              <a:cxn ang="0">
                <a:pos x="118" y="405"/>
              </a:cxn>
              <a:cxn ang="0">
                <a:pos x="100" y="360"/>
              </a:cxn>
              <a:cxn ang="0">
                <a:pos x="100" y="355"/>
              </a:cxn>
              <a:cxn ang="0">
                <a:pos x="17" y="407"/>
              </a:cxn>
            </a:cxnLst>
            <a:rect l="0" t="0" r="r" b="b"/>
            <a:pathLst>
              <a:path w="293" h="423">
                <a:moveTo>
                  <a:pt x="17" y="407"/>
                </a:moveTo>
                <a:cubicBezTo>
                  <a:pt x="0" y="341"/>
                  <a:pt x="1" y="275"/>
                  <a:pt x="18" y="207"/>
                </a:cubicBezTo>
                <a:cubicBezTo>
                  <a:pt x="33" y="145"/>
                  <a:pt x="61" y="92"/>
                  <a:pt x="101" y="47"/>
                </a:cubicBezTo>
                <a:cubicBezTo>
                  <a:pt x="116" y="29"/>
                  <a:pt x="133" y="14"/>
                  <a:pt x="151" y="0"/>
                </a:cubicBezTo>
                <a:cubicBezTo>
                  <a:pt x="196" y="74"/>
                  <a:pt x="196" y="74"/>
                  <a:pt x="196" y="74"/>
                </a:cubicBezTo>
                <a:cubicBezTo>
                  <a:pt x="193" y="74"/>
                  <a:pt x="189" y="73"/>
                  <a:pt x="186" y="73"/>
                </a:cubicBezTo>
                <a:cubicBezTo>
                  <a:pt x="168" y="73"/>
                  <a:pt x="153" y="80"/>
                  <a:pt x="140" y="92"/>
                </a:cubicBezTo>
                <a:cubicBezTo>
                  <a:pt x="128" y="104"/>
                  <a:pt x="122" y="120"/>
                  <a:pt x="122" y="137"/>
                </a:cubicBezTo>
                <a:cubicBezTo>
                  <a:pt x="122" y="155"/>
                  <a:pt x="128" y="170"/>
                  <a:pt x="140" y="182"/>
                </a:cubicBezTo>
                <a:cubicBezTo>
                  <a:pt x="153" y="195"/>
                  <a:pt x="168" y="201"/>
                  <a:pt x="186" y="201"/>
                </a:cubicBezTo>
                <a:cubicBezTo>
                  <a:pt x="203" y="201"/>
                  <a:pt x="218" y="195"/>
                  <a:pt x="231" y="182"/>
                </a:cubicBezTo>
                <a:cubicBezTo>
                  <a:pt x="238" y="175"/>
                  <a:pt x="243" y="167"/>
                  <a:pt x="246" y="158"/>
                </a:cubicBezTo>
                <a:cubicBezTo>
                  <a:pt x="293" y="235"/>
                  <a:pt x="293" y="235"/>
                  <a:pt x="293" y="235"/>
                </a:cubicBezTo>
                <a:cubicBezTo>
                  <a:pt x="188" y="300"/>
                  <a:pt x="188" y="300"/>
                  <a:pt x="188" y="300"/>
                </a:cubicBezTo>
                <a:cubicBezTo>
                  <a:pt x="195" y="303"/>
                  <a:pt x="202" y="308"/>
                  <a:pt x="208" y="314"/>
                </a:cubicBezTo>
                <a:cubicBezTo>
                  <a:pt x="221" y="327"/>
                  <a:pt x="227" y="342"/>
                  <a:pt x="227" y="360"/>
                </a:cubicBezTo>
                <a:cubicBezTo>
                  <a:pt x="227" y="377"/>
                  <a:pt x="221" y="392"/>
                  <a:pt x="208" y="405"/>
                </a:cubicBezTo>
                <a:cubicBezTo>
                  <a:pt x="196" y="417"/>
                  <a:pt x="181" y="423"/>
                  <a:pt x="163" y="423"/>
                </a:cubicBezTo>
                <a:cubicBezTo>
                  <a:pt x="146" y="423"/>
                  <a:pt x="131" y="417"/>
                  <a:pt x="118" y="405"/>
                </a:cubicBezTo>
                <a:cubicBezTo>
                  <a:pt x="106" y="392"/>
                  <a:pt x="100" y="377"/>
                  <a:pt x="100" y="360"/>
                </a:cubicBezTo>
                <a:cubicBezTo>
                  <a:pt x="100" y="358"/>
                  <a:pt x="100" y="357"/>
                  <a:pt x="100" y="355"/>
                </a:cubicBezTo>
                <a:lnTo>
                  <a:pt x="17" y="407"/>
                </a:lnTo>
                <a:close/>
              </a:path>
            </a:pathLst>
          </a:custGeom>
          <a:solidFill>
            <a:schemeClr val="accent4"/>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37" name="Text Placeholder 3"/>
          <p:cNvSpPr txBox="1"/>
          <p:nvPr/>
        </p:nvSpPr>
        <p:spPr>
          <a:xfrm>
            <a:off x="6318424" y="2879723"/>
            <a:ext cx="285335" cy="307777"/>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01</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38" name="Text Placeholder 3"/>
          <p:cNvSpPr txBox="1"/>
          <p:nvPr/>
        </p:nvSpPr>
        <p:spPr>
          <a:xfrm>
            <a:off x="7030274" y="1766952"/>
            <a:ext cx="285335" cy="307777"/>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03</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39" name="Text Placeholder 3"/>
          <p:cNvSpPr txBox="1"/>
          <p:nvPr/>
        </p:nvSpPr>
        <p:spPr>
          <a:xfrm>
            <a:off x="7650463" y="2253896"/>
            <a:ext cx="285335" cy="307777"/>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04</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40" name="Text Placeholder 3"/>
          <p:cNvSpPr txBox="1"/>
          <p:nvPr/>
        </p:nvSpPr>
        <p:spPr>
          <a:xfrm>
            <a:off x="6652473" y="2317776"/>
            <a:ext cx="285335" cy="307777"/>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02</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41" name="Text Placeholder 3"/>
          <p:cNvSpPr txBox="1"/>
          <p:nvPr/>
        </p:nvSpPr>
        <p:spPr>
          <a:xfrm>
            <a:off x="7368472" y="2879723"/>
            <a:ext cx="285335" cy="307777"/>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05</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42" name="Text Placeholder 3"/>
          <p:cNvSpPr txBox="1"/>
          <p:nvPr/>
        </p:nvSpPr>
        <p:spPr>
          <a:xfrm>
            <a:off x="7090760" y="3580331"/>
            <a:ext cx="285335" cy="307777"/>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06</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127"/>
                                        </p:tgtEl>
                                        <p:attrNameLst>
                                          <p:attrName>style.visibility</p:attrName>
                                        </p:attrNameLst>
                                      </p:cBhvr>
                                      <p:to>
                                        <p:strVal val="visible"/>
                                      </p:to>
                                    </p:set>
                                    <p:anim calcmode="lin" valueType="num">
                                      <p:cBhvr>
                                        <p:cTn id="7" dur="500" fill="hold"/>
                                        <p:tgtEl>
                                          <p:spTgt spid="5127"/>
                                        </p:tgtEl>
                                        <p:attrNameLst>
                                          <p:attrName>ppt_w</p:attrName>
                                        </p:attrNameLst>
                                      </p:cBhvr>
                                      <p:tavLst>
                                        <p:tav tm="0">
                                          <p:val>
                                            <p:fltVal val="0"/>
                                          </p:val>
                                        </p:tav>
                                        <p:tav tm="100000">
                                          <p:val>
                                            <p:strVal val="#ppt_w"/>
                                          </p:val>
                                        </p:tav>
                                      </p:tavLst>
                                    </p:anim>
                                    <p:anim calcmode="lin" valueType="num">
                                      <p:cBhvr>
                                        <p:cTn id="8" dur="500" fill="hold"/>
                                        <p:tgtEl>
                                          <p:spTgt spid="5127"/>
                                        </p:tgtEl>
                                        <p:attrNameLst>
                                          <p:attrName>ppt_h</p:attrName>
                                        </p:attrNameLst>
                                      </p:cBhvr>
                                      <p:tavLst>
                                        <p:tav tm="0">
                                          <p:val>
                                            <p:fltVal val="0"/>
                                          </p:val>
                                        </p:tav>
                                        <p:tav tm="100000">
                                          <p:val>
                                            <p:strVal val="#ppt_h"/>
                                          </p:val>
                                        </p:tav>
                                      </p:tavLst>
                                    </p:anim>
                                    <p:animEffect transition="in" filter="fade">
                                      <p:cBhvr>
                                        <p:cTn id="9" dur="500"/>
                                        <p:tgtEl>
                                          <p:spTgt spid="512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7"/>
                                        </p:tgtEl>
                                        <p:attrNameLst>
                                          <p:attrName>style.visibility</p:attrName>
                                        </p:attrNameLst>
                                      </p:cBhvr>
                                      <p:to>
                                        <p:strVal val="visible"/>
                                      </p:to>
                                    </p:set>
                                    <p:anim calcmode="lin" valueType="num">
                                      <p:cBhvr>
                                        <p:cTn id="13" dur="500" fill="hold"/>
                                        <p:tgtEl>
                                          <p:spTgt spid="37"/>
                                        </p:tgtEl>
                                        <p:attrNameLst>
                                          <p:attrName>ppt_w</p:attrName>
                                        </p:attrNameLst>
                                      </p:cBhvr>
                                      <p:tavLst>
                                        <p:tav tm="0">
                                          <p:val>
                                            <p:fltVal val="0"/>
                                          </p:val>
                                        </p:tav>
                                        <p:tav tm="100000">
                                          <p:val>
                                            <p:strVal val="#ppt_w"/>
                                          </p:val>
                                        </p:tav>
                                      </p:tavLst>
                                    </p:anim>
                                    <p:anim calcmode="lin" valueType="num">
                                      <p:cBhvr>
                                        <p:cTn id="14" dur="500" fill="hold"/>
                                        <p:tgtEl>
                                          <p:spTgt spid="37"/>
                                        </p:tgtEl>
                                        <p:attrNameLst>
                                          <p:attrName>ppt_h</p:attrName>
                                        </p:attrNameLst>
                                      </p:cBhvr>
                                      <p:tavLst>
                                        <p:tav tm="0">
                                          <p:val>
                                            <p:fltVal val="0"/>
                                          </p:val>
                                        </p:tav>
                                        <p:tav tm="100000">
                                          <p:val>
                                            <p:strVal val="#ppt_h"/>
                                          </p:val>
                                        </p:tav>
                                      </p:tavLst>
                                    </p:anim>
                                    <p:animEffect transition="in" filter="fade">
                                      <p:cBhvr>
                                        <p:cTn id="15" dur="500"/>
                                        <p:tgtEl>
                                          <p:spTgt spid="37"/>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5126"/>
                                        </p:tgtEl>
                                        <p:attrNameLst>
                                          <p:attrName>style.visibility</p:attrName>
                                        </p:attrNameLst>
                                      </p:cBhvr>
                                      <p:to>
                                        <p:strVal val="visible"/>
                                      </p:to>
                                    </p:set>
                                    <p:anim calcmode="lin" valueType="num">
                                      <p:cBhvr>
                                        <p:cTn id="19" dur="500" fill="hold"/>
                                        <p:tgtEl>
                                          <p:spTgt spid="5126"/>
                                        </p:tgtEl>
                                        <p:attrNameLst>
                                          <p:attrName>ppt_w</p:attrName>
                                        </p:attrNameLst>
                                      </p:cBhvr>
                                      <p:tavLst>
                                        <p:tav tm="0">
                                          <p:val>
                                            <p:fltVal val="0"/>
                                          </p:val>
                                        </p:tav>
                                        <p:tav tm="100000">
                                          <p:val>
                                            <p:strVal val="#ppt_w"/>
                                          </p:val>
                                        </p:tav>
                                      </p:tavLst>
                                    </p:anim>
                                    <p:anim calcmode="lin" valueType="num">
                                      <p:cBhvr>
                                        <p:cTn id="20" dur="500" fill="hold"/>
                                        <p:tgtEl>
                                          <p:spTgt spid="5126"/>
                                        </p:tgtEl>
                                        <p:attrNameLst>
                                          <p:attrName>ppt_h</p:attrName>
                                        </p:attrNameLst>
                                      </p:cBhvr>
                                      <p:tavLst>
                                        <p:tav tm="0">
                                          <p:val>
                                            <p:fltVal val="0"/>
                                          </p:val>
                                        </p:tav>
                                        <p:tav tm="100000">
                                          <p:val>
                                            <p:strVal val="#ppt_h"/>
                                          </p:val>
                                        </p:tav>
                                      </p:tavLst>
                                    </p:anim>
                                    <p:animEffect transition="in" filter="fade">
                                      <p:cBhvr>
                                        <p:cTn id="21" dur="500"/>
                                        <p:tgtEl>
                                          <p:spTgt spid="5126"/>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40"/>
                                        </p:tgtEl>
                                        <p:attrNameLst>
                                          <p:attrName>style.visibility</p:attrName>
                                        </p:attrNameLst>
                                      </p:cBhvr>
                                      <p:to>
                                        <p:strVal val="visible"/>
                                      </p:to>
                                    </p:set>
                                    <p:anim calcmode="lin" valueType="num">
                                      <p:cBhvr>
                                        <p:cTn id="25" dur="500" fill="hold"/>
                                        <p:tgtEl>
                                          <p:spTgt spid="40"/>
                                        </p:tgtEl>
                                        <p:attrNameLst>
                                          <p:attrName>ppt_w</p:attrName>
                                        </p:attrNameLst>
                                      </p:cBhvr>
                                      <p:tavLst>
                                        <p:tav tm="0">
                                          <p:val>
                                            <p:fltVal val="0"/>
                                          </p:val>
                                        </p:tav>
                                        <p:tav tm="100000">
                                          <p:val>
                                            <p:strVal val="#ppt_w"/>
                                          </p:val>
                                        </p:tav>
                                      </p:tavLst>
                                    </p:anim>
                                    <p:anim calcmode="lin" valueType="num">
                                      <p:cBhvr>
                                        <p:cTn id="26" dur="500" fill="hold"/>
                                        <p:tgtEl>
                                          <p:spTgt spid="40"/>
                                        </p:tgtEl>
                                        <p:attrNameLst>
                                          <p:attrName>ppt_h</p:attrName>
                                        </p:attrNameLst>
                                      </p:cBhvr>
                                      <p:tavLst>
                                        <p:tav tm="0">
                                          <p:val>
                                            <p:fltVal val="0"/>
                                          </p:val>
                                        </p:tav>
                                        <p:tav tm="100000">
                                          <p:val>
                                            <p:strVal val="#ppt_h"/>
                                          </p:val>
                                        </p:tav>
                                      </p:tavLst>
                                    </p:anim>
                                    <p:animEffect transition="in" filter="fade">
                                      <p:cBhvr>
                                        <p:cTn id="27" dur="500"/>
                                        <p:tgtEl>
                                          <p:spTgt spid="40"/>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5125"/>
                                        </p:tgtEl>
                                        <p:attrNameLst>
                                          <p:attrName>style.visibility</p:attrName>
                                        </p:attrNameLst>
                                      </p:cBhvr>
                                      <p:to>
                                        <p:strVal val="visible"/>
                                      </p:to>
                                    </p:set>
                                    <p:anim calcmode="lin" valueType="num">
                                      <p:cBhvr>
                                        <p:cTn id="31" dur="500" fill="hold"/>
                                        <p:tgtEl>
                                          <p:spTgt spid="5125"/>
                                        </p:tgtEl>
                                        <p:attrNameLst>
                                          <p:attrName>ppt_w</p:attrName>
                                        </p:attrNameLst>
                                      </p:cBhvr>
                                      <p:tavLst>
                                        <p:tav tm="0">
                                          <p:val>
                                            <p:fltVal val="0"/>
                                          </p:val>
                                        </p:tav>
                                        <p:tav tm="100000">
                                          <p:val>
                                            <p:strVal val="#ppt_w"/>
                                          </p:val>
                                        </p:tav>
                                      </p:tavLst>
                                    </p:anim>
                                    <p:anim calcmode="lin" valueType="num">
                                      <p:cBhvr>
                                        <p:cTn id="32" dur="500" fill="hold"/>
                                        <p:tgtEl>
                                          <p:spTgt spid="5125"/>
                                        </p:tgtEl>
                                        <p:attrNameLst>
                                          <p:attrName>ppt_h</p:attrName>
                                        </p:attrNameLst>
                                      </p:cBhvr>
                                      <p:tavLst>
                                        <p:tav tm="0">
                                          <p:val>
                                            <p:fltVal val="0"/>
                                          </p:val>
                                        </p:tav>
                                        <p:tav tm="100000">
                                          <p:val>
                                            <p:strVal val="#ppt_h"/>
                                          </p:val>
                                        </p:tav>
                                      </p:tavLst>
                                    </p:anim>
                                    <p:animEffect transition="in" filter="fade">
                                      <p:cBhvr>
                                        <p:cTn id="33" dur="500"/>
                                        <p:tgtEl>
                                          <p:spTgt spid="5125"/>
                                        </p:tgtEl>
                                      </p:cBhvr>
                                    </p:animEffect>
                                  </p:childTnLst>
                                </p:cTn>
                              </p:par>
                            </p:childTnLst>
                          </p:cTn>
                        </p:par>
                        <p:par>
                          <p:cTn id="34" fill="hold">
                            <p:stCondLst>
                              <p:cond delay="2500"/>
                            </p:stCondLst>
                            <p:childTnLst>
                              <p:par>
                                <p:cTn id="35" presetID="53" presetClass="entr" presetSubtype="16" fill="hold" grpId="0" nodeType="afterEffect">
                                  <p:stCondLst>
                                    <p:cond delay="0"/>
                                  </p:stCondLst>
                                  <p:childTnLst>
                                    <p:set>
                                      <p:cBhvr>
                                        <p:cTn id="36" dur="1" fill="hold">
                                          <p:stCondLst>
                                            <p:cond delay="0"/>
                                          </p:stCondLst>
                                        </p:cTn>
                                        <p:tgtEl>
                                          <p:spTgt spid="38"/>
                                        </p:tgtEl>
                                        <p:attrNameLst>
                                          <p:attrName>style.visibility</p:attrName>
                                        </p:attrNameLst>
                                      </p:cBhvr>
                                      <p:to>
                                        <p:strVal val="visible"/>
                                      </p:to>
                                    </p:set>
                                    <p:anim calcmode="lin" valueType="num">
                                      <p:cBhvr>
                                        <p:cTn id="37" dur="500" fill="hold"/>
                                        <p:tgtEl>
                                          <p:spTgt spid="38"/>
                                        </p:tgtEl>
                                        <p:attrNameLst>
                                          <p:attrName>ppt_w</p:attrName>
                                        </p:attrNameLst>
                                      </p:cBhvr>
                                      <p:tavLst>
                                        <p:tav tm="0">
                                          <p:val>
                                            <p:fltVal val="0"/>
                                          </p:val>
                                        </p:tav>
                                        <p:tav tm="100000">
                                          <p:val>
                                            <p:strVal val="#ppt_w"/>
                                          </p:val>
                                        </p:tav>
                                      </p:tavLst>
                                    </p:anim>
                                    <p:anim calcmode="lin" valueType="num">
                                      <p:cBhvr>
                                        <p:cTn id="38" dur="500" fill="hold"/>
                                        <p:tgtEl>
                                          <p:spTgt spid="38"/>
                                        </p:tgtEl>
                                        <p:attrNameLst>
                                          <p:attrName>ppt_h</p:attrName>
                                        </p:attrNameLst>
                                      </p:cBhvr>
                                      <p:tavLst>
                                        <p:tav tm="0">
                                          <p:val>
                                            <p:fltVal val="0"/>
                                          </p:val>
                                        </p:tav>
                                        <p:tav tm="100000">
                                          <p:val>
                                            <p:strVal val="#ppt_h"/>
                                          </p:val>
                                        </p:tav>
                                      </p:tavLst>
                                    </p:anim>
                                    <p:animEffect transition="in" filter="fade">
                                      <p:cBhvr>
                                        <p:cTn id="39" dur="500"/>
                                        <p:tgtEl>
                                          <p:spTgt spid="38"/>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5130"/>
                                        </p:tgtEl>
                                        <p:attrNameLst>
                                          <p:attrName>style.visibility</p:attrName>
                                        </p:attrNameLst>
                                      </p:cBhvr>
                                      <p:to>
                                        <p:strVal val="visible"/>
                                      </p:to>
                                    </p:set>
                                    <p:anim calcmode="lin" valueType="num">
                                      <p:cBhvr>
                                        <p:cTn id="43" dur="500" fill="hold"/>
                                        <p:tgtEl>
                                          <p:spTgt spid="5130"/>
                                        </p:tgtEl>
                                        <p:attrNameLst>
                                          <p:attrName>ppt_w</p:attrName>
                                        </p:attrNameLst>
                                      </p:cBhvr>
                                      <p:tavLst>
                                        <p:tav tm="0">
                                          <p:val>
                                            <p:fltVal val="0"/>
                                          </p:val>
                                        </p:tav>
                                        <p:tav tm="100000">
                                          <p:val>
                                            <p:strVal val="#ppt_w"/>
                                          </p:val>
                                        </p:tav>
                                      </p:tavLst>
                                    </p:anim>
                                    <p:anim calcmode="lin" valueType="num">
                                      <p:cBhvr>
                                        <p:cTn id="44" dur="500" fill="hold"/>
                                        <p:tgtEl>
                                          <p:spTgt spid="5130"/>
                                        </p:tgtEl>
                                        <p:attrNameLst>
                                          <p:attrName>ppt_h</p:attrName>
                                        </p:attrNameLst>
                                      </p:cBhvr>
                                      <p:tavLst>
                                        <p:tav tm="0">
                                          <p:val>
                                            <p:fltVal val="0"/>
                                          </p:val>
                                        </p:tav>
                                        <p:tav tm="100000">
                                          <p:val>
                                            <p:strVal val="#ppt_h"/>
                                          </p:val>
                                        </p:tav>
                                      </p:tavLst>
                                    </p:anim>
                                    <p:animEffect transition="in" filter="fade">
                                      <p:cBhvr>
                                        <p:cTn id="45" dur="500"/>
                                        <p:tgtEl>
                                          <p:spTgt spid="5130"/>
                                        </p:tgtEl>
                                      </p:cBhvr>
                                    </p:animEffect>
                                  </p:childTnLst>
                                </p:cTn>
                              </p:par>
                            </p:childTnLst>
                          </p:cTn>
                        </p:par>
                        <p:par>
                          <p:cTn id="46" fill="hold">
                            <p:stCondLst>
                              <p:cond delay="3500"/>
                            </p:stCondLst>
                            <p:childTnLst>
                              <p:par>
                                <p:cTn id="47" presetID="53" presetClass="entr" presetSubtype="16" fill="hold" grpId="0" nodeType="afterEffect">
                                  <p:stCondLst>
                                    <p:cond delay="0"/>
                                  </p:stCondLst>
                                  <p:childTnLst>
                                    <p:set>
                                      <p:cBhvr>
                                        <p:cTn id="48" dur="1" fill="hold">
                                          <p:stCondLst>
                                            <p:cond delay="0"/>
                                          </p:stCondLst>
                                        </p:cTn>
                                        <p:tgtEl>
                                          <p:spTgt spid="39"/>
                                        </p:tgtEl>
                                        <p:attrNameLst>
                                          <p:attrName>style.visibility</p:attrName>
                                        </p:attrNameLst>
                                      </p:cBhvr>
                                      <p:to>
                                        <p:strVal val="visible"/>
                                      </p:to>
                                    </p:set>
                                    <p:anim calcmode="lin" valueType="num">
                                      <p:cBhvr>
                                        <p:cTn id="49" dur="500" fill="hold"/>
                                        <p:tgtEl>
                                          <p:spTgt spid="39"/>
                                        </p:tgtEl>
                                        <p:attrNameLst>
                                          <p:attrName>ppt_w</p:attrName>
                                        </p:attrNameLst>
                                      </p:cBhvr>
                                      <p:tavLst>
                                        <p:tav tm="0">
                                          <p:val>
                                            <p:fltVal val="0"/>
                                          </p:val>
                                        </p:tav>
                                        <p:tav tm="100000">
                                          <p:val>
                                            <p:strVal val="#ppt_w"/>
                                          </p:val>
                                        </p:tav>
                                      </p:tavLst>
                                    </p:anim>
                                    <p:anim calcmode="lin" valueType="num">
                                      <p:cBhvr>
                                        <p:cTn id="50" dur="500" fill="hold"/>
                                        <p:tgtEl>
                                          <p:spTgt spid="39"/>
                                        </p:tgtEl>
                                        <p:attrNameLst>
                                          <p:attrName>ppt_h</p:attrName>
                                        </p:attrNameLst>
                                      </p:cBhvr>
                                      <p:tavLst>
                                        <p:tav tm="0">
                                          <p:val>
                                            <p:fltVal val="0"/>
                                          </p:val>
                                        </p:tav>
                                        <p:tav tm="100000">
                                          <p:val>
                                            <p:strVal val="#ppt_h"/>
                                          </p:val>
                                        </p:tav>
                                      </p:tavLst>
                                    </p:anim>
                                    <p:animEffect transition="in" filter="fade">
                                      <p:cBhvr>
                                        <p:cTn id="51" dur="500"/>
                                        <p:tgtEl>
                                          <p:spTgt spid="39"/>
                                        </p:tgtEl>
                                      </p:cBhvr>
                                    </p:animEffect>
                                  </p:childTnLst>
                                </p:cTn>
                              </p:par>
                            </p:childTnLst>
                          </p:cTn>
                        </p:par>
                        <p:par>
                          <p:cTn id="52" fill="hold">
                            <p:stCondLst>
                              <p:cond delay="4000"/>
                            </p:stCondLst>
                            <p:childTnLst>
                              <p:par>
                                <p:cTn id="53" presetID="53" presetClass="entr" presetSubtype="16" fill="hold" grpId="0" nodeType="afterEffect">
                                  <p:stCondLst>
                                    <p:cond delay="0"/>
                                  </p:stCondLst>
                                  <p:childTnLst>
                                    <p:set>
                                      <p:cBhvr>
                                        <p:cTn id="54" dur="1" fill="hold">
                                          <p:stCondLst>
                                            <p:cond delay="0"/>
                                          </p:stCondLst>
                                        </p:cTn>
                                        <p:tgtEl>
                                          <p:spTgt spid="5128"/>
                                        </p:tgtEl>
                                        <p:attrNameLst>
                                          <p:attrName>style.visibility</p:attrName>
                                        </p:attrNameLst>
                                      </p:cBhvr>
                                      <p:to>
                                        <p:strVal val="visible"/>
                                      </p:to>
                                    </p:set>
                                    <p:anim calcmode="lin" valueType="num">
                                      <p:cBhvr>
                                        <p:cTn id="55" dur="500" fill="hold"/>
                                        <p:tgtEl>
                                          <p:spTgt spid="5128"/>
                                        </p:tgtEl>
                                        <p:attrNameLst>
                                          <p:attrName>ppt_w</p:attrName>
                                        </p:attrNameLst>
                                      </p:cBhvr>
                                      <p:tavLst>
                                        <p:tav tm="0">
                                          <p:val>
                                            <p:fltVal val="0"/>
                                          </p:val>
                                        </p:tav>
                                        <p:tav tm="100000">
                                          <p:val>
                                            <p:strVal val="#ppt_w"/>
                                          </p:val>
                                        </p:tav>
                                      </p:tavLst>
                                    </p:anim>
                                    <p:anim calcmode="lin" valueType="num">
                                      <p:cBhvr>
                                        <p:cTn id="56" dur="500" fill="hold"/>
                                        <p:tgtEl>
                                          <p:spTgt spid="5128"/>
                                        </p:tgtEl>
                                        <p:attrNameLst>
                                          <p:attrName>ppt_h</p:attrName>
                                        </p:attrNameLst>
                                      </p:cBhvr>
                                      <p:tavLst>
                                        <p:tav tm="0">
                                          <p:val>
                                            <p:fltVal val="0"/>
                                          </p:val>
                                        </p:tav>
                                        <p:tav tm="100000">
                                          <p:val>
                                            <p:strVal val="#ppt_h"/>
                                          </p:val>
                                        </p:tav>
                                      </p:tavLst>
                                    </p:anim>
                                    <p:animEffect transition="in" filter="fade">
                                      <p:cBhvr>
                                        <p:cTn id="57" dur="500"/>
                                        <p:tgtEl>
                                          <p:spTgt spid="5128"/>
                                        </p:tgtEl>
                                      </p:cBhvr>
                                    </p:animEffect>
                                  </p:childTnLst>
                                </p:cTn>
                              </p:par>
                            </p:childTnLst>
                          </p:cTn>
                        </p:par>
                        <p:par>
                          <p:cTn id="58" fill="hold">
                            <p:stCondLst>
                              <p:cond delay="4500"/>
                            </p:stCondLst>
                            <p:childTnLst>
                              <p:par>
                                <p:cTn id="59" presetID="53" presetClass="entr" presetSubtype="16" fill="hold" grpId="0" nodeType="afterEffect">
                                  <p:stCondLst>
                                    <p:cond delay="0"/>
                                  </p:stCondLst>
                                  <p:childTnLst>
                                    <p:set>
                                      <p:cBhvr>
                                        <p:cTn id="60" dur="1" fill="hold">
                                          <p:stCondLst>
                                            <p:cond delay="0"/>
                                          </p:stCondLst>
                                        </p:cTn>
                                        <p:tgtEl>
                                          <p:spTgt spid="41"/>
                                        </p:tgtEl>
                                        <p:attrNameLst>
                                          <p:attrName>style.visibility</p:attrName>
                                        </p:attrNameLst>
                                      </p:cBhvr>
                                      <p:to>
                                        <p:strVal val="visible"/>
                                      </p:to>
                                    </p:set>
                                    <p:anim calcmode="lin" valueType="num">
                                      <p:cBhvr>
                                        <p:cTn id="61" dur="500" fill="hold"/>
                                        <p:tgtEl>
                                          <p:spTgt spid="41"/>
                                        </p:tgtEl>
                                        <p:attrNameLst>
                                          <p:attrName>ppt_w</p:attrName>
                                        </p:attrNameLst>
                                      </p:cBhvr>
                                      <p:tavLst>
                                        <p:tav tm="0">
                                          <p:val>
                                            <p:fltVal val="0"/>
                                          </p:val>
                                        </p:tav>
                                        <p:tav tm="100000">
                                          <p:val>
                                            <p:strVal val="#ppt_w"/>
                                          </p:val>
                                        </p:tav>
                                      </p:tavLst>
                                    </p:anim>
                                    <p:anim calcmode="lin" valueType="num">
                                      <p:cBhvr>
                                        <p:cTn id="62" dur="500" fill="hold"/>
                                        <p:tgtEl>
                                          <p:spTgt spid="41"/>
                                        </p:tgtEl>
                                        <p:attrNameLst>
                                          <p:attrName>ppt_h</p:attrName>
                                        </p:attrNameLst>
                                      </p:cBhvr>
                                      <p:tavLst>
                                        <p:tav tm="0">
                                          <p:val>
                                            <p:fltVal val="0"/>
                                          </p:val>
                                        </p:tav>
                                        <p:tav tm="100000">
                                          <p:val>
                                            <p:strVal val="#ppt_h"/>
                                          </p:val>
                                        </p:tav>
                                      </p:tavLst>
                                    </p:anim>
                                    <p:animEffect transition="in" filter="fade">
                                      <p:cBhvr>
                                        <p:cTn id="63" dur="500"/>
                                        <p:tgtEl>
                                          <p:spTgt spid="41"/>
                                        </p:tgtEl>
                                      </p:cBhvr>
                                    </p:animEffect>
                                  </p:childTnLst>
                                </p:cTn>
                              </p:par>
                            </p:childTnLst>
                          </p:cTn>
                        </p:par>
                        <p:par>
                          <p:cTn id="64" fill="hold">
                            <p:stCondLst>
                              <p:cond delay="5000"/>
                            </p:stCondLst>
                            <p:childTnLst>
                              <p:par>
                                <p:cTn id="65" presetID="53" presetClass="entr" presetSubtype="16" fill="hold" grpId="0" nodeType="afterEffect">
                                  <p:stCondLst>
                                    <p:cond delay="0"/>
                                  </p:stCondLst>
                                  <p:childTnLst>
                                    <p:set>
                                      <p:cBhvr>
                                        <p:cTn id="66" dur="1" fill="hold">
                                          <p:stCondLst>
                                            <p:cond delay="0"/>
                                          </p:stCondLst>
                                        </p:cTn>
                                        <p:tgtEl>
                                          <p:spTgt spid="5129"/>
                                        </p:tgtEl>
                                        <p:attrNameLst>
                                          <p:attrName>style.visibility</p:attrName>
                                        </p:attrNameLst>
                                      </p:cBhvr>
                                      <p:to>
                                        <p:strVal val="visible"/>
                                      </p:to>
                                    </p:set>
                                    <p:anim calcmode="lin" valueType="num">
                                      <p:cBhvr>
                                        <p:cTn id="67" dur="500" fill="hold"/>
                                        <p:tgtEl>
                                          <p:spTgt spid="5129"/>
                                        </p:tgtEl>
                                        <p:attrNameLst>
                                          <p:attrName>ppt_w</p:attrName>
                                        </p:attrNameLst>
                                      </p:cBhvr>
                                      <p:tavLst>
                                        <p:tav tm="0">
                                          <p:val>
                                            <p:fltVal val="0"/>
                                          </p:val>
                                        </p:tav>
                                        <p:tav tm="100000">
                                          <p:val>
                                            <p:strVal val="#ppt_w"/>
                                          </p:val>
                                        </p:tav>
                                      </p:tavLst>
                                    </p:anim>
                                    <p:anim calcmode="lin" valueType="num">
                                      <p:cBhvr>
                                        <p:cTn id="68" dur="500" fill="hold"/>
                                        <p:tgtEl>
                                          <p:spTgt spid="5129"/>
                                        </p:tgtEl>
                                        <p:attrNameLst>
                                          <p:attrName>ppt_h</p:attrName>
                                        </p:attrNameLst>
                                      </p:cBhvr>
                                      <p:tavLst>
                                        <p:tav tm="0">
                                          <p:val>
                                            <p:fltVal val="0"/>
                                          </p:val>
                                        </p:tav>
                                        <p:tav tm="100000">
                                          <p:val>
                                            <p:strVal val="#ppt_h"/>
                                          </p:val>
                                        </p:tav>
                                      </p:tavLst>
                                    </p:anim>
                                    <p:animEffect transition="in" filter="fade">
                                      <p:cBhvr>
                                        <p:cTn id="69" dur="500"/>
                                        <p:tgtEl>
                                          <p:spTgt spid="5129"/>
                                        </p:tgtEl>
                                      </p:cBhvr>
                                    </p:animEffect>
                                  </p:childTnLst>
                                </p:cTn>
                              </p:par>
                            </p:childTnLst>
                          </p:cTn>
                        </p:par>
                        <p:par>
                          <p:cTn id="70" fill="hold">
                            <p:stCondLst>
                              <p:cond delay="5500"/>
                            </p:stCondLst>
                            <p:childTnLst>
                              <p:par>
                                <p:cTn id="71" presetID="53" presetClass="entr" presetSubtype="16" fill="hold" grpId="0" nodeType="afterEffect">
                                  <p:stCondLst>
                                    <p:cond delay="0"/>
                                  </p:stCondLst>
                                  <p:childTnLst>
                                    <p:set>
                                      <p:cBhvr>
                                        <p:cTn id="72" dur="1" fill="hold">
                                          <p:stCondLst>
                                            <p:cond delay="0"/>
                                          </p:stCondLst>
                                        </p:cTn>
                                        <p:tgtEl>
                                          <p:spTgt spid="42"/>
                                        </p:tgtEl>
                                        <p:attrNameLst>
                                          <p:attrName>style.visibility</p:attrName>
                                        </p:attrNameLst>
                                      </p:cBhvr>
                                      <p:to>
                                        <p:strVal val="visible"/>
                                      </p:to>
                                    </p:set>
                                    <p:anim calcmode="lin" valueType="num">
                                      <p:cBhvr>
                                        <p:cTn id="73" dur="500" fill="hold"/>
                                        <p:tgtEl>
                                          <p:spTgt spid="42"/>
                                        </p:tgtEl>
                                        <p:attrNameLst>
                                          <p:attrName>ppt_w</p:attrName>
                                        </p:attrNameLst>
                                      </p:cBhvr>
                                      <p:tavLst>
                                        <p:tav tm="0">
                                          <p:val>
                                            <p:fltVal val="0"/>
                                          </p:val>
                                        </p:tav>
                                        <p:tav tm="100000">
                                          <p:val>
                                            <p:strVal val="#ppt_w"/>
                                          </p:val>
                                        </p:tav>
                                      </p:tavLst>
                                    </p:anim>
                                    <p:anim calcmode="lin" valueType="num">
                                      <p:cBhvr>
                                        <p:cTn id="74" dur="500" fill="hold"/>
                                        <p:tgtEl>
                                          <p:spTgt spid="42"/>
                                        </p:tgtEl>
                                        <p:attrNameLst>
                                          <p:attrName>ppt_h</p:attrName>
                                        </p:attrNameLst>
                                      </p:cBhvr>
                                      <p:tavLst>
                                        <p:tav tm="0">
                                          <p:val>
                                            <p:fltVal val="0"/>
                                          </p:val>
                                        </p:tav>
                                        <p:tav tm="100000">
                                          <p:val>
                                            <p:strVal val="#ppt_h"/>
                                          </p:val>
                                        </p:tav>
                                      </p:tavLst>
                                    </p:anim>
                                    <p:animEffect transition="in" filter="fade">
                                      <p:cBhvr>
                                        <p:cTn id="75"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bldLvl="0" animBg="1"/>
      <p:bldP spid="5126" grpId="0" bldLvl="0" animBg="1"/>
      <p:bldP spid="5127" grpId="0" bldLvl="0" animBg="1"/>
      <p:bldP spid="5128" grpId="0" bldLvl="0" animBg="1"/>
      <p:bldP spid="5129" grpId="0" bldLvl="0" animBg="1"/>
      <p:bldP spid="5130" grpId="0" bldLvl="0" animBg="1"/>
      <p:bldP spid="37" grpId="0"/>
      <p:bldP spid="38" grpId="0"/>
      <p:bldP spid="39" grpId="0"/>
      <p:bldP spid="40" grpId="0"/>
      <p:bldP spid="41" grpId="0"/>
      <p:bldP spid="4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697" name="Picture 2"/>
          <p:cNvPicPr>
            <a:picLocks noChangeAspect="1" noChangeArrowheads="1"/>
          </p:cNvPicPr>
          <p:nvPr/>
        </p:nvPicPr>
        <p:blipFill>
          <a:blip r:embed="rId2"/>
          <a:srcRect/>
          <a:stretch>
            <a:fillRect/>
          </a:stretch>
        </p:blipFill>
        <p:spPr bwMode="auto">
          <a:xfrm>
            <a:off x="2786221" y="324961"/>
            <a:ext cx="3629025" cy="435769"/>
          </a:xfrm>
          <a:prstGeom prst="rect">
            <a:avLst/>
          </a:prstGeom>
          <a:noFill/>
          <a:ln w="9525">
            <a:noFill/>
            <a:miter lim="800000"/>
            <a:headEnd/>
            <a:tailEnd/>
          </a:ln>
        </p:spPr>
      </p:pic>
      <p:pic>
        <p:nvPicPr>
          <p:cNvPr id="157698" name="Picture 3"/>
          <p:cNvPicPr>
            <a:picLocks noChangeAspect="1" noChangeArrowheads="1"/>
          </p:cNvPicPr>
          <p:nvPr/>
        </p:nvPicPr>
        <p:blipFill>
          <a:blip r:embed="rId3"/>
          <a:srcRect/>
          <a:stretch>
            <a:fillRect/>
          </a:stretch>
        </p:blipFill>
        <p:spPr bwMode="auto">
          <a:xfrm>
            <a:off x="3624819" y="900906"/>
            <a:ext cx="1500188" cy="300038"/>
          </a:xfrm>
          <a:prstGeom prst="rect">
            <a:avLst/>
          </a:prstGeom>
          <a:noFill/>
          <a:ln w="9525">
            <a:noFill/>
            <a:miter lim="800000"/>
            <a:headEnd/>
            <a:tailEnd/>
          </a:ln>
        </p:spPr>
      </p:pic>
      <p:pic>
        <p:nvPicPr>
          <p:cNvPr id="157699" name="Picture 4"/>
          <p:cNvPicPr>
            <a:picLocks noChangeAspect="1" noChangeArrowheads="1"/>
          </p:cNvPicPr>
          <p:nvPr/>
        </p:nvPicPr>
        <p:blipFill>
          <a:blip r:embed="rId4"/>
          <a:srcRect/>
          <a:stretch>
            <a:fillRect/>
          </a:stretch>
        </p:blipFill>
        <p:spPr bwMode="auto">
          <a:xfrm>
            <a:off x="1334770" y="1544955"/>
            <a:ext cx="6221095" cy="1448435"/>
          </a:xfrm>
          <a:prstGeom prst="rect">
            <a:avLst/>
          </a:prstGeom>
          <a:noFill/>
          <a:ln w="9525">
            <a:noFill/>
            <a:miter lim="800000"/>
            <a:headEnd/>
            <a:tailEnd/>
          </a:ln>
        </p:spPr>
      </p:pic>
      <p:pic>
        <p:nvPicPr>
          <p:cNvPr id="157700" name="Picture 5"/>
          <p:cNvPicPr>
            <a:picLocks noChangeAspect="1" noChangeArrowheads="1"/>
          </p:cNvPicPr>
          <p:nvPr/>
        </p:nvPicPr>
        <p:blipFill>
          <a:blip r:embed="rId5"/>
          <a:srcRect/>
          <a:stretch>
            <a:fillRect/>
          </a:stretch>
        </p:blipFill>
        <p:spPr bwMode="auto">
          <a:xfrm>
            <a:off x="3624263" y="3219450"/>
            <a:ext cx="1921669" cy="1614488"/>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1" name="Picture 2"/>
          <p:cNvPicPr>
            <a:picLocks noChangeAspect="1" noChangeArrowheads="1"/>
          </p:cNvPicPr>
          <p:nvPr/>
        </p:nvPicPr>
        <p:blipFill>
          <a:blip r:embed="rId2"/>
          <a:srcRect/>
          <a:stretch>
            <a:fillRect/>
          </a:stretch>
        </p:blipFill>
        <p:spPr bwMode="auto">
          <a:xfrm>
            <a:off x="756285" y="382905"/>
            <a:ext cx="7506970" cy="1776730"/>
          </a:xfrm>
          <a:prstGeom prst="rect">
            <a:avLst/>
          </a:prstGeom>
          <a:noFill/>
          <a:ln w="9525">
            <a:noFill/>
            <a:miter lim="800000"/>
            <a:headEnd/>
            <a:tailEnd/>
          </a:ln>
        </p:spPr>
      </p:pic>
      <p:pic>
        <p:nvPicPr>
          <p:cNvPr id="158722" name="Picture 5"/>
          <p:cNvPicPr>
            <a:picLocks noChangeAspect="1" noChangeArrowheads="1"/>
          </p:cNvPicPr>
          <p:nvPr/>
        </p:nvPicPr>
        <p:blipFill>
          <a:blip r:embed="rId3"/>
          <a:srcRect/>
          <a:stretch>
            <a:fillRect/>
          </a:stretch>
        </p:blipFill>
        <p:spPr bwMode="auto">
          <a:xfrm>
            <a:off x="2613660" y="2284730"/>
            <a:ext cx="2497455" cy="2098675"/>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45" name="Picture 2"/>
          <p:cNvPicPr>
            <a:picLocks noChangeAspect="1" noChangeArrowheads="1"/>
          </p:cNvPicPr>
          <p:nvPr/>
        </p:nvPicPr>
        <p:blipFill>
          <a:blip r:embed="rId2"/>
          <a:srcRect/>
          <a:stretch>
            <a:fillRect/>
          </a:stretch>
        </p:blipFill>
        <p:spPr bwMode="auto">
          <a:xfrm>
            <a:off x="1818085" y="141685"/>
            <a:ext cx="5700713" cy="2636044"/>
          </a:xfrm>
          <a:prstGeom prst="rect">
            <a:avLst/>
          </a:prstGeom>
          <a:noFill/>
          <a:ln w="9525">
            <a:noFill/>
            <a:miter lim="800000"/>
            <a:headEnd/>
            <a:tailEnd/>
          </a:ln>
        </p:spPr>
      </p:pic>
      <p:pic>
        <p:nvPicPr>
          <p:cNvPr id="159746" name="Picture 3"/>
          <p:cNvPicPr>
            <a:picLocks noChangeAspect="1" noChangeArrowheads="1"/>
          </p:cNvPicPr>
          <p:nvPr/>
        </p:nvPicPr>
        <p:blipFill>
          <a:blip r:embed="rId3"/>
          <a:srcRect/>
          <a:stretch>
            <a:fillRect/>
          </a:stretch>
        </p:blipFill>
        <p:spPr bwMode="auto">
          <a:xfrm>
            <a:off x="3556397" y="3057525"/>
            <a:ext cx="1993106" cy="1564481"/>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769" name="Picture 2"/>
          <p:cNvPicPr>
            <a:picLocks noChangeAspect="1" noChangeArrowheads="1"/>
          </p:cNvPicPr>
          <p:nvPr/>
        </p:nvPicPr>
        <p:blipFill>
          <a:blip r:embed="rId2"/>
          <a:srcRect/>
          <a:stretch>
            <a:fillRect/>
          </a:stretch>
        </p:blipFill>
        <p:spPr bwMode="auto">
          <a:xfrm>
            <a:off x="3437335" y="627460"/>
            <a:ext cx="1993106" cy="1564481"/>
          </a:xfrm>
          <a:prstGeom prst="rect">
            <a:avLst/>
          </a:prstGeom>
          <a:noFill/>
          <a:ln w="9525">
            <a:noFill/>
            <a:miter lim="800000"/>
            <a:headEnd/>
            <a:tailEnd/>
          </a:ln>
        </p:spPr>
      </p:pic>
      <p:pic>
        <p:nvPicPr>
          <p:cNvPr id="160770" name="Picture 3"/>
          <p:cNvPicPr>
            <a:picLocks noChangeAspect="1" noChangeArrowheads="1"/>
          </p:cNvPicPr>
          <p:nvPr/>
        </p:nvPicPr>
        <p:blipFill>
          <a:blip r:embed="rId3"/>
          <a:srcRect/>
          <a:stretch>
            <a:fillRect/>
          </a:stretch>
        </p:blipFill>
        <p:spPr bwMode="auto">
          <a:xfrm>
            <a:off x="1496616" y="2356247"/>
            <a:ext cx="6150769" cy="1943100"/>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3" name="Picture 2"/>
          <p:cNvPicPr>
            <a:picLocks noChangeAspect="1" noChangeArrowheads="1"/>
          </p:cNvPicPr>
          <p:nvPr/>
        </p:nvPicPr>
        <p:blipFill>
          <a:blip r:embed="rId2"/>
          <a:srcRect/>
          <a:stretch>
            <a:fillRect/>
          </a:stretch>
        </p:blipFill>
        <p:spPr bwMode="auto">
          <a:xfrm>
            <a:off x="3744516" y="195263"/>
            <a:ext cx="1635919" cy="300038"/>
          </a:xfrm>
          <a:prstGeom prst="rect">
            <a:avLst/>
          </a:prstGeom>
          <a:noFill/>
          <a:ln w="9525">
            <a:noFill/>
            <a:miter lim="800000"/>
            <a:headEnd/>
            <a:tailEnd/>
          </a:ln>
        </p:spPr>
      </p:pic>
      <p:pic>
        <p:nvPicPr>
          <p:cNvPr id="161794" name="Picture 3"/>
          <p:cNvPicPr>
            <a:picLocks noChangeAspect="1" noChangeArrowheads="1"/>
          </p:cNvPicPr>
          <p:nvPr/>
        </p:nvPicPr>
        <p:blipFill>
          <a:blip r:embed="rId3"/>
          <a:srcRect/>
          <a:stretch>
            <a:fillRect/>
          </a:stretch>
        </p:blipFill>
        <p:spPr bwMode="auto">
          <a:xfrm>
            <a:off x="2141935" y="735806"/>
            <a:ext cx="5257800" cy="592931"/>
          </a:xfrm>
          <a:prstGeom prst="rect">
            <a:avLst/>
          </a:prstGeom>
          <a:noFill/>
          <a:ln w="9525">
            <a:noFill/>
            <a:miter lim="800000"/>
            <a:headEnd/>
            <a:tailEnd/>
          </a:ln>
        </p:spPr>
      </p:pic>
      <p:pic>
        <p:nvPicPr>
          <p:cNvPr id="161795" name="Picture 4"/>
          <p:cNvPicPr>
            <a:picLocks noChangeAspect="1" noChangeArrowheads="1"/>
          </p:cNvPicPr>
          <p:nvPr/>
        </p:nvPicPr>
        <p:blipFill>
          <a:blip r:embed="rId4"/>
          <a:srcRect/>
          <a:stretch>
            <a:fillRect/>
          </a:stretch>
        </p:blipFill>
        <p:spPr bwMode="auto">
          <a:xfrm>
            <a:off x="1650206" y="1512094"/>
            <a:ext cx="5800725" cy="1078706"/>
          </a:xfrm>
          <a:prstGeom prst="rect">
            <a:avLst/>
          </a:prstGeom>
          <a:noFill/>
          <a:ln w="9525">
            <a:noFill/>
            <a:miter lim="800000"/>
            <a:headEnd/>
            <a:tailEnd/>
          </a:ln>
        </p:spPr>
      </p:pic>
      <p:pic>
        <p:nvPicPr>
          <p:cNvPr id="161796" name="Picture 5"/>
          <p:cNvPicPr>
            <a:picLocks noChangeAspect="1" noChangeArrowheads="1"/>
          </p:cNvPicPr>
          <p:nvPr/>
        </p:nvPicPr>
        <p:blipFill>
          <a:blip r:embed="rId5"/>
          <a:srcRect/>
          <a:stretch>
            <a:fillRect/>
          </a:stretch>
        </p:blipFill>
        <p:spPr bwMode="auto">
          <a:xfrm>
            <a:off x="1891904" y="3076575"/>
            <a:ext cx="5507831" cy="1364456"/>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17" name="Picture 2"/>
          <p:cNvPicPr>
            <a:picLocks noChangeAspect="1" noChangeArrowheads="1"/>
          </p:cNvPicPr>
          <p:nvPr/>
        </p:nvPicPr>
        <p:blipFill>
          <a:blip r:embed="rId2"/>
          <a:srcRect/>
          <a:stretch>
            <a:fillRect/>
          </a:stretch>
        </p:blipFill>
        <p:spPr bwMode="auto">
          <a:xfrm>
            <a:off x="3771900" y="257175"/>
            <a:ext cx="1600200" cy="1485900"/>
          </a:xfrm>
          <a:prstGeom prst="rect">
            <a:avLst/>
          </a:prstGeom>
          <a:noFill/>
          <a:ln w="9525">
            <a:noFill/>
            <a:miter lim="800000"/>
            <a:headEnd/>
            <a:tailEnd/>
          </a:ln>
        </p:spPr>
      </p:pic>
      <p:pic>
        <p:nvPicPr>
          <p:cNvPr id="162818" name="Picture 3"/>
          <p:cNvPicPr>
            <a:picLocks noChangeAspect="1" noChangeArrowheads="1"/>
          </p:cNvPicPr>
          <p:nvPr/>
        </p:nvPicPr>
        <p:blipFill>
          <a:blip r:embed="rId3"/>
          <a:srcRect/>
          <a:stretch>
            <a:fillRect/>
          </a:stretch>
        </p:blipFill>
        <p:spPr bwMode="auto">
          <a:xfrm>
            <a:off x="1643063" y="1889522"/>
            <a:ext cx="5857875" cy="1364456"/>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41" name="Picture 2"/>
          <p:cNvPicPr>
            <a:picLocks noChangeAspect="1" noChangeArrowheads="1"/>
          </p:cNvPicPr>
          <p:nvPr/>
        </p:nvPicPr>
        <p:blipFill>
          <a:blip r:embed="rId2"/>
          <a:srcRect/>
          <a:stretch>
            <a:fillRect/>
          </a:stretch>
        </p:blipFill>
        <p:spPr bwMode="auto">
          <a:xfrm>
            <a:off x="1547813" y="195263"/>
            <a:ext cx="5729288" cy="1350169"/>
          </a:xfrm>
          <a:prstGeom prst="rect">
            <a:avLst/>
          </a:prstGeom>
          <a:noFill/>
          <a:ln w="9525">
            <a:noFill/>
            <a:miter lim="800000"/>
            <a:headEnd/>
            <a:tailEnd/>
          </a:ln>
        </p:spPr>
      </p:pic>
      <p:pic>
        <p:nvPicPr>
          <p:cNvPr id="163842" name="Picture 3"/>
          <p:cNvPicPr>
            <a:picLocks noChangeAspect="1" noChangeArrowheads="1"/>
          </p:cNvPicPr>
          <p:nvPr/>
        </p:nvPicPr>
        <p:blipFill>
          <a:blip r:embed="rId3"/>
          <a:srcRect/>
          <a:stretch>
            <a:fillRect/>
          </a:stretch>
        </p:blipFill>
        <p:spPr bwMode="auto">
          <a:xfrm>
            <a:off x="1565672" y="1821656"/>
            <a:ext cx="5872163" cy="678656"/>
          </a:xfrm>
          <a:prstGeom prst="rect">
            <a:avLst/>
          </a:prstGeom>
          <a:noFill/>
          <a:ln w="9525">
            <a:noFill/>
            <a:miter lim="800000"/>
            <a:headEnd/>
            <a:tailEnd/>
          </a:ln>
        </p:spPr>
      </p:pic>
      <p:pic>
        <p:nvPicPr>
          <p:cNvPr id="163843" name="Picture 4"/>
          <p:cNvPicPr>
            <a:picLocks noChangeAspect="1" noChangeArrowheads="1"/>
          </p:cNvPicPr>
          <p:nvPr/>
        </p:nvPicPr>
        <p:blipFill>
          <a:blip r:embed="rId4"/>
          <a:srcRect/>
          <a:stretch>
            <a:fillRect/>
          </a:stretch>
        </p:blipFill>
        <p:spPr bwMode="auto">
          <a:xfrm>
            <a:off x="1568054" y="2680097"/>
            <a:ext cx="6007894" cy="1200150"/>
          </a:xfrm>
          <a:prstGeom prst="rect">
            <a:avLst/>
          </a:prstGeom>
          <a:noFill/>
          <a:ln w="9525">
            <a:noFill/>
            <a:miter lim="800000"/>
            <a:headEnd/>
            <a:tailEnd/>
          </a:ln>
        </p:spPr>
      </p:pic>
      <p:pic>
        <p:nvPicPr>
          <p:cNvPr id="163844" name="Picture 5"/>
          <p:cNvPicPr>
            <a:picLocks noChangeAspect="1" noChangeArrowheads="1"/>
          </p:cNvPicPr>
          <p:nvPr/>
        </p:nvPicPr>
        <p:blipFill>
          <a:blip r:embed="rId5"/>
          <a:srcRect/>
          <a:stretch>
            <a:fillRect/>
          </a:stretch>
        </p:blipFill>
        <p:spPr bwMode="auto">
          <a:xfrm>
            <a:off x="1546622" y="4083844"/>
            <a:ext cx="6050756" cy="564356"/>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865" name="Picture 2"/>
          <p:cNvPicPr>
            <a:picLocks noChangeAspect="1" noChangeArrowheads="1"/>
          </p:cNvPicPr>
          <p:nvPr/>
        </p:nvPicPr>
        <p:blipFill>
          <a:blip r:embed="rId2"/>
          <a:srcRect/>
          <a:stretch>
            <a:fillRect/>
          </a:stretch>
        </p:blipFill>
        <p:spPr bwMode="auto">
          <a:xfrm>
            <a:off x="3545681" y="195263"/>
            <a:ext cx="1643063" cy="328613"/>
          </a:xfrm>
          <a:prstGeom prst="rect">
            <a:avLst/>
          </a:prstGeom>
          <a:noFill/>
          <a:ln w="9525">
            <a:noFill/>
            <a:miter lim="800000"/>
            <a:headEnd/>
            <a:tailEnd/>
          </a:ln>
        </p:spPr>
      </p:pic>
      <p:pic>
        <p:nvPicPr>
          <p:cNvPr id="164866" name="Picture 3"/>
          <p:cNvPicPr>
            <a:picLocks noChangeAspect="1" noChangeArrowheads="1"/>
          </p:cNvPicPr>
          <p:nvPr/>
        </p:nvPicPr>
        <p:blipFill>
          <a:blip r:embed="rId3"/>
          <a:srcRect/>
          <a:stretch>
            <a:fillRect/>
          </a:stretch>
        </p:blipFill>
        <p:spPr bwMode="auto">
          <a:xfrm>
            <a:off x="1728788" y="789385"/>
            <a:ext cx="5686425" cy="1585913"/>
          </a:xfrm>
          <a:prstGeom prst="rect">
            <a:avLst/>
          </a:prstGeom>
          <a:noFill/>
          <a:ln w="9525">
            <a:noFill/>
            <a:miter lim="800000"/>
            <a:headEnd/>
            <a:tailEnd/>
          </a:ln>
        </p:spPr>
      </p:pic>
      <p:pic>
        <p:nvPicPr>
          <p:cNvPr id="164867" name="Picture 4"/>
          <p:cNvPicPr>
            <a:picLocks noChangeAspect="1" noChangeArrowheads="1"/>
          </p:cNvPicPr>
          <p:nvPr/>
        </p:nvPicPr>
        <p:blipFill>
          <a:blip r:embed="rId4"/>
          <a:srcRect/>
          <a:stretch>
            <a:fillRect/>
          </a:stretch>
        </p:blipFill>
        <p:spPr bwMode="auto">
          <a:xfrm>
            <a:off x="1709738" y="2571750"/>
            <a:ext cx="5715000" cy="1943100"/>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889" name="Picture 2"/>
          <p:cNvPicPr>
            <a:picLocks noChangeAspect="1" noChangeArrowheads="1"/>
          </p:cNvPicPr>
          <p:nvPr/>
        </p:nvPicPr>
        <p:blipFill>
          <a:blip r:embed="rId2"/>
          <a:srcRect/>
          <a:stretch>
            <a:fillRect/>
          </a:stretch>
        </p:blipFill>
        <p:spPr bwMode="auto">
          <a:xfrm>
            <a:off x="3651647" y="147638"/>
            <a:ext cx="1793081" cy="1628775"/>
          </a:xfrm>
          <a:prstGeom prst="rect">
            <a:avLst/>
          </a:prstGeom>
          <a:noFill/>
          <a:ln w="9525">
            <a:noFill/>
            <a:miter lim="800000"/>
            <a:headEnd/>
            <a:tailEnd/>
          </a:ln>
        </p:spPr>
      </p:pic>
      <p:pic>
        <p:nvPicPr>
          <p:cNvPr id="165890" name="Picture 3"/>
          <p:cNvPicPr>
            <a:picLocks noChangeAspect="1" noChangeArrowheads="1"/>
          </p:cNvPicPr>
          <p:nvPr/>
        </p:nvPicPr>
        <p:blipFill>
          <a:blip r:embed="rId3"/>
          <a:srcRect/>
          <a:stretch>
            <a:fillRect/>
          </a:stretch>
        </p:blipFill>
        <p:spPr bwMode="auto">
          <a:xfrm>
            <a:off x="1771650" y="1957388"/>
            <a:ext cx="5600700" cy="1228725"/>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913" name="Picture 2"/>
          <p:cNvPicPr>
            <a:picLocks noChangeAspect="1" noChangeArrowheads="1"/>
          </p:cNvPicPr>
          <p:nvPr/>
        </p:nvPicPr>
        <p:blipFill>
          <a:blip r:embed="rId2"/>
          <a:srcRect/>
          <a:stretch>
            <a:fillRect/>
          </a:stretch>
        </p:blipFill>
        <p:spPr bwMode="auto">
          <a:xfrm>
            <a:off x="1675210" y="1846660"/>
            <a:ext cx="5793581" cy="1450181"/>
          </a:xfrm>
          <a:prstGeom prst="rect">
            <a:avLst/>
          </a:prstGeom>
          <a:noFill/>
          <a:ln w="9525">
            <a:noFill/>
            <a:miter lim="800000"/>
            <a:headEnd/>
            <a:tailEnd/>
          </a:ln>
        </p:spPr>
      </p:pic>
      <p:pic>
        <p:nvPicPr>
          <p:cNvPr id="166914" name="Picture 2"/>
          <p:cNvPicPr>
            <a:picLocks noChangeAspect="1" noChangeArrowheads="1"/>
          </p:cNvPicPr>
          <p:nvPr/>
        </p:nvPicPr>
        <p:blipFill>
          <a:blip r:embed="rId3"/>
          <a:srcRect/>
          <a:stretch>
            <a:fillRect/>
          </a:stretch>
        </p:blipFill>
        <p:spPr bwMode="auto">
          <a:xfrm>
            <a:off x="3651647" y="147638"/>
            <a:ext cx="1793081" cy="1628775"/>
          </a:xfrm>
          <a:prstGeom prst="rect">
            <a:avLst/>
          </a:prstGeom>
          <a:noFill/>
          <a:ln w="9525">
            <a:noFill/>
            <a:miter lim="800000"/>
            <a:headEnd/>
            <a:tailEnd/>
          </a:ln>
        </p:spPr>
      </p:pic>
      <p:pic>
        <p:nvPicPr>
          <p:cNvPr id="166915" name="Picture 3"/>
          <p:cNvPicPr>
            <a:picLocks noChangeAspect="1" noChangeArrowheads="1"/>
          </p:cNvPicPr>
          <p:nvPr/>
        </p:nvPicPr>
        <p:blipFill>
          <a:blip r:embed="rId4"/>
          <a:srcRect/>
          <a:stretch>
            <a:fillRect/>
          </a:stretch>
        </p:blipFill>
        <p:spPr bwMode="auto">
          <a:xfrm>
            <a:off x="1699022" y="3598069"/>
            <a:ext cx="5822156" cy="657225"/>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7937" name="Picture 2"/>
          <p:cNvPicPr>
            <a:picLocks noChangeAspect="1" noChangeArrowheads="1"/>
          </p:cNvPicPr>
          <p:nvPr/>
        </p:nvPicPr>
        <p:blipFill>
          <a:blip r:embed="rId2"/>
          <a:srcRect/>
          <a:stretch>
            <a:fillRect/>
          </a:stretch>
        </p:blipFill>
        <p:spPr bwMode="auto">
          <a:xfrm>
            <a:off x="3113485" y="573881"/>
            <a:ext cx="3278981" cy="414338"/>
          </a:xfrm>
          <a:prstGeom prst="rect">
            <a:avLst/>
          </a:prstGeom>
          <a:noFill/>
          <a:ln w="9525">
            <a:noFill/>
            <a:miter lim="800000"/>
            <a:headEnd/>
            <a:tailEnd/>
          </a:ln>
        </p:spPr>
      </p:pic>
      <p:pic>
        <p:nvPicPr>
          <p:cNvPr id="167938" name="Picture 3"/>
          <p:cNvPicPr>
            <a:picLocks noChangeAspect="1" noChangeArrowheads="1"/>
          </p:cNvPicPr>
          <p:nvPr/>
        </p:nvPicPr>
        <p:blipFill>
          <a:blip r:embed="rId3"/>
          <a:srcRect/>
          <a:stretch>
            <a:fillRect/>
          </a:stretch>
        </p:blipFill>
        <p:spPr bwMode="auto">
          <a:xfrm>
            <a:off x="2140744" y="1221581"/>
            <a:ext cx="5293519" cy="3357563"/>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1" name="Picture 2"/>
          <p:cNvPicPr>
            <a:picLocks noChangeAspect="1" noChangeArrowheads="1"/>
          </p:cNvPicPr>
          <p:nvPr/>
        </p:nvPicPr>
        <p:blipFill>
          <a:blip r:embed="rId2"/>
          <a:srcRect/>
          <a:stretch>
            <a:fillRect/>
          </a:stretch>
        </p:blipFill>
        <p:spPr bwMode="auto">
          <a:xfrm>
            <a:off x="1903810" y="1318022"/>
            <a:ext cx="5336381" cy="2507456"/>
          </a:xfrm>
          <a:prstGeom prst="rect">
            <a:avLst/>
          </a:prstGeom>
          <a:noFill/>
          <a:ln w="9525">
            <a:noFill/>
            <a:miter lim="800000"/>
            <a:headEnd/>
            <a:tailEnd/>
          </a:ln>
        </p:spPr>
      </p:pic>
      <p:pic>
        <p:nvPicPr>
          <p:cNvPr id="168962" name="Picture 3"/>
          <p:cNvPicPr>
            <a:picLocks noChangeAspect="1" noChangeArrowheads="1"/>
          </p:cNvPicPr>
          <p:nvPr/>
        </p:nvPicPr>
        <p:blipFill>
          <a:blip r:embed="rId3"/>
          <a:srcRect/>
          <a:stretch>
            <a:fillRect/>
          </a:stretch>
        </p:blipFill>
        <p:spPr bwMode="auto">
          <a:xfrm>
            <a:off x="3487341" y="519113"/>
            <a:ext cx="2171700" cy="421481"/>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标题 1"/>
          <p:cNvSpPr>
            <a:spLocks noGrp="1"/>
          </p:cNvSpPr>
          <p:nvPr>
            <p:ph type="title" idx="4294967295"/>
          </p:nvPr>
        </p:nvSpPr>
        <p:spPr>
          <a:xfrm>
            <a:off x="1691640" y="205740"/>
            <a:ext cx="6172200" cy="857250"/>
          </a:xfrm>
        </p:spPr>
        <p:txBody>
          <a:bodyPr/>
          <a:lstStyle/>
          <a:p>
            <a:r>
              <a:rPr lang="zh-CN" altLang="en-US" b="1" dirty="0">
                <a:solidFill>
                  <a:srgbClr val="000000"/>
                </a:solidFill>
                <a:latin typeface="Times New Roman" pitchFamily="18" charset="0"/>
                <a:ea typeface="楷体" charset="0"/>
                <a:cs typeface="微软雅黑"/>
              </a:rPr>
              <a:t>作业</a:t>
            </a:r>
          </a:p>
        </p:txBody>
      </p:sp>
      <p:sp>
        <p:nvSpPr>
          <p:cNvPr id="3" name="内容占位符 2"/>
          <p:cNvSpPr>
            <a:spLocks noGrp="1"/>
          </p:cNvSpPr>
          <p:nvPr>
            <p:ph idx="4294967295"/>
          </p:nvPr>
        </p:nvSpPr>
        <p:spPr>
          <a:xfrm>
            <a:off x="136525" y="1062990"/>
            <a:ext cx="8411210" cy="3514725"/>
          </a:xfrm>
        </p:spPr>
        <p:txBody>
          <a:bodyPr/>
          <a:lstStyle/>
          <a:p>
            <a:pPr marL="0" indent="0">
              <a:buFont typeface="Wingdings 2" pitchFamily="18" charset="2"/>
              <a:buNone/>
              <a:defRPr/>
            </a:pPr>
            <a:r>
              <a:rPr lang="en-US" altLang="zh-CN" sz="2400" b="1" dirty="0">
                <a:solidFill>
                  <a:srgbClr val="000000"/>
                </a:solidFill>
              </a:rPr>
              <a:t>1.</a:t>
            </a:r>
            <a:r>
              <a:rPr lang="zh-CN" altLang="en-US" sz="2400" b="1" dirty="0">
                <a:solidFill>
                  <a:srgbClr val="000000"/>
                </a:solidFill>
              </a:rPr>
              <a:t>完成钻石矿工的算法（详见实验指导书）</a:t>
            </a:r>
          </a:p>
          <a:p>
            <a:pPr>
              <a:defRPr/>
            </a:pPr>
            <a:r>
              <a:rPr lang="zh-CN" altLang="en-US" sz="2400" b="1" dirty="0">
                <a:solidFill>
                  <a:srgbClr val="000000"/>
                </a:solidFill>
              </a:rPr>
              <a:t>要求：</a:t>
            </a:r>
          </a:p>
          <a:p>
            <a:pPr lvl="1">
              <a:defRPr/>
            </a:pPr>
            <a:r>
              <a:rPr lang="zh-CN" altLang="en-US" sz="2000" b="1" dirty="0">
                <a:solidFill>
                  <a:srgbClr val="000000"/>
                </a:solidFill>
              </a:rPr>
              <a:t>设计动态规划算法，描述最优子结构，在报告中写出设计思路；</a:t>
            </a:r>
          </a:p>
          <a:p>
            <a:pPr lvl="1">
              <a:defRPr/>
            </a:pPr>
            <a:r>
              <a:rPr lang="zh-CN" altLang="en-US" sz="2000" b="1" dirty="0">
                <a:solidFill>
                  <a:srgbClr val="000000"/>
                </a:solidFill>
              </a:rPr>
              <a:t>编程序实现上述算法，并完成测试；</a:t>
            </a:r>
          </a:p>
          <a:p>
            <a:pPr lvl="1">
              <a:defRPr/>
            </a:pPr>
            <a:r>
              <a:rPr lang="zh-CN" altLang="en-US" sz="2000" b="1" dirty="0">
                <a:solidFill>
                  <a:srgbClr val="000000"/>
                </a:solidFill>
              </a:rPr>
              <a:t>分析算法的时间复杂度，并与分治法进行对比</a:t>
            </a:r>
            <a:endParaRPr lang="en-US" altLang="zh-CN" sz="2000" b="1" dirty="0">
              <a:solidFill>
                <a:srgbClr val="000000"/>
              </a:solidFill>
            </a:endParaRPr>
          </a:p>
          <a:p>
            <a:pPr>
              <a:defRPr/>
            </a:pPr>
            <a:r>
              <a:rPr lang="zh-CN" altLang="en-US" sz="2400" b="1" dirty="0">
                <a:solidFill>
                  <a:srgbClr val="000000"/>
                </a:solidFill>
              </a:rPr>
              <a:t>选作</a:t>
            </a:r>
            <a:endParaRPr lang="en-US" altLang="zh-CN" sz="2400" b="1" dirty="0">
              <a:solidFill>
                <a:srgbClr val="000000"/>
              </a:solidFill>
            </a:endParaRPr>
          </a:p>
          <a:p>
            <a:pPr lvl="1">
              <a:defRPr/>
            </a:pPr>
            <a:r>
              <a:rPr lang="zh-CN" altLang="en-US" sz="2000" b="1" dirty="0">
                <a:solidFill>
                  <a:srgbClr val="000000"/>
                </a:solidFill>
              </a:rPr>
              <a:t>完成蒙图版钻石矿工作业</a:t>
            </a:r>
            <a:endParaRPr lang="en-US" altLang="zh-CN" sz="2000" b="1" dirty="0">
              <a:solidFill>
                <a:srgbClr val="000000"/>
              </a:solidFill>
            </a:endParaRPr>
          </a:p>
          <a:p>
            <a:pPr>
              <a:defRPr/>
            </a:pPr>
            <a:endParaRPr lang="zh-CN" altLang="en-US" sz="2400" b="1" dirty="0">
              <a:solidFill>
                <a:srgbClr val="000000"/>
              </a:solidFill>
            </a:endParaRPr>
          </a:p>
        </p:txBody>
      </p:sp>
      <p:grpSp>
        <p:nvGrpSpPr>
          <p:cNvPr id="2" name="组合 1"/>
          <p:cNvGrpSpPr/>
          <p:nvPr/>
        </p:nvGrpSpPr>
        <p:grpSpPr>
          <a:xfrm>
            <a:off x="7338822" y="-66039"/>
            <a:ext cx="1477629" cy="2255398"/>
            <a:chOff x="9595" y="2139"/>
            <a:chExt cx="3107" cy="4174"/>
          </a:xfrm>
        </p:grpSpPr>
        <p:sp>
          <p:nvSpPr>
            <p:cNvPr id="5125" name="Freeform 5"/>
            <p:cNvSpPr/>
            <p:nvPr/>
          </p:nvSpPr>
          <p:spPr bwMode="auto">
            <a:xfrm flipH="1">
              <a:off x="10315" y="2508"/>
              <a:ext cx="1931" cy="1198"/>
            </a:xfrm>
            <a:custGeom>
              <a:avLst/>
              <a:gdLst/>
              <a:ahLst/>
              <a:cxnLst>
                <a:cxn ang="0">
                  <a:pos x="515" y="102"/>
                </a:cxn>
                <a:cxn ang="0">
                  <a:pos x="366" y="194"/>
                </a:cxn>
                <a:cxn ang="0">
                  <a:pos x="395" y="211"/>
                </a:cxn>
                <a:cxn ang="0">
                  <a:pos x="414" y="257"/>
                </a:cxn>
                <a:cxn ang="0">
                  <a:pos x="395" y="302"/>
                </a:cxn>
                <a:cxn ang="0">
                  <a:pos x="350" y="320"/>
                </a:cxn>
                <a:cxn ang="0">
                  <a:pos x="305" y="302"/>
                </a:cxn>
                <a:cxn ang="0">
                  <a:pos x="287" y="257"/>
                </a:cxn>
                <a:cxn ang="0">
                  <a:pos x="288" y="243"/>
                </a:cxn>
                <a:cxn ang="0">
                  <a:pos x="171" y="315"/>
                </a:cxn>
                <a:cxn ang="0">
                  <a:pos x="124" y="238"/>
                </a:cxn>
                <a:cxn ang="0">
                  <a:pos x="109" y="262"/>
                </a:cxn>
                <a:cxn ang="0">
                  <a:pos x="64" y="281"/>
                </a:cxn>
                <a:cxn ang="0">
                  <a:pos x="18" y="262"/>
                </a:cxn>
                <a:cxn ang="0">
                  <a:pos x="0" y="217"/>
                </a:cxn>
                <a:cxn ang="0">
                  <a:pos x="18" y="172"/>
                </a:cxn>
                <a:cxn ang="0">
                  <a:pos x="64" y="153"/>
                </a:cxn>
                <a:cxn ang="0">
                  <a:pos x="74" y="154"/>
                </a:cxn>
                <a:cxn ang="0">
                  <a:pos x="29" y="80"/>
                </a:cxn>
                <a:cxn ang="0">
                  <a:pos x="115" y="31"/>
                </a:cxn>
                <a:cxn ang="0">
                  <a:pos x="278" y="3"/>
                </a:cxn>
                <a:cxn ang="0">
                  <a:pos x="445" y="52"/>
                </a:cxn>
                <a:cxn ang="0">
                  <a:pos x="515" y="102"/>
                </a:cxn>
              </a:cxnLst>
              <a:rect l="0" t="0" r="r" b="b"/>
              <a:pathLst>
                <a:path w="515" h="320">
                  <a:moveTo>
                    <a:pt x="515" y="102"/>
                  </a:moveTo>
                  <a:cubicBezTo>
                    <a:pt x="366" y="194"/>
                    <a:pt x="366" y="194"/>
                    <a:pt x="366" y="194"/>
                  </a:cubicBezTo>
                  <a:cubicBezTo>
                    <a:pt x="377" y="197"/>
                    <a:pt x="387" y="203"/>
                    <a:pt x="395" y="211"/>
                  </a:cubicBezTo>
                  <a:cubicBezTo>
                    <a:pt x="408" y="224"/>
                    <a:pt x="414" y="239"/>
                    <a:pt x="414" y="257"/>
                  </a:cubicBezTo>
                  <a:cubicBezTo>
                    <a:pt x="414" y="274"/>
                    <a:pt x="408" y="289"/>
                    <a:pt x="395" y="302"/>
                  </a:cubicBezTo>
                  <a:cubicBezTo>
                    <a:pt x="383" y="314"/>
                    <a:pt x="368" y="320"/>
                    <a:pt x="350" y="320"/>
                  </a:cubicBezTo>
                  <a:cubicBezTo>
                    <a:pt x="333" y="320"/>
                    <a:pt x="318" y="314"/>
                    <a:pt x="305" y="302"/>
                  </a:cubicBezTo>
                  <a:cubicBezTo>
                    <a:pt x="293" y="289"/>
                    <a:pt x="287" y="274"/>
                    <a:pt x="287" y="257"/>
                  </a:cubicBezTo>
                  <a:cubicBezTo>
                    <a:pt x="287" y="252"/>
                    <a:pt x="287" y="247"/>
                    <a:pt x="288" y="243"/>
                  </a:cubicBezTo>
                  <a:cubicBezTo>
                    <a:pt x="171" y="315"/>
                    <a:pt x="171" y="315"/>
                    <a:pt x="171" y="315"/>
                  </a:cubicBezTo>
                  <a:cubicBezTo>
                    <a:pt x="124" y="238"/>
                    <a:pt x="124" y="238"/>
                    <a:pt x="124" y="238"/>
                  </a:cubicBezTo>
                  <a:cubicBezTo>
                    <a:pt x="121" y="247"/>
                    <a:pt x="116" y="255"/>
                    <a:pt x="109" y="262"/>
                  </a:cubicBezTo>
                  <a:cubicBezTo>
                    <a:pt x="96" y="275"/>
                    <a:pt x="81" y="281"/>
                    <a:pt x="64" y="281"/>
                  </a:cubicBezTo>
                  <a:cubicBezTo>
                    <a:pt x="46" y="281"/>
                    <a:pt x="31" y="275"/>
                    <a:pt x="18" y="262"/>
                  </a:cubicBezTo>
                  <a:cubicBezTo>
                    <a:pt x="6" y="250"/>
                    <a:pt x="0" y="235"/>
                    <a:pt x="0" y="217"/>
                  </a:cubicBezTo>
                  <a:cubicBezTo>
                    <a:pt x="0" y="200"/>
                    <a:pt x="6" y="184"/>
                    <a:pt x="18" y="172"/>
                  </a:cubicBezTo>
                  <a:cubicBezTo>
                    <a:pt x="31" y="160"/>
                    <a:pt x="46" y="153"/>
                    <a:pt x="64" y="153"/>
                  </a:cubicBezTo>
                  <a:cubicBezTo>
                    <a:pt x="67" y="153"/>
                    <a:pt x="71" y="154"/>
                    <a:pt x="74" y="154"/>
                  </a:cubicBezTo>
                  <a:cubicBezTo>
                    <a:pt x="29" y="80"/>
                    <a:pt x="29" y="80"/>
                    <a:pt x="29" y="80"/>
                  </a:cubicBezTo>
                  <a:cubicBezTo>
                    <a:pt x="55" y="60"/>
                    <a:pt x="84" y="43"/>
                    <a:pt x="115" y="31"/>
                  </a:cubicBezTo>
                  <a:cubicBezTo>
                    <a:pt x="167" y="9"/>
                    <a:pt x="221" y="0"/>
                    <a:pt x="278" y="3"/>
                  </a:cubicBezTo>
                  <a:cubicBezTo>
                    <a:pt x="337" y="7"/>
                    <a:pt x="392" y="23"/>
                    <a:pt x="445" y="52"/>
                  </a:cubicBezTo>
                  <a:cubicBezTo>
                    <a:pt x="471" y="67"/>
                    <a:pt x="494" y="84"/>
                    <a:pt x="515" y="102"/>
                  </a:cubicBezTo>
                  <a:close/>
                </a:path>
              </a:pathLst>
            </a:custGeom>
            <a:solidFill>
              <a:schemeClr val="accent3"/>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6" name="Freeform 6"/>
            <p:cNvSpPr/>
            <p:nvPr/>
          </p:nvSpPr>
          <p:spPr bwMode="auto">
            <a:xfrm flipH="1">
              <a:off x="9899" y="2890"/>
              <a:ext cx="1717" cy="1929"/>
            </a:xfrm>
            <a:custGeom>
              <a:avLst/>
              <a:gdLst/>
              <a:ahLst/>
              <a:cxnLst>
                <a:cxn ang="0">
                  <a:pos x="458" y="345"/>
                </a:cxn>
                <a:cxn ang="0">
                  <a:pos x="365" y="403"/>
                </a:cxn>
                <a:cxn ang="0">
                  <a:pos x="365" y="402"/>
                </a:cxn>
                <a:cxn ang="0">
                  <a:pos x="346" y="356"/>
                </a:cxn>
                <a:cxn ang="0">
                  <a:pos x="301" y="338"/>
                </a:cxn>
                <a:cxn ang="0">
                  <a:pos x="256" y="356"/>
                </a:cxn>
                <a:cxn ang="0">
                  <a:pos x="237" y="402"/>
                </a:cxn>
                <a:cxn ang="0">
                  <a:pos x="256" y="447"/>
                </a:cxn>
                <a:cxn ang="0">
                  <a:pos x="273" y="459"/>
                </a:cxn>
                <a:cxn ang="0">
                  <a:pos x="184" y="515"/>
                </a:cxn>
                <a:cxn ang="0">
                  <a:pos x="122" y="411"/>
                </a:cxn>
                <a:cxn ang="0">
                  <a:pos x="109" y="429"/>
                </a:cxn>
                <a:cxn ang="0">
                  <a:pos x="64" y="448"/>
                </a:cxn>
                <a:cxn ang="0">
                  <a:pos x="18" y="429"/>
                </a:cxn>
                <a:cxn ang="0">
                  <a:pos x="0" y="385"/>
                </a:cxn>
                <a:cxn ang="0">
                  <a:pos x="18" y="339"/>
                </a:cxn>
                <a:cxn ang="0">
                  <a:pos x="64" y="321"/>
                </a:cxn>
                <a:cxn ang="0">
                  <a:pos x="67" y="321"/>
                </a:cxn>
                <a:cxn ang="0">
                  <a:pos x="3" y="213"/>
                </a:cxn>
                <a:cxn ang="0">
                  <a:pos x="120" y="141"/>
                </a:cxn>
                <a:cxn ang="0">
                  <a:pos x="119" y="155"/>
                </a:cxn>
                <a:cxn ang="0">
                  <a:pos x="137" y="200"/>
                </a:cxn>
                <a:cxn ang="0">
                  <a:pos x="182" y="218"/>
                </a:cxn>
                <a:cxn ang="0">
                  <a:pos x="227" y="200"/>
                </a:cxn>
                <a:cxn ang="0">
                  <a:pos x="246" y="155"/>
                </a:cxn>
                <a:cxn ang="0">
                  <a:pos x="227" y="109"/>
                </a:cxn>
                <a:cxn ang="0">
                  <a:pos x="198" y="92"/>
                </a:cxn>
                <a:cxn ang="0">
                  <a:pos x="347" y="0"/>
                </a:cxn>
                <a:cxn ang="0">
                  <a:pos x="443" y="159"/>
                </a:cxn>
                <a:cxn ang="0">
                  <a:pos x="447" y="305"/>
                </a:cxn>
                <a:cxn ang="0">
                  <a:pos x="458" y="345"/>
                </a:cxn>
              </a:cxnLst>
              <a:rect l="0" t="0" r="r" b="b"/>
              <a:pathLst>
                <a:path w="458" h="515">
                  <a:moveTo>
                    <a:pt x="458" y="345"/>
                  </a:moveTo>
                  <a:cubicBezTo>
                    <a:pt x="365" y="403"/>
                    <a:pt x="365" y="403"/>
                    <a:pt x="365" y="403"/>
                  </a:cubicBezTo>
                  <a:cubicBezTo>
                    <a:pt x="365" y="402"/>
                    <a:pt x="365" y="402"/>
                    <a:pt x="365" y="402"/>
                  </a:cubicBezTo>
                  <a:cubicBezTo>
                    <a:pt x="365" y="384"/>
                    <a:pt x="358" y="369"/>
                    <a:pt x="346" y="356"/>
                  </a:cubicBezTo>
                  <a:cubicBezTo>
                    <a:pt x="334" y="344"/>
                    <a:pt x="319" y="338"/>
                    <a:pt x="301" y="338"/>
                  </a:cubicBezTo>
                  <a:cubicBezTo>
                    <a:pt x="283" y="338"/>
                    <a:pt x="268" y="344"/>
                    <a:pt x="256" y="356"/>
                  </a:cubicBezTo>
                  <a:cubicBezTo>
                    <a:pt x="243" y="369"/>
                    <a:pt x="237" y="384"/>
                    <a:pt x="237" y="402"/>
                  </a:cubicBezTo>
                  <a:cubicBezTo>
                    <a:pt x="237" y="419"/>
                    <a:pt x="243" y="434"/>
                    <a:pt x="256" y="447"/>
                  </a:cubicBezTo>
                  <a:cubicBezTo>
                    <a:pt x="261" y="452"/>
                    <a:pt x="267" y="456"/>
                    <a:pt x="273" y="459"/>
                  </a:cubicBezTo>
                  <a:cubicBezTo>
                    <a:pt x="184" y="515"/>
                    <a:pt x="184" y="515"/>
                    <a:pt x="184" y="515"/>
                  </a:cubicBezTo>
                  <a:cubicBezTo>
                    <a:pt x="122" y="411"/>
                    <a:pt x="122" y="411"/>
                    <a:pt x="122" y="411"/>
                  </a:cubicBezTo>
                  <a:cubicBezTo>
                    <a:pt x="119" y="418"/>
                    <a:pt x="114" y="424"/>
                    <a:pt x="109" y="429"/>
                  </a:cubicBezTo>
                  <a:cubicBezTo>
                    <a:pt x="96" y="442"/>
                    <a:pt x="81" y="448"/>
                    <a:pt x="64" y="448"/>
                  </a:cubicBezTo>
                  <a:cubicBezTo>
                    <a:pt x="46" y="448"/>
                    <a:pt x="31" y="442"/>
                    <a:pt x="18" y="429"/>
                  </a:cubicBezTo>
                  <a:cubicBezTo>
                    <a:pt x="6" y="417"/>
                    <a:pt x="0" y="402"/>
                    <a:pt x="0" y="385"/>
                  </a:cubicBezTo>
                  <a:cubicBezTo>
                    <a:pt x="0" y="367"/>
                    <a:pt x="6" y="352"/>
                    <a:pt x="18" y="339"/>
                  </a:cubicBezTo>
                  <a:cubicBezTo>
                    <a:pt x="31" y="327"/>
                    <a:pt x="46" y="321"/>
                    <a:pt x="64" y="321"/>
                  </a:cubicBezTo>
                  <a:cubicBezTo>
                    <a:pt x="65" y="321"/>
                    <a:pt x="66" y="321"/>
                    <a:pt x="67" y="321"/>
                  </a:cubicBezTo>
                  <a:cubicBezTo>
                    <a:pt x="3" y="213"/>
                    <a:pt x="3" y="213"/>
                    <a:pt x="3" y="213"/>
                  </a:cubicBezTo>
                  <a:cubicBezTo>
                    <a:pt x="120" y="141"/>
                    <a:pt x="120" y="141"/>
                    <a:pt x="120" y="141"/>
                  </a:cubicBezTo>
                  <a:cubicBezTo>
                    <a:pt x="119" y="145"/>
                    <a:pt x="119" y="150"/>
                    <a:pt x="119" y="155"/>
                  </a:cubicBezTo>
                  <a:cubicBezTo>
                    <a:pt x="119" y="172"/>
                    <a:pt x="125" y="187"/>
                    <a:pt x="137" y="200"/>
                  </a:cubicBezTo>
                  <a:cubicBezTo>
                    <a:pt x="150" y="212"/>
                    <a:pt x="165" y="218"/>
                    <a:pt x="182" y="218"/>
                  </a:cubicBezTo>
                  <a:cubicBezTo>
                    <a:pt x="200" y="218"/>
                    <a:pt x="215" y="212"/>
                    <a:pt x="227" y="200"/>
                  </a:cubicBezTo>
                  <a:cubicBezTo>
                    <a:pt x="240" y="187"/>
                    <a:pt x="246" y="172"/>
                    <a:pt x="246" y="155"/>
                  </a:cubicBezTo>
                  <a:cubicBezTo>
                    <a:pt x="246" y="137"/>
                    <a:pt x="240" y="122"/>
                    <a:pt x="227" y="109"/>
                  </a:cubicBezTo>
                  <a:cubicBezTo>
                    <a:pt x="219" y="101"/>
                    <a:pt x="209" y="95"/>
                    <a:pt x="198" y="92"/>
                  </a:cubicBezTo>
                  <a:cubicBezTo>
                    <a:pt x="347" y="0"/>
                    <a:pt x="347" y="0"/>
                    <a:pt x="347" y="0"/>
                  </a:cubicBezTo>
                  <a:cubicBezTo>
                    <a:pt x="396" y="43"/>
                    <a:pt x="428" y="97"/>
                    <a:pt x="443" y="159"/>
                  </a:cubicBezTo>
                  <a:cubicBezTo>
                    <a:pt x="454" y="205"/>
                    <a:pt x="456" y="254"/>
                    <a:pt x="447" y="305"/>
                  </a:cubicBezTo>
                  <a:cubicBezTo>
                    <a:pt x="445" y="314"/>
                    <a:pt x="449" y="328"/>
                    <a:pt x="458" y="345"/>
                  </a:cubicBezTo>
                  <a:close/>
                </a:path>
              </a:pathLst>
            </a:custGeom>
            <a:solidFill>
              <a:schemeClr val="accent2"/>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7" name="Freeform 7"/>
            <p:cNvSpPr/>
            <p:nvPr/>
          </p:nvSpPr>
          <p:spPr bwMode="auto">
            <a:xfrm flipH="1">
              <a:off x="9595" y="4156"/>
              <a:ext cx="1330" cy="1422"/>
            </a:xfrm>
            <a:custGeom>
              <a:avLst/>
              <a:gdLst/>
              <a:ahLst/>
              <a:cxnLst>
                <a:cxn ang="0">
                  <a:pos x="114" y="365"/>
                </a:cxn>
                <a:cxn ang="0">
                  <a:pos x="92" y="330"/>
                </a:cxn>
                <a:cxn ang="0">
                  <a:pos x="132" y="311"/>
                </a:cxn>
                <a:cxn ang="0">
                  <a:pos x="151" y="266"/>
                </a:cxn>
                <a:cxn ang="0">
                  <a:pos x="132" y="221"/>
                </a:cxn>
                <a:cxn ang="0">
                  <a:pos x="87" y="202"/>
                </a:cxn>
                <a:cxn ang="0">
                  <a:pos x="42" y="221"/>
                </a:cxn>
                <a:cxn ang="0">
                  <a:pos x="33" y="232"/>
                </a:cxn>
                <a:cxn ang="0">
                  <a:pos x="0" y="177"/>
                </a:cxn>
                <a:cxn ang="0">
                  <a:pos x="89" y="121"/>
                </a:cxn>
                <a:cxn ang="0">
                  <a:pos x="72" y="109"/>
                </a:cxn>
                <a:cxn ang="0">
                  <a:pos x="53" y="64"/>
                </a:cxn>
                <a:cxn ang="0">
                  <a:pos x="72" y="18"/>
                </a:cxn>
                <a:cxn ang="0">
                  <a:pos x="117" y="0"/>
                </a:cxn>
                <a:cxn ang="0">
                  <a:pos x="162" y="18"/>
                </a:cxn>
                <a:cxn ang="0">
                  <a:pos x="181" y="64"/>
                </a:cxn>
                <a:cxn ang="0">
                  <a:pos x="181" y="65"/>
                </a:cxn>
                <a:cxn ang="0">
                  <a:pos x="274" y="7"/>
                </a:cxn>
                <a:cxn ang="0">
                  <a:pos x="294" y="42"/>
                </a:cxn>
                <a:cxn ang="0">
                  <a:pos x="344" y="112"/>
                </a:cxn>
                <a:cxn ang="0">
                  <a:pos x="351" y="146"/>
                </a:cxn>
                <a:cxn ang="0">
                  <a:pos x="324" y="167"/>
                </a:cxn>
                <a:cxn ang="0">
                  <a:pos x="309" y="190"/>
                </a:cxn>
                <a:cxn ang="0">
                  <a:pos x="313" y="216"/>
                </a:cxn>
                <a:cxn ang="0">
                  <a:pos x="295" y="233"/>
                </a:cxn>
                <a:cxn ang="0">
                  <a:pos x="277" y="236"/>
                </a:cxn>
                <a:cxn ang="0">
                  <a:pos x="291" y="240"/>
                </a:cxn>
                <a:cxn ang="0">
                  <a:pos x="305" y="256"/>
                </a:cxn>
                <a:cxn ang="0">
                  <a:pos x="287" y="276"/>
                </a:cxn>
                <a:cxn ang="0">
                  <a:pos x="269" y="285"/>
                </a:cxn>
                <a:cxn ang="0">
                  <a:pos x="264" y="314"/>
                </a:cxn>
                <a:cxn ang="0">
                  <a:pos x="253" y="361"/>
                </a:cxn>
                <a:cxn ang="0">
                  <a:pos x="235" y="378"/>
                </a:cxn>
                <a:cxn ang="0">
                  <a:pos x="214" y="379"/>
                </a:cxn>
                <a:cxn ang="0">
                  <a:pos x="177" y="372"/>
                </a:cxn>
                <a:cxn ang="0">
                  <a:pos x="117" y="366"/>
                </a:cxn>
                <a:cxn ang="0">
                  <a:pos x="114" y="365"/>
                </a:cxn>
              </a:cxnLst>
              <a:rect l="0" t="0" r="r" b="b"/>
              <a:pathLst>
                <a:path w="355" h="380">
                  <a:moveTo>
                    <a:pt x="114" y="365"/>
                  </a:moveTo>
                  <a:cubicBezTo>
                    <a:pt x="92" y="330"/>
                    <a:pt x="92" y="330"/>
                    <a:pt x="92" y="330"/>
                  </a:cubicBezTo>
                  <a:cubicBezTo>
                    <a:pt x="108" y="329"/>
                    <a:pt x="121" y="323"/>
                    <a:pt x="132" y="311"/>
                  </a:cubicBezTo>
                  <a:cubicBezTo>
                    <a:pt x="145" y="299"/>
                    <a:pt x="151" y="284"/>
                    <a:pt x="151" y="266"/>
                  </a:cubicBezTo>
                  <a:cubicBezTo>
                    <a:pt x="151" y="249"/>
                    <a:pt x="145" y="233"/>
                    <a:pt x="132" y="221"/>
                  </a:cubicBezTo>
                  <a:cubicBezTo>
                    <a:pt x="120" y="209"/>
                    <a:pt x="105" y="202"/>
                    <a:pt x="87" y="202"/>
                  </a:cubicBezTo>
                  <a:cubicBezTo>
                    <a:pt x="70" y="202"/>
                    <a:pt x="54" y="209"/>
                    <a:pt x="42" y="221"/>
                  </a:cubicBezTo>
                  <a:cubicBezTo>
                    <a:pt x="38" y="224"/>
                    <a:pt x="36" y="228"/>
                    <a:pt x="33" y="232"/>
                  </a:cubicBezTo>
                  <a:cubicBezTo>
                    <a:pt x="0" y="177"/>
                    <a:pt x="0" y="177"/>
                    <a:pt x="0" y="177"/>
                  </a:cubicBezTo>
                  <a:cubicBezTo>
                    <a:pt x="89" y="121"/>
                    <a:pt x="89" y="121"/>
                    <a:pt x="89" y="121"/>
                  </a:cubicBezTo>
                  <a:cubicBezTo>
                    <a:pt x="83" y="118"/>
                    <a:pt x="77" y="114"/>
                    <a:pt x="72" y="109"/>
                  </a:cubicBezTo>
                  <a:cubicBezTo>
                    <a:pt x="59" y="96"/>
                    <a:pt x="53" y="81"/>
                    <a:pt x="53" y="64"/>
                  </a:cubicBezTo>
                  <a:cubicBezTo>
                    <a:pt x="53" y="46"/>
                    <a:pt x="59" y="31"/>
                    <a:pt x="72" y="18"/>
                  </a:cubicBezTo>
                  <a:cubicBezTo>
                    <a:pt x="84" y="6"/>
                    <a:pt x="99" y="0"/>
                    <a:pt x="117" y="0"/>
                  </a:cubicBezTo>
                  <a:cubicBezTo>
                    <a:pt x="135" y="0"/>
                    <a:pt x="150" y="6"/>
                    <a:pt x="162" y="18"/>
                  </a:cubicBezTo>
                  <a:cubicBezTo>
                    <a:pt x="174" y="31"/>
                    <a:pt x="181" y="46"/>
                    <a:pt x="181" y="64"/>
                  </a:cubicBezTo>
                  <a:cubicBezTo>
                    <a:pt x="181" y="64"/>
                    <a:pt x="181" y="64"/>
                    <a:pt x="181" y="65"/>
                  </a:cubicBezTo>
                  <a:cubicBezTo>
                    <a:pt x="274" y="7"/>
                    <a:pt x="274" y="7"/>
                    <a:pt x="274" y="7"/>
                  </a:cubicBezTo>
                  <a:cubicBezTo>
                    <a:pt x="279" y="17"/>
                    <a:pt x="286" y="29"/>
                    <a:pt x="294" y="42"/>
                  </a:cubicBezTo>
                  <a:cubicBezTo>
                    <a:pt x="321" y="79"/>
                    <a:pt x="338" y="102"/>
                    <a:pt x="344" y="112"/>
                  </a:cubicBezTo>
                  <a:cubicBezTo>
                    <a:pt x="353" y="127"/>
                    <a:pt x="355" y="138"/>
                    <a:pt x="351" y="146"/>
                  </a:cubicBezTo>
                  <a:cubicBezTo>
                    <a:pt x="348" y="154"/>
                    <a:pt x="339" y="160"/>
                    <a:pt x="324" y="167"/>
                  </a:cubicBezTo>
                  <a:cubicBezTo>
                    <a:pt x="312" y="172"/>
                    <a:pt x="307" y="180"/>
                    <a:pt x="309" y="190"/>
                  </a:cubicBezTo>
                  <a:cubicBezTo>
                    <a:pt x="309" y="196"/>
                    <a:pt x="311" y="204"/>
                    <a:pt x="313" y="216"/>
                  </a:cubicBezTo>
                  <a:cubicBezTo>
                    <a:pt x="313" y="223"/>
                    <a:pt x="307" y="229"/>
                    <a:pt x="295" y="233"/>
                  </a:cubicBezTo>
                  <a:cubicBezTo>
                    <a:pt x="289" y="235"/>
                    <a:pt x="283" y="236"/>
                    <a:pt x="277" y="236"/>
                  </a:cubicBezTo>
                  <a:cubicBezTo>
                    <a:pt x="282" y="237"/>
                    <a:pt x="286" y="238"/>
                    <a:pt x="291" y="240"/>
                  </a:cubicBezTo>
                  <a:cubicBezTo>
                    <a:pt x="301" y="244"/>
                    <a:pt x="305" y="249"/>
                    <a:pt x="305" y="256"/>
                  </a:cubicBezTo>
                  <a:cubicBezTo>
                    <a:pt x="305" y="263"/>
                    <a:pt x="299" y="270"/>
                    <a:pt x="287" y="276"/>
                  </a:cubicBezTo>
                  <a:cubicBezTo>
                    <a:pt x="281" y="280"/>
                    <a:pt x="275" y="283"/>
                    <a:pt x="269" y="285"/>
                  </a:cubicBezTo>
                  <a:cubicBezTo>
                    <a:pt x="264" y="289"/>
                    <a:pt x="263" y="299"/>
                    <a:pt x="264" y="314"/>
                  </a:cubicBezTo>
                  <a:cubicBezTo>
                    <a:pt x="265" y="332"/>
                    <a:pt x="261" y="347"/>
                    <a:pt x="253" y="361"/>
                  </a:cubicBezTo>
                  <a:cubicBezTo>
                    <a:pt x="247" y="370"/>
                    <a:pt x="241" y="376"/>
                    <a:pt x="235" y="378"/>
                  </a:cubicBezTo>
                  <a:cubicBezTo>
                    <a:pt x="230" y="380"/>
                    <a:pt x="223" y="380"/>
                    <a:pt x="214" y="379"/>
                  </a:cubicBezTo>
                  <a:cubicBezTo>
                    <a:pt x="208" y="378"/>
                    <a:pt x="196" y="375"/>
                    <a:pt x="177" y="372"/>
                  </a:cubicBezTo>
                  <a:cubicBezTo>
                    <a:pt x="158" y="368"/>
                    <a:pt x="138" y="366"/>
                    <a:pt x="117" y="366"/>
                  </a:cubicBezTo>
                  <a:cubicBezTo>
                    <a:pt x="116" y="365"/>
                    <a:pt x="115" y="365"/>
                    <a:pt x="114" y="365"/>
                  </a:cubicBezTo>
                  <a:close/>
                </a:path>
              </a:pathLst>
            </a:custGeom>
            <a:solidFill>
              <a:schemeClr val="accent1"/>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8" name="Freeform 8"/>
            <p:cNvSpPr/>
            <p:nvPr/>
          </p:nvSpPr>
          <p:spPr bwMode="auto">
            <a:xfrm flipH="1">
              <a:off x="10926" y="3688"/>
              <a:ext cx="1715" cy="1821"/>
            </a:xfrm>
            <a:custGeom>
              <a:avLst/>
              <a:gdLst/>
              <a:ahLst/>
              <a:cxnLst>
                <a:cxn ang="0">
                  <a:pos x="457" y="302"/>
                </a:cxn>
                <a:cxn ang="0">
                  <a:pos x="367" y="357"/>
                </a:cxn>
                <a:cxn ang="0">
                  <a:pos x="382" y="368"/>
                </a:cxn>
                <a:cxn ang="0">
                  <a:pos x="400" y="414"/>
                </a:cxn>
                <a:cxn ang="0">
                  <a:pos x="382" y="458"/>
                </a:cxn>
                <a:cxn ang="0">
                  <a:pos x="337" y="477"/>
                </a:cxn>
                <a:cxn ang="0">
                  <a:pos x="291" y="458"/>
                </a:cxn>
                <a:cxn ang="0">
                  <a:pos x="273" y="416"/>
                </a:cxn>
                <a:cxn ang="0">
                  <a:pos x="158" y="486"/>
                </a:cxn>
                <a:cxn ang="0">
                  <a:pos x="148" y="435"/>
                </a:cxn>
                <a:cxn ang="0">
                  <a:pos x="139" y="403"/>
                </a:cxn>
                <a:cxn ang="0">
                  <a:pos x="108" y="372"/>
                </a:cxn>
                <a:cxn ang="0">
                  <a:pos x="45" y="283"/>
                </a:cxn>
                <a:cxn ang="0">
                  <a:pos x="0" y="172"/>
                </a:cxn>
                <a:cxn ang="0">
                  <a:pos x="83" y="120"/>
                </a:cxn>
                <a:cxn ang="0">
                  <a:pos x="83" y="125"/>
                </a:cxn>
                <a:cxn ang="0">
                  <a:pos x="101" y="170"/>
                </a:cxn>
                <a:cxn ang="0">
                  <a:pos x="146" y="188"/>
                </a:cxn>
                <a:cxn ang="0">
                  <a:pos x="191" y="170"/>
                </a:cxn>
                <a:cxn ang="0">
                  <a:pos x="210" y="125"/>
                </a:cxn>
                <a:cxn ang="0">
                  <a:pos x="191" y="79"/>
                </a:cxn>
                <a:cxn ang="0">
                  <a:pos x="171" y="65"/>
                </a:cxn>
                <a:cxn ang="0">
                  <a:pos x="276" y="0"/>
                </a:cxn>
                <a:cxn ang="0">
                  <a:pos x="340" y="108"/>
                </a:cxn>
                <a:cxn ang="0">
                  <a:pos x="337" y="108"/>
                </a:cxn>
                <a:cxn ang="0">
                  <a:pos x="291" y="126"/>
                </a:cxn>
                <a:cxn ang="0">
                  <a:pos x="273" y="172"/>
                </a:cxn>
                <a:cxn ang="0">
                  <a:pos x="291" y="216"/>
                </a:cxn>
                <a:cxn ang="0">
                  <a:pos x="337" y="235"/>
                </a:cxn>
                <a:cxn ang="0">
                  <a:pos x="382" y="216"/>
                </a:cxn>
                <a:cxn ang="0">
                  <a:pos x="395" y="198"/>
                </a:cxn>
                <a:cxn ang="0">
                  <a:pos x="457" y="302"/>
                </a:cxn>
              </a:cxnLst>
              <a:rect l="0" t="0" r="r" b="b"/>
              <a:pathLst>
                <a:path w="457" h="486">
                  <a:moveTo>
                    <a:pt x="457" y="302"/>
                  </a:moveTo>
                  <a:cubicBezTo>
                    <a:pt x="367" y="357"/>
                    <a:pt x="367" y="357"/>
                    <a:pt x="367" y="357"/>
                  </a:cubicBezTo>
                  <a:cubicBezTo>
                    <a:pt x="372" y="360"/>
                    <a:pt x="377" y="364"/>
                    <a:pt x="382" y="368"/>
                  </a:cubicBezTo>
                  <a:cubicBezTo>
                    <a:pt x="394" y="381"/>
                    <a:pt x="400" y="396"/>
                    <a:pt x="400" y="414"/>
                  </a:cubicBezTo>
                  <a:cubicBezTo>
                    <a:pt x="400" y="431"/>
                    <a:pt x="394" y="446"/>
                    <a:pt x="382" y="458"/>
                  </a:cubicBezTo>
                  <a:cubicBezTo>
                    <a:pt x="369" y="471"/>
                    <a:pt x="354" y="477"/>
                    <a:pt x="337" y="477"/>
                  </a:cubicBezTo>
                  <a:cubicBezTo>
                    <a:pt x="319" y="477"/>
                    <a:pt x="304" y="471"/>
                    <a:pt x="291" y="458"/>
                  </a:cubicBezTo>
                  <a:cubicBezTo>
                    <a:pt x="280" y="447"/>
                    <a:pt x="273" y="432"/>
                    <a:pt x="273" y="416"/>
                  </a:cubicBezTo>
                  <a:cubicBezTo>
                    <a:pt x="158" y="486"/>
                    <a:pt x="158" y="486"/>
                    <a:pt x="158" y="486"/>
                  </a:cubicBezTo>
                  <a:cubicBezTo>
                    <a:pt x="156" y="469"/>
                    <a:pt x="152" y="452"/>
                    <a:pt x="148" y="435"/>
                  </a:cubicBezTo>
                  <a:cubicBezTo>
                    <a:pt x="139" y="403"/>
                    <a:pt x="139" y="403"/>
                    <a:pt x="139" y="403"/>
                  </a:cubicBezTo>
                  <a:cubicBezTo>
                    <a:pt x="108" y="372"/>
                    <a:pt x="108" y="372"/>
                    <a:pt x="108" y="372"/>
                  </a:cubicBezTo>
                  <a:cubicBezTo>
                    <a:pt x="84" y="345"/>
                    <a:pt x="63" y="315"/>
                    <a:pt x="45" y="283"/>
                  </a:cubicBezTo>
                  <a:cubicBezTo>
                    <a:pt x="25" y="246"/>
                    <a:pt x="9" y="209"/>
                    <a:pt x="0" y="172"/>
                  </a:cubicBezTo>
                  <a:cubicBezTo>
                    <a:pt x="83" y="120"/>
                    <a:pt x="83" y="120"/>
                    <a:pt x="83" y="120"/>
                  </a:cubicBezTo>
                  <a:cubicBezTo>
                    <a:pt x="83" y="122"/>
                    <a:pt x="83" y="123"/>
                    <a:pt x="83" y="125"/>
                  </a:cubicBezTo>
                  <a:cubicBezTo>
                    <a:pt x="83" y="142"/>
                    <a:pt x="89" y="157"/>
                    <a:pt x="101" y="170"/>
                  </a:cubicBezTo>
                  <a:cubicBezTo>
                    <a:pt x="114" y="182"/>
                    <a:pt x="129" y="188"/>
                    <a:pt x="146" y="188"/>
                  </a:cubicBezTo>
                  <a:cubicBezTo>
                    <a:pt x="164" y="188"/>
                    <a:pt x="179" y="182"/>
                    <a:pt x="191" y="170"/>
                  </a:cubicBezTo>
                  <a:cubicBezTo>
                    <a:pt x="204" y="157"/>
                    <a:pt x="210" y="142"/>
                    <a:pt x="210" y="125"/>
                  </a:cubicBezTo>
                  <a:cubicBezTo>
                    <a:pt x="210" y="107"/>
                    <a:pt x="204" y="92"/>
                    <a:pt x="191" y="79"/>
                  </a:cubicBezTo>
                  <a:cubicBezTo>
                    <a:pt x="185" y="73"/>
                    <a:pt x="178" y="68"/>
                    <a:pt x="171" y="65"/>
                  </a:cubicBezTo>
                  <a:cubicBezTo>
                    <a:pt x="276" y="0"/>
                    <a:pt x="276" y="0"/>
                    <a:pt x="276" y="0"/>
                  </a:cubicBezTo>
                  <a:cubicBezTo>
                    <a:pt x="340" y="108"/>
                    <a:pt x="340" y="108"/>
                    <a:pt x="340" y="108"/>
                  </a:cubicBezTo>
                  <a:cubicBezTo>
                    <a:pt x="339" y="108"/>
                    <a:pt x="338" y="108"/>
                    <a:pt x="337" y="108"/>
                  </a:cubicBezTo>
                  <a:cubicBezTo>
                    <a:pt x="319" y="108"/>
                    <a:pt x="304" y="114"/>
                    <a:pt x="291" y="126"/>
                  </a:cubicBezTo>
                  <a:cubicBezTo>
                    <a:pt x="279" y="139"/>
                    <a:pt x="273" y="154"/>
                    <a:pt x="273" y="172"/>
                  </a:cubicBezTo>
                  <a:cubicBezTo>
                    <a:pt x="273" y="189"/>
                    <a:pt x="279" y="204"/>
                    <a:pt x="291" y="216"/>
                  </a:cubicBezTo>
                  <a:cubicBezTo>
                    <a:pt x="304" y="229"/>
                    <a:pt x="319" y="235"/>
                    <a:pt x="337" y="235"/>
                  </a:cubicBezTo>
                  <a:cubicBezTo>
                    <a:pt x="354" y="235"/>
                    <a:pt x="369" y="229"/>
                    <a:pt x="382" y="216"/>
                  </a:cubicBezTo>
                  <a:cubicBezTo>
                    <a:pt x="387" y="211"/>
                    <a:pt x="392" y="205"/>
                    <a:pt x="395" y="198"/>
                  </a:cubicBezTo>
                  <a:lnTo>
                    <a:pt x="457" y="302"/>
                  </a:lnTo>
                  <a:close/>
                </a:path>
              </a:pathLst>
            </a:custGeom>
            <a:solidFill>
              <a:schemeClr val="accent5"/>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9" name="Freeform 9"/>
            <p:cNvSpPr/>
            <p:nvPr/>
          </p:nvSpPr>
          <p:spPr bwMode="auto">
            <a:xfrm flipH="1">
              <a:off x="10360" y="4818"/>
              <a:ext cx="1845" cy="1494"/>
            </a:xfrm>
            <a:custGeom>
              <a:avLst/>
              <a:gdLst/>
              <a:ahLst/>
              <a:cxnLst>
                <a:cxn ang="0">
                  <a:pos x="455" y="188"/>
                </a:cxn>
                <a:cxn ang="0">
                  <a:pos x="371" y="286"/>
                </a:cxn>
                <a:cxn ang="0">
                  <a:pos x="361" y="387"/>
                </a:cxn>
                <a:cxn ang="0">
                  <a:pos x="363" y="399"/>
                </a:cxn>
                <a:cxn ang="0">
                  <a:pos x="0" y="399"/>
                </a:cxn>
                <a:cxn ang="0">
                  <a:pos x="45" y="209"/>
                </a:cxn>
                <a:cxn ang="0">
                  <a:pos x="42" y="184"/>
                </a:cxn>
                <a:cxn ang="0">
                  <a:pos x="157" y="114"/>
                </a:cxn>
                <a:cxn ang="0">
                  <a:pos x="175" y="156"/>
                </a:cxn>
                <a:cxn ang="0">
                  <a:pos x="221" y="175"/>
                </a:cxn>
                <a:cxn ang="0">
                  <a:pos x="266" y="156"/>
                </a:cxn>
                <a:cxn ang="0">
                  <a:pos x="284" y="112"/>
                </a:cxn>
                <a:cxn ang="0">
                  <a:pos x="266" y="66"/>
                </a:cxn>
                <a:cxn ang="0">
                  <a:pos x="251" y="55"/>
                </a:cxn>
                <a:cxn ang="0">
                  <a:pos x="341" y="0"/>
                </a:cxn>
                <a:cxn ang="0">
                  <a:pos x="374" y="55"/>
                </a:cxn>
                <a:cxn ang="0">
                  <a:pos x="383" y="44"/>
                </a:cxn>
                <a:cxn ang="0">
                  <a:pos x="428" y="25"/>
                </a:cxn>
                <a:cxn ang="0">
                  <a:pos x="473" y="44"/>
                </a:cxn>
                <a:cxn ang="0">
                  <a:pos x="492" y="89"/>
                </a:cxn>
                <a:cxn ang="0">
                  <a:pos x="473" y="134"/>
                </a:cxn>
                <a:cxn ang="0">
                  <a:pos x="433" y="153"/>
                </a:cxn>
                <a:cxn ang="0">
                  <a:pos x="455" y="188"/>
                </a:cxn>
              </a:cxnLst>
              <a:rect l="0" t="0" r="r" b="b"/>
              <a:pathLst>
                <a:path w="492" h="399">
                  <a:moveTo>
                    <a:pt x="455" y="188"/>
                  </a:moveTo>
                  <a:cubicBezTo>
                    <a:pt x="414" y="188"/>
                    <a:pt x="386" y="221"/>
                    <a:pt x="371" y="286"/>
                  </a:cubicBezTo>
                  <a:cubicBezTo>
                    <a:pt x="364" y="320"/>
                    <a:pt x="360" y="353"/>
                    <a:pt x="361" y="387"/>
                  </a:cubicBezTo>
                  <a:cubicBezTo>
                    <a:pt x="363" y="399"/>
                    <a:pt x="363" y="399"/>
                    <a:pt x="363" y="399"/>
                  </a:cubicBezTo>
                  <a:cubicBezTo>
                    <a:pt x="0" y="399"/>
                    <a:pt x="0" y="399"/>
                    <a:pt x="0" y="399"/>
                  </a:cubicBezTo>
                  <a:cubicBezTo>
                    <a:pt x="38" y="354"/>
                    <a:pt x="53" y="290"/>
                    <a:pt x="45" y="209"/>
                  </a:cubicBezTo>
                  <a:cubicBezTo>
                    <a:pt x="45" y="201"/>
                    <a:pt x="44" y="193"/>
                    <a:pt x="42" y="184"/>
                  </a:cubicBezTo>
                  <a:cubicBezTo>
                    <a:pt x="157" y="114"/>
                    <a:pt x="157" y="114"/>
                    <a:pt x="157" y="114"/>
                  </a:cubicBezTo>
                  <a:cubicBezTo>
                    <a:pt x="157" y="130"/>
                    <a:pt x="164" y="145"/>
                    <a:pt x="175" y="156"/>
                  </a:cubicBezTo>
                  <a:cubicBezTo>
                    <a:pt x="188" y="169"/>
                    <a:pt x="203" y="175"/>
                    <a:pt x="221" y="175"/>
                  </a:cubicBezTo>
                  <a:cubicBezTo>
                    <a:pt x="238" y="175"/>
                    <a:pt x="253" y="169"/>
                    <a:pt x="266" y="156"/>
                  </a:cubicBezTo>
                  <a:cubicBezTo>
                    <a:pt x="278" y="144"/>
                    <a:pt x="284" y="129"/>
                    <a:pt x="284" y="112"/>
                  </a:cubicBezTo>
                  <a:cubicBezTo>
                    <a:pt x="284" y="94"/>
                    <a:pt x="278" y="79"/>
                    <a:pt x="266" y="66"/>
                  </a:cubicBezTo>
                  <a:cubicBezTo>
                    <a:pt x="261" y="62"/>
                    <a:pt x="256" y="58"/>
                    <a:pt x="251" y="55"/>
                  </a:cubicBezTo>
                  <a:cubicBezTo>
                    <a:pt x="341" y="0"/>
                    <a:pt x="341" y="0"/>
                    <a:pt x="341" y="0"/>
                  </a:cubicBezTo>
                  <a:cubicBezTo>
                    <a:pt x="374" y="55"/>
                    <a:pt x="374" y="55"/>
                    <a:pt x="374" y="55"/>
                  </a:cubicBezTo>
                  <a:cubicBezTo>
                    <a:pt x="377" y="51"/>
                    <a:pt x="379" y="47"/>
                    <a:pt x="383" y="44"/>
                  </a:cubicBezTo>
                  <a:cubicBezTo>
                    <a:pt x="395" y="32"/>
                    <a:pt x="411" y="25"/>
                    <a:pt x="428" y="25"/>
                  </a:cubicBezTo>
                  <a:cubicBezTo>
                    <a:pt x="446" y="25"/>
                    <a:pt x="461" y="32"/>
                    <a:pt x="473" y="44"/>
                  </a:cubicBezTo>
                  <a:cubicBezTo>
                    <a:pt x="486" y="56"/>
                    <a:pt x="492" y="72"/>
                    <a:pt x="492" y="89"/>
                  </a:cubicBezTo>
                  <a:cubicBezTo>
                    <a:pt x="492" y="107"/>
                    <a:pt x="486" y="122"/>
                    <a:pt x="473" y="134"/>
                  </a:cubicBezTo>
                  <a:cubicBezTo>
                    <a:pt x="462" y="146"/>
                    <a:pt x="449" y="152"/>
                    <a:pt x="433" y="153"/>
                  </a:cubicBezTo>
                  <a:lnTo>
                    <a:pt x="455" y="188"/>
                  </a:lnTo>
                  <a:close/>
                </a:path>
              </a:pathLst>
            </a:custGeom>
            <a:solidFill>
              <a:schemeClr val="accent6"/>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30" name="Freeform 10"/>
            <p:cNvSpPr/>
            <p:nvPr/>
          </p:nvSpPr>
          <p:spPr bwMode="auto">
            <a:xfrm flipH="1">
              <a:off x="11604" y="2808"/>
              <a:ext cx="1098" cy="1584"/>
            </a:xfrm>
            <a:custGeom>
              <a:avLst/>
              <a:gdLst/>
              <a:ahLst/>
              <a:cxnLst>
                <a:cxn ang="0">
                  <a:pos x="17" y="407"/>
                </a:cxn>
                <a:cxn ang="0">
                  <a:pos x="18" y="207"/>
                </a:cxn>
                <a:cxn ang="0">
                  <a:pos x="101" y="47"/>
                </a:cxn>
                <a:cxn ang="0">
                  <a:pos x="151" y="0"/>
                </a:cxn>
                <a:cxn ang="0">
                  <a:pos x="196" y="74"/>
                </a:cxn>
                <a:cxn ang="0">
                  <a:pos x="186" y="73"/>
                </a:cxn>
                <a:cxn ang="0">
                  <a:pos x="140" y="92"/>
                </a:cxn>
                <a:cxn ang="0">
                  <a:pos x="122" y="137"/>
                </a:cxn>
                <a:cxn ang="0">
                  <a:pos x="140" y="182"/>
                </a:cxn>
                <a:cxn ang="0">
                  <a:pos x="186" y="201"/>
                </a:cxn>
                <a:cxn ang="0">
                  <a:pos x="231" y="182"/>
                </a:cxn>
                <a:cxn ang="0">
                  <a:pos x="246" y="158"/>
                </a:cxn>
                <a:cxn ang="0">
                  <a:pos x="293" y="235"/>
                </a:cxn>
                <a:cxn ang="0">
                  <a:pos x="188" y="300"/>
                </a:cxn>
                <a:cxn ang="0">
                  <a:pos x="208" y="314"/>
                </a:cxn>
                <a:cxn ang="0">
                  <a:pos x="227" y="360"/>
                </a:cxn>
                <a:cxn ang="0">
                  <a:pos x="208" y="405"/>
                </a:cxn>
                <a:cxn ang="0">
                  <a:pos x="163" y="423"/>
                </a:cxn>
                <a:cxn ang="0">
                  <a:pos x="118" y="405"/>
                </a:cxn>
                <a:cxn ang="0">
                  <a:pos x="100" y="360"/>
                </a:cxn>
                <a:cxn ang="0">
                  <a:pos x="100" y="355"/>
                </a:cxn>
                <a:cxn ang="0">
                  <a:pos x="17" y="407"/>
                </a:cxn>
              </a:cxnLst>
              <a:rect l="0" t="0" r="r" b="b"/>
              <a:pathLst>
                <a:path w="293" h="423">
                  <a:moveTo>
                    <a:pt x="17" y="407"/>
                  </a:moveTo>
                  <a:cubicBezTo>
                    <a:pt x="0" y="341"/>
                    <a:pt x="1" y="275"/>
                    <a:pt x="18" y="207"/>
                  </a:cubicBezTo>
                  <a:cubicBezTo>
                    <a:pt x="33" y="145"/>
                    <a:pt x="61" y="92"/>
                    <a:pt x="101" y="47"/>
                  </a:cubicBezTo>
                  <a:cubicBezTo>
                    <a:pt x="116" y="29"/>
                    <a:pt x="133" y="14"/>
                    <a:pt x="151" y="0"/>
                  </a:cubicBezTo>
                  <a:cubicBezTo>
                    <a:pt x="196" y="74"/>
                    <a:pt x="196" y="74"/>
                    <a:pt x="196" y="74"/>
                  </a:cubicBezTo>
                  <a:cubicBezTo>
                    <a:pt x="193" y="74"/>
                    <a:pt x="189" y="73"/>
                    <a:pt x="186" y="73"/>
                  </a:cubicBezTo>
                  <a:cubicBezTo>
                    <a:pt x="168" y="73"/>
                    <a:pt x="153" y="80"/>
                    <a:pt x="140" y="92"/>
                  </a:cubicBezTo>
                  <a:cubicBezTo>
                    <a:pt x="128" y="104"/>
                    <a:pt x="122" y="120"/>
                    <a:pt x="122" y="137"/>
                  </a:cubicBezTo>
                  <a:cubicBezTo>
                    <a:pt x="122" y="155"/>
                    <a:pt x="128" y="170"/>
                    <a:pt x="140" y="182"/>
                  </a:cubicBezTo>
                  <a:cubicBezTo>
                    <a:pt x="153" y="195"/>
                    <a:pt x="168" y="201"/>
                    <a:pt x="186" y="201"/>
                  </a:cubicBezTo>
                  <a:cubicBezTo>
                    <a:pt x="203" y="201"/>
                    <a:pt x="218" y="195"/>
                    <a:pt x="231" y="182"/>
                  </a:cubicBezTo>
                  <a:cubicBezTo>
                    <a:pt x="238" y="175"/>
                    <a:pt x="243" y="167"/>
                    <a:pt x="246" y="158"/>
                  </a:cubicBezTo>
                  <a:cubicBezTo>
                    <a:pt x="293" y="235"/>
                    <a:pt x="293" y="235"/>
                    <a:pt x="293" y="235"/>
                  </a:cubicBezTo>
                  <a:cubicBezTo>
                    <a:pt x="188" y="300"/>
                    <a:pt x="188" y="300"/>
                    <a:pt x="188" y="300"/>
                  </a:cubicBezTo>
                  <a:cubicBezTo>
                    <a:pt x="195" y="303"/>
                    <a:pt x="202" y="308"/>
                    <a:pt x="208" y="314"/>
                  </a:cubicBezTo>
                  <a:cubicBezTo>
                    <a:pt x="221" y="327"/>
                    <a:pt x="227" y="342"/>
                    <a:pt x="227" y="360"/>
                  </a:cubicBezTo>
                  <a:cubicBezTo>
                    <a:pt x="227" y="377"/>
                    <a:pt x="221" y="392"/>
                    <a:pt x="208" y="405"/>
                  </a:cubicBezTo>
                  <a:cubicBezTo>
                    <a:pt x="196" y="417"/>
                    <a:pt x="181" y="423"/>
                    <a:pt x="163" y="423"/>
                  </a:cubicBezTo>
                  <a:cubicBezTo>
                    <a:pt x="146" y="423"/>
                    <a:pt x="131" y="417"/>
                    <a:pt x="118" y="405"/>
                  </a:cubicBezTo>
                  <a:cubicBezTo>
                    <a:pt x="106" y="392"/>
                    <a:pt x="100" y="377"/>
                    <a:pt x="100" y="360"/>
                  </a:cubicBezTo>
                  <a:cubicBezTo>
                    <a:pt x="100" y="358"/>
                    <a:pt x="100" y="357"/>
                    <a:pt x="100" y="355"/>
                  </a:cubicBezTo>
                  <a:lnTo>
                    <a:pt x="17" y="407"/>
                  </a:lnTo>
                  <a:close/>
                </a:path>
              </a:pathLst>
            </a:custGeom>
            <a:solidFill>
              <a:schemeClr val="accent4"/>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37" name="Text Placeholder 3"/>
            <p:cNvSpPr txBox="1"/>
            <p:nvPr/>
          </p:nvSpPr>
          <p:spPr>
            <a:xfrm>
              <a:off x="9950" y="3892"/>
              <a:ext cx="449" cy="1128"/>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01</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38" name="Text Placeholder 3"/>
            <p:cNvSpPr txBox="1"/>
            <p:nvPr/>
          </p:nvSpPr>
          <p:spPr>
            <a:xfrm>
              <a:off x="11071" y="2139"/>
              <a:ext cx="449" cy="1128"/>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03</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39" name="Text Placeholder 3"/>
            <p:cNvSpPr txBox="1"/>
            <p:nvPr/>
          </p:nvSpPr>
          <p:spPr>
            <a:xfrm>
              <a:off x="12048" y="2906"/>
              <a:ext cx="449" cy="1128"/>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04</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40" name="Text Placeholder 3"/>
            <p:cNvSpPr txBox="1"/>
            <p:nvPr/>
          </p:nvSpPr>
          <p:spPr>
            <a:xfrm>
              <a:off x="10476" y="3007"/>
              <a:ext cx="449" cy="1128"/>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02</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41" name="Text Placeholder 3"/>
            <p:cNvSpPr txBox="1"/>
            <p:nvPr/>
          </p:nvSpPr>
          <p:spPr>
            <a:xfrm>
              <a:off x="11604" y="3892"/>
              <a:ext cx="449" cy="1128"/>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05</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42" name="Text Placeholder 3"/>
            <p:cNvSpPr txBox="1"/>
            <p:nvPr/>
          </p:nvSpPr>
          <p:spPr>
            <a:xfrm>
              <a:off x="11167" y="4995"/>
              <a:ext cx="449" cy="1128"/>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06</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4"/>
          <p:cNvSpPr>
            <a:spLocks noGrp="1" noChangeArrowheads="1"/>
          </p:cNvSpPr>
          <p:nvPr>
            <p:ph type="ctrTitle" idx="4294967295"/>
          </p:nvPr>
        </p:nvSpPr>
        <p:spPr>
          <a:xfrm>
            <a:off x="4283710" y="1261110"/>
            <a:ext cx="4672330" cy="1153795"/>
          </a:xfrm>
        </p:spPr>
        <p:txBody>
          <a:bodyPr/>
          <a:lstStyle/>
          <a:p>
            <a:pPr eaLnBrk="1" hangingPunct="1"/>
            <a:r>
              <a:rPr lang="zh-CN" altLang="en-US" b="1">
                <a:solidFill>
                  <a:srgbClr val="000000"/>
                </a:solidFill>
                <a:cs typeface="微软雅黑"/>
              </a:rPr>
              <a:t>多阶段图问题</a:t>
            </a:r>
          </a:p>
        </p:txBody>
      </p:sp>
      <p:sp>
        <p:nvSpPr>
          <p:cNvPr id="25" name="Freeform 27"/>
          <p:cNvSpPr/>
          <p:nvPr/>
        </p:nvSpPr>
        <p:spPr bwMode="auto">
          <a:xfrm>
            <a:off x="2604340" y="1018189"/>
            <a:ext cx="1502691" cy="1860672"/>
          </a:xfrm>
          <a:custGeom>
            <a:avLst/>
            <a:gdLst/>
            <a:ahLst/>
            <a:cxnLst>
              <a:cxn ang="0">
                <a:pos x="315" y="317"/>
              </a:cxn>
              <a:cxn ang="0">
                <a:pos x="239" y="317"/>
              </a:cxn>
              <a:cxn ang="0">
                <a:pos x="244" y="320"/>
              </a:cxn>
              <a:cxn ang="0">
                <a:pos x="255" y="349"/>
              </a:cxn>
              <a:cxn ang="0">
                <a:pos x="244" y="378"/>
              </a:cxn>
              <a:cxn ang="0">
                <a:pos x="226" y="389"/>
              </a:cxn>
              <a:cxn ang="0">
                <a:pos x="215" y="390"/>
              </a:cxn>
              <a:cxn ang="0">
                <a:pos x="204" y="389"/>
              </a:cxn>
              <a:cxn ang="0">
                <a:pos x="186" y="378"/>
              </a:cxn>
              <a:cxn ang="0">
                <a:pos x="174" y="349"/>
              </a:cxn>
              <a:cxn ang="0">
                <a:pos x="186" y="320"/>
              </a:cxn>
              <a:cxn ang="0">
                <a:pos x="190" y="317"/>
              </a:cxn>
              <a:cxn ang="0">
                <a:pos x="144" y="317"/>
              </a:cxn>
              <a:cxn ang="0">
                <a:pos x="101" y="214"/>
              </a:cxn>
              <a:cxn ang="0">
                <a:pos x="0" y="171"/>
              </a:cxn>
              <a:cxn ang="0">
                <a:pos x="0" y="128"/>
              </a:cxn>
              <a:cxn ang="0">
                <a:pos x="29" y="140"/>
              </a:cxn>
              <a:cxn ang="0">
                <a:pos x="58" y="128"/>
              </a:cxn>
              <a:cxn ang="0">
                <a:pos x="70" y="99"/>
              </a:cxn>
              <a:cxn ang="0">
                <a:pos x="58" y="70"/>
              </a:cxn>
              <a:cxn ang="0">
                <a:pos x="29" y="58"/>
              </a:cxn>
              <a:cxn ang="0">
                <a:pos x="0" y="70"/>
              </a:cxn>
              <a:cxn ang="0">
                <a:pos x="0" y="0"/>
              </a:cxn>
              <a:cxn ang="0">
                <a:pos x="202" y="74"/>
              </a:cxn>
              <a:cxn ang="0">
                <a:pos x="171" y="87"/>
              </a:cxn>
              <a:cxn ang="0">
                <a:pos x="158" y="119"/>
              </a:cxn>
              <a:cxn ang="0">
                <a:pos x="171" y="151"/>
              </a:cxn>
              <a:cxn ang="0">
                <a:pos x="203" y="164"/>
              </a:cxn>
              <a:cxn ang="0">
                <a:pos x="235" y="151"/>
              </a:cxn>
              <a:cxn ang="0">
                <a:pos x="247" y="121"/>
              </a:cxn>
              <a:cxn ang="0">
                <a:pos x="315" y="317"/>
              </a:cxn>
            </a:cxnLst>
            <a:rect l="0" t="0" r="r" b="b"/>
            <a:pathLst>
              <a:path w="315" h="390">
                <a:moveTo>
                  <a:pt x="315" y="317"/>
                </a:moveTo>
                <a:cubicBezTo>
                  <a:pt x="239" y="317"/>
                  <a:pt x="239" y="317"/>
                  <a:pt x="239" y="317"/>
                </a:cubicBezTo>
                <a:cubicBezTo>
                  <a:pt x="241" y="318"/>
                  <a:pt x="242" y="319"/>
                  <a:pt x="244" y="320"/>
                </a:cubicBezTo>
                <a:cubicBezTo>
                  <a:pt x="251" y="328"/>
                  <a:pt x="255" y="338"/>
                  <a:pt x="255" y="349"/>
                </a:cubicBezTo>
                <a:cubicBezTo>
                  <a:pt x="255" y="361"/>
                  <a:pt x="251" y="370"/>
                  <a:pt x="244" y="378"/>
                </a:cubicBezTo>
                <a:cubicBezTo>
                  <a:pt x="238" y="384"/>
                  <a:pt x="232" y="387"/>
                  <a:pt x="226" y="389"/>
                </a:cubicBezTo>
                <a:cubicBezTo>
                  <a:pt x="222" y="390"/>
                  <a:pt x="218" y="390"/>
                  <a:pt x="215" y="390"/>
                </a:cubicBezTo>
                <a:cubicBezTo>
                  <a:pt x="211" y="390"/>
                  <a:pt x="207" y="390"/>
                  <a:pt x="204" y="389"/>
                </a:cubicBezTo>
                <a:cubicBezTo>
                  <a:pt x="197" y="387"/>
                  <a:pt x="191" y="384"/>
                  <a:pt x="186" y="378"/>
                </a:cubicBezTo>
                <a:cubicBezTo>
                  <a:pt x="178" y="370"/>
                  <a:pt x="174" y="361"/>
                  <a:pt x="174" y="349"/>
                </a:cubicBezTo>
                <a:cubicBezTo>
                  <a:pt x="174" y="338"/>
                  <a:pt x="178" y="328"/>
                  <a:pt x="186" y="320"/>
                </a:cubicBezTo>
                <a:cubicBezTo>
                  <a:pt x="187" y="319"/>
                  <a:pt x="189" y="318"/>
                  <a:pt x="190" y="317"/>
                </a:cubicBezTo>
                <a:cubicBezTo>
                  <a:pt x="144" y="317"/>
                  <a:pt x="144" y="317"/>
                  <a:pt x="144" y="317"/>
                </a:cubicBezTo>
                <a:cubicBezTo>
                  <a:pt x="144" y="277"/>
                  <a:pt x="129" y="242"/>
                  <a:pt x="101" y="214"/>
                </a:cubicBezTo>
                <a:cubicBezTo>
                  <a:pt x="73" y="186"/>
                  <a:pt x="40" y="172"/>
                  <a:pt x="0" y="171"/>
                </a:cubicBezTo>
                <a:cubicBezTo>
                  <a:pt x="0" y="128"/>
                  <a:pt x="0" y="128"/>
                  <a:pt x="0" y="128"/>
                </a:cubicBezTo>
                <a:cubicBezTo>
                  <a:pt x="8" y="136"/>
                  <a:pt x="18" y="140"/>
                  <a:pt x="29" y="140"/>
                </a:cubicBezTo>
                <a:cubicBezTo>
                  <a:pt x="41" y="140"/>
                  <a:pt x="50" y="136"/>
                  <a:pt x="58" y="128"/>
                </a:cubicBezTo>
                <a:cubicBezTo>
                  <a:pt x="66" y="120"/>
                  <a:pt x="70" y="110"/>
                  <a:pt x="70" y="99"/>
                </a:cubicBezTo>
                <a:cubicBezTo>
                  <a:pt x="70" y="88"/>
                  <a:pt x="66" y="78"/>
                  <a:pt x="58" y="70"/>
                </a:cubicBezTo>
                <a:cubicBezTo>
                  <a:pt x="50" y="62"/>
                  <a:pt x="41" y="58"/>
                  <a:pt x="29" y="58"/>
                </a:cubicBezTo>
                <a:cubicBezTo>
                  <a:pt x="18" y="58"/>
                  <a:pt x="8" y="62"/>
                  <a:pt x="0" y="70"/>
                </a:cubicBezTo>
                <a:cubicBezTo>
                  <a:pt x="0" y="0"/>
                  <a:pt x="0" y="0"/>
                  <a:pt x="0" y="0"/>
                </a:cubicBezTo>
                <a:cubicBezTo>
                  <a:pt x="77" y="1"/>
                  <a:pt x="145" y="25"/>
                  <a:pt x="202" y="74"/>
                </a:cubicBezTo>
                <a:cubicBezTo>
                  <a:pt x="190" y="74"/>
                  <a:pt x="180" y="79"/>
                  <a:pt x="171" y="87"/>
                </a:cubicBezTo>
                <a:cubicBezTo>
                  <a:pt x="162" y="96"/>
                  <a:pt x="158" y="107"/>
                  <a:pt x="158" y="119"/>
                </a:cubicBezTo>
                <a:cubicBezTo>
                  <a:pt x="158" y="131"/>
                  <a:pt x="162" y="142"/>
                  <a:pt x="171" y="151"/>
                </a:cubicBezTo>
                <a:cubicBezTo>
                  <a:pt x="180" y="159"/>
                  <a:pt x="190" y="164"/>
                  <a:pt x="203" y="164"/>
                </a:cubicBezTo>
                <a:cubicBezTo>
                  <a:pt x="215" y="164"/>
                  <a:pt x="226" y="159"/>
                  <a:pt x="235" y="151"/>
                </a:cubicBezTo>
                <a:cubicBezTo>
                  <a:pt x="243" y="142"/>
                  <a:pt x="247" y="133"/>
                  <a:pt x="247" y="121"/>
                </a:cubicBezTo>
                <a:cubicBezTo>
                  <a:pt x="292" y="177"/>
                  <a:pt x="315" y="242"/>
                  <a:pt x="315" y="317"/>
                </a:cubicBezTo>
                <a:close/>
              </a:path>
            </a:pathLst>
          </a:custGeom>
          <a:solidFill>
            <a:schemeClr val="accent3"/>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6" name="Freeform 28"/>
          <p:cNvSpPr/>
          <p:nvPr/>
        </p:nvSpPr>
        <p:spPr bwMode="auto">
          <a:xfrm>
            <a:off x="2256765" y="2531287"/>
            <a:ext cx="1850266" cy="1517260"/>
          </a:xfrm>
          <a:custGeom>
            <a:avLst/>
            <a:gdLst/>
            <a:ahLst/>
            <a:cxnLst>
              <a:cxn ang="0">
                <a:pos x="73" y="318"/>
              </a:cxn>
              <a:cxn ang="0">
                <a:pos x="73" y="243"/>
              </a:cxn>
              <a:cxn ang="0">
                <a:pos x="70" y="247"/>
              </a:cxn>
              <a:cxn ang="0">
                <a:pos x="41" y="259"/>
              </a:cxn>
              <a:cxn ang="0">
                <a:pos x="12" y="247"/>
              </a:cxn>
              <a:cxn ang="0">
                <a:pos x="0" y="218"/>
              </a:cxn>
              <a:cxn ang="0">
                <a:pos x="12" y="189"/>
              </a:cxn>
              <a:cxn ang="0">
                <a:pos x="41" y="177"/>
              </a:cxn>
              <a:cxn ang="0">
                <a:pos x="70" y="189"/>
              </a:cxn>
              <a:cxn ang="0">
                <a:pos x="73" y="192"/>
              </a:cxn>
              <a:cxn ang="0">
                <a:pos x="73" y="147"/>
              </a:cxn>
              <a:cxn ang="0">
                <a:pos x="124" y="137"/>
              </a:cxn>
              <a:cxn ang="0">
                <a:pos x="174" y="104"/>
              </a:cxn>
              <a:cxn ang="0">
                <a:pos x="199" y="72"/>
              </a:cxn>
              <a:cxn ang="0">
                <a:pos x="217" y="1"/>
              </a:cxn>
              <a:cxn ang="0">
                <a:pos x="217" y="0"/>
              </a:cxn>
              <a:cxn ang="0">
                <a:pos x="263" y="0"/>
              </a:cxn>
              <a:cxn ang="0">
                <a:pos x="259" y="3"/>
              </a:cxn>
              <a:cxn ang="0">
                <a:pos x="247" y="32"/>
              </a:cxn>
              <a:cxn ang="0">
                <a:pos x="259" y="61"/>
              </a:cxn>
              <a:cxn ang="0">
                <a:pos x="277" y="72"/>
              </a:cxn>
              <a:cxn ang="0">
                <a:pos x="288" y="73"/>
              </a:cxn>
              <a:cxn ang="0">
                <a:pos x="299" y="72"/>
              </a:cxn>
              <a:cxn ang="0">
                <a:pos x="317" y="61"/>
              </a:cxn>
              <a:cxn ang="0">
                <a:pos x="328" y="32"/>
              </a:cxn>
              <a:cxn ang="0">
                <a:pos x="317" y="3"/>
              </a:cxn>
              <a:cxn ang="0">
                <a:pos x="312" y="0"/>
              </a:cxn>
              <a:cxn ang="0">
                <a:pos x="388" y="0"/>
              </a:cxn>
              <a:cxn ang="0">
                <a:pos x="388" y="0"/>
              </a:cxn>
              <a:cxn ang="0">
                <a:pos x="380" y="72"/>
              </a:cxn>
              <a:cxn ang="0">
                <a:pos x="316" y="202"/>
              </a:cxn>
              <a:cxn ang="0">
                <a:pos x="342" y="214"/>
              </a:cxn>
              <a:cxn ang="0">
                <a:pos x="353" y="243"/>
              </a:cxn>
              <a:cxn ang="0">
                <a:pos x="342" y="272"/>
              </a:cxn>
              <a:cxn ang="0">
                <a:pos x="341" y="272"/>
              </a:cxn>
              <a:cxn ang="0">
                <a:pos x="313" y="284"/>
              </a:cxn>
              <a:cxn ang="0">
                <a:pos x="284" y="272"/>
              </a:cxn>
              <a:cxn ang="0">
                <a:pos x="284" y="272"/>
              </a:cxn>
              <a:cxn ang="0">
                <a:pos x="272" y="246"/>
              </a:cxn>
              <a:cxn ang="0">
                <a:pos x="236" y="272"/>
              </a:cxn>
              <a:cxn ang="0">
                <a:pos x="73" y="318"/>
              </a:cxn>
            </a:cxnLst>
            <a:rect l="0" t="0" r="r" b="b"/>
            <a:pathLst>
              <a:path w="388" h="318">
                <a:moveTo>
                  <a:pt x="73" y="318"/>
                </a:moveTo>
                <a:cubicBezTo>
                  <a:pt x="73" y="243"/>
                  <a:pt x="73" y="243"/>
                  <a:pt x="73" y="243"/>
                </a:cubicBezTo>
                <a:cubicBezTo>
                  <a:pt x="72" y="244"/>
                  <a:pt x="71" y="245"/>
                  <a:pt x="70" y="247"/>
                </a:cubicBezTo>
                <a:cubicBezTo>
                  <a:pt x="62" y="255"/>
                  <a:pt x="53" y="259"/>
                  <a:pt x="41" y="259"/>
                </a:cubicBezTo>
                <a:cubicBezTo>
                  <a:pt x="30" y="259"/>
                  <a:pt x="20" y="255"/>
                  <a:pt x="12" y="247"/>
                </a:cubicBezTo>
                <a:cubicBezTo>
                  <a:pt x="4" y="239"/>
                  <a:pt x="0" y="229"/>
                  <a:pt x="0" y="218"/>
                </a:cubicBezTo>
                <a:cubicBezTo>
                  <a:pt x="0" y="206"/>
                  <a:pt x="4" y="197"/>
                  <a:pt x="12" y="189"/>
                </a:cubicBezTo>
                <a:cubicBezTo>
                  <a:pt x="20" y="181"/>
                  <a:pt x="30" y="177"/>
                  <a:pt x="41" y="177"/>
                </a:cubicBezTo>
                <a:cubicBezTo>
                  <a:pt x="53" y="177"/>
                  <a:pt x="62" y="181"/>
                  <a:pt x="70" y="189"/>
                </a:cubicBezTo>
                <a:cubicBezTo>
                  <a:pt x="71" y="190"/>
                  <a:pt x="72" y="191"/>
                  <a:pt x="73" y="192"/>
                </a:cubicBezTo>
                <a:cubicBezTo>
                  <a:pt x="73" y="147"/>
                  <a:pt x="73" y="147"/>
                  <a:pt x="73" y="147"/>
                </a:cubicBezTo>
                <a:cubicBezTo>
                  <a:pt x="91" y="147"/>
                  <a:pt x="108" y="143"/>
                  <a:pt x="124" y="137"/>
                </a:cubicBezTo>
                <a:cubicBezTo>
                  <a:pt x="142" y="130"/>
                  <a:pt x="159" y="119"/>
                  <a:pt x="174" y="104"/>
                </a:cubicBezTo>
                <a:cubicBezTo>
                  <a:pt x="184" y="94"/>
                  <a:pt x="192" y="83"/>
                  <a:pt x="199" y="72"/>
                </a:cubicBezTo>
                <a:cubicBezTo>
                  <a:pt x="211" y="51"/>
                  <a:pt x="217" y="27"/>
                  <a:pt x="217" y="1"/>
                </a:cubicBezTo>
                <a:cubicBezTo>
                  <a:pt x="217" y="0"/>
                  <a:pt x="217" y="0"/>
                  <a:pt x="217" y="0"/>
                </a:cubicBezTo>
                <a:cubicBezTo>
                  <a:pt x="263" y="0"/>
                  <a:pt x="263" y="0"/>
                  <a:pt x="263" y="0"/>
                </a:cubicBezTo>
                <a:cubicBezTo>
                  <a:pt x="262" y="1"/>
                  <a:pt x="260" y="2"/>
                  <a:pt x="259" y="3"/>
                </a:cubicBezTo>
                <a:cubicBezTo>
                  <a:pt x="251" y="11"/>
                  <a:pt x="247" y="21"/>
                  <a:pt x="247" y="32"/>
                </a:cubicBezTo>
                <a:cubicBezTo>
                  <a:pt x="247" y="44"/>
                  <a:pt x="251" y="53"/>
                  <a:pt x="259" y="61"/>
                </a:cubicBezTo>
                <a:cubicBezTo>
                  <a:pt x="264" y="67"/>
                  <a:pt x="270" y="70"/>
                  <a:pt x="277" y="72"/>
                </a:cubicBezTo>
                <a:cubicBezTo>
                  <a:pt x="280" y="73"/>
                  <a:pt x="284" y="73"/>
                  <a:pt x="288" y="73"/>
                </a:cubicBezTo>
                <a:cubicBezTo>
                  <a:pt x="291" y="73"/>
                  <a:pt x="295" y="73"/>
                  <a:pt x="299" y="72"/>
                </a:cubicBezTo>
                <a:cubicBezTo>
                  <a:pt x="305" y="70"/>
                  <a:pt x="311" y="67"/>
                  <a:pt x="317" y="61"/>
                </a:cubicBezTo>
                <a:cubicBezTo>
                  <a:pt x="324" y="53"/>
                  <a:pt x="328" y="44"/>
                  <a:pt x="328" y="32"/>
                </a:cubicBezTo>
                <a:cubicBezTo>
                  <a:pt x="328" y="21"/>
                  <a:pt x="324" y="11"/>
                  <a:pt x="317" y="3"/>
                </a:cubicBezTo>
                <a:cubicBezTo>
                  <a:pt x="315" y="2"/>
                  <a:pt x="314" y="1"/>
                  <a:pt x="312" y="0"/>
                </a:cubicBezTo>
                <a:cubicBezTo>
                  <a:pt x="388" y="0"/>
                  <a:pt x="388" y="0"/>
                  <a:pt x="388" y="0"/>
                </a:cubicBezTo>
                <a:cubicBezTo>
                  <a:pt x="388" y="0"/>
                  <a:pt x="388" y="0"/>
                  <a:pt x="388" y="0"/>
                </a:cubicBezTo>
                <a:cubicBezTo>
                  <a:pt x="388" y="25"/>
                  <a:pt x="385" y="49"/>
                  <a:pt x="380" y="72"/>
                </a:cubicBezTo>
                <a:cubicBezTo>
                  <a:pt x="370" y="120"/>
                  <a:pt x="348" y="163"/>
                  <a:pt x="316" y="202"/>
                </a:cubicBezTo>
                <a:cubicBezTo>
                  <a:pt x="326" y="203"/>
                  <a:pt x="334" y="207"/>
                  <a:pt x="342" y="214"/>
                </a:cubicBezTo>
                <a:cubicBezTo>
                  <a:pt x="349" y="222"/>
                  <a:pt x="353" y="231"/>
                  <a:pt x="353" y="243"/>
                </a:cubicBezTo>
                <a:cubicBezTo>
                  <a:pt x="353" y="254"/>
                  <a:pt x="349" y="264"/>
                  <a:pt x="342" y="272"/>
                </a:cubicBezTo>
                <a:cubicBezTo>
                  <a:pt x="341" y="272"/>
                  <a:pt x="341" y="272"/>
                  <a:pt x="341" y="272"/>
                </a:cubicBezTo>
                <a:cubicBezTo>
                  <a:pt x="333" y="280"/>
                  <a:pt x="324" y="284"/>
                  <a:pt x="313" y="284"/>
                </a:cubicBezTo>
                <a:cubicBezTo>
                  <a:pt x="302" y="284"/>
                  <a:pt x="292" y="280"/>
                  <a:pt x="284" y="272"/>
                </a:cubicBezTo>
                <a:cubicBezTo>
                  <a:pt x="284" y="272"/>
                  <a:pt x="284" y="272"/>
                  <a:pt x="284" y="272"/>
                </a:cubicBezTo>
                <a:cubicBezTo>
                  <a:pt x="277" y="265"/>
                  <a:pt x="273" y="256"/>
                  <a:pt x="272" y="246"/>
                </a:cubicBezTo>
                <a:cubicBezTo>
                  <a:pt x="261" y="256"/>
                  <a:pt x="249" y="264"/>
                  <a:pt x="236" y="272"/>
                </a:cubicBezTo>
                <a:cubicBezTo>
                  <a:pt x="188" y="302"/>
                  <a:pt x="134" y="317"/>
                  <a:pt x="73" y="318"/>
                </a:cubicBezTo>
                <a:close/>
              </a:path>
            </a:pathLst>
          </a:custGeom>
          <a:solidFill>
            <a:schemeClr val="accent6"/>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7" name="Freeform 29"/>
          <p:cNvSpPr/>
          <p:nvPr/>
        </p:nvSpPr>
        <p:spPr bwMode="auto">
          <a:xfrm>
            <a:off x="1078755" y="2187873"/>
            <a:ext cx="1525585" cy="1860672"/>
          </a:xfrm>
          <a:custGeom>
            <a:avLst/>
            <a:gdLst/>
            <a:ahLst/>
            <a:cxnLst>
              <a:cxn ang="0">
                <a:pos x="172" y="72"/>
              </a:cxn>
              <a:cxn ang="0">
                <a:pos x="172" y="73"/>
              </a:cxn>
              <a:cxn ang="0">
                <a:pos x="214" y="176"/>
              </a:cxn>
              <a:cxn ang="0">
                <a:pos x="318" y="219"/>
              </a:cxn>
              <a:cxn ang="0">
                <a:pos x="320" y="219"/>
              </a:cxn>
              <a:cxn ang="0">
                <a:pos x="320" y="264"/>
              </a:cxn>
              <a:cxn ang="0">
                <a:pos x="317" y="261"/>
              </a:cxn>
              <a:cxn ang="0">
                <a:pos x="288" y="249"/>
              </a:cxn>
              <a:cxn ang="0">
                <a:pos x="259" y="261"/>
              </a:cxn>
              <a:cxn ang="0">
                <a:pos x="247" y="290"/>
              </a:cxn>
              <a:cxn ang="0">
                <a:pos x="259" y="319"/>
              </a:cxn>
              <a:cxn ang="0">
                <a:pos x="288" y="331"/>
              </a:cxn>
              <a:cxn ang="0">
                <a:pos x="317" y="319"/>
              </a:cxn>
              <a:cxn ang="0">
                <a:pos x="320" y="315"/>
              </a:cxn>
              <a:cxn ang="0">
                <a:pos x="320" y="390"/>
              </a:cxn>
              <a:cxn ang="0">
                <a:pos x="318" y="390"/>
              </a:cxn>
              <a:cxn ang="0">
                <a:pos x="117" y="319"/>
              </a:cxn>
              <a:cxn ang="0">
                <a:pos x="119" y="317"/>
              </a:cxn>
              <a:cxn ang="0">
                <a:pos x="151" y="303"/>
              </a:cxn>
              <a:cxn ang="0">
                <a:pos x="164" y="272"/>
              </a:cxn>
              <a:cxn ang="0">
                <a:pos x="151" y="240"/>
              </a:cxn>
              <a:cxn ang="0">
                <a:pos x="119" y="227"/>
              </a:cxn>
              <a:cxn ang="0">
                <a:pos x="87" y="240"/>
              </a:cxn>
              <a:cxn ang="0">
                <a:pos x="74" y="272"/>
              </a:cxn>
              <a:cxn ang="0">
                <a:pos x="72" y="274"/>
              </a:cxn>
              <a:cxn ang="0">
                <a:pos x="0" y="72"/>
              </a:cxn>
              <a:cxn ang="0">
                <a:pos x="0" y="72"/>
              </a:cxn>
              <a:cxn ang="0">
                <a:pos x="74" y="72"/>
              </a:cxn>
              <a:cxn ang="0">
                <a:pos x="71" y="69"/>
              </a:cxn>
              <a:cxn ang="0">
                <a:pos x="59" y="40"/>
              </a:cxn>
              <a:cxn ang="0">
                <a:pos x="71" y="11"/>
              </a:cxn>
              <a:cxn ang="0">
                <a:pos x="100" y="0"/>
              </a:cxn>
              <a:cxn ang="0">
                <a:pos x="129" y="11"/>
              </a:cxn>
              <a:cxn ang="0">
                <a:pos x="141" y="40"/>
              </a:cxn>
              <a:cxn ang="0">
                <a:pos x="129" y="69"/>
              </a:cxn>
              <a:cxn ang="0">
                <a:pos x="126" y="72"/>
              </a:cxn>
              <a:cxn ang="0">
                <a:pos x="172" y="72"/>
              </a:cxn>
            </a:cxnLst>
            <a:rect l="0" t="0" r="r" b="b"/>
            <a:pathLst>
              <a:path w="320" h="390">
                <a:moveTo>
                  <a:pt x="172" y="72"/>
                </a:moveTo>
                <a:cubicBezTo>
                  <a:pt x="172" y="72"/>
                  <a:pt x="172" y="72"/>
                  <a:pt x="172" y="73"/>
                </a:cubicBezTo>
                <a:cubicBezTo>
                  <a:pt x="172" y="113"/>
                  <a:pt x="186" y="147"/>
                  <a:pt x="214" y="176"/>
                </a:cubicBezTo>
                <a:cubicBezTo>
                  <a:pt x="243" y="205"/>
                  <a:pt x="277" y="219"/>
                  <a:pt x="318" y="219"/>
                </a:cubicBezTo>
                <a:cubicBezTo>
                  <a:pt x="319" y="219"/>
                  <a:pt x="320" y="219"/>
                  <a:pt x="320" y="219"/>
                </a:cubicBezTo>
                <a:cubicBezTo>
                  <a:pt x="320" y="264"/>
                  <a:pt x="320" y="264"/>
                  <a:pt x="320" y="264"/>
                </a:cubicBezTo>
                <a:cubicBezTo>
                  <a:pt x="319" y="263"/>
                  <a:pt x="318" y="262"/>
                  <a:pt x="317" y="261"/>
                </a:cubicBezTo>
                <a:cubicBezTo>
                  <a:pt x="309" y="253"/>
                  <a:pt x="300" y="249"/>
                  <a:pt x="288" y="249"/>
                </a:cubicBezTo>
                <a:cubicBezTo>
                  <a:pt x="277" y="249"/>
                  <a:pt x="267" y="253"/>
                  <a:pt x="259" y="261"/>
                </a:cubicBezTo>
                <a:cubicBezTo>
                  <a:pt x="251" y="269"/>
                  <a:pt x="247" y="278"/>
                  <a:pt x="247" y="290"/>
                </a:cubicBezTo>
                <a:cubicBezTo>
                  <a:pt x="247" y="301"/>
                  <a:pt x="251" y="311"/>
                  <a:pt x="259" y="319"/>
                </a:cubicBezTo>
                <a:cubicBezTo>
                  <a:pt x="267" y="327"/>
                  <a:pt x="277" y="331"/>
                  <a:pt x="288" y="331"/>
                </a:cubicBezTo>
                <a:cubicBezTo>
                  <a:pt x="300" y="331"/>
                  <a:pt x="309" y="327"/>
                  <a:pt x="317" y="319"/>
                </a:cubicBezTo>
                <a:cubicBezTo>
                  <a:pt x="318" y="317"/>
                  <a:pt x="319" y="316"/>
                  <a:pt x="320" y="315"/>
                </a:cubicBezTo>
                <a:cubicBezTo>
                  <a:pt x="320" y="390"/>
                  <a:pt x="320" y="390"/>
                  <a:pt x="320" y="390"/>
                </a:cubicBezTo>
                <a:cubicBezTo>
                  <a:pt x="319" y="390"/>
                  <a:pt x="319" y="390"/>
                  <a:pt x="318" y="390"/>
                </a:cubicBezTo>
                <a:cubicBezTo>
                  <a:pt x="241" y="390"/>
                  <a:pt x="174" y="366"/>
                  <a:pt x="117" y="319"/>
                </a:cubicBezTo>
                <a:cubicBezTo>
                  <a:pt x="119" y="317"/>
                  <a:pt x="119" y="317"/>
                  <a:pt x="119" y="317"/>
                </a:cubicBezTo>
                <a:cubicBezTo>
                  <a:pt x="132" y="317"/>
                  <a:pt x="142" y="312"/>
                  <a:pt x="151" y="303"/>
                </a:cubicBezTo>
                <a:cubicBezTo>
                  <a:pt x="160" y="295"/>
                  <a:pt x="164" y="284"/>
                  <a:pt x="164" y="272"/>
                </a:cubicBezTo>
                <a:cubicBezTo>
                  <a:pt x="164" y="259"/>
                  <a:pt x="160" y="249"/>
                  <a:pt x="151" y="240"/>
                </a:cubicBezTo>
                <a:cubicBezTo>
                  <a:pt x="142" y="231"/>
                  <a:pt x="132" y="227"/>
                  <a:pt x="119" y="227"/>
                </a:cubicBezTo>
                <a:cubicBezTo>
                  <a:pt x="107" y="227"/>
                  <a:pt x="96" y="231"/>
                  <a:pt x="87" y="240"/>
                </a:cubicBezTo>
                <a:cubicBezTo>
                  <a:pt x="79" y="249"/>
                  <a:pt x="74" y="259"/>
                  <a:pt x="74" y="272"/>
                </a:cubicBezTo>
                <a:cubicBezTo>
                  <a:pt x="72" y="274"/>
                  <a:pt x="72" y="274"/>
                  <a:pt x="72" y="274"/>
                </a:cubicBezTo>
                <a:cubicBezTo>
                  <a:pt x="24" y="217"/>
                  <a:pt x="0" y="149"/>
                  <a:pt x="0" y="72"/>
                </a:cubicBezTo>
                <a:cubicBezTo>
                  <a:pt x="0" y="72"/>
                  <a:pt x="0" y="72"/>
                  <a:pt x="0" y="72"/>
                </a:cubicBezTo>
                <a:cubicBezTo>
                  <a:pt x="74" y="72"/>
                  <a:pt x="74" y="72"/>
                  <a:pt x="74" y="72"/>
                </a:cubicBezTo>
                <a:cubicBezTo>
                  <a:pt x="73" y="71"/>
                  <a:pt x="72" y="70"/>
                  <a:pt x="71" y="69"/>
                </a:cubicBezTo>
                <a:cubicBezTo>
                  <a:pt x="63" y="61"/>
                  <a:pt x="59" y="52"/>
                  <a:pt x="59" y="40"/>
                </a:cubicBezTo>
                <a:cubicBezTo>
                  <a:pt x="59" y="29"/>
                  <a:pt x="63" y="19"/>
                  <a:pt x="71" y="11"/>
                </a:cubicBezTo>
                <a:cubicBezTo>
                  <a:pt x="79" y="4"/>
                  <a:pt x="89" y="0"/>
                  <a:pt x="100" y="0"/>
                </a:cubicBezTo>
                <a:cubicBezTo>
                  <a:pt x="111" y="0"/>
                  <a:pt x="121" y="4"/>
                  <a:pt x="129" y="11"/>
                </a:cubicBezTo>
                <a:cubicBezTo>
                  <a:pt x="137" y="19"/>
                  <a:pt x="141" y="29"/>
                  <a:pt x="141" y="40"/>
                </a:cubicBezTo>
                <a:cubicBezTo>
                  <a:pt x="141" y="52"/>
                  <a:pt x="137" y="61"/>
                  <a:pt x="129" y="69"/>
                </a:cubicBezTo>
                <a:cubicBezTo>
                  <a:pt x="128" y="70"/>
                  <a:pt x="127" y="71"/>
                  <a:pt x="126" y="72"/>
                </a:cubicBezTo>
                <a:lnTo>
                  <a:pt x="172" y="72"/>
                </a:lnTo>
                <a:close/>
              </a:path>
            </a:pathLst>
          </a:custGeom>
          <a:solidFill>
            <a:schemeClr val="accent1"/>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8" name="Freeform 30"/>
          <p:cNvSpPr/>
          <p:nvPr/>
        </p:nvSpPr>
        <p:spPr bwMode="auto">
          <a:xfrm>
            <a:off x="1078755" y="1018189"/>
            <a:ext cx="1860672" cy="1513098"/>
          </a:xfrm>
          <a:custGeom>
            <a:avLst/>
            <a:gdLst/>
            <a:ahLst/>
            <a:cxnLst>
              <a:cxn ang="0">
                <a:pos x="172" y="317"/>
              </a:cxn>
              <a:cxn ang="0">
                <a:pos x="126" y="317"/>
              </a:cxn>
              <a:cxn ang="0">
                <a:pos x="129" y="314"/>
              </a:cxn>
              <a:cxn ang="0">
                <a:pos x="141" y="285"/>
              </a:cxn>
              <a:cxn ang="0">
                <a:pos x="129" y="256"/>
              </a:cxn>
              <a:cxn ang="0">
                <a:pos x="100" y="245"/>
              </a:cxn>
              <a:cxn ang="0">
                <a:pos x="71" y="256"/>
              </a:cxn>
              <a:cxn ang="0">
                <a:pos x="59" y="285"/>
              </a:cxn>
              <a:cxn ang="0">
                <a:pos x="71" y="314"/>
              </a:cxn>
              <a:cxn ang="0">
                <a:pos x="74" y="317"/>
              </a:cxn>
              <a:cxn ang="0">
                <a:pos x="0" y="317"/>
              </a:cxn>
              <a:cxn ang="0">
                <a:pos x="74" y="114"/>
              </a:cxn>
              <a:cxn ang="0">
                <a:pos x="72" y="114"/>
              </a:cxn>
              <a:cxn ang="0">
                <a:pos x="43" y="102"/>
              </a:cxn>
              <a:cxn ang="0">
                <a:pos x="31" y="73"/>
              </a:cxn>
              <a:cxn ang="0">
                <a:pos x="43" y="44"/>
              </a:cxn>
              <a:cxn ang="0">
                <a:pos x="72" y="32"/>
              </a:cxn>
              <a:cxn ang="0">
                <a:pos x="101" y="44"/>
              </a:cxn>
              <a:cxn ang="0">
                <a:pos x="113" y="73"/>
              </a:cxn>
              <a:cxn ang="0">
                <a:pos x="113" y="75"/>
              </a:cxn>
              <a:cxn ang="0">
                <a:pos x="318" y="0"/>
              </a:cxn>
              <a:cxn ang="0">
                <a:pos x="320" y="0"/>
              </a:cxn>
              <a:cxn ang="0">
                <a:pos x="320" y="70"/>
              </a:cxn>
              <a:cxn ang="0">
                <a:pos x="349" y="58"/>
              </a:cxn>
              <a:cxn ang="0">
                <a:pos x="378" y="70"/>
              </a:cxn>
              <a:cxn ang="0">
                <a:pos x="390" y="99"/>
              </a:cxn>
              <a:cxn ang="0">
                <a:pos x="378" y="128"/>
              </a:cxn>
              <a:cxn ang="0">
                <a:pos x="349" y="140"/>
              </a:cxn>
              <a:cxn ang="0">
                <a:pos x="320" y="128"/>
              </a:cxn>
              <a:cxn ang="0">
                <a:pos x="320" y="171"/>
              </a:cxn>
              <a:cxn ang="0">
                <a:pos x="318" y="171"/>
              </a:cxn>
              <a:cxn ang="0">
                <a:pos x="214" y="214"/>
              </a:cxn>
              <a:cxn ang="0">
                <a:pos x="172" y="317"/>
              </a:cxn>
            </a:cxnLst>
            <a:rect l="0" t="0" r="r" b="b"/>
            <a:pathLst>
              <a:path w="390" h="317">
                <a:moveTo>
                  <a:pt x="172" y="317"/>
                </a:moveTo>
                <a:cubicBezTo>
                  <a:pt x="126" y="317"/>
                  <a:pt x="126" y="317"/>
                  <a:pt x="126" y="317"/>
                </a:cubicBezTo>
                <a:cubicBezTo>
                  <a:pt x="127" y="316"/>
                  <a:pt x="128" y="315"/>
                  <a:pt x="129" y="314"/>
                </a:cubicBezTo>
                <a:cubicBezTo>
                  <a:pt x="137" y="306"/>
                  <a:pt x="141" y="297"/>
                  <a:pt x="141" y="285"/>
                </a:cubicBezTo>
                <a:cubicBezTo>
                  <a:pt x="141" y="274"/>
                  <a:pt x="137" y="264"/>
                  <a:pt x="129" y="256"/>
                </a:cubicBezTo>
                <a:cubicBezTo>
                  <a:pt x="121" y="249"/>
                  <a:pt x="111" y="245"/>
                  <a:pt x="100" y="245"/>
                </a:cubicBezTo>
                <a:cubicBezTo>
                  <a:pt x="89" y="245"/>
                  <a:pt x="79" y="249"/>
                  <a:pt x="71" y="256"/>
                </a:cubicBezTo>
                <a:cubicBezTo>
                  <a:pt x="63" y="264"/>
                  <a:pt x="59" y="274"/>
                  <a:pt x="59" y="285"/>
                </a:cubicBezTo>
                <a:cubicBezTo>
                  <a:pt x="59" y="297"/>
                  <a:pt x="63" y="306"/>
                  <a:pt x="71" y="314"/>
                </a:cubicBezTo>
                <a:cubicBezTo>
                  <a:pt x="72" y="315"/>
                  <a:pt x="73" y="316"/>
                  <a:pt x="74" y="317"/>
                </a:cubicBezTo>
                <a:cubicBezTo>
                  <a:pt x="0" y="317"/>
                  <a:pt x="0" y="317"/>
                  <a:pt x="0" y="317"/>
                </a:cubicBezTo>
                <a:cubicBezTo>
                  <a:pt x="0" y="239"/>
                  <a:pt x="25" y="171"/>
                  <a:pt x="74" y="114"/>
                </a:cubicBezTo>
                <a:cubicBezTo>
                  <a:pt x="73" y="114"/>
                  <a:pt x="73" y="114"/>
                  <a:pt x="72" y="114"/>
                </a:cubicBezTo>
                <a:cubicBezTo>
                  <a:pt x="61" y="114"/>
                  <a:pt x="51" y="110"/>
                  <a:pt x="43" y="102"/>
                </a:cubicBezTo>
                <a:cubicBezTo>
                  <a:pt x="35" y="94"/>
                  <a:pt x="31" y="84"/>
                  <a:pt x="31" y="73"/>
                </a:cubicBezTo>
                <a:cubicBezTo>
                  <a:pt x="31" y="62"/>
                  <a:pt x="35" y="52"/>
                  <a:pt x="43" y="44"/>
                </a:cubicBezTo>
                <a:cubicBezTo>
                  <a:pt x="51" y="36"/>
                  <a:pt x="61" y="32"/>
                  <a:pt x="72" y="32"/>
                </a:cubicBezTo>
                <a:cubicBezTo>
                  <a:pt x="83" y="32"/>
                  <a:pt x="93" y="36"/>
                  <a:pt x="101" y="44"/>
                </a:cubicBezTo>
                <a:cubicBezTo>
                  <a:pt x="109" y="52"/>
                  <a:pt x="113" y="62"/>
                  <a:pt x="113" y="73"/>
                </a:cubicBezTo>
                <a:cubicBezTo>
                  <a:pt x="113" y="74"/>
                  <a:pt x="113" y="74"/>
                  <a:pt x="113" y="75"/>
                </a:cubicBezTo>
                <a:cubicBezTo>
                  <a:pt x="170" y="25"/>
                  <a:pt x="239" y="0"/>
                  <a:pt x="318" y="0"/>
                </a:cubicBezTo>
                <a:cubicBezTo>
                  <a:pt x="319" y="0"/>
                  <a:pt x="319" y="0"/>
                  <a:pt x="320" y="0"/>
                </a:cubicBezTo>
                <a:cubicBezTo>
                  <a:pt x="320" y="70"/>
                  <a:pt x="320" y="70"/>
                  <a:pt x="320" y="70"/>
                </a:cubicBezTo>
                <a:cubicBezTo>
                  <a:pt x="328" y="62"/>
                  <a:pt x="338" y="58"/>
                  <a:pt x="349" y="58"/>
                </a:cubicBezTo>
                <a:cubicBezTo>
                  <a:pt x="361" y="58"/>
                  <a:pt x="370" y="62"/>
                  <a:pt x="378" y="70"/>
                </a:cubicBezTo>
                <a:cubicBezTo>
                  <a:pt x="386" y="78"/>
                  <a:pt x="390" y="88"/>
                  <a:pt x="390" y="99"/>
                </a:cubicBezTo>
                <a:cubicBezTo>
                  <a:pt x="390" y="110"/>
                  <a:pt x="386" y="120"/>
                  <a:pt x="378" y="128"/>
                </a:cubicBezTo>
                <a:cubicBezTo>
                  <a:pt x="370" y="136"/>
                  <a:pt x="361" y="140"/>
                  <a:pt x="349" y="140"/>
                </a:cubicBezTo>
                <a:cubicBezTo>
                  <a:pt x="338" y="140"/>
                  <a:pt x="328" y="136"/>
                  <a:pt x="320" y="128"/>
                </a:cubicBezTo>
                <a:cubicBezTo>
                  <a:pt x="320" y="171"/>
                  <a:pt x="320" y="171"/>
                  <a:pt x="320" y="171"/>
                </a:cubicBezTo>
                <a:cubicBezTo>
                  <a:pt x="320" y="171"/>
                  <a:pt x="319" y="171"/>
                  <a:pt x="318" y="171"/>
                </a:cubicBezTo>
                <a:cubicBezTo>
                  <a:pt x="277" y="171"/>
                  <a:pt x="243" y="186"/>
                  <a:pt x="214" y="214"/>
                </a:cubicBezTo>
                <a:cubicBezTo>
                  <a:pt x="186" y="242"/>
                  <a:pt x="172" y="277"/>
                  <a:pt x="172" y="317"/>
                </a:cubicBezTo>
                <a:close/>
              </a:path>
            </a:pathLst>
          </a:custGeom>
          <a:solidFill>
            <a:schemeClr val="accent2"/>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63" name="Freeform 129"/>
          <p:cNvSpPr/>
          <p:nvPr/>
        </p:nvSpPr>
        <p:spPr bwMode="auto">
          <a:xfrm>
            <a:off x="1613574" y="1608095"/>
            <a:ext cx="327637" cy="400745"/>
          </a:xfrm>
          <a:custGeom>
            <a:avLst/>
            <a:gdLst/>
            <a:ahLst/>
            <a:cxnLst>
              <a:cxn ang="0">
                <a:pos x="53" y="58"/>
              </a:cxn>
              <a:cxn ang="0">
                <a:pos x="36" y="58"/>
              </a:cxn>
              <a:cxn ang="0">
                <a:pos x="36" y="65"/>
              </a:cxn>
              <a:cxn ang="0">
                <a:pos x="34" y="68"/>
              </a:cxn>
              <a:cxn ang="0">
                <a:pos x="22" y="68"/>
              </a:cxn>
              <a:cxn ang="0">
                <a:pos x="20" y="65"/>
              </a:cxn>
              <a:cxn ang="0">
                <a:pos x="20" y="58"/>
              </a:cxn>
              <a:cxn ang="0">
                <a:pos x="2" y="58"/>
              </a:cxn>
              <a:cxn ang="0">
                <a:pos x="0" y="56"/>
              </a:cxn>
              <a:cxn ang="0">
                <a:pos x="1" y="54"/>
              </a:cxn>
              <a:cxn ang="0">
                <a:pos x="16" y="39"/>
              </a:cxn>
              <a:cxn ang="0">
                <a:pos x="7" y="39"/>
              </a:cxn>
              <a:cxn ang="0">
                <a:pos x="5" y="36"/>
              </a:cxn>
              <a:cxn ang="0">
                <a:pos x="6" y="34"/>
              </a:cxn>
              <a:cxn ang="0">
                <a:pos x="21" y="19"/>
              </a:cxn>
              <a:cxn ang="0">
                <a:pos x="13" y="19"/>
              </a:cxn>
              <a:cxn ang="0">
                <a:pos x="11" y="17"/>
              </a:cxn>
              <a:cxn ang="0">
                <a:pos x="12" y="15"/>
              </a:cxn>
              <a:cxn ang="0">
                <a:pos x="26" y="0"/>
              </a:cxn>
              <a:cxn ang="0">
                <a:pos x="28" y="0"/>
              </a:cxn>
              <a:cxn ang="0">
                <a:pos x="30" y="0"/>
              </a:cxn>
              <a:cxn ang="0">
                <a:pos x="44" y="15"/>
              </a:cxn>
              <a:cxn ang="0">
                <a:pos x="45" y="17"/>
              </a:cxn>
              <a:cxn ang="0">
                <a:pos x="42" y="19"/>
              </a:cxn>
              <a:cxn ang="0">
                <a:pos x="35" y="19"/>
              </a:cxn>
              <a:cxn ang="0">
                <a:pos x="50" y="34"/>
              </a:cxn>
              <a:cxn ang="0">
                <a:pos x="51" y="36"/>
              </a:cxn>
              <a:cxn ang="0">
                <a:pos x="49" y="39"/>
              </a:cxn>
              <a:cxn ang="0">
                <a:pos x="40" y="39"/>
              </a:cxn>
              <a:cxn ang="0">
                <a:pos x="55" y="54"/>
              </a:cxn>
              <a:cxn ang="0">
                <a:pos x="56" y="56"/>
              </a:cxn>
              <a:cxn ang="0">
                <a:pos x="53" y="58"/>
              </a:cxn>
            </a:cxnLst>
            <a:rect l="0" t="0" r="r" b="b"/>
            <a:pathLst>
              <a:path w="56" h="68">
                <a:moveTo>
                  <a:pt x="53" y="58"/>
                </a:moveTo>
                <a:cubicBezTo>
                  <a:pt x="36" y="58"/>
                  <a:pt x="36" y="58"/>
                  <a:pt x="36" y="58"/>
                </a:cubicBezTo>
                <a:cubicBezTo>
                  <a:pt x="36" y="60"/>
                  <a:pt x="36" y="63"/>
                  <a:pt x="36" y="65"/>
                </a:cubicBezTo>
                <a:cubicBezTo>
                  <a:pt x="36" y="67"/>
                  <a:pt x="35" y="68"/>
                  <a:pt x="34" y="68"/>
                </a:cubicBezTo>
                <a:cubicBezTo>
                  <a:pt x="22" y="68"/>
                  <a:pt x="22" y="68"/>
                  <a:pt x="22" y="68"/>
                </a:cubicBezTo>
                <a:cubicBezTo>
                  <a:pt x="21" y="68"/>
                  <a:pt x="20" y="67"/>
                  <a:pt x="20" y="65"/>
                </a:cubicBezTo>
                <a:cubicBezTo>
                  <a:pt x="20" y="63"/>
                  <a:pt x="20" y="60"/>
                  <a:pt x="20" y="58"/>
                </a:cubicBezTo>
                <a:cubicBezTo>
                  <a:pt x="2" y="58"/>
                  <a:pt x="2" y="58"/>
                  <a:pt x="2" y="58"/>
                </a:cubicBezTo>
                <a:cubicBezTo>
                  <a:pt x="1" y="58"/>
                  <a:pt x="0" y="57"/>
                  <a:pt x="0" y="56"/>
                </a:cubicBezTo>
                <a:cubicBezTo>
                  <a:pt x="0" y="55"/>
                  <a:pt x="0" y="54"/>
                  <a:pt x="1" y="54"/>
                </a:cubicBezTo>
                <a:cubicBezTo>
                  <a:pt x="16" y="39"/>
                  <a:pt x="16" y="39"/>
                  <a:pt x="16" y="39"/>
                </a:cubicBezTo>
                <a:cubicBezTo>
                  <a:pt x="7" y="39"/>
                  <a:pt x="7" y="39"/>
                  <a:pt x="7" y="39"/>
                </a:cubicBezTo>
                <a:cubicBezTo>
                  <a:pt x="6" y="39"/>
                  <a:pt x="5" y="37"/>
                  <a:pt x="5" y="36"/>
                </a:cubicBezTo>
                <a:cubicBezTo>
                  <a:pt x="5" y="35"/>
                  <a:pt x="5" y="35"/>
                  <a:pt x="6" y="34"/>
                </a:cubicBezTo>
                <a:cubicBezTo>
                  <a:pt x="21" y="19"/>
                  <a:pt x="21" y="19"/>
                  <a:pt x="21" y="19"/>
                </a:cubicBezTo>
                <a:cubicBezTo>
                  <a:pt x="13" y="19"/>
                  <a:pt x="13" y="19"/>
                  <a:pt x="13" y="19"/>
                </a:cubicBezTo>
                <a:cubicBezTo>
                  <a:pt x="12" y="19"/>
                  <a:pt x="11" y="18"/>
                  <a:pt x="11" y="17"/>
                </a:cubicBezTo>
                <a:cubicBezTo>
                  <a:pt x="11" y="16"/>
                  <a:pt x="11" y="15"/>
                  <a:pt x="12" y="15"/>
                </a:cubicBezTo>
                <a:cubicBezTo>
                  <a:pt x="26" y="0"/>
                  <a:pt x="26" y="0"/>
                  <a:pt x="26" y="0"/>
                </a:cubicBezTo>
                <a:cubicBezTo>
                  <a:pt x="27" y="0"/>
                  <a:pt x="27" y="0"/>
                  <a:pt x="28" y="0"/>
                </a:cubicBezTo>
                <a:cubicBezTo>
                  <a:pt x="29" y="0"/>
                  <a:pt x="29" y="0"/>
                  <a:pt x="30" y="0"/>
                </a:cubicBezTo>
                <a:cubicBezTo>
                  <a:pt x="44" y="15"/>
                  <a:pt x="44" y="15"/>
                  <a:pt x="44" y="15"/>
                </a:cubicBezTo>
                <a:cubicBezTo>
                  <a:pt x="45" y="15"/>
                  <a:pt x="45" y="16"/>
                  <a:pt x="45" y="17"/>
                </a:cubicBezTo>
                <a:cubicBezTo>
                  <a:pt x="45" y="18"/>
                  <a:pt x="44" y="19"/>
                  <a:pt x="42" y="19"/>
                </a:cubicBezTo>
                <a:cubicBezTo>
                  <a:pt x="35" y="19"/>
                  <a:pt x="35" y="19"/>
                  <a:pt x="35" y="19"/>
                </a:cubicBezTo>
                <a:cubicBezTo>
                  <a:pt x="50" y="34"/>
                  <a:pt x="50" y="34"/>
                  <a:pt x="50" y="34"/>
                </a:cubicBezTo>
                <a:cubicBezTo>
                  <a:pt x="51" y="35"/>
                  <a:pt x="51" y="35"/>
                  <a:pt x="51" y="36"/>
                </a:cubicBezTo>
                <a:cubicBezTo>
                  <a:pt x="51" y="37"/>
                  <a:pt x="50" y="39"/>
                  <a:pt x="49" y="39"/>
                </a:cubicBezTo>
                <a:cubicBezTo>
                  <a:pt x="40" y="39"/>
                  <a:pt x="40" y="39"/>
                  <a:pt x="40" y="39"/>
                </a:cubicBezTo>
                <a:cubicBezTo>
                  <a:pt x="55" y="54"/>
                  <a:pt x="55" y="54"/>
                  <a:pt x="55" y="54"/>
                </a:cubicBezTo>
                <a:cubicBezTo>
                  <a:pt x="56" y="54"/>
                  <a:pt x="56" y="55"/>
                  <a:pt x="56" y="56"/>
                </a:cubicBezTo>
                <a:cubicBezTo>
                  <a:pt x="56" y="57"/>
                  <a:pt x="55" y="58"/>
                  <a:pt x="53" y="58"/>
                </a:cubicBezTo>
                <a:close/>
              </a:path>
            </a:pathLst>
          </a:custGeom>
          <a:solidFill>
            <a:schemeClr val="bg2"/>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64" name="Freeform 182"/>
          <p:cNvSpPr>
            <a:spLocks noEditPoints="1"/>
          </p:cNvSpPr>
          <p:nvPr/>
        </p:nvSpPr>
        <p:spPr bwMode="auto">
          <a:xfrm>
            <a:off x="1395942" y="2702628"/>
            <a:ext cx="448060" cy="418624"/>
          </a:xfrm>
          <a:custGeom>
            <a:avLst/>
            <a:gdLst/>
            <a:ahLst/>
            <a:cxnLst>
              <a:cxn ang="0">
                <a:pos x="70" y="24"/>
              </a:cxn>
              <a:cxn ang="0">
                <a:pos x="29" y="50"/>
              </a:cxn>
              <a:cxn ang="0">
                <a:pos x="0" y="26"/>
              </a:cxn>
              <a:cxn ang="0">
                <a:pos x="42" y="0"/>
              </a:cxn>
              <a:cxn ang="0">
                <a:pos x="70" y="24"/>
              </a:cxn>
              <a:cxn ang="0">
                <a:pos x="70" y="74"/>
              </a:cxn>
              <a:cxn ang="0">
                <a:pos x="42" y="98"/>
              </a:cxn>
              <a:cxn ang="0">
                <a:pos x="0" y="72"/>
              </a:cxn>
              <a:cxn ang="0">
                <a:pos x="29" y="50"/>
              </a:cxn>
              <a:cxn ang="0">
                <a:pos x="70" y="74"/>
              </a:cxn>
              <a:cxn ang="0">
                <a:pos x="109" y="104"/>
              </a:cxn>
              <a:cxn ang="0">
                <a:pos x="70" y="128"/>
              </a:cxn>
              <a:cxn ang="0">
                <a:pos x="70" y="128"/>
              </a:cxn>
              <a:cxn ang="0">
                <a:pos x="70" y="128"/>
              </a:cxn>
              <a:cxn ang="0">
                <a:pos x="70" y="128"/>
              </a:cxn>
              <a:cxn ang="0">
                <a:pos x="70" y="128"/>
              </a:cxn>
              <a:cxn ang="0">
                <a:pos x="29" y="104"/>
              </a:cxn>
              <a:cxn ang="0">
                <a:pos x="29" y="95"/>
              </a:cxn>
              <a:cxn ang="0">
                <a:pos x="42" y="102"/>
              </a:cxn>
              <a:cxn ang="0">
                <a:pos x="70" y="78"/>
              </a:cxn>
              <a:cxn ang="0">
                <a:pos x="70" y="78"/>
              </a:cxn>
              <a:cxn ang="0">
                <a:pos x="70" y="78"/>
              </a:cxn>
              <a:cxn ang="0">
                <a:pos x="70" y="78"/>
              </a:cxn>
              <a:cxn ang="0">
                <a:pos x="70" y="78"/>
              </a:cxn>
              <a:cxn ang="0">
                <a:pos x="98" y="102"/>
              </a:cxn>
              <a:cxn ang="0">
                <a:pos x="109" y="95"/>
              </a:cxn>
              <a:cxn ang="0">
                <a:pos x="109" y="104"/>
              </a:cxn>
              <a:cxn ang="0">
                <a:pos x="137" y="26"/>
              </a:cxn>
              <a:cxn ang="0">
                <a:pos x="111" y="50"/>
              </a:cxn>
              <a:cxn ang="0">
                <a:pos x="70" y="24"/>
              </a:cxn>
              <a:cxn ang="0">
                <a:pos x="98" y="0"/>
              </a:cxn>
              <a:cxn ang="0">
                <a:pos x="137" y="26"/>
              </a:cxn>
              <a:cxn ang="0">
                <a:pos x="137" y="72"/>
              </a:cxn>
              <a:cxn ang="0">
                <a:pos x="98" y="98"/>
              </a:cxn>
              <a:cxn ang="0">
                <a:pos x="70" y="74"/>
              </a:cxn>
              <a:cxn ang="0">
                <a:pos x="111" y="50"/>
              </a:cxn>
              <a:cxn ang="0">
                <a:pos x="137" y="72"/>
              </a:cxn>
            </a:cxnLst>
            <a:rect l="0" t="0" r="r" b="b"/>
            <a:pathLst>
              <a:path w="137" h="128">
                <a:moveTo>
                  <a:pt x="70" y="24"/>
                </a:moveTo>
                <a:lnTo>
                  <a:pt x="29" y="50"/>
                </a:lnTo>
                <a:lnTo>
                  <a:pt x="0" y="26"/>
                </a:lnTo>
                <a:lnTo>
                  <a:pt x="42" y="0"/>
                </a:lnTo>
                <a:lnTo>
                  <a:pt x="70" y="24"/>
                </a:lnTo>
                <a:close/>
                <a:moveTo>
                  <a:pt x="70" y="74"/>
                </a:moveTo>
                <a:lnTo>
                  <a:pt x="42" y="98"/>
                </a:lnTo>
                <a:lnTo>
                  <a:pt x="0" y="72"/>
                </a:lnTo>
                <a:lnTo>
                  <a:pt x="29" y="50"/>
                </a:lnTo>
                <a:lnTo>
                  <a:pt x="70" y="74"/>
                </a:lnTo>
                <a:close/>
                <a:moveTo>
                  <a:pt x="109" y="104"/>
                </a:moveTo>
                <a:lnTo>
                  <a:pt x="70" y="128"/>
                </a:lnTo>
                <a:lnTo>
                  <a:pt x="70" y="128"/>
                </a:lnTo>
                <a:lnTo>
                  <a:pt x="70" y="128"/>
                </a:lnTo>
                <a:lnTo>
                  <a:pt x="70" y="128"/>
                </a:lnTo>
                <a:lnTo>
                  <a:pt x="70" y="128"/>
                </a:lnTo>
                <a:lnTo>
                  <a:pt x="29" y="104"/>
                </a:lnTo>
                <a:lnTo>
                  <a:pt x="29" y="95"/>
                </a:lnTo>
                <a:lnTo>
                  <a:pt x="42" y="102"/>
                </a:lnTo>
                <a:lnTo>
                  <a:pt x="70" y="78"/>
                </a:lnTo>
                <a:lnTo>
                  <a:pt x="70" y="78"/>
                </a:lnTo>
                <a:lnTo>
                  <a:pt x="70" y="78"/>
                </a:lnTo>
                <a:lnTo>
                  <a:pt x="70" y="78"/>
                </a:lnTo>
                <a:lnTo>
                  <a:pt x="70" y="78"/>
                </a:lnTo>
                <a:lnTo>
                  <a:pt x="98" y="102"/>
                </a:lnTo>
                <a:lnTo>
                  <a:pt x="109" y="95"/>
                </a:lnTo>
                <a:lnTo>
                  <a:pt x="109" y="104"/>
                </a:lnTo>
                <a:close/>
                <a:moveTo>
                  <a:pt x="137" y="26"/>
                </a:moveTo>
                <a:lnTo>
                  <a:pt x="111" y="50"/>
                </a:lnTo>
                <a:lnTo>
                  <a:pt x="70" y="24"/>
                </a:lnTo>
                <a:lnTo>
                  <a:pt x="98" y="0"/>
                </a:lnTo>
                <a:lnTo>
                  <a:pt x="137" y="26"/>
                </a:lnTo>
                <a:close/>
                <a:moveTo>
                  <a:pt x="137" y="72"/>
                </a:moveTo>
                <a:lnTo>
                  <a:pt x="98" y="98"/>
                </a:lnTo>
                <a:lnTo>
                  <a:pt x="70" y="74"/>
                </a:lnTo>
                <a:lnTo>
                  <a:pt x="111" y="50"/>
                </a:lnTo>
                <a:lnTo>
                  <a:pt x="137" y="72"/>
                </a:lnTo>
                <a:close/>
              </a:path>
            </a:pathLst>
          </a:custGeom>
          <a:solidFill>
            <a:schemeClr val="bg2"/>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65" name="Freeform 211"/>
          <p:cNvSpPr>
            <a:spLocks noEditPoints="1"/>
          </p:cNvSpPr>
          <p:nvPr/>
        </p:nvSpPr>
        <p:spPr bwMode="auto">
          <a:xfrm>
            <a:off x="3437491" y="2025973"/>
            <a:ext cx="391728" cy="388620"/>
          </a:xfrm>
          <a:custGeom>
            <a:avLst/>
            <a:gdLst/>
            <a:ahLst/>
            <a:cxnLst>
              <a:cxn ang="0">
                <a:pos x="58" y="50"/>
              </a:cxn>
              <a:cxn ang="0">
                <a:pos x="51" y="58"/>
              </a:cxn>
              <a:cxn ang="0">
                <a:pos x="7" y="58"/>
              </a:cxn>
              <a:cxn ang="0">
                <a:pos x="0" y="50"/>
              </a:cxn>
              <a:cxn ang="0">
                <a:pos x="0" y="7"/>
              </a:cxn>
              <a:cxn ang="0">
                <a:pos x="7" y="0"/>
              </a:cxn>
              <a:cxn ang="0">
                <a:pos x="51" y="0"/>
              </a:cxn>
              <a:cxn ang="0">
                <a:pos x="58" y="7"/>
              </a:cxn>
              <a:cxn ang="0">
                <a:pos x="58" y="50"/>
              </a:cxn>
              <a:cxn ang="0">
                <a:pos x="51" y="24"/>
              </a:cxn>
              <a:cxn ang="0">
                <a:pos x="46" y="24"/>
              </a:cxn>
              <a:cxn ang="0">
                <a:pos x="47" y="29"/>
              </a:cxn>
              <a:cxn ang="0">
                <a:pos x="29" y="47"/>
              </a:cxn>
              <a:cxn ang="0">
                <a:pos x="11" y="29"/>
              </a:cxn>
              <a:cxn ang="0">
                <a:pos x="12" y="24"/>
              </a:cxn>
              <a:cxn ang="0">
                <a:pos x="6" y="24"/>
              </a:cxn>
              <a:cxn ang="0">
                <a:pos x="6" y="49"/>
              </a:cxn>
              <a:cxn ang="0">
                <a:pos x="9" y="51"/>
              </a:cxn>
              <a:cxn ang="0">
                <a:pos x="49" y="51"/>
              </a:cxn>
              <a:cxn ang="0">
                <a:pos x="51" y="49"/>
              </a:cxn>
              <a:cxn ang="0">
                <a:pos x="51" y="24"/>
              </a:cxn>
              <a:cxn ang="0">
                <a:pos x="29" y="17"/>
              </a:cxn>
              <a:cxn ang="0">
                <a:pos x="17" y="29"/>
              </a:cxn>
              <a:cxn ang="0">
                <a:pos x="29" y="40"/>
              </a:cxn>
              <a:cxn ang="0">
                <a:pos x="41" y="29"/>
              </a:cxn>
              <a:cxn ang="0">
                <a:pos x="29" y="17"/>
              </a:cxn>
              <a:cxn ang="0">
                <a:pos x="51" y="9"/>
              </a:cxn>
              <a:cxn ang="0">
                <a:pos x="49" y="6"/>
              </a:cxn>
              <a:cxn ang="0">
                <a:pos x="42" y="6"/>
              </a:cxn>
              <a:cxn ang="0">
                <a:pos x="40" y="9"/>
              </a:cxn>
              <a:cxn ang="0">
                <a:pos x="40" y="15"/>
              </a:cxn>
              <a:cxn ang="0">
                <a:pos x="42" y="18"/>
              </a:cxn>
              <a:cxn ang="0">
                <a:pos x="49" y="18"/>
              </a:cxn>
              <a:cxn ang="0">
                <a:pos x="51" y="15"/>
              </a:cxn>
              <a:cxn ang="0">
                <a:pos x="51" y="9"/>
              </a:cxn>
            </a:cxnLst>
            <a:rect l="0" t="0" r="r" b="b"/>
            <a:pathLst>
              <a:path w="58" h="58">
                <a:moveTo>
                  <a:pt x="58" y="50"/>
                </a:moveTo>
                <a:cubicBezTo>
                  <a:pt x="58" y="54"/>
                  <a:pt x="55" y="58"/>
                  <a:pt x="51" y="58"/>
                </a:cubicBezTo>
                <a:cubicBezTo>
                  <a:pt x="7" y="58"/>
                  <a:pt x="7" y="58"/>
                  <a:pt x="7" y="58"/>
                </a:cubicBezTo>
                <a:cubicBezTo>
                  <a:pt x="3" y="58"/>
                  <a:pt x="0" y="54"/>
                  <a:pt x="0" y="50"/>
                </a:cubicBezTo>
                <a:cubicBezTo>
                  <a:pt x="0" y="7"/>
                  <a:pt x="0" y="7"/>
                  <a:pt x="0" y="7"/>
                </a:cubicBezTo>
                <a:cubicBezTo>
                  <a:pt x="0" y="3"/>
                  <a:pt x="3" y="0"/>
                  <a:pt x="7" y="0"/>
                </a:cubicBezTo>
                <a:cubicBezTo>
                  <a:pt x="51" y="0"/>
                  <a:pt x="51" y="0"/>
                  <a:pt x="51" y="0"/>
                </a:cubicBezTo>
                <a:cubicBezTo>
                  <a:pt x="55" y="0"/>
                  <a:pt x="58" y="3"/>
                  <a:pt x="58" y="7"/>
                </a:cubicBezTo>
                <a:lnTo>
                  <a:pt x="58" y="50"/>
                </a:lnTo>
                <a:close/>
                <a:moveTo>
                  <a:pt x="51" y="24"/>
                </a:moveTo>
                <a:cubicBezTo>
                  <a:pt x="46" y="24"/>
                  <a:pt x="46" y="24"/>
                  <a:pt x="46" y="24"/>
                </a:cubicBezTo>
                <a:cubicBezTo>
                  <a:pt x="47" y="26"/>
                  <a:pt x="47" y="27"/>
                  <a:pt x="47" y="29"/>
                </a:cubicBezTo>
                <a:cubicBezTo>
                  <a:pt x="47" y="39"/>
                  <a:pt x="39" y="47"/>
                  <a:pt x="29" y="47"/>
                </a:cubicBezTo>
                <a:cubicBezTo>
                  <a:pt x="19" y="47"/>
                  <a:pt x="11" y="39"/>
                  <a:pt x="11" y="29"/>
                </a:cubicBezTo>
                <a:cubicBezTo>
                  <a:pt x="11" y="27"/>
                  <a:pt x="11" y="26"/>
                  <a:pt x="12" y="24"/>
                </a:cubicBezTo>
                <a:cubicBezTo>
                  <a:pt x="6" y="24"/>
                  <a:pt x="6" y="24"/>
                  <a:pt x="6" y="24"/>
                </a:cubicBezTo>
                <a:cubicBezTo>
                  <a:pt x="6" y="49"/>
                  <a:pt x="6" y="49"/>
                  <a:pt x="6" y="49"/>
                </a:cubicBezTo>
                <a:cubicBezTo>
                  <a:pt x="6" y="50"/>
                  <a:pt x="7" y="51"/>
                  <a:pt x="9" y="51"/>
                </a:cubicBezTo>
                <a:cubicBezTo>
                  <a:pt x="49" y="51"/>
                  <a:pt x="49" y="51"/>
                  <a:pt x="49" y="51"/>
                </a:cubicBezTo>
                <a:cubicBezTo>
                  <a:pt x="50" y="51"/>
                  <a:pt x="51" y="50"/>
                  <a:pt x="51" y="49"/>
                </a:cubicBezTo>
                <a:lnTo>
                  <a:pt x="51" y="24"/>
                </a:lnTo>
                <a:close/>
                <a:moveTo>
                  <a:pt x="29" y="17"/>
                </a:moveTo>
                <a:cubicBezTo>
                  <a:pt x="23" y="17"/>
                  <a:pt x="17" y="22"/>
                  <a:pt x="17" y="29"/>
                </a:cubicBezTo>
                <a:cubicBezTo>
                  <a:pt x="17" y="35"/>
                  <a:pt x="23" y="40"/>
                  <a:pt x="29" y="40"/>
                </a:cubicBezTo>
                <a:cubicBezTo>
                  <a:pt x="35" y="40"/>
                  <a:pt x="41" y="35"/>
                  <a:pt x="41" y="29"/>
                </a:cubicBezTo>
                <a:cubicBezTo>
                  <a:pt x="41" y="22"/>
                  <a:pt x="35" y="17"/>
                  <a:pt x="29" y="17"/>
                </a:cubicBezTo>
                <a:close/>
                <a:moveTo>
                  <a:pt x="51" y="9"/>
                </a:moveTo>
                <a:cubicBezTo>
                  <a:pt x="51" y="7"/>
                  <a:pt x="50" y="6"/>
                  <a:pt x="49" y="6"/>
                </a:cubicBezTo>
                <a:cubicBezTo>
                  <a:pt x="42" y="6"/>
                  <a:pt x="42" y="6"/>
                  <a:pt x="42" y="6"/>
                </a:cubicBezTo>
                <a:cubicBezTo>
                  <a:pt x="41" y="6"/>
                  <a:pt x="40" y="7"/>
                  <a:pt x="40" y="9"/>
                </a:cubicBezTo>
                <a:cubicBezTo>
                  <a:pt x="40" y="15"/>
                  <a:pt x="40" y="15"/>
                  <a:pt x="40" y="15"/>
                </a:cubicBezTo>
                <a:cubicBezTo>
                  <a:pt x="40" y="16"/>
                  <a:pt x="41" y="18"/>
                  <a:pt x="42" y="18"/>
                </a:cubicBezTo>
                <a:cubicBezTo>
                  <a:pt x="49" y="18"/>
                  <a:pt x="49" y="18"/>
                  <a:pt x="49" y="18"/>
                </a:cubicBezTo>
                <a:cubicBezTo>
                  <a:pt x="50" y="18"/>
                  <a:pt x="51" y="16"/>
                  <a:pt x="51" y="15"/>
                </a:cubicBezTo>
                <a:lnTo>
                  <a:pt x="51" y="9"/>
                </a:lnTo>
                <a:close/>
              </a:path>
            </a:pathLst>
          </a:custGeom>
          <a:solidFill>
            <a:schemeClr val="bg2"/>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66" name="Freeform 135"/>
          <p:cNvSpPr>
            <a:spLocks noEditPoints="1"/>
          </p:cNvSpPr>
          <p:nvPr/>
        </p:nvSpPr>
        <p:spPr bwMode="auto">
          <a:xfrm>
            <a:off x="3061529" y="3196294"/>
            <a:ext cx="395469" cy="370439"/>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chemeClr val="bg2"/>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34" name="Freeform 239"/>
          <p:cNvSpPr>
            <a:spLocks noEditPoints="1"/>
          </p:cNvSpPr>
          <p:nvPr/>
        </p:nvSpPr>
        <p:spPr bwMode="auto">
          <a:xfrm>
            <a:off x="2329150" y="2319429"/>
            <a:ext cx="487265" cy="479592"/>
          </a:xfrm>
          <a:custGeom>
            <a:avLst/>
            <a:gdLst/>
            <a:ahLst/>
            <a:cxnLst>
              <a:cxn ang="0">
                <a:pos x="58" y="35"/>
              </a:cxn>
              <a:cxn ang="0">
                <a:pos x="29" y="58"/>
              </a:cxn>
              <a:cxn ang="0">
                <a:pos x="9" y="50"/>
              </a:cxn>
              <a:cxn ang="0">
                <a:pos x="5" y="55"/>
              </a:cxn>
              <a:cxn ang="0">
                <a:pos x="3" y="55"/>
              </a:cxn>
              <a:cxn ang="0">
                <a:pos x="0" y="53"/>
              </a:cxn>
              <a:cxn ang="0">
                <a:pos x="0" y="36"/>
              </a:cxn>
              <a:cxn ang="0">
                <a:pos x="3" y="34"/>
              </a:cxn>
              <a:cxn ang="0">
                <a:pos x="20" y="34"/>
              </a:cxn>
              <a:cxn ang="0">
                <a:pos x="22" y="36"/>
              </a:cxn>
              <a:cxn ang="0">
                <a:pos x="22" y="38"/>
              </a:cxn>
              <a:cxn ang="0">
                <a:pos x="16" y="43"/>
              </a:cxn>
              <a:cxn ang="0">
                <a:pos x="30" y="48"/>
              </a:cxn>
              <a:cxn ang="0">
                <a:pos x="46" y="39"/>
              </a:cxn>
              <a:cxn ang="0">
                <a:pos x="48" y="34"/>
              </a:cxn>
              <a:cxn ang="0">
                <a:pos x="49" y="34"/>
              </a:cxn>
              <a:cxn ang="0">
                <a:pos x="57" y="34"/>
              </a:cxn>
              <a:cxn ang="0">
                <a:pos x="58" y="35"/>
              </a:cxn>
              <a:cxn ang="0">
                <a:pos x="58" y="35"/>
              </a:cxn>
              <a:cxn ang="0">
                <a:pos x="59" y="21"/>
              </a:cxn>
              <a:cxn ang="0">
                <a:pos x="56" y="24"/>
              </a:cxn>
              <a:cxn ang="0">
                <a:pos x="39" y="24"/>
              </a:cxn>
              <a:cxn ang="0">
                <a:pos x="37" y="21"/>
              </a:cxn>
              <a:cxn ang="0">
                <a:pos x="38" y="20"/>
              </a:cxn>
              <a:cxn ang="0">
                <a:pos x="43" y="14"/>
              </a:cxn>
              <a:cxn ang="0">
                <a:pos x="30" y="9"/>
              </a:cxn>
              <a:cxn ang="0">
                <a:pos x="13" y="19"/>
              </a:cxn>
              <a:cxn ang="0">
                <a:pos x="11" y="23"/>
              </a:cxn>
              <a:cxn ang="0">
                <a:pos x="10" y="24"/>
              </a:cxn>
              <a:cxn ang="0">
                <a:pos x="2" y="24"/>
              </a:cxn>
              <a:cxn ang="0">
                <a:pos x="1" y="23"/>
              </a:cxn>
              <a:cxn ang="0">
                <a:pos x="1" y="22"/>
              </a:cxn>
              <a:cxn ang="0">
                <a:pos x="30" y="0"/>
              </a:cxn>
              <a:cxn ang="0">
                <a:pos x="50" y="8"/>
              </a:cxn>
              <a:cxn ang="0">
                <a:pos x="55" y="3"/>
              </a:cxn>
              <a:cxn ang="0">
                <a:pos x="56" y="2"/>
              </a:cxn>
              <a:cxn ang="0">
                <a:pos x="59" y="4"/>
              </a:cxn>
              <a:cxn ang="0">
                <a:pos x="59" y="21"/>
              </a:cxn>
            </a:cxnLst>
            <a:rect l="0" t="0" r="r" b="b"/>
            <a:pathLst>
              <a:path w="59" h="58">
                <a:moveTo>
                  <a:pt x="58" y="35"/>
                </a:moveTo>
                <a:cubicBezTo>
                  <a:pt x="55" y="48"/>
                  <a:pt x="43" y="58"/>
                  <a:pt x="29" y="58"/>
                </a:cubicBezTo>
                <a:cubicBezTo>
                  <a:pt x="22" y="58"/>
                  <a:pt x="15" y="55"/>
                  <a:pt x="9" y="50"/>
                </a:cubicBezTo>
                <a:cubicBezTo>
                  <a:pt x="5" y="55"/>
                  <a:pt x="5" y="55"/>
                  <a:pt x="5" y="55"/>
                </a:cubicBezTo>
                <a:cubicBezTo>
                  <a:pt x="4" y="55"/>
                  <a:pt x="4" y="55"/>
                  <a:pt x="3" y="55"/>
                </a:cubicBezTo>
                <a:cubicBezTo>
                  <a:pt x="2" y="55"/>
                  <a:pt x="0" y="54"/>
                  <a:pt x="0" y="53"/>
                </a:cubicBezTo>
                <a:cubicBezTo>
                  <a:pt x="0" y="36"/>
                  <a:pt x="0" y="36"/>
                  <a:pt x="0" y="36"/>
                </a:cubicBezTo>
                <a:cubicBezTo>
                  <a:pt x="0" y="35"/>
                  <a:pt x="2" y="34"/>
                  <a:pt x="3" y="34"/>
                </a:cubicBezTo>
                <a:cubicBezTo>
                  <a:pt x="20" y="34"/>
                  <a:pt x="20" y="34"/>
                  <a:pt x="20" y="34"/>
                </a:cubicBezTo>
                <a:cubicBezTo>
                  <a:pt x="21" y="34"/>
                  <a:pt x="22" y="35"/>
                  <a:pt x="22" y="36"/>
                </a:cubicBezTo>
                <a:cubicBezTo>
                  <a:pt x="22" y="37"/>
                  <a:pt x="22" y="37"/>
                  <a:pt x="22" y="38"/>
                </a:cubicBezTo>
                <a:cubicBezTo>
                  <a:pt x="16" y="43"/>
                  <a:pt x="16" y="43"/>
                  <a:pt x="16" y="43"/>
                </a:cubicBezTo>
                <a:cubicBezTo>
                  <a:pt x="20" y="46"/>
                  <a:pt x="25" y="48"/>
                  <a:pt x="30" y="48"/>
                </a:cubicBezTo>
                <a:cubicBezTo>
                  <a:pt x="36" y="48"/>
                  <a:pt x="43" y="45"/>
                  <a:pt x="46" y="39"/>
                </a:cubicBezTo>
                <a:cubicBezTo>
                  <a:pt x="47" y="37"/>
                  <a:pt x="48" y="36"/>
                  <a:pt x="48" y="34"/>
                </a:cubicBezTo>
                <a:cubicBezTo>
                  <a:pt x="48" y="34"/>
                  <a:pt x="49" y="34"/>
                  <a:pt x="49" y="34"/>
                </a:cubicBezTo>
                <a:cubicBezTo>
                  <a:pt x="57" y="34"/>
                  <a:pt x="57" y="34"/>
                  <a:pt x="57" y="34"/>
                </a:cubicBezTo>
                <a:cubicBezTo>
                  <a:pt x="57" y="34"/>
                  <a:pt x="58" y="34"/>
                  <a:pt x="58" y="35"/>
                </a:cubicBezTo>
                <a:cubicBezTo>
                  <a:pt x="58" y="35"/>
                  <a:pt x="58" y="35"/>
                  <a:pt x="58" y="35"/>
                </a:cubicBezTo>
                <a:close/>
                <a:moveTo>
                  <a:pt x="59" y="21"/>
                </a:moveTo>
                <a:cubicBezTo>
                  <a:pt x="59" y="23"/>
                  <a:pt x="58" y="24"/>
                  <a:pt x="56" y="24"/>
                </a:cubicBezTo>
                <a:cubicBezTo>
                  <a:pt x="39" y="24"/>
                  <a:pt x="39" y="24"/>
                  <a:pt x="39" y="24"/>
                </a:cubicBezTo>
                <a:cubicBezTo>
                  <a:pt x="38" y="24"/>
                  <a:pt x="37" y="23"/>
                  <a:pt x="37" y="21"/>
                </a:cubicBezTo>
                <a:cubicBezTo>
                  <a:pt x="37" y="21"/>
                  <a:pt x="37" y="20"/>
                  <a:pt x="38" y="20"/>
                </a:cubicBezTo>
                <a:cubicBezTo>
                  <a:pt x="43" y="14"/>
                  <a:pt x="43" y="14"/>
                  <a:pt x="43" y="14"/>
                </a:cubicBezTo>
                <a:cubicBezTo>
                  <a:pt x="39" y="11"/>
                  <a:pt x="34" y="9"/>
                  <a:pt x="30" y="9"/>
                </a:cubicBezTo>
                <a:cubicBezTo>
                  <a:pt x="23" y="9"/>
                  <a:pt x="17" y="13"/>
                  <a:pt x="13" y="19"/>
                </a:cubicBezTo>
                <a:cubicBezTo>
                  <a:pt x="12" y="20"/>
                  <a:pt x="12" y="21"/>
                  <a:pt x="11" y="23"/>
                </a:cubicBezTo>
                <a:cubicBezTo>
                  <a:pt x="11" y="24"/>
                  <a:pt x="10" y="24"/>
                  <a:pt x="10" y="24"/>
                </a:cubicBezTo>
                <a:cubicBezTo>
                  <a:pt x="2" y="24"/>
                  <a:pt x="2" y="24"/>
                  <a:pt x="2" y="24"/>
                </a:cubicBezTo>
                <a:cubicBezTo>
                  <a:pt x="2" y="24"/>
                  <a:pt x="1" y="23"/>
                  <a:pt x="1" y="23"/>
                </a:cubicBezTo>
                <a:cubicBezTo>
                  <a:pt x="1" y="23"/>
                  <a:pt x="1" y="22"/>
                  <a:pt x="1" y="22"/>
                </a:cubicBezTo>
                <a:cubicBezTo>
                  <a:pt x="4" y="9"/>
                  <a:pt x="16" y="0"/>
                  <a:pt x="30" y="0"/>
                </a:cubicBezTo>
                <a:cubicBezTo>
                  <a:pt x="37" y="0"/>
                  <a:pt x="44" y="3"/>
                  <a:pt x="50" y="8"/>
                </a:cubicBezTo>
                <a:cubicBezTo>
                  <a:pt x="55" y="3"/>
                  <a:pt x="55" y="3"/>
                  <a:pt x="55" y="3"/>
                </a:cubicBezTo>
                <a:cubicBezTo>
                  <a:pt x="55" y="2"/>
                  <a:pt x="56" y="2"/>
                  <a:pt x="56" y="2"/>
                </a:cubicBezTo>
                <a:cubicBezTo>
                  <a:pt x="58" y="2"/>
                  <a:pt x="59" y="3"/>
                  <a:pt x="59" y="4"/>
                </a:cubicBezTo>
                <a:lnTo>
                  <a:pt x="59" y="21"/>
                </a:lnTo>
                <a:close/>
              </a:path>
            </a:pathLst>
          </a:custGeom>
          <a:solidFill>
            <a:schemeClr val="bg1">
              <a:lumMod val="75000"/>
            </a:schemeClr>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p:cTn id="7" dur="500" fill="hold"/>
                                        <p:tgtEl>
                                          <p:spTgt spid="34"/>
                                        </p:tgtEl>
                                        <p:attrNameLst>
                                          <p:attrName>ppt_w</p:attrName>
                                        </p:attrNameLst>
                                      </p:cBhvr>
                                      <p:tavLst>
                                        <p:tav tm="0">
                                          <p:val>
                                            <p:fltVal val="0"/>
                                          </p:val>
                                        </p:tav>
                                        <p:tav tm="100000">
                                          <p:val>
                                            <p:strVal val="#ppt_w"/>
                                          </p:val>
                                        </p:tav>
                                      </p:tavLst>
                                    </p:anim>
                                    <p:anim calcmode="lin" valueType="num">
                                      <p:cBhvr>
                                        <p:cTn id="8" dur="500" fill="hold"/>
                                        <p:tgtEl>
                                          <p:spTgt spid="34"/>
                                        </p:tgtEl>
                                        <p:attrNameLst>
                                          <p:attrName>ppt_h</p:attrName>
                                        </p:attrNameLst>
                                      </p:cBhvr>
                                      <p:tavLst>
                                        <p:tav tm="0">
                                          <p:val>
                                            <p:fltVal val="0"/>
                                          </p:val>
                                        </p:tav>
                                        <p:tav tm="100000">
                                          <p:val>
                                            <p:strVal val="#ppt_h"/>
                                          </p:val>
                                        </p:tav>
                                      </p:tavLst>
                                    </p:anim>
                                    <p:anim calcmode="lin" valueType="num">
                                      <p:cBhvr>
                                        <p:cTn id="9" dur="500" fill="hold"/>
                                        <p:tgtEl>
                                          <p:spTgt spid="34"/>
                                        </p:tgtEl>
                                        <p:attrNameLst>
                                          <p:attrName>style.rotation</p:attrName>
                                        </p:attrNameLst>
                                      </p:cBhvr>
                                      <p:tavLst>
                                        <p:tav tm="0">
                                          <p:val>
                                            <p:fltVal val="360"/>
                                          </p:val>
                                        </p:tav>
                                        <p:tav tm="100000">
                                          <p:val>
                                            <p:fltVal val="0"/>
                                          </p:val>
                                        </p:tav>
                                      </p:tavLst>
                                    </p:anim>
                                    <p:animEffect transition="in" filter="fade">
                                      <p:cBhvr>
                                        <p:cTn id="10" dur="500"/>
                                        <p:tgtEl>
                                          <p:spTgt spid="34"/>
                                        </p:tgtEl>
                                      </p:cBhvr>
                                    </p:animEffect>
                                  </p:childTnLst>
                                </p:cTn>
                              </p:par>
                            </p:childTnLst>
                          </p:cTn>
                        </p:par>
                        <p:par>
                          <p:cTn id="11" fill="hold">
                            <p:stCondLst>
                              <p:cond delay="500"/>
                            </p:stCondLst>
                            <p:childTnLst>
                              <p:par>
                                <p:cTn id="12" presetID="53" presetClass="entr" presetSubtype="16" fill="hold" grpId="0" nodeType="afterEffect">
                                  <p:stCondLst>
                                    <p:cond delay="0"/>
                                  </p:stCondLst>
                                  <p:childTnLst>
                                    <p:set>
                                      <p:cBhvr>
                                        <p:cTn id="13" dur="1" fill="hold">
                                          <p:stCondLst>
                                            <p:cond delay="0"/>
                                          </p:stCondLst>
                                        </p:cTn>
                                        <p:tgtEl>
                                          <p:spTgt spid="27"/>
                                        </p:tgtEl>
                                        <p:attrNameLst>
                                          <p:attrName>style.visibility</p:attrName>
                                        </p:attrNameLst>
                                      </p:cBhvr>
                                      <p:to>
                                        <p:strVal val="visible"/>
                                      </p:to>
                                    </p:set>
                                    <p:anim calcmode="lin" valueType="num">
                                      <p:cBhvr>
                                        <p:cTn id="14" dur="500" fill="hold"/>
                                        <p:tgtEl>
                                          <p:spTgt spid="27"/>
                                        </p:tgtEl>
                                        <p:attrNameLst>
                                          <p:attrName>ppt_w</p:attrName>
                                        </p:attrNameLst>
                                      </p:cBhvr>
                                      <p:tavLst>
                                        <p:tav tm="0">
                                          <p:val>
                                            <p:fltVal val="0"/>
                                          </p:val>
                                        </p:tav>
                                        <p:tav tm="100000">
                                          <p:val>
                                            <p:strVal val="#ppt_w"/>
                                          </p:val>
                                        </p:tav>
                                      </p:tavLst>
                                    </p:anim>
                                    <p:anim calcmode="lin" valueType="num">
                                      <p:cBhvr>
                                        <p:cTn id="15" dur="500" fill="hold"/>
                                        <p:tgtEl>
                                          <p:spTgt spid="27"/>
                                        </p:tgtEl>
                                        <p:attrNameLst>
                                          <p:attrName>ppt_h</p:attrName>
                                        </p:attrNameLst>
                                      </p:cBhvr>
                                      <p:tavLst>
                                        <p:tav tm="0">
                                          <p:val>
                                            <p:fltVal val="0"/>
                                          </p:val>
                                        </p:tav>
                                        <p:tav tm="100000">
                                          <p:val>
                                            <p:strVal val="#ppt_h"/>
                                          </p:val>
                                        </p:tav>
                                      </p:tavLst>
                                    </p:anim>
                                    <p:animEffect transition="in" filter="fade">
                                      <p:cBhvr>
                                        <p:cTn id="16" dur="500"/>
                                        <p:tgtEl>
                                          <p:spTgt spid="27"/>
                                        </p:tgtEl>
                                      </p:cBhvr>
                                    </p:animEffect>
                                  </p:childTnLst>
                                </p:cTn>
                              </p:par>
                            </p:childTnLst>
                          </p:cTn>
                        </p:par>
                        <p:par>
                          <p:cTn id="17" fill="hold">
                            <p:stCondLst>
                              <p:cond delay="1000"/>
                            </p:stCondLst>
                            <p:childTnLst>
                              <p:par>
                                <p:cTn id="18" presetID="53" presetClass="entr" presetSubtype="16" fill="hold" grpId="0" nodeType="afterEffect">
                                  <p:stCondLst>
                                    <p:cond delay="0"/>
                                  </p:stCondLst>
                                  <p:childTnLst>
                                    <p:set>
                                      <p:cBhvr>
                                        <p:cTn id="19" dur="1" fill="hold">
                                          <p:stCondLst>
                                            <p:cond delay="0"/>
                                          </p:stCondLst>
                                        </p:cTn>
                                        <p:tgtEl>
                                          <p:spTgt spid="64"/>
                                        </p:tgtEl>
                                        <p:attrNameLst>
                                          <p:attrName>style.visibility</p:attrName>
                                        </p:attrNameLst>
                                      </p:cBhvr>
                                      <p:to>
                                        <p:strVal val="visible"/>
                                      </p:to>
                                    </p:set>
                                    <p:anim calcmode="lin" valueType="num">
                                      <p:cBhvr>
                                        <p:cTn id="20" dur="500" fill="hold"/>
                                        <p:tgtEl>
                                          <p:spTgt spid="64"/>
                                        </p:tgtEl>
                                        <p:attrNameLst>
                                          <p:attrName>ppt_w</p:attrName>
                                        </p:attrNameLst>
                                      </p:cBhvr>
                                      <p:tavLst>
                                        <p:tav tm="0">
                                          <p:val>
                                            <p:fltVal val="0"/>
                                          </p:val>
                                        </p:tav>
                                        <p:tav tm="100000">
                                          <p:val>
                                            <p:strVal val="#ppt_w"/>
                                          </p:val>
                                        </p:tav>
                                      </p:tavLst>
                                    </p:anim>
                                    <p:anim calcmode="lin" valueType="num">
                                      <p:cBhvr>
                                        <p:cTn id="21" dur="500" fill="hold"/>
                                        <p:tgtEl>
                                          <p:spTgt spid="64"/>
                                        </p:tgtEl>
                                        <p:attrNameLst>
                                          <p:attrName>ppt_h</p:attrName>
                                        </p:attrNameLst>
                                      </p:cBhvr>
                                      <p:tavLst>
                                        <p:tav tm="0">
                                          <p:val>
                                            <p:fltVal val="0"/>
                                          </p:val>
                                        </p:tav>
                                        <p:tav tm="100000">
                                          <p:val>
                                            <p:strVal val="#ppt_h"/>
                                          </p:val>
                                        </p:tav>
                                      </p:tavLst>
                                    </p:anim>
                                    <p:animEffect transition="in" filter="fade">
                                      <p:cBhvr>
                                        <p:cTn id="22" dur="500"/>
                                        <p:tgtEl>
                                          <p:spTgt spid="64"/>
                                        </p:tgtEl>
                                      </p:cBhvr>
                                    </p:animEffect>
                                  </p:childTnLst>
                                </p:cTn>
                              </p:par>
                            </p:childTnLst>
                          </p:cTn>
                        </p:par>
                        <p:par>
                          <p:cTn id="23" fill="hold">
                            <p:stCondLst>
                              <p:cond delay="1500"/>
                            </p:stCondLst>
                            <p:childTnLst>
                              <p:par>
                                <p:cTn id="24" presetID="53" presetClass="entr" presetSubtype="16" fill="hold" grpId="0" nodeType="afterEffect">
                                  <p:stCondLst>
                                    <p:cond delay="0"/>
                                  </p:stCondLst>
                                  <p:childTnLst>
                                    <p:set>
                                      <p:cBhvr>
                                        <p:cTn id="25" dur="1" fill="hold">
                                          <p:stCondLst>
                                            <p:cond delay="0"/>
                                          </p:stCondLst>
                                        </p:cTn>
                                        <p:tgtEl>
                                          <p:spTgt spid="28"/>
                                        </p:tgtEl>
                                        <p:attrNameLst>
                                          <p:attrName>style.visibility</p:attrName>
                                        </p:attrNameLst>
                                      </p:cBhvr>
                                      <p:to>
                                        <p:strVal val="visible"/>
                                      </p:to>
                                    </p:set>
                                    <p:anim calcmode="lin" valueType="num">
                                      <p:cBhvr>
                                        <p:cTn id="26" dur="500" fill="hold"/>
                                        <p:tgtEl>
                                          <p:spTgt spid="28"/>
                                        </p:tgtEl>
                                        <p:attrNameLst>
                                          <p:attrName>ppt_w</p:attrName>
                                        </p:attrNameLst>
                                      </p:cBhvr>
                                      <p:tavLst>
                                        <p:tav tm="0">
                                          <p:val>
                                            <p:fltVal val="0"/>
                                          </p:val>
                                        </p:tav>
                                        <p:tav tm="100000">
                                          <p:val>
                                            <p:strVal val="#ppt_w"/>
                                          </p:val>
                                        </p:tav>
                                      </p:tavLst>
                                    </p:anim>
                                    <p:anim calcmode="lin" valueType="num">
                                      <p:cBhvr>
                                        <p:cTn id="27" dur="500" fill="hold"/>
                                        <p:tgtEl>
                                          <p:spTgt spid="28"/>
                                        </p:tgtEl>
                                        <p:attrNameLst>
                                          <p:attrName>ppt_h</p:attrName>
                                        </p:attrNameLst>
                                      </p:cBhvr>
                                      <p:tavLst>
                                        <p:tav tm="0">
                                          <p:val>
                                            <p:fltVal val="0"/>
                                          </p:val>
                                        </p:tav>
                                        <p:tav tm="100000">
                                          <p:val>
                                            <p:strVal val="#ppt_h"/>
                                          </p:val>
                                        </p:tav>
                                      </p:tavLst>
                                    </p:anim>
                                    <p:animEffect transition="in" filter="fade">
                                      <p:cBhvr>
                                        <p:cTn id="28" dur="500"/>
                                        <p:tgtEl>
                                          <p:spTgt spid="28"/>
                                        </p:tgtEl>
                                      </p:cBhvr>
                                    </p:animEffect>
                                  </p:childTnLst>
                                </p:cTn>
                              </p:par>
                            </p:childTnLst>
                          </p:cTn>
                        </p:par>
                        <p:par>
                          <p:cTn id="29" fill="hold">
                            <p:stCondLst>
                              <p:cond delay="2000"/>
                            </p:stCondLst>
                            <p:childTnLst>
                              <p:par>
                                <p:cTn id="30" presetID="53" presetClass="entr" presetSubtype="16" fill="hold" grpId="0" nodeType="afterEffect">
                                  <p:stCondLst>
                                    <p:cond delay="0"/>
                                  </p:stCondLst>
                                  <p:childTnLst>
                                    <p:set>
                                      <p:cBhvr>
                                        <p:cTn id="31" dur="1" fill="hold">
                                          <p:stCondLst>
                                            <p:cond delay="0"/>
                                          </p:stCondLst>
                                        </p:cTn>
                                        <p:tgtEl>
                                          <p:spTgt spid="63"/>
                                        </p:tgtEl>
                                        <p:attrNameLst>
                                          <p:attrName>style.visibility</p:attrName>
                                        </p:attrNameLst>
                                      </p:cBhvr>
                                      <p:to>
                                        <p:strVal val="visible"/>
                                      </p:to>
                                    </p:set>
                                    <p:anim calcmode="lin" valueType="num">
                                      <p:cBhvr>
                                        <p:cTn id="32" dur="500" fill="hold"/>
                                        <p:tgtEl>
                                          <p:spTgt spid="63"/>
                                        </p:tgtEl>
                                        <p:attrNameLst>
                                          <p:attrName>ppt_w</p:attrName>
                                        </p:attrNameLst>
                                      </p:cBhvr>
                                      <p:tavLst>
                                        <p:tav tm="0">
                                          <p:val>
                                            <p:fltVal val="0"/>
                                          </p:val>
                                        </p:tav>
                                        <p:tav tm="100000">
                                          <p:val>
                                            <p:strVal val="#ppt_w"/>
                                          </p:val>
                                        </p:tav>
                                      </p:tavLst>
                                    </p:anim>
                                    <p:anim calcmode="lin" valueType="num">
                                      <p:cBhvr>
                                        <p:cTn id="33" dur="500" fill="hold"/>
                                        <p:tgtEl>
                                          <p:spTgt spid="63"/>
                                        </p:tgtEl>
                                        <p:attrNameLst>
                                          <p:attrName>ppt_h</p:attrName>
                                        </p:attrNameLst>
                                      </p:cBhvr>
                                      <p:tavLst>
                                        <p:tav tm="0">
                                          <p:val>
                                            <p:fltVal val="0"/>
                                          </p:val>
                                        </p:tav>
                                        <p:tav tm="100000">
                                          <p:val>
                                            <p:strVal val="#ppt_h"/>
                                          </p:val>
                                        </p:tav>
                                      </p:tavLst>
                                    </p:anim>
                                    <p:animEffect transition="in" filter="fade">
                                      <p:cBhvr>
                                        <p:cTn id="34" dur="500"/>
                                        <p:tgtEl>
                                          <p:spTgt spid="63"/>
                                        </p:tgtEl>
                                      </p:cBhvr>
                                    </p:animEffect>
                                  </p:childTnLst>
                                </p:cTn>
                              </p:par>
                            </p:childTnLst>
                          </p:cTn>
                        </p:par>
                        <p:par>
                          <p:cTn id="35" fill="hold">
                            <p:stCondLst>
                              <p:cond delay="2500"/>
                            </p:stCondLst>
                            <p:childTnLst>
                              <p:par>
                                <p:cTn id="36" presetID="53" presetClass="entr" presetSubtype="16" fill="hold" grpId="0" nodeType="afterEffect">
                                  <p:stCondLst>
                                    <p:cond delay="0"/>
                                  </p:stCondLst>
                                  <p:childTnLst>
                                    <p:set>
                                      <p:cBhvr>
                                        <p:cTn id="37" dur="1" fill="hold">
                                          <p:stCondLst>
                                            <p:cond delay="0"/>
                                          </p:stCondLst>
                                        </p:cTn>
                                        <p:tgtEl>
                                          <p:spTgt spid="25"/>
                                        </p:tgtEl>
                                        <p:attrNameLst>
                                          <p:attrName>style.visibility</p:attrName>
                                        </p:attrNameLst>
                                      </p:cBhvr>
                                      <p:to>
                                        <p:strVal val="visible"/>
                                      </p:to>
                                    </p:set>
                                    <p:anim calcmode="lin" valueType="num">
                                      <p:cBhvr>
                                        <p:cTn id="38" dur="500" fill="hold"/>
                                        <p:tgtEl>
                                          <p:spTgt spid="25"/>
                                        </p:tgtEl>
                                        <p:attrNameLst>
                                          <p:attrName>ppt_w</p:attrName>
                                        </p:attrNameLst>
                                      </p:cBhvr>
                                      <p:tavLst>
                                        <p:tav tm="0">
                                          <p:val>
                                            <p:fltVal val="0"/>
                                          </p:val>
                                        </p:tav>
                                        <p:tav tm="100000">
                                          <p:val>
                                            <p:strVal val="#ppt_w"/>
                                          </p:val>
                                        </p:tav>
                                      </p:tavLst>
                                    </p:anim>
                                    <p:anim calcmode="lin" valueType="num">
                                      <p:cBhvr>
                                        <p:cTn id="39" dur="500" fill="hold"/>
                                        <p:tgtEl>
                                          <p:spTgt spid="25"/>
                                        </p:tgtEl>
                                        <p:attrNameLst>
                                          <p:attrName>ppt_h</p:attrName>
                                        </p:attrNameLst>
                                      </p:cBhvr>
                                      <p:tavLst>
                                        <p:tav tm="0">
                                          <p:val>
                                            <p:fltVal val="0"/>
                                          </p:val>
                                        </p:tav>
                                        <p:tav tm="100000">
                                          <p:val>
                                            <p:strVal val="#ppt_h"/>
                                          </p:val>
                                        </p:tav>
                                      </p:tavLst>
                                    </p:anim>
                                    <p:animEffect transition="in" filter="fade">
                                      <p:cBhvr>
                                        <p:cTn id="40" dur="500"/>
                                        <p:tgtEl>
                                          <p:spTgt spid="25"/>
                                        </p:tgtEl>
                                      </p:cBhvr>
                                    </p:animEffect>
                                  </p:childTnLst>
                                </p:cTn>
                              </p:par>
                            </p:childTnLst>
                          </p:cTn>
                        </p:par>
                        <p:par>
                          <p:cTn id="41" fill="hold">
                            <p:stCondLst>
                              <p:cond delay="3000"/>
                            </p:stCondLst>
                            <p:childTnLst>
                              <p:par>
                                <p:cTn id="42" presetID="53" presetClass="entr" presetSubtype="16" fill="hold" grpId="0" nodeType="afterEffect">
                                  <p:stCondLst>
                                    <p:cond delay="0"/>
                                  </p:stCondLst>
                                  <p:childTnLst>
                                    <p:set>
                                      <p:cBhvr>
                                        <p:cTn id="43" dur="1" fill="hold">
                                          <p:stCondLst>
                                            <p:cond delay="0"/>
                                          </p:stCondLst>
                                        </p:cTn>
                                        <p:tgtEl>
                                          <p:spTgt spid="65"/>
                                        </p:tgtEl>
                                        <p:attrNameLst>
                                          <p:attrName>style.visibility</p:attrName>
                                        </p:attrNameLst>
                                      </p:cBhvr>
                                      <p:to>
                                        <p:strVal val="visible"/>
                                      </p:to>
                                    </p:set>
                                    <p:anim calcmode="lin" valueType="num">
                                      <p:cBhvr>
                                        <p:cTn id="44" dur="500" fill="hold"/>
                                        <p:tgtEl>
                                          <p:spTgt spid="65"/>
                                        </p:tgtEl>
                                        <p:attrNameLst>
                                          <p:attrName>ppt_w</p:attrName>
                                        </p:attrNameLst>
                                      </p:cBhvr>
                                      <p:tavLst>
                                        <p:tav tm="0">
                                          <p:val>
                                            <p:fltVal val="0"/>
                                          </p:val>
                                        </p:tav>
                                        <p:tav tm="100000">
                                          <p:val>
                                            <p:strVal val="#ppt_w"/>
                                          </p:val>
                                        </p:tav>
                                      </p:tavLst>
                                    </p:anim>
                                    <p:anim calcmode="lin" valueType="num">
                                      <p:cBhvr>
                                        <p:cTn id="45" dur="500" fill="hold"/>
                                        <p:tgtEl>
                                          <p:spTgt spid="65"/>
                                        </p:tgtEl>
                                        <p:attrNameLst>
                                          <p:attrName>ppt_h</p:attrName>
                                        </p:attrNameLst>
                                      </p:cBhvr>
                                      <p:tavLst>
                                        <p:tav tm="0">
                                          <p:val>
                                            <p:fltVal val="0"/>
                                          </p:val>
                                        </p:tav>
                                        <p:tav tm="100000">
                                          <p:val>
                                            <p:strVal val="#ppt_h"/>
                                          </p:val>
                                        </p:tav>
                                      </p:tavLst>
                                    </p:anim>
                                    <p:animEffect transition="in" filter="fade">
                                      <p:cBhvr>
                                        <p:cTn id="46" dur="500"/>
                                        <p:tgtEl>
                                          <p:spTgt spid="65"/>
                                        </p:tgtEl>
                                      </p:cBhvr>
                                    </p:animEffect>
                                  </p:childTnLst>
                                </p:cTn>
                              </p:par>
                            </p:childTnLst>
                          </p:cTn>
                        </p:par>
                        <p:par>
                          <p:cTn id="47" fill="hold">
                            <p:stCondLst>
                              <p:cond delay="3500"/>
                            </p:stCondLst>
                            <p:childTnLst>
                              <p:par>
                                <p:cTn id="48" presetID="53" presetClass="entr" presetSubtype="16" fill="hold" grpId="0" nodeType="afterEffect">
                                  <p:stCondLst>
                                    <p:cond delay="0"/>
                                  </p:stCondLst>
                                  <p:childTnLst>
                                    <p:set>
                                      <p:cBhvr>
                                        <p:cTn id="49" dur="1" fill="hold">
                                          <p:stCondLst>
                                            <p:cond delay="0"/>
                                          </p:stCondLst>
                                        </p:cTn>
                                        <p:tgtEl>
                                          <p:spTgt spid="26"/>
                                        </p:tgtEl>
                                        <p:attrNameLst>
                                          <p:attrName>style.visibility</p:attrName>
                                        </p:attrNameLst>
                                      </p:cBhvr>
                                      <p:to>
                                        <p:strVal val="visible"/>
                                      </p:to>
                                    </p:set>
                                    <p:anim calcmode="lin" valueType="num">
                                      <p:cBhvr>
                                        <p:cTn id="50" dur="500" fill="hold"/>
                                        <p:tgtEl>
                                          <p:spTgt spid="26"/>
                                        </p:tgtEl>
                                        <p:attrNameLst>
                                          <p:attrName>ppt_w</p:attrName>
                                        </p:attrNameLst>
                                      </p:cBhvr>
                                      <p:tavLst>
                                        <p:tav tm="0">
                                          <p:val>
                                            <p:fltVal val="0"/>
                                          </p:val>
                                        </p:tav>
                                        <p:tav tm="100000">
                                          <p:val>
                                            <p:strVal val="#ppt_w"/>
                                          </p:val>
                                        </p:tav>
                                      </p:tavLst>
                                    </p:anim>
                                    <p:anim calcmode="lin" valueType="num">
                                      <p:cBhvr>
                                        <p:cTn id="51" dur="500" fill="hold"/>
                                        <p:tgtEl>
                                          <p:spTgt spid="26"/>
                                        </p:tgtEl>
                                        <p:attrNameLst>
                                          <p:attrName>ppt_h</p:attrName>
                                        </p:attrNameLst>
                                      </p:cBhvr>
                                      <p:tavLst>
                                        <p:tav tm="0">
                                          <p:val>
                                            <p:fltVal val="0"/>
                                          </p:val>
                                        </p:tav>
                                        <p:tav tm="100000">
                                          <p:val>
                                            <p:strVal val="#ppt_h"/>
                                          </p:val>
                                        </p:tav>
                                      </p:tavLst>
                                    </p:anim>
                                    <p:animEffect transition="in" filter="fade">
                                      <p:cBhvr>
                                        <p:cTn id="52" dur="500"/>
                                        <p:tgtEl>
                                          <p:spTgt spid="26"/>
                                        </p:tgtEl>
                                      </p:cBhvr>
                                    </p:animEffect>
                                  </p:childTnLst>
                                </p:cTn>
                              </p:par>
                            </p:childTnLst>
                          </p:cTn>
                        </p:par>
                        <p:par>
                          <p:cTn id="53" fill="hold">
                            <p:stCondLst>
                              <p:cond delay="4000"/>
                            </p:stCondLst>
                            <p:childTnLst>
                              <p:par>
                                <p:cTn id="54" presetID="53" presetClass="entr" presetSubtype="16" fill="hold" grpId="0" nodeType="afterEffect">
                                  <p:stCondLst>
                                    <p:cond delay="0"/>
                                  </p:stCondLst>
                                  <p:childTnLst>
                                    <p:set>
                                      <p:cBhvr>
                                        <p:cTn id="55" dur="1" fill="hold">
                                          <p:stCondLst>
                                            <p:cond delay="0"/>
                                          </p:stCondLst>
                                        </p:cTn>
                                        <p:tgtEl>
                                          <p:spTgt spid="66"/>
                                        </p:tgtEl>
                                        <p:attrNameLst>
                                          <p:attrName>style.visibility</p:attrName>
                                        </p:attrNameLst>
                                      </p:cBhvr>
                                      <p:to>
                                        <p:strVal val="visible"/>
                                      </p:to>
                                    </p:set>
                                    <p:anim calcmode="lin" valueType="num">
                                      <p:cBhvr>
                                        <p:cTn id="56" dur="500" fill="hold"/>
                                        <p:tgtEl>
                                          <p:spTgt spid="66"/>
                                        </p:tgtEl>
                                        <p:attrNameLst>
                                          <p:attrName>ppt_w</p:attrName>
                                        </p:attrNameLst>
                                      </p:cBhvr>
                                      <p:tavLst>
                                        <p:tav tm="0">
                                          <p:val>
                                            <p:fltVal val="0"/>
                                          </p:val>
                                        </p:tav>
                                        <p:tav tm="100000">
                                          <p:val>
                                            <p:strVal val="#ppt_w"/>
                                          </p:val>
                                        </p:tav>
                                      </p:tavLst>
                                    </p:anim>
                                    <p:anim calcmode="lin" valueType="num">
                                      <p:cBhvr>
                                        <p:cTn id="57" dur="500" fill="hold"/>
                                        <p:tgtEl>
                                          <p:spTgt spid="66"/>
                                        </p:tgtEl>
                                        <p:attrNameLst>
                                          <p:attrName>ppt_h</p:attrName>
                                        </p:attrNameLst>
                                      </p:cBhvr>
                                      <p:tavLst>
                                        <p:tav tm="0">
                                          <p:val>
                                            <p:fltVal val="0"/>
                                          </p:val>
                                        </p:tav>
                                        <p:tav tm="100000">
                                          <p:val>
                                            <p:strVal val="#ppt_h"/>
                                          </p:val>
                                        </p:tav>
                                      </p:tavLst>
                                    </p:anim>
                                    <p:animEffect transition="in" filter="fade">
                                      <p:cBhvr>
                                        <p:cTn id="58"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6" grpId="0" bldLvl="0" animBg="1"/>
      <p:bldP spid="27" grpId="0" bldLvl="0" animBg="1"/>
      <p:bldP spid="28" grpId="0" bldLvl="0" animBg="1"/>
      <p:bldP spid="63" grpId="0" bldLvl="0" animBg="1"/>
      <p:bldP spid="64" grpId="0" bldLvl="0" animBg="1"/>
      <p:bldP spid="65" grpId="0" bldLvl="0" animBg="1"/>
      <p:bldP spid="66" grpId="0" bldLvl="0" animBg="1"/>
      <p:bldP spid="34"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2"/>
          <p:cNvSpPr>
            <a:spLocks noGrp="1" noChangeArrowheads="1"/>
          </p:cNvSpPr>
          <p:nvPr>
            <p:ph type="title" idx="4294967295"/>
          </p:nvPr>
        </p:nvSpPr>
        <p:spPr>
          <a:xfrm>
            <a:off x="0" y="205740"/>
            <a:ext cx="6172200" cy="857250"/>
          </a:xfrm>
        </p:spPr>
        <p:txBody>
          <a:bodyPr/>
          <a:lstStyle/>
          <a:p>
            <a:pPr eaLnBrk="1" hangingPunct="1"/>
            <a:r>
              <a:rPr lang="zh-CN" altLang="en-US" sz="2400" b="1">
                <a:solidFill>
                  <a:srgbClr val="000000"/>
                </a:solidFill>
                <a:cs typeface="微软雅黑"/>
              </a:rPr>
              <a:t>多阶段图问题：求从</a:t>
            </a:r>
            <a:r>
              <a:rPr lang="en-US" altLang="zh-CN" sz="2400" b="1">
                <a:solidFill>
                  <a:srgbClr val="000000"/>
                </a:solidFill>
                <a:cs typeface="微软雅黑"/>
              </a:rPr>
              <a:t>s</a:t>
            </a:r>
            <a:r>
              <a:rPr lang="zh-CN" altLang="en-US" sz="2400" b="1">
                <a:solidFill>
                  <a:srgbClr val="000000"/>
                </a:solidFill>
                <a:cs typeface="微软雅黑"/>
              </a:rPr>
              <a:t>到</a:t>
            </a:r>
            <a:r>
              <a:rPr lang="en-US" altLang="zh-CN" sz="2400" b="1">
                <a:solidFill>
                  <a:srgbClr val="000000"/>
                </a:solidFill>
                <a:cs typeface="微软雅黑"/>
              </a:rPr>
              <a:t>t</a:t>
            </a:r>
            <a:r>
              <a:rPr lang="zh-CN" altLang="en-US" sz="2400" b="1">
                <a:solidFill>
                  <a:srgbClr val="000000"/>
                </a:solidFill>
                <a:cs typeface="微软雅黑"/>
              </a:rPr>
              <a:t>的最小代价路径</a:t>
            </a:r>
          </a:p>
        </p:txBody>
      </p:sp>
      <p:sp>
        <p:nvSpPr>
          <p:cNvPr id="172034" name="Rectangle 3"/>
          <p:cNvSpPr>
            <a:spLocks noGrp="1" noChangeArrowheads="1"/>
          </p:cNvSpPr>
          <p:nvPr>
            <p:ph idx="4294967295"/>
          </p:nvPr>
        </p:nvSpPr>
        <p:spPr>
          <a:xfrm>
            <a:off x="251460" y="1059180"/>
            <a:ext cx="8262620" cy="1512570"/>
          </a:xfrm>
        </p:spPr>
        <p:txBody>
          <a:bodyPr/>
          <a:lstStyle/>
          <a:p>
            <a:pPr eaLnBrk="1" hangingPunct="1"/>
            <a:r>
              <a:rPr lang="zh-CN" altLang="en-US" sz="1950" b="1">
                <a:solidFill>
                  <a:srgbClr val="000000"/>
                </a:solidFill>
              </a:rPr>
              <a:t>设</a:t>
            </a:r>
            <a:r>
              <a:rPr lang="en-US" altLang="zh-CN" sz="1950" b="1">
                <a:solidFill>
                  <a:srgbClr val="000000"/>
                </a:solidFill>
              </a:rPr>
              <a:t>G=</a:t>
            </a:r>
            <a:r>
              <a:rPr lang="zh-CN" altLang="en-US" sz="1950" b="1">
                <a:solidFill>
                  <a:srgbClr val="000000"/>
                </a:solidFill>
              </a:rPr>
              <a:t>（</a:t>
            </a:r>
            <a:r>
              <a:rPr lang="en-US" altLang="zh-CN" sz="1950" b="1">
                <a:solidFill>
                  <a:srgbClr val="000000"/>
                </a:solidFill>
              </a:rPr>
              <a:t>V.E</a:t>
            </a:r>
            <a:r>
              <a:rPr lang="zh-CN" altLang="en-US" sz="1950" b="1">
                <a:solidFill>
                  <a:srgbClr val="000000"/>
                </a:solidFill>
              </a:rPr>
              <a:t>）是一个赋权有向图，其顶点集</a:t>
            </a:r>
            <a:r>
              <a:rPr lang="en-US" altLang="zh-CN" sz="1950" b="1">
                <a:solidFill>
                  <a:srgbClr val="000000"/>
                </a:solidFill>
              </a:rPr>
              <a:t>V</a:t>
            </a:r>
            <a:r>
              <a:rPr lang="zh-CN" altLang="en-US" sz="1950" b="1">
                <a:solidFill>
                  <a:srgbClr val="000000"/>
                </a:solidFill>
              </a:rPr>
              <a:t>被划分成</a:t>
            </a:r>
            <a:r>
              <a:rPr lang="en-US" altLang="zh-CN" sz="1950" b="1">
                <a:solidFill>
                  <a:srgbClr val="000000"/>
                </a:solidFill>
              </a:rPr>
              <a:t>k&gt;2</a:t>
            </a:r>
            <a:r>
              <a:rPr lang="zh-CN" altLang="en-US" sz="1950" b="1">
                <a:solidFill>
                  <a:srgbClr val="000000"/>
                </a:solidFill>
              </a:rPr>
              <a:t>个不相交的子集</a:t>
            </a:r>
            <a:r>
              <a:rPr lang="en-US" altLang="zh-CN" sz="1950" b="1">
                <a:solidFill>
                  <a:srgbClr val="000000"/>
                </a:solidFill>
              </a:rPr>
              <a:t>Vi</a:t>
            </a:r>
            <a:r>
              <a:rPr lang="zh-CN" altLang="en-US" sz="1950" b="1">
                <a:solidFill>
                  <a:srgbClr val="000000"/>
                </a:solidFill>
              </a:rPr>
              <a:t>。（</a:t>
            </a:r>
            <a:r>
              <a:rPr lang="en-US" altLang="zh-CN" sz="1950" b="1">
                <a:solidFill>
                  <a:srgbClr val="000000"/>
                </a:solidFill>
              </a:rPr>
              <a:t>1&lt;=i&lt;=k),</a:t>
            </a:r>
            <a:r>
              <a:rPr lang="zh-CN" altLang="en-US" sz="1950" b="1">
                <a:solidFill>
                  <a:srgbClr val="000000"/>
                </a:solidFill>
              </a:rPr>
              <a:t>其中，</a:t>
            </a:r>
            <a:r>
              <a:rPr lang="en-US" altLang="zh-CN" sz="1950" b="1">
                <a:solidFill>
                  <a:srgbClr val="000000"/>
                </a:solidFill>
              </a:rPr>
              <a:t>V1</a:t>
            </a:r>
            <a:r>
              <a:rPr lang="zh-CN" altLang="en-US" sz="1950" b="1">
                <a:solidFill>
                  <a:srgbClr val="000000"/>
                </a:solidFill>
              </a:rPr>
              <a:t>和</a:t>
            </a:r>
            <a:r>
              <a:rPr lang="en-US" altLang="zh-CN" sz="1950" b="1">
                <a:solidFill>
                  <a:srgbClr val="000000"/>
                </a:solidFill>
              </a:rPr>
              <a:t>Vk</a:t>
            </a:r>
            <a:r>
              <a:rPr lang="zh-CN" altLang="en-US" sz="1950" b="1">
                <a:solidFill>
                  <a:srgbClr val="000000"/>
                </a:solidFill>
              </a:rPr>
              <a:t>分别只有一个顶点</a:t>
            </a:r>
            <a:r>
              <a:rPr lang="en-US" altLang="zh-CN" sz="1950" b="1">
                <a:solidFill>
                  <a:srgbClr val="000000"/>
                </a:solidFill>
              </a:rPr>
              <a:t>s(</a:t>
            </a:r>
            <a:r>
              <a:rPr lang="zh-CN" altLang="en-US" sz="1950" b="1">
                <a:solidFill>
                  <a:srgbClr val="000000"/>
                </a:solidFill>
              </a:rPr>
              <a:t>源</a:t>
            </a:r>
            <a:r>
              <a:rPr lang="en-US" altLang="zh-CN" sz="1950" b="1">
                <a:solidFill>
                  <a:srgbClr val="000000"/>
                </a:solidFill>
              </a:rPr>
              <a:t>)</a:t>
            </a:r>
            <a:r>
              <a:rPr lang="zh-CN" altLang="en-US" sz="1950" b="1">
                <a:solidFill>
                  <a:srgbClr val="000000"/>
                </a:solidFill>
              </a:rPr>
              <a:t>和一个顶点</a:t>
            </a:r>
            <a:r>
              <a:rPr lang="en-US" altLang="zh-CN" sz="1950" b="1">
                <a:solidFill>
                  <a:srgbClr val="000000"/>
                </a:solidFill>
              </a:rPr>
              <a:t>t(</a:t>
            </a:r>
            <a:r>
              <a:rPr lang="zh-CN" altLang="en-US" sz="1950" b="1">
                <a:solidFill>
                  <a:srgbClr val="000000"/>
                </a:solidFill>
              </a:rPr>
              <a:t>汇），图中所有边的始点和终点都在相邻的两个子集</a:t>
            </a:r>
            <a:r>
              <a:rPr lang="en-US" altLang="zh-CN" sz="1950" b="1">
                <a:solidFill>
                  <a:srgbClr val="000000"/>
                </a:solidFill>
              </a:rPr>
              <a:t>Vi</a:t>
            </a:r>
            <a:r>
              <a:rPr lang="zh-CN" altLang="en-US" sz="1950" b="1">
                <a:solidFill>
                  <a:srgbClr val="000000"/>
                </a:solidFill>
              </a:rPr>
              <a:t>和</a:t>
            </a:r>
            <a:r>
              <a:rPr lang="en-US" altLang="zh-CN" sz="1950" b="1">
                <a:solidFill>
                  <a:srgbClr val="000000"/>
                </a:solidFill>
              </a:rPr>
              <a:t>Vi+1</a:t>
            </a:r>
            <a:r>
              <a:rPr lang="zh-CN" altLang="en-US" sz="1950" b="1">
                <a:solidFill>
                  <a:srgbClr val="000000"/>
                </a:solidFill>
              </a:rPr>
              <a:t>中。</a:t>
            </a:r>
          </a:p>
        </p:txBody>
      </p:sp>
      <p:sp>
        <p:nvSpPr>
          <p:cNvPr id="172036" name="Picture 4"/>
          <p:cNvSpPr>
            <a:spLocks noChangeAspect="1" noChangeArrowheads="1"/>
          </p:cNvSpPr>
          <p:nvPr/>
        </p:nvSpPr>
        <p:spPr bwMode="auto">
          <a:xfrm>
            <a:off x="2250281" y="2571750"/>
            <a:ext cx="4443413" cy="2171700"/>
          </a:xfrm>
          <a:prstGeom prst="rect">
            <a:avLst/>
          </a:prstGeom>
          <a:noFill/>
          <a:ln w="9525">
            <a:noFill/>
            <a:miter lim="800000"/>
          </a:ln>
        </p:spPr>
        <p:txBody>
          <a:bodyPr/>
          <a:lstStyle/>
          <a:p>
            <a:endParaRPr lang="zh-CN" altLang="en-US" sz="1500" b="1">
              <a:solidFill>
                <a:srgbClr val="000000"/>
              </a:solidFill>
            </a:endParaRPr>
          </a:p>
        </p:txBody>
      </p:sp>
      <p:pic>
        <p:nvPicPr>
          <p:cNvPr id="172037" name="Picture 2"/>
          <p:cNvPicPr>
            <a:picLocks noChangeAspect="1" noChangeArrowheads="1"/>
          </p:cNvPicPr>
          <p:nvPr/>
        </p:nvPicPr>
        <p:blipFill>
          <a:blip r:embed="rId2"/>
          <a:srcRect/>
          <a:stretch>
            <a:fillRect/>
          </a:stretch>
        </p:blipFill>
        <p:spPr bwMode="auto">
          <a:xfrm>
            <a:off x="2465785" y="2788444"/>
            <a:ext cx="4900613" cy="1322785"/>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3058" name="Picture 5"/>
          <p:cNvPicPr>
            <a:picLocks noChangeAspect="1" noChangeArrowheads="1"/>
          </p:cNvPicPr>
          <p:nvPr/>
        </p:nvPicPr>
        <p:blipFill>
          <a:blip r:embed="rId2"/>
          <a:srcRect/>
          <a:stretch>
            <a:fillRect/>
          </a:stretch>
        </p:blipFill>
        <p:spPr bwMode="auto">
          <a:xfrm>
            <a:off x="1601391" y="357188"/>
            <a:ext cx="2614613" cy="242888"/>
          </a:xfrm>
          <a:prstGeom prst="rect">
            <a:avLst/>
          </a:prstGeom>
          <a:noFill/>
          <a:ln w="9525">
            <a:noFill/>
            <a:miter lim="800000"/>
            <a:headEnd/>
            <a:tailEnd/>
          </a:ln>
        </p:spPr>
      </p:pic>
      <p:pic>
        <p:nvPicPr>
          <p:cNvPr id="173059" name="Picture 6"/>
          <p:cNvPicPr>
            <a:picLocks noChangeAspect="1" noChangeArrowheads="1"/>
          </p:cNvPicPr>
          <p:nvPr/>
        </p:nvPicPr>
        <p:blipFill>
          <a:blip r:embed="rId3"/>
          <a:srcRect/>
          <a:stretch>
            <a:fillRect/>
          </a:stretch>
        </p:blipFill>
        <p:spPr bwMode="auto">
          <a:xfrm>
            <a:off x="1439466" y="844154"/>
            <a:ext cx="3057525" cy="1114425"/>
          </a:xfrm>
          <a:prstGeom prst="rect">
            <a:avLst/>
          </a:prstGeom>
          <a:noFill/>
          <a:ln w="9525">
            <a:noFill/>
            <a:miter lim="800000"/>
            <a:headEnd/>
            <a:tailEnd/>
          </a:ln>
        </p:spPr>
      </p:pic>
      <p:pic>
        <p:nvPicPr>
          <p:cNvPr id="173060" name="Picture 7"/>
          <p:cNvPicPr>
            <a:picLocks noChangeAspect="1" noChangeArrowheads="1"/>
          </p:cNvPicPr>
          <p:nvPr/>
        </p:nvPicPr>
        <p:blipFill>
          <a:blip r:embed="rId4"/>
          <a:srcRect/>
          <a:stretch>
            <a:fillRect/>
          </a:stretch>
        </p:blipFill>
        <p:spPr bwMode="auto">
          <a:xfrm>
            <a:off x="1494235" y="2085975"/>
            <a:ext cx="4716065" cy="1107281"/>
          </a:xfrm>
          <a:prstGeom prst="rect">
            <a:avLst/>
          </a:prstGeom>
          <a:noFill/>
          <a:ln w="9525">
            <a:noFill/>
            <a:miter lim="800000"/>
            <a:headEnd/>
            <a:tailEnd/>
          </a:ln>
        </p:spPr>
      </p:pic>
      <p:pic>
        <p:nvPicPr>
          <p:cNvPr id="173061" name="Picture 8"/>
          <p:cNvPicPr>
            <a:picLocks noChangeAspect="1" noChangeArrowheads="1"/>
          </p:cNvPicPr>
          <p:nvPr/>
        </p:nvPicPr>
        <p:blipFill>
          <a:blip r:embed="rId5"/>
          <a:srcRect/>
          <a:stretch>
            <a:fillRect/>
          </a:stretch>
        </p:blipFill>
        <p:spPr bwMode="auto">
          <a:xfrm>
            <a:off x="1494235" y="3436144"/>
            <a:ext cx="2743200" cy="264319"/>
          </a:xfrm>
          <a:prstGeom prst="rect">
            <a:avLst/>
          </a:prstGeom>
          <a:noFill/>
          <a:ln w="9525">
            <a:noFill/>
            <a:miter lim="800000"/>
            <a:headEnd/>
            <a:tailEnd/>
          </a:ln>
        </p:spPr>
      </p:pic>
      <p:pic>
        <p:nvPicPr>
          <p:cNvPr id="173062" name="Picture 9"/>
          <p:cNvPicPr>
            <a:picLocks noChangeAspect="1" noChangeArrowheads="1"/>
          </p:cNvPicPr>
          <p:nvPr/>
        </p:nvPicPr>
        <p:blipFill>
          <a:blip r:embed="rId6"/>
          <a:srcRect/>
          <a:stretch>
            <a:fillRect/>
          </a:stretch>
        </p:blipFill>
        <p:spPr bwMode="auto">
          <a:xfrm>
            <a:off x="1547813" y="4083844"/>
            <a:ext cx="4566047" cy="292894"/>
          </a:xfrm>
          <a:prstGeom prst="rect">
            <a:avLst/>
          </a:prstGeom>
          <a:noFill/>
          <a:ln w="9525">
            <a:noFill/>
            <a:miter lim="800000"/>
            <a:headEnd/>
            <a:tailEnd/>
          </a:ln>
        </p:spPr>
      </p:pic>
      <p:pic>
        <p:nvPicPr>
          <p:cNvPr id="173063" name="Picture 10"/>
          <p:cNvPicPr>
            <a:picLocks noChangeAspect="1" noChangeArrowheads="1"/>
          </p:cNvPicPr>
          <p:nvPr/>
        </p:nvPicPr>
        <p:blipFill>
          <a:blip r:embed="rId7"/>
          <a:srcRect/>
          <a:stretch>
            <a:fillRect/>
          </a:stretch>
        </p:blipFill>
        <p:spPr bwMode="auto">
          <a:xfrm>
            <a:off x="5320665" y="1108314"/>
            <a:ext cx="3150394" cy="850106"/>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4"/>
          <p:cNvSpPr>
            <a:spLocks noGrp="1" noChangeArrowheads="1"/>
          </p:cNvSpPr>
          <p:nvPr>
            <p:ph type="ctrTitle" idx="4294967295"/>
          </p:nvPr>
        </p:nvSpPr>
        <p:spPr>
          <a:xfrm>
            <a:off x="0" y="1257300"/>
            <a:ext cx="5829300" cy="1153795"/>
          </a:xfrm>
        </p:spPr>
        <p:txBody>
          <a:bodyPr/>
          <a:lstStyle/>
          <a:p>
            <a:pPr eaLnBrk="1" hangingPunct="1"/>
            <a:r>
              <a:rPr lang="zh-CN" altLang="en-US" b="1">
                <a:solidFill>
                  <a:srgbClr val="000000"/>
                </a:solidFill>
                <a:cs typeface="微软雅黑"/>
              </a:rPr>
              <a:t>最长公共子序列</a:t>
            </a:r>
          </a:p>
        </p:txBody>
      </p:sp>
      <p:sp>
        <p:nvSpPr>
          <p:cNvPr id="33795" name="Rectangle 5"/>
          <p:cNvSpPr>
            <a:spLocks noGrp="1" noChangeArrowheads="1"/>
          </p:cNvSpPr>
          <p:nvPr>
            <p:ph type="subTitle" idx="4294967295"/>
          </p:nvPr>
        </p:nvSpPr>
        <p:spPr>
          <a:xfrm>
            <a:off x="539750" y="2411095"/>
            <a:ext cx="4914900" cy="1706245"/>
          </a:xfrm>
        </p:spPr>
        <p:txBody>
          <a:bodyPr rtlCol="0">
            <a:normAutofit fontScale="70000" lnSpcReduction="20000"/>
          </a:bodyPr>
          <a:lstStyle/>
          <a:p>
            <a:pPr eaLnBrk="1" fontAlgn="auto" hangingPunct="1">
              <a:spcAft>
                <a:spcPts val="0"/>
              </a:spcAft>
              <a:buFont typeface="Wingdings 2"/>
              <a:buNone/>
              <a:defRPr/>
            </a:pPr>
            <a:r>
              <a:rPr lang="zh-CN" altLang="en-US" dirty="0">
                <a:solidFill>
                  <a:srgbClr val="000099"/>
                </a:solidFill>
              </a:rPr>
              <a:t>问题：给定两个序列</a:t>
            </a:r>
          </a:p>
          <a:p>
            <a:pPr eaLnBrk="1" fontAlgn="auto" hangingPunct="1">
              <a:spcAft>
                <a:spcPts val="0"/>
              </a:spcAft>
              <a:buFont typeface="Wingdings 2"/>
              <a:buNone/>
              <a:defRPr/>
            </a:pPr>
            <a:r>
              <a:rPr lang="en-US" altLang="zh-CN" dirty="0">
                <a:solidFill>
                  <a:srgbClr val="000099"/>
                </a:solidFill>
              </a:rPr>
              <a:t>X={ x1, x2, …..,</a:t>
            </a:r>
            <a:r>
              <a:rPr lang="en-US" altLang="zh-CN" dirty="0" err="1">
                <a:solidFill>
                  <a:srgbClr val="000099"/>
                </a:solidFill>
              </a:rPr>
              <a:t>xm</a:t>
            </a:r>
            <a:r>
              <a:rPr lang="en-US" altLang="zh-CN" dirty="0">
                <a:solidFill>
                  <a:srgbClr val="000099"/>
                </a:solidFill>
              </a:rPr>
              <a:t>}</a:t>
            </a:r>
          </a:p>
          <a:p>
            <a:pPr eaLnBrk="1" fontAlgn="auto" hangingPunct="1">
              <a:spcAft>
                <a:spcPts val="0"/>
              </a:spcAft>
              <a:buFont typeface="Wingdings 2"/>
              <a:buNone/>
              <a:defRPr/>
            </a:pPr>
            <a:r>
              <a:rPr lang="en-US" altLang="zh-CN" dirty="0">
                <a:solidFill>
                  <a:srgbClr val="000099"/>
                </a:solidFill>
              </a:rPr>
              <a:t>Y={ y1, y2, ……,</a:t>
            </a:r>
            <a:r>
              <a:rPr lang="en-US" altLang="zh-CN" dirty="0" err="1">
                <a:solidFill>
                  <a:srgbClr val="000099"/>
                </a:solidFill>
              </a:rPr>
              <a:t>yn</a:t>
            </a:r>
            <a:r>
              <a:rPr lang="en-US" altLang="zh-CN" dirty="0">
                <a:solidFill>
                  <a:srgbClr val="000099"/>
                </a:solidFill>
              </a:rPr>
              <a:t>}</a:t>
            </a:r>
          </a:p>
          <a:p>
            <a:pPr eaLnBrk="1" fontAlgn="auto" hangingPunct="1">
              <a:spcAft>
                <a:spcPts val="0"/>
              </a:spcAft>
              <a:buFont typeface="Wingdings 2"/>
              <a:buNone/>
              <a:defRPr/>
            </a:pPr>
            <a:r>
              <a:rPr lang="zh-CN" altLang="en-US" dirty="0">
                <a:solidFill>
                  <a:srgbClr val="000099"/>
                </a:solidFill>
              </a:rPr>
              <a:t>找出</a:t>
            </a:r>
            <a:r>
              <a:rPr lang="en-US" altLang="zh-CN" dirty="0">
                <a:solidFill>
                  <a:srgbClr val="000099"/>
                </a:solidFill>
              </a:rPr>
              <a:t>X</a:t>
            </a:r>
            <a:r>
              <a:rPr lang="zh-CN" altLang="en-US" dirty="0">
                <a:solidFill>
                  <a:srgbClr val="000099"/>
                </a:solidFill>
              </a:rPr>
              <a:t>和</a:t>
            </a:r>
            <a:r>
              <a:rPr lang="en-US" altLang="zh-CN" dirty="0">
                <a:solidFill>
                  <a:srgbClr val="000099"/>
                </a:solidFill>
              </a:rPr>
              <a:t>Y</a:t>
            </a:r>
            <a:r>
              <a:rPr lang="zh-CN" altLang="en-US" dirty="0">
                <a:solidFill>
                  <a:srgbClr val="000099"/>
                </a:solidFill>
              </a:rPr>
              <a:t>的一个最长公共子序列。</a:t>
            </a:r>
          </a:p>
        </p:txBody>
      </p:sp>
      <p:grpSp>
        <p:nvGrpSpPr>
          <p:cNvPr id="2" name="组合 1"/>
          <p:cNvGrpSpPr/>
          <p:nvPr/>
        </p:nvGrpSpPr>
        <p:grpSpPr>
          <a:xfrm>
            <a:off x="5829300" y="899324"/>
            <a:ext cx="2354580" cy="2796911"/>
            <a:chOff x="9595" y="2508"/>
            <a:chExt cx="3107" cy="3804"/>
          </a:xfrm>
        </p:grpSpPr>
        <p:sp>
          <p:nvSpPr>
            <p:cNvPr id="5125" name="Freeform 5"/>
            <p:cNvSpPr/>
            <p:nvPr/>
          </p:nvSpPr>
          <p:spPr bwMode="auto">
            <a:xfrm flipH="1">
              <a:off x="10315" y="2508"/>
              <a:ext cx="1931" cy="1198"/>
            </a:xfrm>
            <a:custGeom>
              <a:avLst/>
              <a:gdLst/>
              <a:ahLst/>
              <a:cxnLst>
                <a:cxn ang="0">
                  <a:pos x="515" y="102"/>
                </a:cxn>
                <a:cxn ang="0">
                  <a:pos x="366" y="194"/>
                </a:cxn>
                <a:cxn ang="0">
                  <a:pos x="395" y="211"/>
                </a:cxn>
                <a:cxn ang="0">
                  <a:pos x="414" y="257"/>
                </a:cxn>
                <a:cxn ang="0">
                  <a:pos x="395" y="302"/>
                </a:cxn>
                <a:cxn ang="0">
                  <a:pos x="350" y="320"/>
                </a:cxn>
                <a:cxn ang="0">
                  <a:pos x="305" y="302"/>
                </a:cxn>
                <a:cxn ang="0">
                  <a:pos x="287" y="257"/>
                </a:cxn>
                <a:cxn ang="0">
                  <a:pos x="288" y="243"/>
                </a:cxn>
                <a:cxn ang="0">
                  <a:pos x="171" y="315"/>
                </a:cxn>
                <a:cxn ang="0">
                  <a:pos x="124" y="238"/>
                </a:cxn>
                <a:cxn ang="0">
                  <a:pos x="109" y="262"/>
                </a:cxn>
                <a:cxn ang="0">
                  <a:pos x="64" y="281"/>
                </a:cxn>
                <a:cxn ang="0">
                  <a:pos x="18" y="262"/>
                </a:cxn>
                <a:cxn ang="0">
                  <a:pos x="0" y="217"/>
                </a:cxn>
                <a:cxn ang="0">
                  <a:pos x="18" y="172"/>
                </a:cxn>
                <a:cxn ang="0">
                  <a:pos x="64" y="153"/>
                </a:cxn>
                <a:cxn ang="0">
                  <a:pos x="74" y="154"/>
                </a:cxn>
                <a:cxn ang="0">
                  <a:pos x="29" y="80"/>
                </a:cxn>
                <a:cxn ang="0">
                  <a:pos x="115" y="31"/>
                </a:cxn>
                <a:cxn ang="0">
                  <a:pos x="278" y="3"/>
                </a:cxn>
                <a:cxn ang="0">
                  <a:pos x="445" y="52"/>
                </a:cxn>
                <a:cxn ang="0">
                  <a:pos x="515" y="102"/>
                </a:cxn>
              </a:cxnLst>
              <a:rect l="0" t="0" r="r" b="b"/>
              <a:pathLst>
                <a:path w="515" h="320">
                  <a:moveTo>
                    <a:pt x="515" y="102"/>
                  </a:moveTo>
                  <a:cubicBezTo>
                    <a:pt x="366" y="194"/>
                    <a:pt x="366" y="194"/>
                    <a:pt x="366" y="194"/>
                  </a:cubicBezTo>
                  <a:cubicBezTo>
                    <a:pt x="377" y="197"/>
                    <a:pt x="387" y="203"/>
                    <a:pt x="395" y="211"/>
                  </a:cubicBezTo>
                  <a:cubicBezTo>
                    <a:pt x="408" y="224"/>
                    <a:pt x="414" y="239"/>
                    <a:pt x="414" y="257"/>
                  </a:cubicBezTo>
                  <a:cubicBezTo>
                    <a:pt x="414" y="274"/>
                    <a:pt x="408" y="289"/>
                    <a:pt x="395" y="302"/>
                  </a:cubicBezTo>
                  <a:cubicBezTo>
                    <a:pt x="383" y="314"/>
                    <a:pt x="368" y="320"/>
                    <a:pt x="350" y="320"/>
                  </a:cubicBezTo>
                  <a:cubicBezTo>
                    <a:pt x="333" y="320"/>
                    <a:pt x="318" y="314"/>
                    <a:pt x="305" y="302"/>
                  </a:cubicBezTo>
                  <a:cubicBezTo>
                    <a:pt x="293" y="289"/>
                    <a:pt x="287" y="274"/>
                    <a:pt x="287" y="257"/>
                  </a:cubicBezTo>
                  <a:cubicBezTo>
                    <a:pt x="287" y="252"/>
                    <a:pt x="287" y="247"/>
                    <a:pt x="288" y="243"/>
                  </a:cubicBezTo>
                  <a:cubicBezTo>
                    <a:pt x="171" y="315"/>
                    <a:pt x="171" y="315"/>
                    <a:pt x="171" y="315"/>
                  </a:cubicBezTo>
                  <a:cubicBezTo>
                    <a:pt x="124" y="238"/>
                    <a:pt x="124" y="238"/>
                    <a:pt x="124" y="238"/>
                  </a:cubicBezTo>
                  <a:cubicBezTo>
                    <a:pt x="121" y="247"/>
                    <a:pt x="116" y="255"/>
                    <a:pt x="109" y="262"/>
                  </a:cubicBezTo>
                  <a:cubicBezTo>
                    <a:pt x="96" y="275"/>
                    <a:pt x="81" y="281"/>
                    <a:pt x="64" y="281"/>
                  </a:cubicBezTo>
                  <a:cubicBezTo>
                    <a:pt x="46" y="281"/>
                    <a:pt x="31" y="275"/>
                    <a:pt x="18" y="262"/>
                  </a:cubicBezTo>
                  <a:cubicBezTo>
                    <a:pt x="6" y="250"/>
                    <a:pt x="0" y="235"/>
                    <a:pt x="0" y="217"/>
                  </a:cubicBezTo>
                  <a:cubicBezTo>
                    <a:pt x="0" y="200"/>
                    <a:pt x="6" y="184"/>
                    <a:pt x="18" y="172"/>
                  </a:cubicBezTo>
                  <a:cubicBezTo>
                    <a:pt x="31" y="160"/>
                    <a:pt x="46" y="153"/>
                    <a:pt x="64" y="153"/>
                  </a:cubicBezTo>
                  <a:cubicBezTo>
                    <a:pt x="67" y="153"/>
                    <a:pt x="71" y="154"/>
                    <a:pt x="74" y="154"/>
                  </a:cubicBezTo>
                  <a:cubicBezTo>
                    <a:pt x="29" y="80"/>
                    <a:pt x="29" y="80"/>
                    <a:pt x="29" y="80"/>
                  </a:cubicBezTo>
                  <a:cubicBezTo>
                    <a:pt x="55" y="60"/>
                    <a:pt x="84" y="43"/>
                    <a:pt x="115" y="31"/>
                  </a:cubicBezTo>
                  <a:cubicBezTo>
                    <a:pt x="167" y="9"/>
                    <a:pt x="221" y="0"/>
                    <a:pt x="278" y="3"/>
                  </a:cubicBezTo>
                  <a:cubicBezTo>
                    <a:pt x="337" y="7"/>
                    <a:pt x="392" y="23"/>
                    <a:pt x="445" y="52"/>
                  </a:cubicBezTo>
                  <a:cubicBezTo>
                    <a:pt x="471" y="67"/>
                    <a:pt x="494" y="84"/>
                    <a:pt x="515" y="102"/>
                  </a:cubicBezTo>
                  <a:close/>
                </a:path>
              </a:pathLst>
            </a:custGeom>
            <a:solidFill>
              <a:schemeClr val="accent3"/>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6" name="Freeform 6"/>
            <p:cNvSpPr/>
            <p:nvPr/>
          </p:nvSpPr>
          <p:spPr bwMode="auto">
            <a:xfrm flipH="1">
              <a:off x="9899" y="2890"/>
              <a:ext cx="1717" cy="1929"/>
            </a:xfrm>
            <a:custGeom>
              <a:avLst/>
              <a:gdLst/>
              <a:ahLst/>
              <a:cxnLst>
                <a:cxn ang="0">
                  <a:pos x="458" y="345"/>
                </a:cxn>
                <a:cxn ang="0">
                  <a:pos x="365" y="403"/>
                </a:cxn>
                <a:cxn ang="0">
                  <a:pos x="365" y="402"/>
                </a:cxn>
                <a:cxn ang="0">
                  <a:pos x="346" y="356"/>
                </a:cxn>
                <a:cxn ang="0">
                  <a:pos x="301" y="338"/>
                </a:cxn>
                <a:cxn ang="0">
                  <a:pos x="256" y="356"/>
                </a:cxn>
                <a:cxn ang="0">
                  <a:pos x="237" y="402"/>
                </a:cxn>
                <a:cxn ang="0">
                  <a:pos x="256" y="447"/>
                </a:cxn>
                <a:cxn ang="0">
                  <a:pos x="273" y="459"/>
                </a:cxn>
                <a:cxn ang="0">
                  <a:pos x="184" y="515"/>
                </a:cxn>
                <a:cxn ang="0">
                  <a:pos x="122" y="411"/>
                </a:cxn>
                <a:cxn ang="0">
                  <a:pos x="109" y="429"/>
                </a:cxn>
                <a:cxn ang="0">
                  <a:pos x="64" y="448"/>
                </a:cxn>
                <a:cxn ang="0">
                  <a:pos x="18" y="429"/>
                </a:cxn>
                <a:cxn ang="0">
                  <a:pos x="0" y="385"/>
                </a:cxn>
                <a:cxn ang="0">
                  <a:pos x="18" y="339"/>
                </a:cxn>
                <a:cxn ang="0">
                  <a:pos x="64" y="321"/>
                </a:cxn>
                <a:cxn ang="0">
                  <a:pos x="67" y="321"/>
                </a:cxn>
                <a:cxn ang="0">
                  <a:pos x="3" y="213"/>
                </a:cxn>
                <a:cxn ang="0">
                  <a:pos x="120" y="141"/>
                </a:cxn>
                <a:cxn ang="0">
                  <a:pos x="119" y="155"/>
                </a:cxn>
                <a:cxn ang="0">
                  <a:pos x="137" y="200"/>
                </a:cxn>
                <a:cxn ang="0">
                  <a:pos x="182" y="218"/>
                </a:cxn>
                <a:cxn ang="0">
                  <a:pos x="227" y="200"/>
                </a:cxn>
                <a:cxn ang="0">
                  <a:pos x="246" y="155"/>
                </a:cxn>
                <a:cxn ang="0">
                  <a:pos x="227" y="109"/>
                </a:cxn>
                <a:cxn ang="0">
                  <a:pos x="198" y="92"/>
                </a:cxn>
                <a:cxn ang="0">
                  <a:pos x="347" y="0"/>
                </a:cxn>
                <a:cxn ang="0">
                  <a:pos x="443" y="159"/>
                </a:cxn>
                <a:cxn ang="0">
                  <a:pos x="447" y="305"/>
                </a:cxn>
                <a:cxn ang="0">
                  <a:pos x="458" y="345"/>
                </a:cxn>
              </a:cxnLst>
              <a:rect l="0" t="0" r="r" b="b"/>
              <a:pathLst>
                <a:path w="458" h="515">
                  <a:moveTo>
                    <a:pt x="458" y="345"/>
                  </a:moveTo>
                  <a:cubicBezTo>
                    <a:pt x="365" y="403"/>
                    <a:pt x="365" y="403"/>
                    <a:pt x="365" y="403"/>
                  </a:cubicBezTo>
                  <a:cubicBezTo>
                    <a:pt x="365" y="402"/>
                    <a:pt x="365" y="402"/>
                    <a:pt x="365" y="402"/>
                  </a:cubicBezTo>
                  <a:cubicBezTo>
                    <a:pt x="365" y="384"/>
                    <a:pt x="358" y="369"/>
                    <a:pt x="346" y="356"/>
                  </a:cubicBezTo>
                  <a:cubicBezTo>
                    <a:pt x="334" y="344"/>
                    <a:pt x="319" y="338"/>
                    <a:pt x="301" y="338"/>
                  </a:cubicBezTo>
                  <a:cubicBezTo>
                    <a:pt x="283" y="338"/>
                    <a:pt x="268" y="344"/>
                    <a:pt x="256" y="356"/>
                  </a:cubicBezTo>
                  <a:cubicBezTo>
                    <a:pt x="243" y="369"/>
                    <a:pt x="237" y="384"/>
                    <a:pt x="237" y="402"/>
                  </a:cubicBezTo>
                  <a:cubicBezTo>
                    <a:pt x="237" y="419"/>
                    <a:pt x="243" y="434"/>
                    <a:pt x="256" y="447"/>
                  </a:cubicBezTo>
                  <a:cubicBezTo>
                    <a:pt x="261" y="452"/>
                    <a:pt x="267" y="456"/>
                    <a:pt x="273" y="459"/>
                  </a:cubicBezTo>
                  <a:cubicBezTo>
                    <a:pt x="184" y="515"/>
                    <a:pt x="184" y="515"/>
                    <a:pt x="184" y="515"/>
                  </a:cubicBezTo>
                  <a:cubicBezTo>
                    <a:pt x="122" y="411"/>
                    <a:pt x="122" y="411"/>
                    <a:pt x="122" y="411"/>
                  </a:cubicBezTo>
                  <a:cubicBezTo>
                    <a:pt x="119" y="418"/>
                    <a:pt x="114" y="424"/>
                    <a:pt x="109" y="429"/>
                  </a:cubicBezTo>
                  <a:cubicBezTo>
                    <a:pt x="96" y="442"/>
                    <a:pt x="81" y="448"/>
                    <a:pt x="64" y="448"/>
                  </a:cubicBezTo>
                  <a:cubicBezTo>
                    <a:pt x="46" y="448"/>
                    <a:pt x="31" y="442"/>
                    <a:pt x="18" y="429"/>
                  </a:cubicBezTo>
                  <a:cubicBezTo>
                    <a:pt x="6" y="417"/>
                    <a:pt x="0" y="402"/>
                    <a:pt x="0" y="385"/>
                  </a:cubicBezTo>
                  <a:cubicBezTo>
                    <a:pt x="0" y="367"/>
                    <a:pt x="6" y="352"/>
                    <a:pt x="18" y="339"/>
                  </a:cubicBezTo>
                  <a:cubicBezTo>
                    <a:pt x="31" y="327"/>
                    <a:pt x="46" y="321"/>
                    <a:pt x="64" y="321"/>
                  </a:cubicBezTo>
                  <a:cubicBezTo>
                    <a:pt x="65" y="321"/>
                    <a:pt x="66" y="321"/>
                    <a:pt x="67" y="321"/>
                  </a:cubicBezTo>
                  <a:cubicBezTo>
                    <a:pt x="3" y="213"/>
                    <a:pt x="3" y="213"/>
                    <a:pt x="3" y="213"/>
                  </a:cubicBezTo>
                  <a:cubicBezTo>
                    <a:pt x="120" y="141"/>
                    <a:pt x="120" y="141"/>
                    <a:pt x="120" y="141"/>
                  </a:cubicBezTo>
                  <a:cubicBezTo>
                    <a:pt x="119" y="145"/>
                    <a:pt x="119" y="150"/>
                    <a:pt x="119" y="155"/>
                  </a:cubicBezTo>
                  <a:cubicBezTo>
                    <a:pt x="119" y="172"/>
                    <a:pt x="125" y="187"/>
                    <a:pt x="137" y="200"/>
                  </a:cubicBezTo>
                  <a:cubicBezTo>
                    <a:pt x="150" y="212"/>
                    <a:pt x="165" y="218"/>
                    <a:pt x="182" y="218"/>
                  </a:cubicBezTo>
                  <a:cubicBezTo>
                    <a:pt x="200" y="218"/>
                    <a:pt x="215" y="212"/>
                    <a:pt x="227" y="200"/>
                  </a:cubicBezTo>
                  <a:cubicBezTo>
                    <a:pt x="240" y="187"/>
                    <a:pt x="246" y="172"/>
                    <a:pt x="246" y="155"/>
                  </a:cubicBezTo>
                  <a:cubicBezTo>
                    <a:pt x="246" y="137"/>
                    <a:pt x="240" y="122"/>
                    <a:pt x="227" y="109"/>
                  </a:cubicBezTo>
                  <a:cubicBezTo>
                    <a:pt x="219" y="101"/>
                    <a:pt x="209" y="95"/>
                    <a:pt x="198" y="92"/>
                  </a:cubicBezTo>
                  <a:cubicBezTo>
                    <a:pt x="347" y="0"/>
                    <a:pt x="347" y="0"/>
                    <a:pt x="347" y="0"/>
                  </a:cubicBezTo>
                  <a:cubicBezTo>
                    <a:pt x="396" y="43"/>
                    <a:pt x="428" y="97"/>
                    <a:pt x="443" y="159"/>
                  </a:cubicBezTo>
                  <a:cubicBezTo>
                    <a:pt x="454" y="205"/>
                    <a:pt x="456" y="254"/>
                    <a:pt x="447" y="305"/>
                  </a:cubicBezTo>
                  <a:cubicBezTo>
                    <a:pt x="445" y="314"/>
                    <a:pt x="449" y="328"/>
                    <a:pt x="458" y="345"/>
                  </a:cubicBezTo>
                  <a:close/>
                </a:path>
              </a:pathLst>
            </a:custGeom>
            <a:solidFill>
              <a:schemeClr val="accent2"/>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7" name="Freeform 7"/>
            <p:cNvSpPr/>
            <p:nvPr/>
          </p:nvSpPr>
          <p:spPr bwMode="auto">
            <a:xfrm flipH="1">
              <a:off x="9595" y="4156"/>
              <a:ext cx="1330" cy="1422"/>
            </a:xfrm>
            <a:custGeom>
              <a:avLst/>
              <a:gdLst/>
              <a:ahLst/>
              <a:cxnLst>
                <a:cxn ang="0">
                  <a:pos x="114" y="365"/>
                </a:cxn>
                <a:cxn ang="0">
                  <a:pos x="92" y="330"/>
                </a:cxn>
                <a:cxn ang="0">
                  <a:pos x="132" y="311"/>
                </a:cxn>
                <a:cxn ang="0">
                  <a:pos x="151" y="266"/>
                </a:cxn>
                <a:cxn ang="0">
                  <a:pos x="132" y="221"/>
                </a:cxn>
                <a:cxn ang="0">
                  <a:pos x="87" y="202"/>
                </a:cxn>
                <a:cxn ang="0">
                  <a:pos x="42" y="221"/>
                </a:cxn>
                <a:cxn ang="0">
                  <a:pos x="33" y="232"/>
                </a:cxn>
                <a:cxn ang="0">
                  <a:pos x="0" y="177"/>
                </a:cxn>
                <a:cxn ang="0">
                  <a:pos x="89" y="121"/>
                </a:cxn>
                <a:cxn ang="0">
                  <a:pos x="72" y="109"/>
                </a:cxn>
                <a:cxn ang="0">
                  <a:pos x="53" y="64"/>
                </a:cxn>
                <a:cxn ang="0">
                  <a:pos x="72" y="18"/>
                </a:cxn>
                <a:cxn ang="0">
                  <a:pos x="117" y="0"/>
                </a:cxn>
                <a:cxn ang="0">
                  <a:pos x="162" y="18"/>
                </a:cxn>
                <a:cxn ang="0">
                  <a:pos x="181" y="64"/>
                </a:cxn>
                <a:cxn ang="0">
                  <a:pos x="181" y="65"/>
                </a:cxn>
                <a:cxn ang="0">
                  <a:pos x="274" y="7"/>
                </a:cxn>
                <a:cxn ang="0">
                  <a:pos x="294" y="42"/>
                </a:cxn>
                <a:cxn ang="0">
                  <a:pos x="344" y="112"/>
                </a:cxn>
                <a:cxn ang="0">
                  <a:pos x="351" y="146"/>
                </a:cxn>
                <a:cxn ang="0">
                  <a:pos x="324" y="167"/>
                </a:cxn>
                <a:cxn ang="0">
                  <a:pos x="309" y="190"/>
                </a:cxn>
                <a:cxn ang="0">
                  <a:pos x="313" y="216"/>
                </a:cxn>
                <a:cxn ang="0">
                  <a:pos x="295" y="233"/>
                </a:cxn>
                <a:cxn ang="0">
                  <a:pos x="277" y="236"/>
                </a:cxn>
                <a:cxn ang="0">
                  <a:pos x="291" y="240"/>
                </a:cxn>
                <a:cxn ang="0">
                  <a:pos x="305" y="256"/>
                </a:cxn>
                <a:cxn ang="0">
                  <a:pos x="287" y="276"/>
                </a:cxn>
                <a:cxn ang="0">
                  <a:pos x="269" y="285"/>
                </a:cxn>
                <a:cxn ang="0">
                  <a:pos x="264" y="314"/>
                </a:cxn>
                <a:cxn ang="0">
                  <a:pos x="253" y="361"/>
                </a:cxn>
                <a:cxn ang="0">
                  <a:pos x="235" y="378"/>
                </a:cxn>
                <a:cxn ang="0">
                  <a:pos x="214" y="379"/>
                </a:cxn>
                <a:cxn ang="0">
                  <a:pos x="177" y="372"/>
                </a:cxn>
                <a:cxn ang="0">
                  <a:pos x="117" y="366"/>
                </a:cxn>
                <a:cxn ang="0">
                  <a:pos x="114" y="365"/>
                </a:cxn>
              </a:cxnLst>
              <a:rect l="0" t="0" r="r" b="b"/>
              <a:pathLst>
                <a:path w="355" h="380">
                  <a:moveTo>
                    <a:pt x="114" y="365"/>
                  </a:moveTo>
                  <a:cubicBezTo>
                    <a:pt x="92" y="330"/>
                    <a:pt x="92" y="330"/>
                    <a:pt x="92" y="330"/>
                  </a:cubicBezTo>
                  <a:cubicBezTo>
                    <a:pt x="108" y="329"/>
                    <a:pt x="121" y="323"/>
                    <a:pt x="132" y="311"/>
                  </a:cubicBezTo>
                  <a:cubicBezTo>
                    <a:pt x="145" y="299"/>
                    <a:pt x="151" y="284"/>
                    <a:pt x="151" y="266"/>
                  </a:cubicBezTo>
                  <a:cubicBezTo>
                    <a:pt x="151" y="249"/>
                    <a:pt x="145" y="233"/>
                    <a:pt x="132" y="221"/>
                  </a:cubicBezTo>
                  <a:cubicBezTo>
                    <a:pt x="120" y="209"/>
                    <a:pt x="105" y="202"/>
                    <a:pt x="87" y="202"/>
                  </a:cubicBezTo>
                  <a:cubicBezTo>
                    <a:pt x="70" y="202"/>
                    <a:pt x="54" y="209"/>
                    <a:pt x="42" y="221"/>
                  </a:cubicBezTo>
                  <a:cubicBezTo>
                    <a:pt x="38" y="224"/>
                    <a:pt x="36" y="228"/>
                    <a:pt x="33" y="232"/>
                  </a:cubicBezTo>
                  <a:cubicBezTo>
                    <a:pt x="0" y="177"/>
                    <a:pt x="0" y="177"/>
                    <a:pt x="0" y="177"/>
                  </a:cubicBezTo>
                  <a:cubicBezTo>
                    <a:pt x="89" y="121"/>
                    <a:pt x="89" y="121"/>
                    <a:pt x="89" y="121"/>
                  </a:cubicBezTo>
                  <a:cubicBezTo>
                    <a:pt x="83" y="118"/>
                    <a:pt x="77" y="114"/>
                    <a:pt x="72" y="109"/>
                  </a:cubicBezTo>
                  <a:cubicBezTo>
                    <a:pt x="59" y="96"/>
                    <a:pt x="53" y="81"/>
                    <a:pt x="53" y="64"/>
                  </a:cubicBezTo>
                  <a:cubicBezTo>
                    <a:pt x="53" y="46"/>
                    <a:pt x="59" y="31"/>
                    <a:pt x="72" y="18"/>
                  </a:cubicBezTo>
                  <a:cubicBezTo>
                    <a:pt x="84" y="6"/>
                    <a:pt x="99" y="0"/>
                    <a:pt x="117" y="0"/>
                  </a:cubicBezTo>
                  <a:cubicBezTo>
                    <a:pt x="135" y="0"/>
                    <a:pt x="150" y="6"/>
                    <a:pt x="162" y="18"/>
                  </a:cubicBezTo>
                  <a:cubicBezTo>
                    <a:pt x="174" y="31"/>
                    <a:pt x="181" y="46"/>
                    <a:pt x="181" y="64"/>
                  </a:cubicBezTo>
                  <a:cubicBezTo>
                    <a:pt x="181" y="64"/>
                    <a:pt x="181" y="64"/>
                    <a:pt x="181" y="65"/>
                  </a:cubicBezTo>
                  <a:cubicBezTo>
                    <a:pt x="274" y="7"/>
                    <a:pt x="274" y="7"/>
                    <a:pt x="274" y="7"/>
                  </a:cubicBezTo>
                  <a:cubicBezTo>
                    <a:pt x="279" y="17"/>
                    <a:pt x="286" y="29"/>
                    <a:pt x="294" y="42"/>
                  </a:cubicBezTo>
                  <a:cubicBezTo>
                    <a:pt x="321" y="79"/>
                    <a:pt x="338" y="102"/>
                    <a:pt x="344" y="112"/>
                  </a:cubicBezTo>
                  <a:cubicBezTo>
                    <a:pt x="353" y="127"/>
                    <a:pt x="355" y="138"/>
                    <a:pt x="351" y="146"/>
                  </a:cubicBezTo>
                  <a:cubicBezTo>
                    <a:pt x="348" y="154"/>
                    <a:pt x="339" y="160"/>
                    <a:pt x="324" y="167"/>
                  </a:cubicBezTo>
                  <a:cubicBezTo>
                    <a:pt x="312" y="172"/>
                    <a:pt x="307" y="180"/>
                    <a:pt x="309" y="190"/>
                  </a:cubicBezTo>
                  <a:cubicBezTo>
                    <a:pt x="309" y="196"/>
                    <a:pt x="311" y="204"/>
                    <a:pt x="313" y="216"/>
                  </a:cubicBezTo>
                  <a:cubicBezTo>
                    <a:pt x="313" y="223"/>
                    <a:pt x="307" y="229"/>
                    <a:pt x="295" y="233"/>
                  </a:cubicBezTo>
                  <a:cubicBezTo>
                    <a:pt x="289" y="235"/>
                    <a:pt x="283" y="236"/>
                    <a:pt x="277" y="236"/>
                  </a:cubicBezTo>
                  <a:cubicBezTo>
                    <a:pt x="282" y="237"/>
                    <a:pt x="286" y="238"/>
                    <a:pt x="291" y="240"/>
                  </a:cubicBezTo>
                  <a:cubicBezTo>
                    <a:pt x="301" y="244"/>
                    <a:pt x="305" y="249"/>
                    <a:pt x="305" y="256"/>
                  </a:cubicBezTo>
                  <a:cubicBezTo>
                    <a:pt x="305" y="263"/>
                    <a:pt x="299" y="270"/>
                    <a:pt x="287" y="276"/>
                  </a:cubicBezTo>
                  <a:cubicBezTo>
                    <a:pt x="281" y="280"/>
                    <a:pt x="275" y="283"/>
                    <a:pt x="269" y="285"/>
                  </a:cubicBezTo>
                  <a:cubicBezTo>
                    <a:pt x="264" y="289"/>
                    <a:pt x="263" y="299"/>
                    <a:pt x="264" y="314"/>
                  </a:cubicBezTo>
                  <a:cubicBezTo>
                    <a:pt x="265" y="332"/>
                    <a:pt x="261" y="347"/>
                    <a:pt x="253" y="361"/>
                  </a:cubicBezTo>
                  <a:cubicBezTo>
                    <a:pt x="247" y="370"/>
                    <a:pt x="241" y="376"/>
                    <a:pt x="235" y="378"/>
                  </a:cubicBezTo>
                  <a:cubicBezTo>
                    <a:pt x="230" y="380"/>
                    <a:pt x="223" y="380"/>
                    <a:pt x="214" y="379"/>
                  </a:cubicBezTo>
                  <a:cubicBezTo>
                    <a:pt x="208" y="378"/>
                    <a:pt x="196" y="375"/>
                    <a:pt x="177" y="372"/>
                  </a:cubicBezTo>
                  <a:cubicBezTo>
                    <a:pt x="158" y="368"/>
                    <a:pt x="138" y="366"/>
                    <a:pt x="117" y="366"/>
                  </a:cubicBezTo>
                  <a:cubicBezTo>
                    <a:pt x="116" y="365"/>
                    <a:pt x="115" y="365"/>
                    <a:pt x="114" y="365"/>
                  </a:cubicBezTo>
                  <a:close/>
                </a:path>
              </a:pathLst>
            </a:custGeom>
            <a:solidFill>
              <a:schemeClr val="accent1"/>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8" name="Freeform 8"/>
            <p:cNvSpPr/>
            <p:nvPr/>
          </p:nvSpPr>
          <p:spPr bwMode="auto">
            <a:xfrm flipH="1">
              <a:off x="10926" y="3688"/>
              <a:ext cx="1715" cy="1821"/>
            </a:xfrm>
            <a:custGeom>
              <a:avLst/>
              <a:gdLst/>
              <a:ahLst/>
              <a:cxnLst>
                <a:cxn ang="0">
                  <a:pos x="457" y="302"/>
                </a:cxn>
                <a:cxn ang="0">
                  <a:pos x="367" y="357"/>
                </a:cxn>
                <a:cxn ang="0">
                  <a:pos x="382" y="368"/>
                </a:cxn>
                <a:cxn ang="0">
                  <a:pos x="400" y="414"/>
                </a:cxn>
                <a:cxn ang="0">
                  <a:pos x="382" y="458"/>
                </a:cxn>
                <a:cxn ang="0">
                  <a:pos x="337" y="477"/>
                </a:cxn>
                <a:cxn ang="0">
                  <a:pos x="291" y="458"/>
                </a:cxn>
                <a:cxn ang="0">
                  <a:pos x="273" y="416"/>
                </a:cxn>
                <a:cxn ang="0">
                  <a:pos x="158" y="486"/>
                </a:cxn>
                <a:cxn ang="0">
                  <a:pos x="148" y="435"/>
                </a:cxn>
                <a:cxn ang="0">
                  <a:pos x="139" y="403"/>
                </a:cxn>
                <a:cxn ang="0">
                  <a:pos x="108" y="372"/>
                </a:cxn>
                <a:cxn ang="0">
                  <a:pos x="45" y="283"/>
                </a:cxn>
                <a:cxn ang="0">
                  <a:pos x="0" y="172"/>
                </a:cxn>
                <a:cxn ang="0">
                  <a:pos x="83" y="120"/>
                </a:cxn>
                <a:cxn ang="0">
                  <a:pos x="83" y="125"/>
                </a:cxn>
                <a:cxn ang="0">
                  <a:pos x="101" y="170"/>
                </a:cxn>
                <a:cxn ang="0">
                  <a:pos x="146" y="188"/>
                </a:cxn>
                <a:cxn ang="0">
                  <a:pos x="191" y="170"/>
                </a:cxn>
                <a:cxn ang="0">
                  <a:pos x="210" y="125"/>
                </a:cxn>
                <a:cxn ang="0">
                  <a:pos x="191" y="79"/>
                </a:cxn>
                <a:cxn ang="0">
                  <a:pos x="171" y="65"/>
                </a:cxn>
                <a:cxn ang="0">
                  <a:pos x="276" y="0"/>
                </a:cxn>
                <a:cxn ang="0">
                  <a:pos x="340" y="108"/>
                </a:cxn>
                <a:cxn ang="0">
                  <a:pos x="337" y="108"/>
                </a:cxn>
                <a:cxn ang="0">
                  <a:pos x="291" y="126"/>
                </a:cxn>
                <a:cxn ang="0">
                  <a:pos x="273" y="172"/>
                </a:cxn>
                <a:cxn ang="0">
                  <a:pos x="291" y="216"/>
                </a:cxn>
                <a:cxn ang="0">
                  <a:pos x="337" y="235"/>
                </a:cxn>
                <a:cxn ang="0">
                  <a:pos x="382" y="216"/>
                </a:cxn>
                <a:cxn ang="0">
                  <a:pos x="395" y="198"/>
                </a:cxn>
                <a:cxn ang="0">
                  <a:pos x="457" y="302"/>
                </a:cxn>
              </a:cxnLst>
              <a:rect l="0" t="0" r="r" b="b"/>
              <a:pathLst>
                <a:path w="457" h="486">
                  <a:moveTo>
                    <a:pt x="457" y="302"/>
                  </a:moveTo>
                  <a:cubicBezTo>
                    <a:pt x="367" y="357"/>
                    <a:pt x="367" y="357"/>
                    <a:pt x="367" y="357"/>
                  </a:cubicBezTo>
                  <a:cubicBezTo>
                    <a:pt x="372" y="360"/>
                    <a:pt x="377" y="364"/>
                    <a:pt x="382" y="368"/>
                  </a:cubicBezTo>
                  <a:cubicBezTo>
                    <a:pt x="394" y="381"/>
                    <a:pt x="400" y="396"/>
                    <a:pt x="400" y="414"/>
                  </a:cubicBezTo>
                  <a:cubicBezTo>
                    <a:pt x="400" y="431"/>
                    <a:pt x="394" y="446"/>
                    <a:pt x="382" y="458"/>
                  </a:cubicBezTo>
                  <a:cubicBezTo>
                    <a:pt x="369" y="471"/>
                    <a:pt x="354" y="477"/>
                    <a:pt x="337" y="477"/>
                  </a:cubicBezTo>
                  <a:cubicBezTo>
                    <a:pt x="319" y="477"/>
                    <a:pt x="304" y="471"/>
                    <a:pt x="291" y="458"/>
                  </a:cubicBezTo>
                  <a:cubicBezTo>
                    <a:pt x="280" y="447"/>
                    <a:pt x="273" y="432"/>
                    <a:pt x="273" y="416"/>
                  </a:cubicBezTo>
                  <a:cubicBezTo>
                    <a:pt x="158" y="486"/>
                    <a:pt x="158" y="486"/>
                    <a:pt x="158" y="486"/>
                  </a:cubicBezTo>
                  <a:cubicBezTo>
                    <a:pt x="156" y="469"/>
                    <a:pt x="152" y="452"/>
                    <a:pt x="148" y="435"/>
                  </a:cubicBezTo>
                  <a:cubicBezTo>
                    <a:pt x="139" y="403"/>
                    <a:pt x="139" y="403"/>
                    <a:pt x="139" y="403"/>
                  </a:cubicBezTo>
                  <a:cubicBezTo>
                    <a:pt x="108" y="372"/>
                    <a:pt x="108" y="372"/>
                    <a:pt x="108" y="372"/>
                  </a:cubicBezTo>
                  <a:cubicBezTo>
                    <a:pt x="84" y="345"/>
                    <a:pt x="63" y="315"/>
                    <a:pt x="45" y="283"/>
                  </a:cubicBezTo>
                  <a:cubicBezTo>
                    <a:pt x="25" y="246"/>
                    <a:pt x="9" y="209"/>
                    <a:pt x="0" y="172"/>
                  </a:cubicBezTo>
                  <a:cubicBezTo>
                    <a:pt x="83" y="120"/>
                    <a:pt x="83" y="120"/>
                    <a:pt x="83" y="120"/>
                  </a:cubicBezTo>
                  <a:cubicBezTo>
                    <a:pt x="83" y="122"/>
                    <a:pt x="83" y="123"/>
                    <a:pt x="83" y="125"/>
                  </a:cubicBezTo>
                  <a:cubicBezTo>
                    <a:pt x="83" y="142"/>
                    <a:pt x="89" y="157"/>
                    <a:pt x="101" y="170"/>
                  </a:cubicBezTo>
                  <a:cubicBezTo>
                    <a:pt x="114" y="182"/>
                    <a:pt x="129" y="188"/>
                    <a:pt x="146" y="188"/>
                  </a:cubicBezTo>
                  <a:cubicBezTo>
                    <a:pt x="164" y="188"/>
                    <a:pt x="179" y="182"/>
                    <a:pt x="191" y="170"/>
                  </a:cubicBezTo>
                  <a:cubicBezTo>
                    <a:pt x="204" y="157"/>
                    <a:pt x="210" y="142"/>
                    <a:pt x="210" y="125"/>
                  </a:cubicBezTo>
                  <a:cubicBezTo>
                    <a:pt x="210" y="107"/>
                    <a:pt x="204" y="92"/>
                    <a:pt x="191" y="79"/>
                  </a:cubicBezTo>
                  <a:cubicBezTo>
                    <a:pt x="185" y="73"/>
                    <a:pt x="178" y="68"/>
                    <a:pt x="171" y="65"/>
                  </a:cubicBezTo>
                  <a:cubicBezTo>
                    <a:pt x="276" y="0"/>
                    <a:pt x="276" y="0"/>
                    <a:pt x="276" y="0"/>
                  </a:cubicBezTo>
                  <a:cubicBezTo>
                    <a:pt x="340" y="108"/>
                    <a:pt x="340" y="108"/>
                    <a:pt x="340" y="108"/>
                  </a:cubicBezTo>
                  <a:cubicBezTo>
                    <a:pt x="339" y="108"/>
                    <a:pt x="338" y="108"/>
                    <a:pt x="337" y="108"/>
                  </a:cubicBezTo>
                  <a:cubicBezTo>
                    <a:pt x="319" y="108"/>
                    <a:pt x="304" y="114"/>
                    <a:pt x="291" y="126"/>
                  </a:cubicBezTo>
                  <a:cubicBezTo>
                    <a:pt x="279" y="139"/>
                    <a:pt x="273" y="154"/>
                    <a:pt x="273" y="172"/>
                  </a:cubicBezTo>
                  <a:cubicBezTo>
                    <a:pt x="273" y="189"/>
                    <a:pt x="279" y="204"/>
                    <a:pt x="291" y="216"/>
                  </a:cubicBezTo>
                  <a:cubicBezTo>
                    <a:pt x="304" y="229"/>
                    <a:pt x="319" y="235"/>
                    <a:pt x="337" y="235"/>
                  </a:cubicBezTo>
                  <a:cubicBezTo>
                    <a:pt x="354" y="235"/>
                    <a:pt x="369" y="229"/>
                    <a:pt x="382" y="216"/>
                  </a:cubicBezTo>
                  <a:cubicBezTo>
                    <a:pt x="387" y="211"/>
                    <a:pt x="392" y="205"/>
                    <a:pt x="395" y="198"/>
                  </a:cubicBezTo>
                  <a:lnTo>
                    <a:pt x="457" y="302"/>
                  </a:lnTo>
                  <a:close/>
                </a:path>
              </a:pathLst>
            </a:custGeom>
            <a:solidFill>
              <a:schemeClr val="accent5"/>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9" name="Freeform 9"/>
            <p:cNvSpPr/>
            <p:nvPr/>
          </p:nvSpPr>
          <p:spPr bwMode="auto">
            <a:xfrm flipH="1">
              <a:off x="10360" y="4818"/>
              <a:ext cx="1845" cy="1494"/>
            </a:xfrm>
            <a:custGeom>
              <a:avLst/>
              <a:gdLst/>
              <a:ahLst/>
              <a:cxnLst>
                <a:cxn ang="0">
                  <a:pos x="455" y="188"/>
                </a:cxn>
                <a:cxn ang="0">
                  <a:pos x="371" y="286"/>
                </a:cxn>
                <a:cxn ang="0">
                  <a:pos x="361" y="387"/>
                </a:cxn>
                <a:cxn ang="0">
                  <a:pos x="363" y="399"/>
                </a:cxn>
                <a:cxn ang="0">
                  <a:pos x="0" y="399"/>
                </a:cxn>
                <a:cxn ang="0">
                  <a:pos x="45" y="209"/>
                </a:cxn>
                <a:cxn ang="0">
                  <a:pos x="42" y="184"/>
                </a:cxn>
                <a:cxn ang="0">
                  <a:pos x="157" y="114"/>
                </a:cxn>
                <a:cxn ang="0">
                  <a:pos x="175" y="156"/>
                </a:cxn>
                <a:cxn ang="0">
                  <a:pos x="221" y="175"/>
                </a:cxn>
                <a:cxn ang="0">
                  <a:pos x="266" y="156"/>
                </a:cxn>
                <a:cxn ang="0">
                  <a:pos x="284" y="112"/>
                </a:cxn>
                <a:cxn ang="0">
                  <a:pos x="266" y="66"/>
                </a:cxn>
                <a:cxn ang="0">
                  <a:pos x="251" y="55"/>
                </a:cxn>
                <a:cxn ang="0">
                  <a:pos x="341" y="0"/>
                </a:cxn>
                <a:cxn ang="0">
                  <a:pos x="374" y="55"/>
                </a:cxn>
                <a:cxn ang="0">
                  <a:pos x="383" y="44"/>
                </a:cxn>
                <a:cxn ang="0">
                  <a:pos x="428" y="25"/>
                </a:cxn>
                <a:cxn ang="0">
                  <a:pos x="473" y="44"/>
                </a:cxn>
                <a:cxn ang="0">
                  <a:pos x="492" y="89"/>
                </a:cxn>
                <a:cxn ang="0">
                  <a:pos x="473" y="134"/>
                </a:cxn>
                <a:cxn ang="0">
                  <a:pos x="433" y="153"/>
                </a:cxn>
                <a:cxn ang="0">
                  <a:pos x="455" y="188"/>
                </a:cxn>
              </a:cxnLst>
              <a:rect l="0" t="0" r="r" b="b"/>
              <a:pathLst>
                <a:path w="492" h="399">
                  <a:moveTo>
                    <a:pt x="455" y="188"/>
                  </a:moveTo>
                  <a:cubicBezTo>
                    <a:pt x="414" y="188"/>
                    <a:pt x="386" y="221"/>
                    <a:pt x="371" y="286"/>
                  </a:cubicBezTo>
                  <a:cubicBezTo>
                    <a:pt x="364" y="320"/>
                    <a:pt x="360" y="353"/>
                    <a:pt x="361" y="387"/>
                  </a:cubicBezTo>
                  <a:cubicBezTo>
                    <a:pt x="363" y="399"/>
                    <a:pt x="363" y="399"/>
                    <a:pt x="363" y="399"/>
                  </a:cubicBezTo>
                  <a:cubicBezTo>
                    <a:pt x="0" y="399"/>
                    <a:pt x="0" y="399"/>
                    <a:pt x="0" y="399"/>
                  </a:cubicBezTo>
                  <a:cubicBezTo>
                    <a:pt x="38" y="354"/>
                    <a:pt x="53" y="290"/>
                    <a:pt x="45" y="209"/>
                  </a:cubicBezTo>
                  <a:cubicBezTo>
                    <a:pt x="45" y="201"/>
                    <a:pt x="44" y="193"/>
                    <a:pt x="42" y="184"/>
                  </a:cubicBezTo>
                  <a:cubicBezTo>
                    <a:pt x="157" y="114"/>
                    <a:pt x="157" y="114"/>
                    <a:pt x="157" y="114"/>
                  </a:cubicBezTo>
                  <a:cubicBezTo>
                    <a:pt x="157" y="130"/>
                    <a:pt x="164" y="145"/>
                    <a:pt x="175" y="156"/>
                  </a:cubicBezTo>
                  <a:cubicBezTo>
                    <a:pt x="188" y="169"/>
                    <a:pt x="203" y="175"/>
                    <a:pt x="221" y="175"/>
                  </a:cubicBezTo>
                  <a:cubicBezTo>
                    <a:pt x="238" y="175"/>
                    <a:pt x="253" y="169"/>
                    <a:pt x="266" y="156"/>
                  </a:cubicBezTo>
                  <a:cubicBezTo>
                    <a:pt x="278" y="144"/>
                    <a:pt x="284" y="129"/>
                    <a:pt x="284" y="112"/>
                  </a:cubicBezTo>
                  <a:cubicBezTo>
                    <a:pt x="284" y="94"/>
                    <a:pt x="278" y="79"/>
                    <a:pt x="266" y="66"/>
                  </a:cubicBezTo>
                  <a:cubicBezTo>
                    <a:pt x="261" y="62"/>
                    <a:pt x="256" y="58"/>
                    <a:pt x="251" y="55"/>
                  </a:cubicBezTo>
                  <a:cubicBezTo>
                    <a:pt x="341" y="0"/>
                    <a:pt x="341" y="0"/>
                    <a:pt x="341" y="0"/>
                  </a:cubicBezTo>
                  <a:cubicBezTo>
                    <a:pt x="374" y="55"/>
                    <a:pt x="374" y="55"/>
                    <a:pt x="374" y="55"/>
                  </a:cubicBezTo>
                  <a:cubicBezTo>
                    <a:pt x="377" y="51"/>
                    <a:pt x="379" y="47"/>
                    <a:pt x="383" y="44"/>
                  </a:cubicBezTo>
                  <a:cubicBezTo>
                    <a:pt x="395" y="32"/>
                    <a:pt x="411" y="25"/>
                    <a:pt x="428" y="25"/>
                  </a:cubicBezTo>
                  <a:cubicBezTo>
                    <a:pt x="446" y="25"/>
                    <a:pt x="461" y="32"/>
                    <a:pt x="473" y="44"/>
                  </a:cubicBezTo>
                  <a:cubicBezTo>
                    <a:pt x="486" y="56"/>
                    <a:pt x="492" y="72"/>
                    <a:pt x="492" y="89"/>
                  </a:cubicBezTo>
                  <a:cubicBezTo>
                    <a:pt x="492" y="107"/>
                    <a:pt x="486" y="122"/>
                    <a:pt x="473" y="134"/>
                  </a:cubicBezTo>
                  <a:cubicBezTo>
                    <a:pt x="462" y="146"/>
                    <a:pt x="449" y="152"/>
                    <a:pt x="433" y="153"/>
                  </a:cubicBezTo>
                  <a:lnTo>
                    <a:pt x="455" y="188"/>
                  </a:lnTo>
                  <a:close/>
                </a:path>
              </a:pathLst>
            </a:custGeom>
            <a:solidFill>
              <a:schemeClr val="accent6"/>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30" name="Freeform 10"/>
            <p:cNvSpPr/>
            <p:nvPr/>
          </p:nvSpPr>
          <p:spPr bwMode="auto">
            <a:xfrm flipH="1">
              <a:off x="11604" y="2808"/>
              <a:ext cx="1098" cy="1584"/>
            </a:xfrm>
            <a:custGeom>
              <a:avLst/>
              <a:gdLst/>
              <a:ahLst/>
              <a:cxnLst>
                <a:cxn ang="0">
                  <a:pos x="17" y="407"/>
                </a:cxn>
                <a:cxn ang="0">
                  <a:pos x="18" y="207"/>
                </a:cxn>
                <a:cxn ang="0">
                  <a:pos x="101" y="47"/>
                </a:cxn>
                <a:cxn ang="0">
                  <a:pos x="151" y="0"/>
                </a:cxn>
                <a:cxn ang="0">
                  <a:pos x="196" y="74"/>
                </a:cxn>
                <a:cxn ang="0">
                  <a:pos x="186" y="73"/>
                </a:cxn>
                <a:cxn ang="0">
                  <a:pos x="140" y="92"/>
                </a:cxn>
                <a:cxn ang="0">
                  <a:pos x="122" y="137"/>
                </a:cxn>
                <a:cxn ang="0">
                  <a:pos x="140" y="182"/>
                </a:cxn>
                <a:cxn ang="0">
                  <a:pos x="186" y="201"/>
                </a:cxn>
                <a:cxn ang="0">
                  <a:pos x="231" y="182"/>
                </a:cxn>
                <a:cxn ang="0">
                  <a:pos x="246" y="158"/>
                </a:cxn>
                <a:cxn ang="0">
                  <a:pos x="293" y="235"/>
                </a:cxn>
                <a:cxn ang="0">
                  <a:pos x="188" y="300"/>
                </a:cxn>
                <a:cxn ang="0">
                  <a:pos x="208" y="314"/>
                </a:cxn>
                <a:cxn ang="0">
                  <a:pos x="227" y="360"/>
                </a:cxn>
                <a:cxn ang="0">
                  <a:pos x="208" y="405"/>
                </a:cxn>
                <a:cxn ang="0">
                  <a:pos x="163" y="423"/>
                </a:cxn>
                <a:cxn ang="0">
                  <a:pos x="118" y="405"/>
                </a:cxn>
                <a:cxn ang="0">
                  <a:pos x="100" y="360"/>
                </a:cxn>
                <a:cxn ang="0">
                  <a:pos x="100" y="355"/>
                </a:cxn>
                <a:cxn ang="0">
                  <a:pos x="17" y="407"/>
                </a:cxn>
              </a:cxnLst>
              <a:rect l="0" t="0" r="r" b="b"/>
              <a:pathLst>
                <a:path w="293" h="423">
                  <a:moveTo>
                    <a:pt x="17" y="407"/>
                  </a:moveTo>
                  <a:cubicBezTo>
                    <a:pt x="0" y="341"/>
                    <a:pt x="1" y="275"/>
                    <a:pt x="18" y="207"/>
                  </a:cubicBezTo>
                  <a:cubicBezTo>
                    <a:pt x="33" y="145"/>
                    <a:pt x="61" y="92"/>
                    <a:pt x="101" y="47"/>
                  </a:cubicBezTo>
                  <a:cubicBezTo>
                    <a:pt x="116" y="29"/>
                    <a:pt x="133" y="14"/>
                    <a:pt x="151" y="0"/>
                  </a:cubicBezTo>
                  <a:cubicBezTo>
                    <a:pt x="196" y="74"/>
                    <a:pt x="196" y="74"/>
                    <a:pt x="196" y="74"/>
                  </a:cubicBezTo>
                  <a:cubicBezTo>
                    <a:pt x="193" y="74"/>
                    <a:pt x="189" y="73"/>
                    <a:pt x="186" y="73"/>
                  </a:cubicBezTo>
                  <a:cubicBezTo>
                    <a:pt x="168" y="73"/>
                    <a:pt x="153" y="80"/>
                    <a:pt x="140" y="92"/>
                  </a:cubicBezTo>
                  <a:cubicBezTo>
                    <a:pt x="128" y="104"/>
                    <a:pt x="122" y="120"/>
                    <a:pt x="122" y="137"/>
                  </a:cubicBezTo>
                  <a:cubicBezTo>
                    <a:pt x="122" y="155"/>
                    <a:pt x="128" y="170"/>
                    <a:pt x="140" y="182"/>
                  </a:cubicBezTo>
                  <a:cubicBezTo>
                    <a:pt x="153" y="195"/>
                    <a:pt x="168" y="201"/>
                    <a:pt x="186" y="201"/>
                  </a:cubicBezTo>
                  <a:cubicBezTo>
                    <a:pt x="203" y="201"/>
                    <a:pt x="218" y="195"/>
                    <a:pt x="231" y="182"/>
                  </a:cubicBezTo>
                  <a:cubicBezTo>
                    <a:pt x="238" y="175"/>
                    <a:pt x="243" y="167"/>
                    <a:pt x="246" y="158"/>
                  </a:cubicBezTo>
                  <a:cubicBezTo>
                    <a:pt x="293" y="235"/>
                    <a:pt x="293" y="235"/>
                    <a:pt x="293" y="235"/>
                  </a:cubicBezTo>
                  <a:cubicBezTo>
                    <a:pt x="188" y="300"/>
                    <a:pt x="188" y="300"/>
                    <a:pt x="188" y="300"/>
                  </a:cubicBezTo>
                  <a:cubicBezTo>
                    <a:pt x="195" y="303"/>
                    <a:pt x="202" y="308"/>
                    <a:pt x="208" y="314"/>
                  </a:cubicBezTo>
                  <a:cubicBezTo>
                    <a:pt x="221" y="327"/>
                    <a:pt x="227" y="342"/>
                    <a:pt x="227" y="360"/>
                  </a:cubicBezTo>
                  <a:cubicBezTo>
                    <a:pt x="227" y="377"/>
                    <a:pt x="221" y="392"/>
                    <a:pt x="208" y="405"/>
                  </a:cubicBezTo>
                  <a:cubicBezTo>
                    <a:pt x="196" y="417"/>
                    <a:pt x="181" y="423"/>
                    <a:pt x="163" y="423"/>
                  </a:cubicBezTo>
                  <a:cubicBezTo>
                    <a:pt x="146" y="423"/>
                    <a:pt x="131" y="417"/>
                    <a:pt x="118" y="405"/>
                  </a:cubicBezTo>
                  <a:cubicBezTo>
                    <a:pt x="106" y="392"/>
                    <a:pt x="100" y="377"/>
                    <a:pt x="100" y="360"/>
                  </a:cubicBezTo>
                  <a:cubicBezTo>
                    <a:pt x="100" y="358"/>
                    <a:pt x="100" y="357"/>
                    <a:pt x="100" y="355"/>
                  </a:cubicBezTo>
                  <a:lnTo>
                    <a:pt x="17" y="407"/>
                  </a:lnTo>
                  <a:close/>
                </a:path>
              </a:pathLst>
            </a:custGeom>
            <a:solidFill>
              <a:schemeClr val="accent4"/>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37" name="Text Placeholder 3"/>
            <p:cNvSpPr txBox="1"/>
            <p:nvPr/>
          </p:nvSpPr>
          <p:spPr>
            <a:xfrm>
              <a:off x="9950" y="4605"/>
              <a:ext cx="449" cy="415"/>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01</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38" name="Text Placeholder 3"/>
            <p:cNvSpPr txBox="1"/>
            <p:nvPr/>
          </p:nvSpPr>
          <p:spPr>
            <a:xfrm>
              <a:off x="11071" y="2852"/>
              <a:ext cx="449" cy="415"/>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03</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39" name="Text Placeholder 3"/>
            <p:cNvSpPr txBox="1"/>
            <p:nvPr/>
          </p:nvSpPr>
          <p:spPr>
            <a:xfrm>
              <a:off x="12048" y="3619"/>
              <a:ext cx="449" cy="415"/>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04</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40" name="Text Placeholder 3"/>
            <p:cNvSpPr txBox="1"/>
            <p:nvPr/>
          </p:nvSpPr>
          <p:spPr>
            <a:xfrm>
              <a:off x="10476" y="3720"/>
              <a:ext cx="449" cy="415"/>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02</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41" name="Text Placeholder 3"/>
            <p:cNvSpPr txBox="1"/>
            <p:nvPr/>
          </p:nvSpPr>
          <p:spPr>
            <a:xfrm>
              <a:off x="11604" y="4605"/>
              <a:ext cx="449" cy="415"/>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05</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42" name="Text Placeholder 3"/>
            <p:cNvSpPr txBox="1"/>
            <p:nvPr/>
          </p:nvSpPr>
          <p:spPr>
            <a:xfrm>
              <a:off x="11167" y="5708"/>
              <a:ext cx="449" cy="415"/>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06</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6" name="Picture 2"/>
          <p:cNvPicPr>
            <a:picLocks noChangeAspect="1" noChangeArrowheads="1"/>
          </p:cNvPicPr>
          <p:nvPr/>
        </p:nvPicPr>
        <p:blipFill>
          <a:blip r:embed="rId2"/>
          <a:srcRect/>
          <a:stretch>
            <a:fillRect/>
          </a:stretch>
        </p:blipFill>
        <p:spPr bwMode="auto">
          <a:xfrm>
            <a:off x="1601391" y="754856"/>
            <a:ext cx="4672013" cy="1978819"/>
          </a:xfrm>
          <a:prstGeom prst="rect">
            <a:avLst/>
          </a:prstGeom>
          <a:noFill/>
          <a:ln w="9525">
            <a:noFill/>
            <a:miter lim="800000"/>
            <a:headEnd/>
            <a:tailEnd/>
          </a:ln>
        </p:spPr>
      </p:pic>
      <p:pic>
        <p:nvPicPr>
          <p:cNvPr id="175107" name="Picture 3"/>
          <p:cNvPicPr>
            <a:picLocks noChangeAspect="1" noChangeArrowheads="1"/>
          </p:cNvPicPr>
          <p:nvPr/>
        </p:nvPicPr>
        <p:blipFill>
          <a:blip r:embed="rId3"/>
          <a:srcRect/>
          <a:stretch>
            <a:fillRect/>
          </a:stretch>
        </p:blipFill>
        <p:spPr bwMode="auto">
          <a:xfrm>
            <a:off x="1709738" y="2877741"/>
            <a:ext cx="5207794" cy="1800225"/>
          </a:xfrm>
          <a:prstGeom prst="rect">
            <a:avLst/>
          </a:prstGeom>
          <a:noFill/>
          <a:ln w="9525">
            <a:noFill/>
            <a:miter lim="800000"/>
            <a:headEnd/>
            <a:tailEnd/>
          </a:ln>
        </p:spPr>
      </p:pic>
      <p:sp>
        <p:nvSpPr>
          <p:cNvPr id="5" name="Rectangle 2"/>
          <p:cNvSpPr>
            <a:spLocks noChangeArrowheads="1"/>
          </p:cNvSpPr>
          <p:nvPr/>
        </p:nvSpPr>
        <p:spPr bwMode="auto">
          <a:xfrm>
            <a:off x="2087166" y="0"/>
            <a:ext cx="4806553" cy="596504"/>
          </a:xfrm>
          <a:prstGeom prst="rect">
            <a:avLst/>
          </a:prstGeom>
          <a:noFill/>
          <a:ln>
            <a:noFill/>
          </a:ln>
          <a:effectLst/>
        </p:spPr>
        <p:txBody>
          <a:bodyPr anchor="b"/>
          <a:lstStyle/>
          <a:p>
            <a:pPr algn="ctr">
              <a:defRPr/>
            </a:pPr>
            <a:r>
              <a:rPr lang="zh-CN" altLang="en-US" sz="2850" b="1" dirty="0">
                <a:solidFill>
                  <a:srgbClr val="000066"/>
                </a:solidFill>
                <a:effectLst>
                  <a:outerShdw blurRad="38100" dist="38100" dir="2700000" algn="tl">
                    <a:srgbClr val="C0C0C0"/>
                  </a:outerShdw>
                </a:effectLst>
                <a:latin typeface="Garamond" pitchFamily="18" charset="0"/>
                <a:ea typeface="黑体" pitchFamily="2" charset="-122"/>
              </a:rPr>
              <a:t>公共子序列</a:t>
            </a:r>
            <a:endParaRPr lang="ja-JP" altLang="en-US" sz="2850" b="1" dirty="0">
              <a:solidFill>
                <a:srgbClr val="000066"/>
              </a:solidFill>
              <a:effectLst>
                <a:outerShdw blurRad="38100" dist="38100" dir="2700000" algn="tl">
                  <a:srgbClr val="C0C0C0"/>
                </a:outerShdw>
              </a:effectLst>
              <a:latin typeface="Garamond" pitchFamily="18" charset="0"/>
              <a:ea typeface="黑体"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2"/>
          <p:cNvSpPr>
            <a:spLocks noGrp="1" noChangeArrowheads="1"/>
          </p:cNvSpPr>
          <p:nvPr>
            <p:ph type="title" idx="4294967295"/>
          </p:nvPr>
        </p:nvSpPr>
        <p:spPr>
          <a:xfrm>
            <a:off x="1633855" y="94615"/>
            <a:ext cx="6172200" cy="857250"/>
          </a:xfrm>
        </p:spPr>
        <p:txBody>
          <a:bodyPr/>
          <a:lstStyle/>
          <a:p>
            <a:pPr algn="ctr" eaLnBrk="1" hangingPunct="1"/>
            <a:r>
              <a:rPr lang="zh-CN" altLang="en-US" sz="4000" b="1">
                <a:solidFill>
                  <a:srgbClr val="000000"/>
                </a:solidFill>
                <a:latin typeface="Times New Roman" pitchFamily="18" charset="0"/>
                <a:ea typeface="楷体" charset="0"/>
                <a:cs typeface="微软雅黑"/>
              </a:rPr>
              <a:t>最长公共子序列</a:t>
            </a:r>
          </a:p>
        </p:txBody>
      </p:sp>
      <p:sp>
        <p:nvSpPr>
          <p:cNvPr id="176130" name="Rectangle 3"/>
          <p:cNvSpPr>
            <a:spLocks noGrp="1" noChangeArrowheads="1"/>
          </p:cNvSpPr>
          <p:nvPr>
            <p:ph idx="4294967295"/>
          </p:nvPr>
        </p:nvSpPr>
        <p:spPr>
          <a:xfrm>
            <a:off x="885190" y="951865"/>
            <a:ext cx="7910830" cy="3514725"/>
          </a:xfrm>
        </p:spPr>
        <p:txBody>
          <a:bodyPr/>
          <a:lstStyle/>
          <a:p>
            <a:pPr algn="just" eaLnBrk="1" hangingPunct="1"/>
            <a:r>
              <a:rPr lang="en-US" altLang="zh-CN" b="1">
                <a:solidFill>
                  <a:srgbClr val="000000"/>
                </a:solidFill>
                <a:latin typeface="Times New Roman" pitchFamily="18" charset="0"/>
                <a:ea typeface="楷体" charset="0"/>
              </a:rPr>
              <a:t>X = { A, B, C, B, D, A, B }</a:t>
            </a:r>
          </a:p>
          <a:p>
            <a:pPr algn="just" eaLnBrk="1" hangingPunct="1"/>
            <a:r>
              <a:rPr lang="en-US" altLang="zh-CN" b="1">
                <a:solidFill>
                  <a:srgbClr val="000000"/>
                </a:solidFill>
                <a:latin typeface="Times New Roman" pitchFamily="18" charset="0"/>
                <a:ea typeface="楷体" charset="0"/>
              </a:rPr>
              <a:t>Y = { B, D, C, A, B, A }</a:t>
            </a:r>
          </a:p>
          <a:p>
            <a:pPr algn="just" eaLnBrk="1" hangingPunct="1"/>
            <a:r>
              <a:rPr lang="zh-CN" altLang="en-US" b="1">
                <a:solidFill>
                  <a:srgbClr val="000000"/>
                </a:solidFill>
                <a:latin typeface="Times New Roman" pitchFamily="18" charset="0"/>
                <a:ea typeface="楷体" charset="0"/>
              </a:rPr>
              <a:t>其中，序列 </a:t>
            </a:r>
            <a:r>
              <a:rPr lang="en-US" altLang="zh-CN" b="1">
                <a:solidFill>
                  <a:srgbClr val="000000"/>
                </a:solidFill>
                <a:latin typeface="Times New Roman" pitchFamily="18" charset="0"/>
                <a:ea typeface="楷体" charset="0"/>
              </a:rPr>
              <a:t>{ B, C, A }</a:t>
            </a:r>
            <a:r>
              <a:rPr lang="zh-CN" altLang="en-US" b="1">
                <a:solidFill>
                  <a:srgbClr val="000000"/>
                </a:solidFill>
                <a:latin typeface="Times New Roman" pitchFamily="18" charset="0"/>
                <a:ea typeface="楷体" charset="0"/>
              </a:rPr>
              <a:t>是长度</a:t>
            </a:r>
            <a:r>
              <a:rPr lang="en-US" altLang="zh-CN" b="1">
                <a:solidFill>
                  <a:srgbClr val="000000"/>
                </a:solidFill>
                <a:latin typeface="Times New Roman" pitchFamily="18" charset="0"/>
                <a:ea typeface="楷体" charset="0"/>
              </a:rPr>
              <a:t>=3</a:t>
            </a:r>
            <a:r>
              <a:rPr lang="zh-CN" altLang="en-US" b="1">
                <a:solidFill>
                  <a:srgbClr val="000000"/>
                </a:solidFill>
                <a:latin typeface="Times New Roman" pitchFamily="18" charset="0"/>
                <a:ea typeface="楷体" charset="0"/>
              </a:rPr>
              <a:t>的公共子序列；</a:t>
            </a:r>
          </a:p>
          <a:p>
            <a:pPr algn="just" eaLnBrk="1" hangingPunct="1"/>
            <a:r>
              <a:rPr lang="en-US" altLang="zh-CN" b="1">
                <a:solidFill>
                  <a:srgbClr val="000000"/>
                </a:solidFill>
                <a:latin typeface="Times New Roman" pitchFamily="18" charset="0"/>
                <a:ea typeface="楷体" charset="0"/>
              </a:rPr>
              <a:t>{ B, C, B, A }</a:t>
            </a:r>
            <a:r>
              <a:rPr lang="zh-CN" altLang="en-US" b="1">
                <a:solidFill>
                  <a:srgbClr val="000000"/>
                </a:solidFill>
                <a:latin typeface="Times New Roman" pitchFamily="18" charset="0"/>
                <a:ea typeface="楷体" charset="0"/>
              </a:rPr>
              <a:t>是长度</a:t>
            </a:r>
            <a:r>
              <a:rPr lang="en-US" altLang="zh-CN" b="1">
                <a:solidFill>
                  <a:srgbClr val="000000"/>
                </a:solidFill>
                <a:latin typeface="Times New Roman" pitchFamily="18" charset="0"/>
                <a:ea typeface="楷体" charset="0"/>
              </a:rPr>
              <a:t>=4</a:t>
            </a:r>
            <a:r>
              <a:rPr lang="zh-CN" altLang="en-US" b="1">
                <a:solidFill>
                  <a:srgbClr val="000000"/>
                </a:solidFill>
                <a:latin typeface="Times New Roman" pitchFamily="18" charset="0"/>
                <a:ea typeface="楷体" charset="0"/>
              </a:rPr>
              <a:t>的最长公共子序列</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ChangeArrowheads="1"/>
          </p:cNvSpPr>
          <p:nvPr/>
        </p:nvSpPr>
        <p:spPr bwMode="auto">
          <a:xfrm>
            <a:off x="2173526" y="209550"/>
            <a:ext cx="4806553" cy="596504"/>
          </a:xfrm>
          <a:prstGeom prst="rect">
            <a:avLst/>
          </a:prstGeom>
          <a:noFill/>
          <a:ln>
            <a:noFill/>
          </a:ln>
          <a:effectLst/>
        </p:spPr>
        <p:txBody>
          <a:bodyPr anchor="b"/>
          <a:lstStyle/>
          <a:p>
            <a:pPr algn="ctr">
              <a:defRPr/>
            </a:pPr>
            <a:r>
              <a:rPr lang="zh-CN" altLang="en-US" sz="2850" b="1" dirty="0">
                <a:solidFill>
                  <a:srgbClr val="000066"/>
                </a:solidFill>
                <a:effectLst>
                  <a:outerShdw blurRad="38100" dist="38100" dir="2700000" algn="tl">
                    <a:srgbClr val="C0C0C0"/>
                  </a:outerShdw>
                </a:effectLst>
                <a:latin typeface="Garamond" pitchFamily="18" charset="0"/>
                <a:ea typeface="黑体" pitchFamily="2" charset="-122"/>
              </a:rPr>
              <a:t>最长公共子序列</a:t>
            </a:r>
            <a:endParaRPr lang="ja-JP" altLang="en-US" sz="2850" b="1" dirty="0">
              <a:solidFill>
                <a:srgbClr val="000066"/>
              </a:solidFill>
              <a:effectLst>
                <a:outerShdw blurRad="38100" dist="38100" dir="2700000" algn="tl">
                  <a:srgbClr val="C0C0C0"/>
                </a:outerShdw>
              </a:effectLst>
              <a:latin typeface="Garamond" pitchFamily="18" charset="0"/>
              <a:ea typeface="黑体" pitchFamily="2" charset="-122"/>
            </a:endParaRPr>
          </a:p>
        </p:txBody>
      </p:sp>
      <p:pic>
        <p:nvPicPr>
          <p:cNvPr id="177155" name="Picture 2"/>
          <p:cNvPicPr>
            <a:picLocks noChangeAspect="1" noChangeArrowheads="1"/>
          </p:cNvPicPr>
          <p:nvPr/>
        </p:nvPicPr>
        <p:blipFill>
          <a:blip r:embed="rId2"/>
          <a:srcRect/>
          <a:stretch>
            <a:fillRect/>
          </a:stretch>
        </p:blipFill>
        <p:spPr bwMode="auto">
          <a:xfrm>
            <a:off x="1335881" y="1113235"/>
            <a:ext cx="6307931" cy="592931"/>
          </a:xfrm>
          <a:prstGeom prst="rect">
            <a:avLst/>
          </a:prstGeom>
          <a:noFill/>
          <a:ln w="9525">
            <a:noFill/>
            <a:miter lim="800000"/>
            <a:headEnd/>
            <a:tailEnd/>
          </a:ln>
        </p:spPr>
      </p:pic>
      <p:pic>
        <p:nvPicPr>
          <p:cNvPr id="177156" name="Picture 3"/>
          <p:cNvPicPr>
            <a:picLocks noChangeAspect="1" noChangeArrowheads="1"/>
          </p:cNvPicPr>
          <p:nvPr/>
        </p:nvPicPr>
        <p:blipFill>
          <a:blip r:embed="rId3"/>
          <a:srcRect/>
          <a:stretch>
            <a:fillRect/>
          </a:stretch>
        </p:blipFill>
        <p:spPr bwMode="auto">
          <a:xfrm>
            <a:off x="1335881" y="2264569"/>
            <a:ext cx="5643563" cy="700088"/>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2"/>
          <p:cNvSpPr>
            <a:spLocks noGrp="1" noChangeArrowheads="1"/>
          </p:cNvSpPr>
          <p:nvPr>
            <p:ph type="title" idx="4294967295"/>
          </p:nvPr>
        </p:nvSpPr>
        <p:spPr>
          <a:xfrm>
            <a:off x="1806575" y="36830"/>
            <a:ext cx="6172200" cy="857250"/>
          </a:xfrm>
        </p:spPr>
        <p:txBody>
          <a:bodyPr/>
          <a:lstStyle/>
          <a:p>
            <a:pPr eaLnBrk="1" hangingPunct="1"/>
            <a:r>
              <a:rPr lang="zh-CN" altLang="en-US" b="1">
                <a:solidFill>
                  <a:srgbClr val="000000"/>
                </a:solidFill>
                <a:latin typeface="Times New Roman" pitchFamily="18" charset="0"/>
                <a:ea typeface="楷体" charset="0"/>
                <a:cs typeface="微软雅黑"/>
              </a:rPr>
              <a:t>又见穷举</a:t>
            </a:r>
          </a:p>
        </p:txBody>
      </p:sp>
      <p:sp>
        <p:nvSpPr>
          <p:cNvPr id="178178" name="Rectangle 3"/>
          <p:cNvSpPr>
            <a:spLocks noGrp="1" noChangeArrowheads="1"/>
          </p:cNvSpPr>
          <p:nvPr>
            <p:ph idx="4294967295"/>
          </p:nvPr>
        </p:nvSpPr>
        <p:spPr>
          <a:xfrm>
            <a:off x="685800" y="894080"/>
            <a:ext cx="7902575" cy="3514725"/>
          </a:xfrm>
        </p:spPr>
        <p:txBody>
          <a:bodyPr/>
          <a:lstStyle/>
          <a:p>
            <a:pPr eaLnBrk="1" hangingPunct="1"/>
            <a:r>
              <a:rPr lang="zh-CN" altLang="en-US" b="1">
                <a:solidFill>
                  <a:srgbClr val="000000"/>
                </a:solidFill>
                <a:latin typeface="Times New Roman" pitchFamily="18" charset="0"/>
                <a:ea typeface="楷体" charset="0"/>
              </a:rPr>
              <a:t>对</a:t>
            </a:r>
            <a:r>
              <a:rPr lang="en-US" altLang="zh-CN" b="1">
                <a:solidFill>
                  <a:srgbClr val="000000"/>
                </a:solidFill>
                <a:latin typeface="Times New Roman" pitchFamily="18" charset="0"/>
                <a:ea typeface="楷体" charset="0"/>
              </a:rPr>
              <a:t>X</a:t>
            </a:r>
            <a:r>
              <a:rPr lang="zh-CN" altLang="en-US" b="1">
                <a:solidFill>
                  <a:srgbClr val="000000"/>
                </a:solidFill>
                <a:latin typeface="Times New Roman" pitchFamily="18" charset="0"/>
                <a:ea typeface="楷体" charset="0"/>
              </a:rPr>
              <a:t>的所有子序列，</a:t>
            </a:r>
          </a:p>
          <a:p>
            <a:pPr eaLnBrk="1" hangingPunct="1"/>
            <a:r>
              <a:rPr lang="zh-CN" altLang="en-US" b="1">
                <a:solidFill>
                  <a:srgbClr val="000000"/>
                </a:solidFill>
                <a:latin typeface="Times New Roman" pitchFamily="18" charset="0"/>
                <a:ea typeface="楷体" charset="0"/>
              </a:rPr>
              <a:t>检查它是否也是</a:t>
            </a:r>
            <a:r>
              <a:rPr lang="en-US" altLang="zh-CN" b="1">
                <a:solidFill>
                  <a:srgbClr val="000000"/>
                </a:solidFill>
                <a:latin typeface="Times New Roman" pitchFamily="18" charset="0"/>
                <a:ea typeface="楷体" charset="0"/>
              </a:rPr>
              <a:t>Y</a:t>
            </a:r>
            <a:r>
              <a:rPr lang="zh-CN" altLang="en-US" b="1">
                <a:solidFill>
                  <a:srgbClr val="000000"/>
                </a:solidFill>
                <a:latin typeface="Times New Roman" pitchFamily="18" charset="0"/>
                <a:ea typeface="楷体" charset="0"/>
              </a:rPr>
              <a:t>的子序列，</a:t>
            </a:r>
          </a:p>
          <a:p>
            <a:pPr eaLnBrk="1" hangingPunct="1"/>
            <a:r>
              <a:rPr lang="zh-CN" altLang="en-US" b="1">
                <a:solidFill>
                  <a:srgbClr val="000000"/>
                </a:solidFill>
                <a:latin typeface="Times New Roman" pitchFamily="18" charset="0"/>
                <a:ea typeface="楷体" charset="0"/>
              </a:rPr>
              <a:t>从而确定它是否为</a:t>
            </a:r>
            <a:r>
              <a:rPr lang="en-US" altLang="zh-CN" b="1">
                <a:solidFill>
                  <a:srgbClr val="000000"/>
                </a:solidFill>
                <a:latin typeface="Times New Roman" pitchFamily="18" charset="0"/>
                <a:ea typeface="楷体" charset="0"/>
              </a:rPr>
              <a:t>X</a:t>
            </a:r>
            <a:r>
              <a:rPr lang="zh-CN" altLang="en-US" b="1">
                <a:solidFill>
                  <a:srgbClr val="000000"/>
                </a:solidFill>
                <a:latin typeface="Times New Roman" pitchFamily="18" charset="0"/>
                <a:ea typeface="楷体" charset="0"/>
              </a:rPr>
              <a:t>和</a:t>
            </a:r>
            <a:r>
              <a:rPr lang="en-US" altLang="zh-CN" b="1">
                <a:solidFill>
                  <a:srgbClr val="000000"/>
                </a:solidFill>
                <a:latin typeface="Times New Roman" pitchFamily="18" charset="0"/>
                <a:ea typeface="楷体" charset="0"/>
              </a:rPr>
              <a:t>Y</a:t>
            </a:r>
            <a:r>
              <a:rPr lang="zh-CN" altLang="en-US" b="1">
                <a:solidFill>
                  <a:srgbClr val="000000"/>
                </a:solidFill>
                <a:latin typeface="Times New Roman" pitchFamily="18" charset="0"/>
                <a:ea typeface="楷体" charset="0"/>
              </a:rPr>
              <a:t>的公共子序列，并且在检查过程中记录最长的公共子序列。</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ChangeArrowheads="1"/>
          </p:cNvSpPr>
          <p:nvPr/>
        </p:nvSpPr>
        <p:spPr bwMode="auto">
          <a:xfrm>
            <a:off x="2209721" y="152241"/>
            <a:ext cx="4806553" cy="596504"/>
          </a:xfrm>
          <a:prstGeom prst="rect">
            <a:avLst/>
          </a:prstGeom>
          <a:noFill/>
          <a:ln>
            <a:noFill/>
          </a:ln>
          <a:effectLst/>
        </p:spPr>
        <p:txBody>
          <a:bodyPr anchor="b"/>
          <a:lstStyle/>
          <a:p>
            <a:pPr>
              <a:defRPr/>
            </a:pPr>
            <a:r>
              <a:rPr lang="en-US" altLang="zh-CN" sz="2850" b="1">
                <a:solidFill>
                  <a:srgbClr val="000066"/>
                </a:solidFill>
                <a:effectLst>
                  <a:outerShdw blurRad="38100" dist="38100" dir="2700000" algn="tl">
                    <a:srgbClr val="C0C0C0"/>
                  </a:outerShdw>
                </a:effectLst>
                <a:latin typeface="Garamond" pitchFamily="18" charset="0"/>
                <a:ea typeface="黑体" pitchFamily="2" charset="-122"/>
              </a:rPr>
              <a:t>1.</a:t>
            </a:r>
            <a:r>
              <a:rPr lang="zh-CN" altLang="en-US" sz="2850" b="1">
                <a:solidFill>
                  <a:srgbClr val="000066"/>
                </a:solidFill>
                <a:effectLst>
                  <a:outerShdw blurRad="38100" dist="38100" dir="2700000" algn="tl">
                    <a:srgbClr val="C0C0C0"/>
                  </a:outerShdw>
                </a:effectLst>
                <a:latin typeface="Garamond" pitchFamily="18" charset="0"/>
                <a:ea typeface="黑体" pitchFamily="2" charset="-122"/>
              </a:rPr>
              <a:t>最长公共子序列的结构</a:t>
            </a:r>
            <a:endParaRPr lang="ja-JP" altLang="en-US" sz="2850" b="1">
              <a:solidFill>
                <a:srgbClr val="000066"/>
              </a:solidFill>
              <a:effectLst>
                <a:outerShdw blurRad="38100" dist="38100" dir="2700000" algn="tl">
                  <a:srgbClr val="C0C0C0"/>
                </a:outerShdw>
              </a:effectLst>
              <a:latin typeface="Garamond" pitchFamily="18" charset="0"/>
              <a:ea typeface="黑体" pitchFamily="2" charset="-122"/>
            </a:endParaRPr>
          </a:p>
        </p:txBody>
      </p:sp>
      <p:sp>
        <p:nvSpPr>
          <p:cNvPr id="180227" name="Text Box 3"/>
          <p:cNvSpPr txBox="1">
            <a:spLocks noChangeArrowheads="1"/>
          </p:cNvSpPr>
          <p:nvPr/>
        </p:nvSpPr>
        <p:spPr bwMode="auto">
          <a:xfrm>
            <a:off x="741680" y="911860"/>
            <a:ext cx="7622540" cy="2895600"/>
          </a:xfrm>
          <a:prstGeom prst="rect">
            <a:avLst/>
          </a:prstGeom>
          <a:noFill/>
          <a:ln w="9525">
            <a:noFill/>
            <a:miter lim="800000"/>
          </a:ln>
        </p:spPr>
        <p:txBody>
          <a:bodyPr wrap="square">
            <a:spAutoFit/>
          </a:bodyPr>
          <a:lstStyle/>
          <a:p>
            <a:r>
              <a:rPr lang="zh-CN" altLang="en-US" b="1" dirty="0">
                <a:solidFill>
                  <a:srgbClr val="000000"/>
                </a:solidFill>
                <a:ea typeface="楷体_GB2312"/>
                <a:cs typeface="楷体_GB2312"/>
              </a:rPr>
              <a:t>设序列</a:t>
            </a:r>
            <a:r>
              <a:rPr lang="en-US" altLang="zh-CN" b="1" dirty="0">
                <a:solidFill>
                  <a:srgbClr val="000000"/>
                </a:solidFill>
                <a:ea typeface="楷体_GB2312"/>
                <a:cs typeface="楷体_GB2312"/>
              </a:rPr>
              <a:t>X={x</a:t>
            </a:r>
            <a:r>
              <a:rPr lang="en-US" altLang="zh-CN" b="1" baseline="-25000" dirty="0">
                <a:solidFill>
                  <a:srgbClr val="000000"/>
                </a:solidFill>
                <a:ea typeface="楷体_GB2312"/>
                <a:cs typeface="楷体_GB2312"/>
              </a:rPr>
              <a:t>1</a:t>
            </a:r>
            <a:r>
              <a:rPr lang="en-US" altLang="zh-CN" b="1" dirty="0">
                <a:solidFill>
                  <a:srgbClr val="000000"/>
                </a:solidFill>
                <a:ea typeface="楷体_GB2312"/>
                <a:cs typeface="楷体_GB2312"/>
              </a:rPr>
              <a:t>,x</a:t>
            </a:r>
            <a:r>
              <a:rPr lang="en-US" altLang="zh-CN" b="1" baseline="-25000" dirty="0">
                <a:solidFill>
                  <a:srgbClr val="000000"/>
                </a:solidFill>
                <a:ea typeface="楷体_GB2312"/>
                <a:cs typeface="楷体_GB2312"/>
              </a:rPr>
              <a:t>2</a:t>
            </a:r>
            <a:r>
              <a:rPr lang="en-US" altLang="zh-CN" b="1" dirty="0">
                <a:solidFill>
                  <a:srgbClr val="000000"/>
                </a:solidFill>
                <a:ea typeface="楷体_GB2312"/>
                <a:cs typeface="楷体_GB2312"/>
              </a:rPr>
              <a:t>,…,</a:t>
            </a:r>
            <a:r>
              <a:rPr lang="en-US" altLang="zh-CN" b="1" dirty="0" err="1">
                <a:solidFill>
                  <a:srgbClr val="000000"/>
                </a:solidFill>
                <a:ea typeface="楷体_GB2312"/>
                <a:cs typeface="楷体_GB2312"/>
              </a:rPr>
              <a:t>x</a:t>
            </a:r>
            <a:r>
              <a:rPr lang="en-US" altLang="zh-CN" b="1" baseline="-25000" dirty="0" err="1">
                <a:solidFill>
                  <a:srgbClr val="000000"/>
                </a:solidFill>
                <a:ea typeface="楷体_GB2312"/>
                <a:cs typeface="楷体_GB2312"/>
              </a:rPr>
              <a:t>m</a:t>
            </a:r>
            <a:r>
              <a:rPr lang="en-US" altLang="zh-CN" b="1" dirty="0">
                <a:solidFill>
                  <a:srgbClr val="000000"/>
                </a:solidFill>
                <a:ea typeface="楷体_GB2312"/>
                <a:cs typeface="楷体_GB2312"/>
              </a:rPr>
              <a:t>}</a:t>
            </a:r>
            <a:r>
              <a:rPr lang="zh-CN" altLang="en-US" b="1" dirty="0">
                <a:solidFill>
                  <a:srgbClr val="000000"/>
                </a:solidFill>
                <a:ea typeface="楷体_GB2312"/>
                <a:cs typeface="楷体_GB2312"/>
              </a:rPr>
              <a:t>和</a:t>
            </a:r>
            <a:r>
              <a:rPr lang="en-US" altLang="zh-CN" b="1" dirty="0">
                <a:solidFill>
                  <a:srgbClr val="000000"/>
                </a:solidFill>
                <a:ea typeface="楷体_GB2312"/>
                <a:cs typeface="楷体_GB2312"/>
              </a:rPr>
              <a:t>Y={y</a:t>
            </a:r>
            <a:r>
              <a:rPr lang="en-US" altLang="zh-CN" b="1" baseline="-25000" dirty="0">
                <a:solidFill>
                  <a:srgbClr val="000000"/>
                </a:solidFill>
                <a:ea typeface="楷体_GB2312"/>
                <a:cs typeface="楷体_GB2312"/>
              </a:rPr>
              <a:t>1</a:t>
            </a:r>
            <a:r>
              <a:rPr lang="en-US" altLang="zh-CN" b="1" dirty="0">
                <a:solidFill>
                  <a:srgbClr val="000000"/>
                </a:solidFill>
                <a:ea typeface="楷体_GB2312"/>
                <a:cs typeface="楷体_GB2312"/>
              </a:rPr>
              <a:t>,y</a:t>
            </a:r>
            <a:r>
              <a:rPr lang="en-US" altLang="zh-CN" b="1" baseline="-25000" dirty="0">
                <a:solidFill>
                  <a:srgbClr val="000000"/>
                </a:solidFill>
                <a:ea typeface="楷体_GB2312"/>
                <a:cs typeface="楷体_GB2312"/>
              </a:rPr>
              <a:t>2</a:t>
            </a:r>
            <a:r>
              <a:rPr lang="en-US" altLang="zh-CN" b="1" dirty="0">
                <a:solidFill>
                  <a:srgbClr val="000000"/>
                </a:solidFill>
                <a:ea typeface="楷体_GB2312"/>
                <a:cs typeface="楷体_GB2312"/>
              </a:rPr>
              <a:t>,…,</a:t>
            </a:r>
            <a:r>
              <a:rPr lang="en-US" altLang="zh-CN" b="1" dirty="0" err="1">
                <a:solidFill>
                  <a:srgbClr val="000000"/>
                </a:solidFill>
                <a:ea typeface="楷体_GB2312"/>
                <a:cs typeface="楷体_GB2312"/>
              </a:rPr>
              <a:t>y</a:t>
            </a:r>
            <a:r>
              <a:rPr lang="en-US" altLang="zh-CN" b="1" baseline="-25000" dirty="0" err="1">
                <a:solidFill>
                  <a:srgbClr val="000000"/>
                </a:solidFill>
                <a:ea typeface="楷体_GB2312"/>
                <a:cs typeface="楷体_GB2312"/>
              </a:rPr>
              <a:t>n</a:t>
            </a:r>
            <a:r>
              <a:rPr lang="en-US" altLang="zh-CN" b="1" dirty="0">
                <a:solidFill>
                  <a:srgbClr val="000000"/>
                </a:solidFill>
                <a:ea typeface="楷体_GB2312"/>
                <a:cs typeface="楷体_GB2312"/>
              </a:rPr>
              <a:t>}</a:t>
            </a:r>
            <a:r>
              <a:rPr lang="zh-CN" altLang="en-US" b="1" dirty="0">
                <a:solidFill>
                  <a:srgbClr val="000000"/>
                </a:solidFill>
                <a:ea typeface="楷体_GB2312"/>
                <a:cs typeface="楷体_GB2312"/>
              </a:rPr>
              <a:t>的最长公共子序列为</a:t>
            </a:r>
            <a:r>
              <a:rPr lang="en-US" altLang="zh-CN" b="1" dirty="0">
                <a:solidFill>
                  <a:srgbClr val="000000"/>
                </a:solidFill>
                <a:ea typeface="楷体_GB2312"/>
                <a:cs typeface="楷体_GB2312"/>
              </a:rPr>
              <a:t>Z={z</a:t>
            </a:r>
            <a:r>
              <a:rPr lang="en-US" altLang="zh-CN" b="1" baseline="-25000" dirty="0">
                <a:solidFill>
                  <a:srgbClr val="000000"/>
                </a:solidFill>
                <a:ea typeface="楷体_GB2312"/>
                <a:cs typeface="楷体_GB2312"/>
              </a:rPr>
              <a:t>1</a:t>
            </a:r>
            <a:r>
              <a:rPr lang="en-US" altLang="zh-CN" b="1" dirty="0">
                <a:solidFill>
                  <a:srgbClr val="000000"/>
                </a:solidFill>
                <a:ea typeface="楷体_GB2312"/>
                <a:cs typeface="楷体_GB2312"/>
              </a:rPr>
              <a:t>,z</a:t>
            </a:r>
            <a:r>
              <a:rPr lang="en-US" altLang="zh-CN" b="1" baseline="-25000" dirty="0">
                <a:solidFill>
                  <a:srgbClr val="000000"/>
                </a:solidFill>
                <a:ea typeface="楷体_GB2312"/>
                <a:cs typeface="楷体_GB2312"/>
              </a:rPr>
              <a:t>2</a:t>
            </a:r>
            <a:r>
              <a:rPr lang="en-US" altLang="zh-CN" b="1" dirty="0">
                <a:solidFill>
                  <a:srgbClr val="000000"/>
                </a:solidFill>
                <a:ea typeface="楷体_GB2312"/>
                <a:cs typeface="楷体_GB2312"/>
              </a:rPr>
              <a:t>,…,</a:t>
            </a:r>
            <a:r>
              <a:rPr lang="en-US" altLang="zh-CN" b="1" dirty="0" err="1">
                <a:solidFill>
                  <a:srgbClr val="000000"/>
                </a:solidFill>
                <a:ea typeface="楷体_GB2312"/>
                <a:cs typeface="楷体_GB2312"/>
              </a:rPr>
              <a:t>z</a:t>
            </a:r>
            <a:r>
              <a:rPr lang="en-US" altLang="zh-CN" b="1" baseline="-25000" dirty="0" err="1">
                <a:solidFill>
                  <a:srgbClr val="000000"/>
                </a:solidFill>
                <a:ea typeface="楷体_GB2312"/>
                <a:cs typeface="楷体_GB2312"/>
              </a:rPr>
              <a:t>k</a:t>
            </a:r>
            <a:r>
              <a:rPr lang="en-US" altLang="zh-CN" b="1" dirty="0">
                <a:solidFill>
                  <a:srgbClr val="000000"/>
                </a:solidFill>
                <a:ea typeface="楷体_GB2312"/>
                <a:cs typeface="楷体_GB2312"/>
              </a:rPr>
              <a:t>} </a:t>
            </a:r>
            <a:r>
              <a:rPr lang="zh-CN" altLang="en-US" b="1" dirty="0">
                <a:solidFill>
                  <a:srgbClr val="000000"/>
                </a:solidFill>
                <a:ea typeface="楷体_GB2312"/>
                <a:cs typeface="楷体_GB2312"/>
              </a:rPr>
              <a:t>，则</a:t>
            </a:r>
          </a:p>
          <a:p>
            <a:endParaRPr lang="zh-CN" altLang="en-US" sz="2400" b="1" dirty="0">
              <a:solidFill>
                <a:srgbClr val="000000"/>
              </a:solidFill>
              <a:ea typeface="楷体_GB2312"/>
              <a:cs typeface="楷体_GB2312"/>
            </a:endParaRPr>
          </a:p>
          <a:p>
            <a:r>
              <a:rPr lang="en-US" altLang="zh-CN" b="1" dirty="0">
                <a:solidFill>
                  <a:srgbClr val="000000"/>
                </a:solidFill>
                <a:ea typeface="楷体_GB2312"/>
                <a:cs typeface="楷体_GB2312"/>
              </a:rPr>
              <a:t>(1)</a:t>
            </a:r>
            <a:r>
              <a:rPr lang="zh-CN" altLang="en-US" b="1" dirty="0">
                <a:solidFill>
                  <a:srgbClr val="000000"/>
                </a:solidFill>
                <a:ea typeface="楷体_GB2312"/>
                <a:cs typeface="楷体_GB2312"/>
              </a:rPr>
              <a:t>若</a:t>
            </a:r>
            <a:r>
              <a:rPr lang="en-US" altLang="zh-CN" b="1" dirty="0" err="1">
                <a:solidFill>
                  <a:srgbClr val="000000"/>
                </a:solidFill>
                <a:ea typeface="楷体_GB2312"/>
                <a:cs typeface="楷体_GB2312"/>
              </a:rPr>
              <a:t>x</a:t>
            </a:r>
            <a:r>
              <a:rPr lang="en-US" altLang="zh-CN" b="1" baseline="-25000" dirty="0" err="1">
                <a:solidFill>
                  <a:srgbClr val="000000"/>
                </a:solidFill>
                <a:ea typeface="楷体_GB2312"/>
                <a:cs typeface="楷体_GB2312"/>
              </a:rPr>
              <a:t>m</a:t>
            </a:r>
            <a:r>
              <a:rPr lang="en-US" altLang="zh-CN" b="1" dirty="0">
                <a:solidFill>
                  <a:srgbClr val="000000"/>
                </a:solidFill>
                <a:ea typeface="楷体_GB2312"/>
                <a:cs typeface="楷体_GB2312"/>
              </a:rPr>
              <a:t>=</a:t>
            </a:r>
            <a:r>
              <a:rPr lang="en-US" altLang="zh-CN" b="1" dirty="0" err="1">
                <a:solidFill>
                  <a:srgbClr val="000000"/>
                </a:solidFill>
                <a:ea typeface="楷体_GB2312"/>
                <a:cs typeface="楷体_GB2312"/>
              </a:rPr>
              <a:t>y</a:t>
            </a:r>
            <a:r>
              <a:rPr lang="en-US" altLang="zh-CN" b="1" baseline="-25000" dirty="0" err="1">
                <a:solidFill>
                  <a:srgbClr val="000000"/>
                </a:solidFill>
                <a:ea typeface="楷体_GB2312"/>
                <a:cs typeface="楷体_GB2312"/>
              </a:rPr>
              <a:t>n</a:t>
            </a:r>
            <a:r>
              <a:rPr lang="zh-CN" altLang="en-US" b="1" dirty="0">
                <a:solidFill>
                  <a:srgbClr val="000000"/>
                </a:solidFill>
                <a:ea typeface="楷体_GB2312"/>
                <a:cs typeface="楷体_GB2312"/>
              </a:rPr>
              <a:t>，则</a:t>
            </a:r>
            <a:r>
              <a:rPr lang="en-US" altLang="zh-CN" b="1" dirty="0" err="1">
                <a:solidFill>
                  <a:srgbClr val="000000"/>
                </a:solidFill>
                <a:ea typeface="楷体_GB2312"/>
                <a:cs typeface="楷体_GB2312"/>
              </a:rPr>
              <a:t>z</a:t>
            </a:r>
            <a:r>
              <a:rPr lang="en-US" altLang="zh-CN" b="1" baseline="-25000" dirty="0" err="1">
                <a:solidFill>
                  <a:srgbClr val="000000"/>
                </a:solidFill>
                <a:ea typeface="楷体_GB2312"/>
                <a:cs typeface="楷体_GB2312"/>
              </a:rPr>
              <a:t>k</a:t>
            </a:r>
            <a:r>
              <a:rPr lang="en-US" altLang="zh-CN" b="1" dirty="0">
                <a:solidFill>
                  <a:srgbClr val="000000"/>
                </a:solidFill>
                <a:ea typeface="楷体_GB2312"/>
                <a:cs typeface="楷体_GB2312"/>
              </a:rPr>
              <a:t>=</a:t>
            </a:r>
            <a:r>
              <a:rPr lang="en-US" altLang="zh-CN" b="1" dirty="0" err="1">
                <a:solidFill>
                  <a:srgbClr val="000000"/>
                </a:solidFill>
                <a:ea typeface="楷体_GB2312"/>
                <a:cs typeface="楷体_GB2312"/>
              </a:rPr>
              <a:t>x</a:t>
            </a:r>
            <a:r>
              <a:rPr lang="en-US" altLang="zh-CN" b="1" baseline="-25000" dirty="0" err="1">
                <a:solidFill>
                  <a:srgbClr val="000000"/>
                </a:solidFill>
                <a:ea typeface="楷体_GB2312"/>
                <a:cs typeface="楷体_GB2312"/>
              </a:rPr>
              <a:t>m</a:t>
            </a:r>
            <a:r>
              <a:rPr lang="en-US" altLang="zh-CN" b="1" dirty="0">
                <a:solidFill>
                  <a:srgbClr val="000000"/>
                </a:solidFill>
                <a:ea typeface="楷体_GB2312"/>
                <a:cs typeface="楷体_GB2312"/>
              </a:rPr>
              <a:t>=</a:t>
            </a:r>
            <a:r>
              <a:rPr lang="en-US" altLang="zh-CN" b="1" dirty="0" err="1">
                <a:solidFill>
                  <a:srgbClr val="000000"/>
                </a:solidFill>
                <a:ea typeface="楷体_GB2312"/>
                <a:cs typeface="楷体_GB2312"/>
              </a:rPr>
              <a:t>y</a:t>
            </a:r>
            <a:r>
              <a:rPr lang="en-US" altLang="zh-CN" b="1" baseline="-25000" dirty="0" err="1">
                <a:solidFill>
                  <a:srgbClr val="000000"/>
                </a:solidFill>
                <a:ea typeface="楷体_GB2312"/>
                <a:cs typeface="楷体_GB2312"/>
              </a:rPr>
              <a:t>n</a:t>
            </a:r>
            <a:r>
              <a:rPr lang="zh-CN" altLang="en-US" b="1" dirty="0">
                <a:solidFill>
                  <a:srgbClr val="000000"/>
                </a:solidFill>
                <a:ea typeface="楷体_GB2312"/>
                <a:cs typeface="楷体_GB2312"/>
              </a:rPr>
              <a:t>，且</a:t>
            </a:r>
            <a:r>
              <a:rPr lang="en-US" altLang="zh-CN" sz="2400" b="1" dirty="0">
                <a:solidFill>
                  <a:srgbClr val="000000"/>
                </a:solidFill>
                <a:ea typeface="楷体_GB2312"/>
                <a:cs typeface="楷体_GB2312"/>
              </a:rPr>
              <a:t>Z</a:t>
            </a:r>
            <a:r>
              <a:rPr lang="en-US" altLang="zh-CN" b="1" baseline="-25000" dirty="0">
                <a:solidFill>
                  <a:srgbClr val="000000"/>
                </a:solidFill>
                <a:ea typeface="楷体_GB2312"/>
                <a:cs typeface="楷体_GB2312"/>
              </a:rPr>
              <a:t>k-1</a:t>
            </a:r>
            <a:r>
              <a:rPr lang="zh-CN" altLang="en-US" b="1" dirty="0">
                <a:solidFill>
                  <a:srgbClr val="000000"/>
                </a:solidFill>
                <a:ea typeface="楷体_GB2312"/>
                <a:cs typeface="楷体_GB2312"/>
              </a:rPr>
              <a:t>是</a:t>
            </a:r>
            <a:r>
              <a:rPr lang="en-US" altLang="zh-CN" b="1" dirty="0">
                <a:solidFill>
                  <a:srgbClr val="000000"/>
                </a:solidFill>
                <a:ea typeface="楷体_GB2312"/>
                <a:cs typeface="楷体_GB2312"/>
              </a:rPr>
              <a:t>x</a:t>
            </a:r>
            <a:r>
              <a:rPr lang="en-US" altLang="zh-CN" b="1" baseline="-25000" dirty="0">
                <a:solidFill>
                  <a:srgbClr val="000000"/>
                </a:solidFill>
                <a:ea typeface="楷体_GB2312"/>
                <a:cs typeface="楷体_GB2312"/>
              </a:rPr>
              <a:t>m-1</a:t>
            </a:r>
            <a:r>
              <a:rPr lang="zh-CN" altLang="en-US" b="1" dirty="0">
                <a:solidFill>
                  <a:srgbClr val="000000"/>
                </a:solidFill>
                <a:ea typeface="楷体_GB2312"/>
                <a:cs typeface="楷体_GB2312"/>
              </a:rPr>
              <a:t>和</a:t>
            </a:r>
            <a:r>
              <a:rPr lang="en-US" altLang="zh-CN" b="1" dirty="0">
                <a:solidFill>
                  <a:srgbClr val="000000"/>
                </a:solidFill>
                <a:ea typeface="楷体_GB2312"/>
                <a:cs typeface="楷体_GB2312"/>
              </a:rPr>
              <a:t>y</a:t>
            </a:r>
            <a:r>
              <a:rPr lang="en-US" altLang="zh-CN" b="1" baseline="-25000" dirty="0">
                <a:solidFill>
                  <a:srgbClr val="000000"/>
                </a:solidFill>
                <a:ea typeface="楷体_GB2312"/>
                <a:cs typeface="楷体_GB2312"/>
              </a:rPr>
              <a:t>n-1</a:t>
            </a:r>
            <a:r>
              <a:rPr lang="zh-CN" altLang="en-US" b="1" dirty="0">
                <a:solidFill>
                  <a:srgbClr val="000000"/>
                </a:solidFill>
                <a:ea typeface="楷体_GB2312"/>
                <a:cs typeface="楷体_GB2312"/>
              </a:rPr>
              <a:t>的最长公共子序列。</a:t>
            </a:r>
          </a:p>
          <a:p>
            <a:endParaRPr lang="zh-CN" altLang="en-US" sz="2400" b="1" dirty="0">
              <a:solidFill>
                <a:srgbClr val="000000"/>
              </a:solidFill>
              <a:ea typeface="楷体_GB2312"/>
              <a:cs typeface="楷体_GB2312"/>
            </a:endParaRPr>
          </a:p>
          <a:p>
            <a:r>
              <a:rPr lang="en-US" altLang="zh-CN" b="1" dirty="0">
                <a:solidFill>
                  <a:srgbClr val="000000"/>
                </a:solidFill>
                <a:ea typeface="楷体_GB2312"/>
                <a:cs typeface="楷体_GB2312"/>
              </a:rPr>
              <a:t>(2)</a:t>
            </a:r>
            <a:r>
              <a:rPr lang="zh-CN" altLang="en-US" b="1" dirty="0">
                <a:solidFill>
                  <a:srgbClr val="000000"/>
                </a:solidFill>
                <a:ea typeface="楷体_GB2312"/>
                <a:cs typeface="楷体_GB2312"/>
              </a:rPr>
              <a:t>若</a:t>
            </a:r>
            <a:r>
              <a:rPr lang="en-US" altLang="zh-CN" b="1" dirty="0" err="1">
                <a:solidFill>
                  <a:srgbClr val="000000"/>
                </a:solidFill>
                <a:ea typeface="楷体_GB2312"/>
                <a:cs typeface="楷体_GB2312"/>
              </a:rPr>
              <a:t>x</a:t>
            </a:r>
            <a:r>
              <a:rPr lang="en-US" altLang="zh-CN" b="1" baseline="-25000" dirty="0" err="1">
                <a:solidFill>
                  <a:srgbClr val="000000"/>
                </a:solidFill>
                <a:ea typeface="楷体_GB2312"/>
                <a:cs typeface="楷体_GB2312"/>
              </a:rPr>
              <a:t>m</a:t>
            </a:r>
            <a:r>
              <a:rPr lang="en-US" altLang="zh-CN" b="1" dirty="0" err="1">
                <a:solidFill>
                  <a:srgbClr val="000000"/>
                </a:solidFill>
                <a:ea typeface="楷体_GB2312"/>
                <a:cs typeface="楷体_GB2312"/>
              </a:rPr>
              <a:t>≠y</a:t>
            </a:r>
            <a:r>
              <a:rPr lang="en-US" altLang="zh-CN" b="1" baseline="-25000" dirty="0" err="1">
                <a:solidFill>
                  <a:srgbClr val="000000"/>
                </a:solidFill>
                <a:ea typeface="楷体_GB2312"/>
                <a:cs typeface="楷体_GB2312"/>
              </a:rPr>
              <a:t>n</a:t>
            </a:r>
            <a:r>
              <a:rPr lang="zh-CN" altLang="en-US" b="1" dirty="0">
                <a:solidFill>
                  <a:srgbClr val="000000"/>
                </a:solidFill>
                <a:ea typeface="楷体_GB2312"/>
                <a:cs typeface="楷体_GB2312"/>
              </a:rPr>
              <a:t>且</a:t>
            </a:r>
            <a:r>
              <a:rPr lang="en-US" altLang="zh-CN" b="1" dirty="0" err="1">
                <a:solidFill>
                  <a:srgbClr val="000000"/>
                </a:solidFill>
                <a:ea typeface="楷体_GB2312"/>
                <a:cs typeface="楷体_GB2312"/>
              </a:rPr>
              <a:t>z</a:t>
            </a:r>
            <a:r>
              <a:rPr lang="en-US" altLang="zh-CN" b="1" baseline="-25000" dirty="0" err="1">
                <a:solidFill>
                  <a:srgbClr val="000000"/>
                </a:solidFill>
                <a:ea typeface="楷体_GB2312"/>
                <a:cs typeface="楷体_GB2312"/>
              </a:rPr>
              <a:t>k</a:t>
            </a:r>
            <a:r>
              <a:rPr lang="en-US" altLang="zh-CN" b="1" dirty="0" err="1">
                <a:solidFill>
                  <a:srgbClr val="000000"/>
                </a:solidFill>
                <a:ea typeface="楷体_GB2312"/>
                <a:cs typeface="楷体_GB2312"/>
              </a:rPr>
              <a:t>≠x</a:t>
            </a:r>
            <a:r>
              <a:rPr lang="en-US" altLang="zh-CN" b="1" baseline="-25000" dirty="0" err="1">
                <a:solidFill>
                  <a:srgbClr val="000000"/>
                </a:solidFill>
                <a:ea typeface="楷体_GB2312"/>
                <a:cs typeface="楷体_GB2312"/>
              </a:rPr>
              <a:t>m</a:t>
            </a:r>
            <a:r>
              <a:rPr lang="zh-CN" altLang="en-US" b="1" dirty="0">
                <a:solidFill>
                  <a:srgbClr val="000000"/>
                </a:solidFill>
                <a:ea typeface="楷体_GB2312"/>
                <a:cs typeface="楷体_GB2312"/>
              </a:rPr>
              <a:t>，则</a:t>
            </a:r>
            <a:r>
              <a:rPr lang="en-US" altLang="zh-CN" sz="2400" b="1" dirty="0">
                <a:solidFill>
                  <a:srgbClr val="000000"/>
                </a:solidFill>
                <a:ea typeface="楷体_GB2312"/>
                <a:cs typeface="楷体_GB2312"/>
              </a:rPr>
              <a:t>Z</a:t>
            </a:r>
            <a:r>
              <a:rPr lang="zh-CN" altLang="en-US" b="1" dirty="0">
                <a:solidFill>
                  <a:srgbClr val="000000"/>
                </a:solidFill>
                <a:ea typeface="楷体_GB2312"/>
                <a:cs typeface="楷体_GB2312"/>
              </a:rPr>
              <a:t>是</a:t>
            </a:r>
            <a:r>
              <a:rPr lang="en-US" altLang="zh-CN" b="1" dirty="0">
                <a:solidFill>
                  <a:srgbClr val="000000"/>
                </a:solidFill>
                <a:ea typeface="楷体_GB2312"/>
                <a:cs typeface="楷体_GB2312"/>
              </a:rPr>
              <a:t>X</a:t>
            </a:r>
            <a:r>
              <a:rPr lang="en-US" altLang="zh-CN" b="1" baseline="-25000" dirty="0">
                <a:solidFill>
                  <a:srgbClr val="000000"/>
                </a:solidFill>
                <a:ea typeface="楷体_GB2312"/>
                <a:cs typeface="楷体_GB2312"/>
              </a:rPr>
              <a:t>m-1</a:t>
            </a:r>
            <a:r>
              <a:rPr lang="zh-CN" altLang="en-US" b="1" dirty="0">
                <a:solidFill>
                  <a:srgbClr val="000000"/>
                </a:solidFill>
                <a:ea typeface="楷体_GB2312"/>
                <a:cs typeface="楷体_GB2312"/>
              </a:rPr>
              <a:t>和</a:t>
            </a:r>
            <a:r>
              <a:rPr lang="en-US" altLang="zh-CN" b="1" dirty="0">
                <a:solidFill>
                  <a:srgbClr val="000000"/>
                </a:solidFill>
                <a:ea typeface="楷体_GB2312"/>
                <a:cs typeface="楷体_GB2312"/>
              </a:rPr>
              <a:t>Y</a:t>
            </a:r>
            <a:r>
              <a:rPr lang="zh-CN" altLang="en-US" b="1" dirty="0">
                <a:solidFill>
                  <a:srgbClr val="000000"/>
                </a:solidFill>
                <a:ea typeface="楷体_GB2312"/>
                <a:cs typeface="楷体_GB2312"/>
              </a:rPr>
              <a:t>的最长公共子序列。</a:t>
            </a:r>
          </a:p>
          <a:p>
            <a:endParaRPr lang="zh-CN" altLang="en-US" sz="2400" b="1" dirty="0">
              <a:solidFill>
                <a:srgbClr val="000000"/>
              </a:solidFill>
              <a:ea typeface="楷体_GB2312"/>
              <a:cs typeface="楷体_GB2312"/>
            </a:endParaRPr>
          </a:p>
          <a:p>
            <a:r>
              <a:rPr lang="en-US" altLang="zh-CN" b="1" dirty="0">
                <a:solidFill>
                  <a:srgbClr val="000000"/>
                </a:solidFill>
                <a:ea typeface="楷体_GB2312"/>
                <a:cs typeface="楷体_GB2312"/>
              </a:rPr>
              <a:t>(3)</a:t>
            </a:r>
            <a:r>
              <a:rPr lang="zh-CN" altLang="en-US" b="1" dirty="0">
                <a:solidFill>
                  <a:srgbClr val="000000"/>
                </a:solidFill>
                <a:ea typeface="楷体_GB2312"/>
                <a:cs typeface="楷体_GB2312"/>
              </a:rPr>
              <a:t>若</a:t>
            </a:r>
            <a:r>
              <a:rPr lang="en-US" altLang="zh-CN" b="1" dirty="0" err="1">
                <a:solidFill>
                  <a:srgbClr val="000000"/>
                </a:solidFill>
                <a:ea typeface="楷体_GB2312"/>
                <a:cs typeface="楷体_GB2312"/>
              </a:rPr>
              <a:t>x</a:t>
            </a:r>
            <a:r>
              <a:rPr lang="en-US" altLang="zh-CN" b="1" baseline="-25000" dirty="0" err="1">
                <a:solidFill>
                  <a:srgbClr val="000000"/>
                </a:solidFill>
                <a:ea typeface="楷体_GB2312"/>
                <a:cs typeface="楷体_GB2312"/>
              </a:rPr>
              <a:t>m</a:t>
            </a:r>
            <a:r>
              <a:rPr lang="en-US" altLang="zh-CN" b="1" dirty="0" err="1">
                <a:solidFill>
                  <a:srgbClr val="000000"/>
                </a:solidFill>
                <a:ea typeface="楷体_GB2312"/>
                <a:cs typeface="楷体_GB2312"/>
              </a:rPr>
              <a:t>≠y</a:t>
            </a:r>
            <a:r>
              <a:rPr lang="en-US" altLang="zh-CN" b="1" baseline="-25000" dirty="0" err="1">
                <a:solidFill>
                  <a:srgbClr val="000000"/>
                </a:solidFill>
                <a:ea typeface="楷体_GB2312"/>
                <a:cs typeface="楷体_GB2312"/>
              </a:rPr>
              <a:t>n</a:t>
            </a:r>
            <a:r>
              <a:rPr lang="zh-CN" altLang="en-US" b="1" dirty="0">
                <a:solidFill>
                  <a:srgbClr val="000000"/>
                </a:solidFill>
                <a:ea typeface="楷体_GB2312"/>
                <a:cs typeface="楷体_GB2312"/>
              </a:rPr>
              <a:t>且</a:t>
            </a:r>
            <a:r>
              <a:rPr lang="en-US" altLang="zh-CN" b="1" dirty="0" err="1">
                <a:solidFill>
                  <a:srgbClr val="000000"/>
                </a:solidFill>
                <a:ea typeface="楷体_GB2312"/>
                <a:cs typeface="楷体_GB2312"/>
              </a:rPr>
              <a:t>z</a:t>
            </a:r>
            <a:r>
              <a:rPr lang="en-US" altLang="zh-CN" b="1" baseline="-25000" dirty="0" err="1">
                <a:solidFill>
                  <a:srgbClr val="000000"/>
                </a:solidFill>
                <a:ea typeface="楷体_GB2312"/>
                <a:cs typeface="楷体_GB2312"/>
              </a:rPr>
              <a:t>k</a:t>
            </a:r>
            <a:r>
              <a:rPr lang="en-US" altLang="zh-CN" b="1" dirty="0" err="1">
                <a:solidFill>
                  <a:srgbClr val="000000"/>
                </a:solidFill>
                <a:ea typeface="楷体_GB2312"/>
                <a:cs typeface="楷体_GB2312"/>
              </a:rPr>
              <a:t>≠y</a:t>
            </a:r>
            <a:r>
              <a:rPr lang="en-US" altLang="zh-CN" b="1" baseline="-25000" dirty="0" err="1">
                <a:solidFill>
                  <a:srgbClr val="000000"/>
                </a:solidFill>
                <a:ea typeface="楷体_GB2312"/>
                <a:cs typeface="楷体_GB2312"/>
              </a:rPr>
              <a:t>n</a:t>
            </a:r>
            <a:r>
              <a:rPr lang="zh-CN" altLang="en-US" b="1" dirty="0">
                <a:solidFill>
                  <a:srgbClr val="000000"/>
                </a:solidFill>
                <a:ea typeface="楷体_GB2312"/>
                <a:cs typeface="楷体_GB2312"/>
              </a:rPr>
              <a:t>，则</a:t>
            </a:r>
            <a:r>
              <a:rPr lang="en-US" altLang="zh-CN" sz="2400" b="1" dirty="0">
                <a:solidFill>
                  <a:srgbClr val="000000"/>
                </a:solidFill>
                <a:ea typeface="楷体_GB2312"/>
                <a:cs typeface="楷体_GB2312"/>
              </a:rPr>
              <a:t>Z</a:t>
            </a:r>
            <a:r>
              <a:rPr lang="zh-CN" altLang="en-US" b="1" dirty="0">
                <a:solidFill>
                  <a:srgbClr val="000000"/>
                </a:solidFill>
                <a:ea typeface="楷体_GB2312"/>
                <a:cs typeface="楷体_GB2312"/>
              </a:rPr>
              <a:t>是</a:t>
            </a:r>
            <a:r>
              <a:rPr lang="en-US" altLang="zh-CN" b="1" dirty="0">
                <a:solidFill>
                  <a:srgbClr val="000000"/>
                </a:solidFill>
                <a:ea typeface="楷体_GB2312"/>
                <a:cs typeface="楷体_GB2312"/>
              </a:rPr>
              <a:t>X</a:t>
            </a:r>
            <a:r>
              <a:rPr lang="zh-CN" altLang="en-US" b="1" dirty="0">
                <a:solidFill>
                  <a:srgbClr val="000000"/>
                </a:solidFill>
                <a:ea typeface="楷体_GB2312"/>
                <a:cs typeface="楷体_GB2312"/>
              </a:rPr>
              <a:t>和</a:t>
            </a:r>
            <a:r>
              <a:rPr lang="en-US" altLang="zh-CN" b="1">
                <a:solidFill>
                  <a:srgbClr val="000000"/>
                </a:solidFill>
                <a:ea typeface="楷体_GB2312"/>
                <a:cs typeface="楷体_GB2312"/>
              </a:rPr>
              <a:t>Y</a:t>
            </a:r>
            <a:r>
              <a:rPr lang="en-US" altLang="zh-CN" b="1" baseline="-25000">
                <a:solidFill>
                  <a:srgbClr val="000000"/>
                </a:solidFill>
                <a:ea typeface="楷体_GB2312"/>
                <a:cs typeface="楷体_GB2312"/>
              </a:rPr>
              <a:t>n-1</a:t>
            </a:r>
            <a:r>
              <a:rPr lang="zh-CN" altLang="en-US" b="1" dirty="0">
                <a:solidFill>
                  <a:srgbClr val="000000"/>
                </a:solidFill>
                <a:ea typeface="楷体_GB2312"/>
                <a:cs typeface="楷体_GB2312"/>
              </a:rPr>
              <a:t>的最长公共子序列。</a:t>
            </a:r>
          </a:p>
        </p:txBody>
      </p:sp>
      <p:sp>
        <p:nvSpPr>
          <p:cNvPr id="45061" name="Rectangle 4"/>
          <p:cNvSpPr>
            <a:spLocks noChangeArrowheads="1"/>
          </p:cNvSpPr>
          <p:nvPr/>
        </p:nvSpPr>
        <p:spPr bwMode="auto">
          <a:xfrm>
            <a:off x="701675" y="3975735"/>
            <a:ext cx="7463790" cy="640080"/>
          </a:xfrm>
          <a:prstGeom prst="rect">
            <a:avLst/>
          </a:prstGeom>
          <a:gradFill>
            <a:gsLst>
              <a:gs pos="0">
                <a:srgbClr val="012D86">
                  <a:lumMod val="88000"/>
                </a:srgbClr>
              </a:gs>
              <a:gs pos="100000">
                <a:srgbClr val="0E2557"/>
              </a:gs>
            </a:gsLst>
            <a:lin ang="3960000" scaled="0"/>
          </a:gradFill>
          <a:ln w="28575" cmpd="sng">
            <a:solidFill>
              <a:schemeClr val="accent1"/>
            </a:solidFill>
            <a:prstDash val="solid"/>
            <a:miter lim="800000"/>
          </a:ln>
        </p:spPr>
        <p:txBody>
          <a:bodyPr wrap="square" anchor="ctr">
            <a:spAutoFit/>
          </a:bodyPr>
          <a:lstStyle/>
          <a:p>
            <a:r>
              <a:rPr kumimoji="1" lang="zh-CN" altLang="en-US" sz="1800" b="1">
                <a:solidFill>
                  <a:schemeClr val="bg1"/>
                </a:solidFill>
                <a:ea typeface="楷体_GB2312"/>
                <a:cs typeface="楷体_GB2312"/>
              </a:rPr>
              <a:t>由此可见，</a:t>
            </a:r>
            <a:r>
              <a:rPr kumimoji="1" lang="en-US" altLang="zh-CN" sz="1800" b="1">
                <a:solidFill>
                  <a:schemeClr val="bg1"/>
                </a:solidFill>
                <a:ea typeface="楷体_GB2312"/>
                <a:cs typeface="楷体_GB2312"/>
              </a:rPr>
              <a:t>2</a:t>
            </a:r>
            <a:r>
              <a:rPr kumimoji="1" lang="zh-CN" altLang="en-US" sz="1800" b="1">
                <a:solidFill>
                  <a:schemeClr val="bg1"/>
                </a:solidFill>
                <a:ea typeface="楷体_GB2312"/>
                <a:cs typeface="楷体_GB2312"/>
              </a:rPr>
              <a:t>个序列的最长公共子序列包含了这</a:t>
            </a:r>
            <a:r>
              <a:rPr kumimoji="1" lang="en-US" altLang="zh-CN" sz="1800" b="1">
                <a:solidFill>
                  <a:schemeClr val="bg1"/>
                </a:solidFill>
                <a:ea typeface="楷体_GB2312"/>
                <a:cs typeface="楷体_GB2312"/>
              </a:rPr>
              <a:t>2</a:t>
            </a:r>
            <a:r>
              <a:rPr kumimoji="1" lang="zh-CN" altLang="en-US" sz="1800" b="1">
                <a:solidFill>
                  <a:schemeClr val="bg1"/>
                </a:solidFill>
                <a:ea typeface="楷体_GB2312"/>
                <a:cs typeface="楷体_GB2312"/>
              </a:rPr>
              <a:t>个序列的前缀的最长公共子序列。因此，最长公共子序列问题具有</a:t>
            </a:r>
            <a:r>
              <a:rPr kumimoji="1" lang="zh-CN" altLang="en-US" sz="1800" b="1">
                <a:solidFill>
                  <a:schemeClr val="bg1"/>
                </a:solidFill>
                <a:ea typeface="黑体" pitchFamily="2" charset="-122"/>
              </a:rPr>
              <a:t>最优子结构性质</a:t>
            </a:r>
            <a:r>
              <a:rPr kumimoji="1" lang="zh-CN" altLang="en-US" sz="1800" b="1">
                <a:solidFill>
                  <a:schemeClr val="bg1"/>
                </a:solidFill>
                <a:ea typeface="楷体_GB2312"/>
                <a:cs typeface="楷体_GB231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bldLvl="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ChangeArrowheads="1"/>
          </p:cNvSpPr>
          <p:nvPr/>
        </p:nvSpPr>
        <p:spPr bwMode="auto">
          <a:xfrm>
            <a:off x="2087166" y="0"/>
            <a:ext cx="4806553" cy="596504"/>
          </a:xfrm>
          <a:prstGeom prst="rect">
            <a:avLst/>
          </a:prstGeom>
          <a:noFill/>
          <a:ln>
            <a:noFill/>
          </a:ln>
          <a:effectLst/>
        </p:spPr>
        <p:txBody>
          <a:bodyPr anchor="b"/>
          <a:lstStyle/>
          <a:p>
            <a:pPr>
              <a:defRPr/>
            </a:pPr>
            <a:r>
              <a:rPr lang="en-US" altLang="zh-CN" sz="2850" b="1">
                <a:solidFill>
                  <a:srgbClr val="000066"/>
                </a:solidFill>
                <a:effectLst>
                  <a:outerShdw blurRad="38100" dist="38100" dir="2700000" algn="tl">
                    <a:srgbClr val="C0C0C0"/>
                  </a:outerShdw>
                </a:effectLst>
                <a:latin typeface="Garamond" pitchFamily="18" charset="0"/>
                <a:ea typeface="黑体" pitchFamily="2" charset="-122"/>
              </a:rPr>
              <a:t>2.</a:t>
            </a:r>
            <a:r>
              <a:rPr lang="zh-CN" altLang="en-US" sz="2850" b="1">
                <a:solidFill>
                  <a:srgbClr val="000066"/>
                </a:solidFill>
                <a:effectLst>
                  <a:outerShdw blurRad="38100" dist="38100" dir="2700000" algn="tl">
                    <a:srgbClr val="C0C0C0"/>
                  </a:outerShdw>
                </a:effectLst>
                <a:latin typeface="Garamond" pitchFamily="18" charset="0"/>
                <a:ea typeface="黑体" pitchFamily="2" charset="-122"/>
              </a:rPr>
              <a:t>子问题的递归结构</a:t>
            </a:r>
            <a:endParaRPr lang="ja-JP" altLang="en-US" sz="2850" b="1">
              <a:solidFill>
                <a:srgbClr val="000066"/>
              </a:solidFill>
              <a:effectLst>
                <a:outerShdw blurRad="38100" dist="38100" dir="2700000" algn="tl">
                  <a:srgbClr val="C0C0C0"/>
                </a:outerShdw>
              </a:effectLst>
              <a:latin typeface="Garamond" pitchFamily="18" charset="0"/>
              <a:ea typeface="黑体" pitchFamily="2" charset="-122"/>
            </a:endParaRPr>
          </a:p>
        </p:txBody>
      </p:sp>
      <p:sp>
        <p:nvSpPr>
          <p:cNvPr id="46157" name="Text Box 3"/>
          <p:cNvSpPr txBox="1">
            <a:spLocks noChangeArrowheads="1"/>
          </p:cNvSpPr>
          <p:nvPr/>
        </p:nvSpPr>
        <p:spPr bwMode="auto">
          <a:xfrm>
            <a:off x="902335" y="627380"/>
            <a:ext cx="7646670" cy="1920240"/>
          </a:xfrm>
          <a:prstGeom prst="rect">
            <a:avLst/>
          </a:prstGeom>
          <a:gradFill>
            <a:gsLst>
              <a:gs pos="0">
                <a:srgbClr val="012D86">
                  <a:alpha val="100000"/>
                </a:srgbClr>
              </a:gs>
              <a:gs pos="100000">
                <a:srgbClr val="0E2557"/>
              </a:gs>
            </a:gsLst>
            <a:lin ang="3960000" scaled="0"/>
          </a:gradFill>
          <a:ln w="28575" cmpd="sng">
            <a:solidFill>
              <a:schemeClr val="accent1"/>
            </a:solidFill>
            <a:prstDash val="solid"/>
            <a:miter lim="800000"/>
          </a:ln>
        </p:spPr>
        <p:txBody>
          <a:bodyPr wrap="square">
            <a:spAutoFit/>
          </a:bodyPr>
          <a:lstStyle/>
          <a:p>
            <a:r>
              <a:rPr lang="zh-CN" altLang="en-US" b="1">
                <a:solidFill>
                  <a:schemeClr val="bg1"/>
                </a:solidFill>
                <a:ea typeface="楷体_GB2312"/>
                <a:cs typeface="楷体_GB2312"/>
              </a:rPr>
              <a:t>由最长公共子序列问题的最优子结构性质建立子问题最优值的递归关系。</a:t>
            </a:r>
          </a:p>
          <a:p>
            <a:r>
              <a:rPr lang="zh-CN" altLang="en-US" b="1">
                <a:solidFill>
                  <a:schemeClr val="bg1"/>
                </a:solidFill>
                <a:ea typeface="楷体_GB2312"/>
                <a:cs typeface="楷体_GB2312"/>
              </a:rPr>
              <a:t>用</a:t>
            </a:r>
            <a:r>
              <a:rPr lang="en-US" altLang="zh-CN" b="1">
                <a:solidFill>
                  <a:schemeClr val="bg1"/>
                </a:solidFill>
                <a:ea typeface="楷体_GB2312"/>
                <a:cs typeface="楷体_GB2312"/>
              </a:rPr>
              <a:t>c[i][j]</a:t>
            </a:r>
            <a:r>
              <a:rPr lang="zh-CN" altLang="en-US" b="1">
                <a:solidFill>
                  <a:schemeClr val="bg1"/>
                </a:solidFill>
                <a:ea typeface="楷体_GB2312"/>
                <a:cs typeface="楷体_GB2312"/>
              </a:rPr>
              <a:t>记录序列和的最长公共子序列的长度。其中， </a:t>
            </a:r>
            <a:r>
              <a:rPr lang="en-US" altLang="zh-CN" b="1">
                <a:solidFill>
                  <a:schemeClr val="bg1"/>
                </a:solidFill>
                <a:ea typeface="楷体_GB2312"/>
                <a:cs typeface="楷体_GB2312"/>
              </a:rPr>
              <a:t>X</a:t>
            </a:r>
            <a:r>
              <a:rPr lang="en-US" altLang="zh-CN" b="1" baseline="-25000">
                <a:solidFill>
                  <a:schemeClr val="bg1"/>
                </a:solidFill>
                <a:ea typeface="楷体_GB2312"/>
                <a:cs typeface="楷体_GB2312"/>
              </a:rPr>
              <a:t>i</a:t>
            </a:r>
            <a:r>
              <a:rPr lang="en-US" altLang="zh-CN" b="1">
                <a:solidFill>
                  <a:schemeClr val="bg1"/>
                </a:solidFill>
                <a:ea typeface="楷体_GB2312"/>
                <a:cs typeface="楷体_GB2312"/>
              </a:rPr>
              <a:t>={x</a:t>
            </a:r>
            <a:r>
              <a:rPr lang="en-US" altLang="zh-CN" b="1" baseline="-25000">
                <a:solidFill>
                  <a:schemeClr val="bg1"/>
                </a:solidFill>
                <a:ea typeface="楷体_GB2312"/>
                <a:cs typeface="楷体_GB2312"/>
              </a:rPr>
              <a:t>1</a:t>
            </a:r>
            <a:r>
              <a:rPr lang="en-US" altLang="zh-CN" b="1">
                <a:solidFill>
                  <a:schemeClr val="bg1"/>
                </a:solidFill>
                <a:ea typeface="楷体_GB2312"/>
                <a:cs typeface="楷体_GB2312"/>
              </a:rPr>
              <a:t>,x</a:t>
            </a:r>
            <a:r>
              <a:rPr lang="en-US" altLang="zh-CN" b="1" baseline="-25000">
                <a:solidFill>
                  <a:schemeClr val="bg1"/>
                </a:solidFill>
                <a:ea typeface="楷体_GB2312"/>
                <a:cs typeface="楷体_GB2312"/>
              </a:rPr>
              <a:t>2</a:t>
            </a:r>
            <a:r>
              <a:rPr lang="en-US" altLang="zh-CN" b="1">
                <a:solidFill>
                  <a:schemeClr val="bg1"/>
                </a:solidFill>
                <a:ea typeface="楷体_GB2312"/>
                <a:cs typeface="楷体_GB2312"/>
              </a:rPr>
              <a:t>,…,x</a:t>
            </a:r>
            <a:r>
              <a:rPr lang="en-US" altLang="zh-CN" b="1" baseline="-25000">
                <a:solidFill>
                  <a:schemeClr val="bg1"/>
                </a:solidFill>
                <a:ea typeface="楷体_GB2312"/>
                <a:cs typeface="楷体_GB2312"/>
              </a:rPr>
              <a:t>i</a:t>
            </a:r>
            <a:r>
              <a:rPr lang="en-US" altLang="zh-CN" b="1">
                <a:solidFill>
                  <a:schemeClr val="bg1"/>
                </a:solidFill>
                <a:ea typeface="楷体_GB2312"/>
                <a:cs typeface="楷体_GB2312"/>
              </a:rPr>
              <a:t>}</a:t>
            </a:r>
            <a:r>
              <a:rPr lang="zh-CN" altLang="en-US" b="1">
                <a:solidFill>
                  <a:schemeClr val="bg1"/>
                </a:solidFill>
                <a:ea typeface="楷体_GB2312"/>
                <a:cs typeface="楷体_GB2312"/>
              </a:rPr>
              <a:t>；</a:t>
            </a:r>
            <a:r>
              <a:rPr lang="en-US" altLang="zh-CN" b="1">
                <a:solidFill>
                  <a:schemeClr val="bg1"/>
                </a:solidFill>
                <a:ea typeface="楷体_GB2312"/>
                <a:cs typeface="楷体_GB2312"/>
              </a:rPr>
              <a:t>Yj={y</a:t>
            </a:r>
            <a:r>
              <a:rPr lang="en-US" altLang="zh-CN" b="1" baseline="-25000">
                <a:solidFill>
                  <a:schemeClr val="bg1"/>
                </a:solidFill>
                <a:ea typeface="楷体_GB2312"/>
                <a:cs typeface="楷体_GB2312"/>
              </a:rPr>
              <a:t>1</a:t>
            </a:r>
            <a:r>
              <a:rPr lang="en-US" altLang="zh-CN" b="1">
                <a:solidFill>
                  <a:schemeClr val="bg1"/>
                </a:solidFill>
                <a:ea typeface="楷体_GB2312"/>
                <a:cs typeface="楷体_GB2312"/>
              </a:rPr>
              <a:t>,y</a:t>
            </a:r>
            <a:r>
              <a:rPr lang="en-US" altLang="zh-CN" b="1" baseline="-25000">
                <a:solidFill>
                  <a:schemeClr val="bg1"/>
                </a:solidFill>
                <a:ea typeface="楷体_GB2312"/>
                <a:cs typeface="楷体_GB2312"/>
              </a:rPr>
              <a:t>2</a:t>
            </a:r>
            <a:r>
              <a:rPr lang="en-US" altLang="zh-CN" b="1">
                <a:solidFill>
                  <a:schemeClr val="bg1"/>
                </a:solidFill>
                <a:ea typeface="楷体_GB2312"/>
                <a:cs typeface="楷体_GB2312"/>
              </a:rPr>
              <a:t>,…,y</a:t>
            </a:r>
            <a:r>
              <a:rPr lang="en-US" altLang="zh-CN" b="1" baseline="-25000">
                <a:solidFill>
                  <a:schemeClr val="bg1"/>
                </a:solidFill>
                <a:ea typeface="楷体_GB2312"/>
                <a:cs typeface="楷体_GB2312"/>
              </a:rPr>
              <a:t>j</a:t>
            </a:r>
            <a:r>
              <a:rPr lang="en-US" altLang="zh-CN" b="1">
                <a:solidFill>
                  <a:schemeClr val="bg1"/>
                </a:solidFill>
                <a:ea typeface="楷体_GB2312"/>
                <a:cs typeface="楷体_GB2312"/>
              </a:rPr>
              <a:t>}</a:t>
            </a:r>
            <a:r>
              <a:rPr lang="zh-CN" altLang="en-US" b="1">
                <a:solidFill>
                  <a:schemeClr val="bg1"/>
                </a:solidFill>
                <a:ea typeface="楷体_GB2312"/>
                <a:cs typeface="楷体_GB2312"/>
              </a:rPr>
              <a:t>。</a:t>
            </a:r>
          </a:p>
          <a:p>
            <a:r>
              <a:rPr lang="zh-CN" altLang="en-US" b="1">
                <a:solidFill>
                  <a:schemeClr val="bg1"/>
                </a:solidFill>
                <a:ea typeface="楷体_GB2312"/>
                <a:cs typeface="楷体_GB2312"/>
              </a:rPr>
              <a:t>当</a:t>
            </a:r>
            <a:r>
              <a:rPr lang="en-US" altLang="zh-CN" b="1">
                <a:solidFill>
                  <a:schemeClr val="bg1"/>
                </a:solidFill>
                <a:ea typeface="楷体_GB2312"/>
                <a:cs typeface="楷体_GB2312"/>
              </a:rPr>
              <a:t>i=0</a:t>
            </a:r>
            <a:r>
              <a:rPr lang="zh-CN" altLang="en-US" b="1">
                <a:solidFill>
                  <a:schemeClr val="bg1"/>
                </a:solidFill>
                <a:ea typeface="楷体_GB2312"/>
                <a:cs typeface="楷体_GB2312"/>
              </a:rPr>
              <a:t>或</a:t>
            </a:r>
            <a:r>
              <a:rPr lang="en-US" altLang="zh-CN" b="1">
                <a:solidFill>
                  <a:schemeClr val="bg1"/>
                </a:solidFill>
                <a:ea typeface="楷体_GB2312"/>
                <a:cs typeface="楷体_GB2312"/>
              </a:rPr>
              <a:t>j=0</a:t>
            </a:r>
            <a:r>
              <a:rPr lang="zh-CN" altLang="en-US" b="1">
                <a:solidFill>
                  <a:schemeClr val="bg1"/>
                </a:solidFill>
                <a:ea typeface="楷体_GB2312"/>
                <a:cs typeface="楷体_GB2312"/>
              </a:rPr>
              <a:t>时，空序列是</a:t>
            </a:r>
            <a:r>
              <a:rPr lang="en-US" altLang="zh-CN" b="1">
                <a:solidFill>
                  <a:schemeClr val="bg1"/>
                </a:solidFill>
                <a:ea typeface="楷体_GB2312"/>
                <a:cs typeface="楷体_GB2312"/>
              </a:rPr>
              <a:t>X</a:t>
            </a:r>
            <a:r>
              <a:rPr lang="en-US" altLang="zh-CN" b="1" baseline="-25000">
                <a:solidFill>
                  <a:schemeClr val="bg1"/>
                </a:solidFill>
                <a:ea typeface="楷体_GB2312"/>
                <a:cs typeface="楷体_GB2312"/>
              </a:rPr>
              <a:t>i</a:t>
            </a:r>
            <a:r>
              <a:rPr lang="zh-CN" altLang="en-US" b="1">
                <a:solidFill>
                  <a:schemeClr val="bg1"/>
                </a:solidFill>
                <a:ea typeface="楷体_GB2312"/>
                <a:cs typeface="楷体_GB2312"/>
              </a:rPr>
              <a:t>和</a:t>
            </a:r>
            <a:r>
              <a:rPr lang="en-US" altLang="zh-CN" b="1">
                <a:solidFill>
                  <a:schemeClr val="bg1"/>
                </a:solidFill>
                <a:ea typeface="楷体_GB2312"/>
                <a:cs typeface="楷体_GB2312"/>
              </a:rPr>
              <a:t>Y</a:t>
            </a:r>
            <a:r>
              <a:rPr lang="en-US" altLang="zh-CN" b="1" baseline="-25000">
                <a:solidFill>
                  <a:schemeClr val="bg1"/>
                </a:solidFill>
                <a:ea typeface="楷体_GB2312"/>
                <a:cs typeface="楷体_GB2312"/>
              </a:rPr>
              <a:t>j</a:t>
            </a:r>
            <a:r>
              <a:rPr lang="zh-CN" altLang="en-US" b="1">
                <a:solidFill>
                  <a:schemeClr val="bg1"/>
                </a:solidFill>
                <a:ea typeface="楷体_GB2312"/>
                <a:cs typeface="楷体_GB2312"/>
              </a:rPr>
              <a:t>的最长公共子序列。故此时</a:t>
            </a:r>
            <a:r>
              <a:rPr lang="en-US" altLang="zh-CN" b="1">
                <a:solidFill>
                  <a:schemeClr val="bg1"/>
                </a:solidFill>
                <a:ea typeface="楷体_GB2312"/>
                <a:cs typeface="楷体_GB2312"/>
              </a:rPr>
              <a:t>C[i][j]=0</a:t>
            </a:r>
            <a:r>
              <a:rPr lang="zh-CN" altLang="en-US" b="1">
                <a:solidFill>
                  <a:schemeClr val="bg1"/>
                </a:solidFill>
                <a:ea typeface="楷体_GB2312"/>
                <a:cs typeface="楷体_GB2312"/>
              </a:rPr>
              <a:t>。</a:t>
            </a:r>
          </a:p>
          <a:p>
            <a:r>
              <a:rPr lang="zh-CN" altLang="en-US" b="1">
                <a:solidFill>
                  <a:schemeClr val="bg1"/>
                </a:solidFill>
                <a:ea typeface="楷体_GB2312"/>
                <a:cs typeface="楷体_GB2312"/>
              </a:rPr>
              <a:t>其它情况下，由最优子结构性质可建立递归关系如下：</a:t>
            </a:r>
          </a:p>
        </p:txBody>
      </p:sp>
      <p:sp>
        <p:nvSpPr>
          <p:cNvPr id="46158" name="Rectangle 4"/>
          <p:cNvSpPr>
            <a:spLocks noChangeArrowheads="1"/>
          </p:cNvSpPr>
          <p:nvPr/>
        </p:nvSpPr>
        <p:spPr bwMode="auto">
          <a:xfrm>
            <a:off x="1143000" y="2136696"/>
            <a:ext cx="309880" cy="320040"/>
          </a:xfrm>
          <a:prstGeom prst="rect">
            <a:avLst/>
          </a:prstGeom>
          <a:noFill/>
          <a:ln w="9525">
            <a:noFill/>
            <a:miter lim="800000"/>
          </a:ln>
        </p:spPr>
        <p:txBody>
          <a:bodyPr wrap="none" anchor="ctr">
            <a:spAutoFit/>
          </a:bodyPr>
          <a:lstStyle/>
          <a:p>
            <a:endParaRPr lang="zh-CN" altLang="en-US" sz="1500"/>
          </a:p>
        </p:txBody>
      </p:sp>
      <p:graphicFrame>
        <p:nvGraphicFramePr>
          <p:cNvPr id="46154" name="Object 74"/>
          <p:cNvGraphicFramePr>
            <a:graphicFrameLocks noChangeAspect="1"/>
          </p:cNvGraphicFramePr>
          <p:nvPr/>
        </p:nvGraphicFramePr>
        <p:xfrm>
          <a:off x="1452642" y="2974737"/>
          <a:ext cx="6020990" cy="1302544"/>
        </p:xfrm>
        <a:graphic>
          <a:graphicData uri="http://schemas.openxmlformats.org/presentationml/2006/ole">
            <mc:AlternateContent xmlns:mc="http://schemas.openxmlformats.org/markup-compatibility/2006">
              <mc:Choice xmlns:v="urn:schemas-microsoft-com:vml" Requires="v">
                <p:oleObj spid="_x0000_s46216" name="公式" r:id="rId3" imgW="3390900" imgH="736600" progId="Equation.3">
                  <p:embed/>
                </p:oleObj>
              </mc:Choice>
              <mc:Fallback>
                <p:oleObj name="公式" r:id="rId3" imgW="3390900" imgH="736600" progId="Equation.3">
                  <p:embed/>
                  <p:pic>
                    <p:nvPicPr>
                      <p:cNvPr id="0" name="Picture 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2642" y="2974737"/>
                        <a:ext cx="6020990" cy="1302544"/>
                      </a:xfrm>
                      <a:prstGeom prst="rect">
                        <a:avLst/>
                      </a:prstGeom>
                      <a:noFill/>
                    </p:spPr>
                  </p:pic>
                </p:oleObj>
              </mc:Fallback>
            </mc:AlternateContent>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3106" name="Rectangle 2"/>
          <p:cNvSpPr>
            <a:spLocks noChangeArrowheads="1"/>
          </p:cNvSpPr>
          <p:nvPr/>
        </p:nvSpPr>
        <p:spPr bwMode="auto">
          <a:xfrm>
            <a:off x="1331119" y="0"/>
            <a:ext cx="4806554" cy="596504"/>
          </a:xfrm>
          <a:prstGeom prst="rect">
            <a:avLst/>
          </a:prstGeom>
          <a:noFill/>
          <a:ln>
            <a:noFill/>
          </a:ln>
          <a:effectLst/>
        </p:spPr>
        <p:txBody>
          <a:bodyPr anchor="b"/>
          <a:lstStyle>
            <a:lvl1pPr>
              <a:defRPr sz="4200">
                <a:solidFill>
                  <a:schemeClr val="tx2"/>
                </a:solidFill>
                <a:latin typeface="Garamond" pitchFamily="18" charset="0"/>
                <a:ea typeface="宋体" pitchFamily="2" charset="-122"/>
              </a:defRPr>
            </a:lvl1pPr>
            <a:lvl2pPr>
              <a:defRPr sz="4200">
                <a:solidFill>
                  <a:schemeClr val="tx2"/>
                </a:solidFill>
                <a:latin typeface="Garamond" pitchFamily="18" charset="0"/>
                <a:ea typeface="宋体" pitchFamily="2" charset="-122"/>
              </a:defRPr>
            </a:lvl2pPr>
            <a:lvl3pPr>
              <a:defRPr sz="4200">
                <a:solidFill>
                  <a:schemeClr val="tx2"/>
                </a:solidFill>
                <a:latin typeface="Garamond" pitchFamily="18" charset="0"/>
                <a:ea typeface="宋体" pitchFamily="2" charset="-122"/>
              </a:defRPr>
            </a:lvl3pPr>
            <a:lvl4pPr>
              <a:defRPr sz="4200">
                <a:solidFill>
                  <a:schemeClr val="tx2"/>
                </a:solidFill>
                <a:latin typeface="Garamond" pitchFamily="18" charset="0"/>
                <a:ea typeface="宋体" pitchFamily="2" charset="-122"/>
              </a:defRPr>
            </a:lvl4pPr>
            <a:lvl5pPr>
              <a:defRPr sz="4200">
                <a:solidFill>
                  <a:schemeClr val="tx2"/>
                </a:solidFill>
                <a:latin typeface="Garamond" pitchFamily="18" charset="0"/>
                <a:ea typeface="宋体" pitchFamily="2" charset="-122"/>
              </a:defRPr>
            </a:lvl5pPr>
            <a:lvl6pPr marL="457200" fontAlgn="base">
              <a:spcBef>
                <a:spcPct val="0"/>
              </a:spcBef>
              <a:spcAft>
                <a:spcPct val="0"/>
              </a:spcAft>
              <a:defRPr sz="4200">
                <a:solidFill>
                  <a:schemeClr val="tx2"/>
                </a:solidFill>
                <a:latin typeface="Garamond" pitchFamily="18" charset="0"/>
                <a:ea typeface="宋体" pitchFamily="2" charset="-122"/>
              </a:defRPr>
            </a:lvl6pPr>
            <a:lvl7pPr marL="914400" fontAlgn="base">
              <a:spcBef>
                <a:spcPct val="0"/>
              </a:spcBef>
              <a:spcAft>
                <a:spcPct val="0"/>
              </a:spcAft>
              <a:defRPr sz="4200">
                <a:solidFill>
                  <a:schemeClr val="tx2"/>
                </a:solidFill>
                <a:latin typeface="Garamond" pitchFamily="18" charset="0"/>
                <a:ea typeface="宋体" pitchFamily="2" charset="-122"/>
              </a:defRPr>
            </a:lvl7pPr>
            <a:lvl8pPr marL="1371600" fontAlgn="base">
              <a:spcBef>
                <a:spcPct val="0"/>
              </a:spcBef>
              <a:spcAft>
                <a:spcPct val="0"/>
              </a:spcAft>
              <a:defRPr sz="4200">
                <a:solidFill>
                  <a:schemeClr val="tx2"/>
                </a:solidFill>
                <a:latin typeface="Garamond" pitchFamily="18" charset="0"/>
                <a:ea typeface="宋体" pitchFamily="2" charset="-122"/>
              </a:defRPr>
            </a:lvl8pPr>
            <a:lvl9pPr marL="1828800" fontAlgn="base">
              <a:spcBef>
                <a:spcPct val="0"/>
              </a:spcBef>
              <a:spcAft>
                <a:spcPct val="0"/>
              </a:spcAft>
              <a:defRPr sz="4200">
                <a:solidFill>
                  <a:schemeClr val="tx2"/>
                </a:solidFill>
                <a:latin typeface="Garamond" pitchFamily="18" charset="0"/>
                <a:ea typeface="宋体" pitchFamily="2" charset="-122"/>
              </a:defRPr>
            </a:lvl9pPr>
          </a:lstStyle>
          <a:p>
            <a:pPr defTabSz="685800" fontAlgn="base">
              <a:spcBef>
                <a:spcPct val="0"/>
              </a:spcBef>
              <a:spcAft>
                <a:spcPct val="0"/>
              </a:spcAft>
              <a:defRPr/>
            </a:pPr>
            <a:r>
              <a:rPr lang="zh-CN" altLang="en-US" sz="2850">
                <a:solidFill>
                  <a:srgbClr val="006633"/>
                </a:solidFill>
                <a:effectLst>
                  <a:outerShdw blurRad="38100" dist="38100" dir="2700000" algn="tl">
                    <a:srgbClr val="C0C0C0"/>
                  </a:outerShdw>
                </a:effectLst>
                <a:ea typeface="黑体" pitchFamily="2" charset="-122"/>
              </a:rPr>
              <a:t>计算最优值</a:t>
            </a:r>
            <a:endParaRPr lang="ja-JP" altLang="en-US" sz="2850">
              <a:solidFill>
                <a:srgbClr val="006633"/>
              </a:solidFill>
              <a:effectLst>
                <a:outerShdw blurRad="38100" dist="38100" dir="2700000" algn="tl">
                  <a:srgbClr val="C0C0C0"/>
                </a:outerShdw>
              </a:effectLst>
              <a:ea typeface="黑体" pitchFamily="2" charset="-122"/>
            </a:endParaRPr>
          </a:p>
        </p:txBody>
      </p:sp>
      <p:sp>
        <p:nvSpPr>
          <p:cNvPr id="101379" name="Text Box 3"/>
          <p:cNvSpPr txBox="1">
            <a:spLocks noChangeArrowheads="1"/>
          </p:cNvSpPr>
          <p:nvPr/>
        </p:nvSpPr>
        <p:spPr bwMode="auto">
          <a:xfrm>
            <a:off x="1331119" y="519113"/>
            <a:ext cx="6481763"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685800" eaLnBrk="1" fontAlgn="base" hangingPunct="1">
              <a:spcBef>
                <a:spcPct val="0"/>
              </a:spcBef>
              <a:spcAft>
                <a:spcPct val="0"/>
              </a:spcAft>
            </a:pPr>
            <a:r>
              <a:rPr lang="zh-CN" altLang="en-US" sz="1800">
                <a:solidFill>
                  <a:srgbClr val="000000"/>
                </a:solidFill>
                <a:ea typeface="楷体_GB2312" pitchFamily="49" charset="-122"/>
              </a:rPr>
              <a:t>   </a:t>
            </a:r>
          </a:p>
          <a:p>
            <a:pPr defTabSz="685800" eaLnBrk="1" fontAlgn="base" hangingPunct="1">
              <a:spcBef>
                <a:spcPct val="0"/>
              </a:spcBef>
              <a:spcAft>
                <a:spcPct val="0"/>
              </a:spcAft>
            </a:pPr>
            <a:r>
              <a:rPr lang="zh-CN" altLang="en-US" sz="1800">
                <a:solidFill>
                  <a:srgbClr val="000000"/>
                </a:solidFill>
                <a:ea typeface="楷体_GB2312" pitchFamily="49" charset="-122"/>
              </a:rPr>
              <a:t>   对</a:t>
            </a:r>
            <a:r>
              <a:rPr lang="en-US" altLang="zh-CN" sz="1800">
                <a:solidFill>
                  <a:srgbClr val="000000"/>
                </a:solidFill>
                <a:ea typeface="楷体_GB2312" pitchFamily="49" charset="-122"/>
              </a:rPr>
              <a:t>X(m)</a:t>
            </a:r>
            <a:r>
              <a:rPr lang="zh-CN" altLang="en-US" sz="1800">
                <a:solidFill>
                  <a:srgbClr val="000000"/>
                </a:solidFill>
                <a:ea typeface="楷体_GB2312" pitchFamily="49" charset="-122"/>
              </a:rPr>
              <a:t>和</a:t>
            </a:r>
            <a:r>
              <a:rPr lang="en-US" altLang="zh-CN" sz="1800">
                <a:solidFill>
                  <a:srgbClr val="000000"/>
                </a:solidFill>
                <a:ea typeface="楷体_GB2312" pitchFamily="49" charset="-122"/>
              </a:rPr>
              <a:t>Y(n)</a:t>
            </a:r>
            <a:r>
              <a:rPr lang="zh-CN" altLang="en-US" sz="1800">
                <a:solidFill>
                  <a:srgbClr val="000000"/>
                </a:solidFill>
                <a:ea typeface="楷体_GB2312" pitchFamily="49" charset="-122"/>
              </a:rPr>
              <a:t>，总共有</a:t>
            </a:r>
            <a:r>
              <a:rPr lang="en-US" altLang="zh-CN" sz="2100" b="1" i="1">
                <a:solidFill>
                  <a:srgbClr val="CC0000"/>
                </a:solidFill>
                <a:ea typeface="楷体_GB2312" pitchFamily="49" charset="-122"/>
              </a:rPr>
              <a:t>θ</a:t>
            </a:r>
            <a:r>
              <a:rPr lang="en-US" altLang="zh-CN" sz="2100" b="1">
                <a:solidFill>
                  <a:srgbClr val="CC0000"/>
                </a:solidFill>
                <a:ea typeface="楷体_GB2312" pitchFamily="49" charset="-122"/>
              </a:rPr>
              <a:t>(mn)</a:t>
            </a:r>
            <a:r>
              <a:rPr lang="zh-CN" altLang="en-US" sz="1800">
                <a:solidFill>
                  <a:srgbClr val="000000"/>
                </a:solidFill>
                <a:ea typeface="楷体_GB2312" pitchFamily="49" charset="-122"/>
              </a:rPr>
              <a:t>个不同的子问题，用动态规划算法自底向上地计算最优值，以</a:t>
            </a:r>
            <a:r>
              <a:rPr lang="en-US" altLang="zh-CN" sz="1800">
                <a:solidFill>
                  <a:srgbClr val="000000"/>
                </a:solidFill>
                <a:ea typeface="楷体_GB2312" pitchFamily="49" charset="-122"/>
              </a:rPr>
              <a:t>·</a:t>
            </a:r>
            <a:r>
              <a:rPr lang="zh-CN" altLang="en-US" sz="1800">
                <a:solidFill>
                  <a:srgbClr val="000000"/>
                </a:solidFill>
                <a:ea typeface="楷体_GB2312" pitchFamily="49" charset="-122"/>
              </a:rPr>
              <a:t>提高算法效率。</a:t>
            </a:r>
          </a:p>
        </p:txBody>
      </p:sp>
      <p:sp>
        <p:nvSpPr>
          <p:cNvPr id="101380" name="Rectangle 4"/>
          <p:cNvSpPr>
            <a:spLocks noChangeArrowheads="1"/>
          </p:cNvSpPr>
          <p:nvPr/>
        </p:nvSpPr>
        <p:spPr bwMode="auto">
          <a:xfrm>
            <a:off x="1358504" y="1689408"/>
            <a:ext cx="642699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685800" eaLnBrk="1" fontAlgn="base" hangingPunct="1">
              <a:spcBef>
                <a:spcPct val="0"/>
              </a:spcBef>
              <a:spcAft>
                <a:spcPct val="0"/>
              </a:spcAft>
            </a:pPr>
            <a:r>
              <a:rPr kumimoji="1" lang="en-US" altLang="zh-CN" sz="1800">
                <a:solidFill>
                  <a:srgbClr val="000000"/>
                </a:solidFill>
              </a:rPr>
              <a:t>void </a:t>
            </a:r>
            <a:r>
              <a:rPr kumimoji="1" lang="en-US" altLang="zh-CN" sz="1800" b="1">
                <a:solidFill>
                  <a:srgbClr val="000000"/>
                </a:solidFill>
              </a:rPr>
              <a:t>LCSLength</a:t>
            </a:r>
            <a:r>
              <a:rPr kumimoji="1" lang="en-US" altLang="zh-CN" sz="1800">
                <a:solidFill>
                  <a:srgbClr val="000000"/>
                </a:solidFill>
              </a:rPr>
              <a:t>(int m</a:t>
            </a:r>
            <a:r>
              <a:rPr kumimoji="1" lang="zh-CN" altLang="en-US" sz="1800">
                <a:solidFill>
                  <a:srgbClr val="000000"/>
                </a:solidFill>
              </a:rPr>
              <a:t>，</a:t>
            </a:r>
            <a:r>
              <a:rPr kumimoji="1" lang="en-US" altLang="zh-CN" sz="1800">
                <a:solidFill>
                  <a:srgbClr val="000000"/>
                </a:solidFill>
              </a:rPr>
              <a:t>int n</a:t>
            </a:r>
            <a:r>
              <a:rPr kumimoji="1" lang="zh-CN" altLang="en-US" sz="1800">
                <a:solidFill>
                  <a:srgbClr val="000000"/>
                </a:solidFill>
              </a:rPr>
              <a:t>，</a:t>
            </a:r>
            <a:r>
              <a:rPr kumimoji="1" lang="en-US" altLang="zh-CN" sz="1800">
                <a:solidFill>
                  <a:srgbClr val="000000"/>
                </a:solidFill>
              </a:rPr>
              <a:t>char *x</a:t>
            </a:r>
            <a:r>
              <a:rPr kumimoji="1" lang="zh-CN" altLang="en-US" sz="1800">
                <a:solidFill>
                  <a:srgbClr val="000000"/>
                </a:solidFill>
              </a:rPr>
              <a:t>，</a:t>
            </a:r>
            <a:r>
              <a:rPr kumimoji="1" lang="en-US" altLang="zh-CN" sz="1800">
                <a:solidFill>
                  <a:srgbClr val="000000"/>
                </a:solidFill>
              </a:rPr>
              <a:t>char *y</a:t>
            </a:r>
            <a:r>
              <a:rPr kumimoji="1" lang="zh-CN" altLang="en-US" sz="1800">
                <a:solidFill>
                  <a:srgbClr val="000000"/>
                </a:solidFill>
              </a:rPr>
              <a:t>，</a:t>
            </a:r>
            <a:r>
              <a:rPr kumimoji="1" lang="en-US" altLang="zh-CN" sz="1800">
                <a:solidFill>
                  <a:srgbClr val="000000"/>
                </a:solidFill>
              </a:rPr>
              <a:t>int **c</a:t>
            </a:r>
            <a:r>
              <a:rPr kumimoji="1" lang="zh-CN" altLang="en-US" sz="1800">
                <a:solidFill>
                  <a:srgbClr val="000000"/>
                </a:solidFill>
              </a:rPr>
              <a:t>，</a:t>
            </a:r>
          </a:p>
          <a:p>
            <a:pPr defTabSz="685800" eaLnBrk="1" fontAlgn="base" hangingPunct="1">
              <a:spcBef>
                <a:spcPct val="0"/>
              </a:spcBef>
              <a:spcAft>
                <a:spcPct val="0"/>
              </a:spcAft>
            </a:pPr>
            <a:r>
              <a:rPr kumimoji="1" lang="en-US" altLang="zh-CN" sz="1800">
                <a:solidFill>
                  <a:srgbClr val="000000"/>
                </a:solidFill>
              </a:rPr>
              <a:t>                                                                                 int **b)</a:t>
            </a:r>
          </a:p>
          <a:p>
            <a:pPr defTabSz="685800" eaLnBrk="1" fontAlgn="base" hangingPunct="1">
              <a:spcBef>
                <a:spcPct val="0"/>
              </a:spcBef>
              <a:spcAft>
                <a:spcPct val="0"/>
              </a:spcAft>
            </a:pPr>
            <a:endParaRPr kumimoji="1" lang="en-US" altLang="zh-CN" sz="1800">
              <a:solidFill>
                <a:srgbClr val="000000"/>
              </a:solidFill>
            </a:endParaRPr>
          </a:p>
          <a:p>
            <a:pPr defTabSz="685800" eaLnBrk="1" fontAlgn="base" hangingPunct="1">
              <a:spcBef>
                <a:spcPct val="0"/>
              </a:spcBef>
              <a:spcAft>
                <a:spcPct val="0"/>
              </a:spcAft>
            </a:pPr>
            <a:endParaRPr kumimoji="1" lang="en-US" altLang="zh-CN" sz="1800">
              <a:solidFill>
                <a:srgbClr val="000000"/>
              </a:solidFill>
            </a:endParaRPr>
          </a:p>
        </p:txBody>
      </p:sp>
      <p:sp>
        <p:nvSpPr>
          <p:cNvPr id="101381" name="Text Box 7"/>
          <p:cNvSpPr txBox="1">
            <a:spLocks noChangeArrowheads="1"/>
          </p:cNvSpPr>
          <p:nvPr/>
        </p:nvSpPr>
        <p:spPr bwMode="auto">
          <a:xfrm>
            <a:off x="1466850" y="2356248"/>
            <a:ext cx="650676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685800" eaLnBrk="1" fontAlgn="base" hangingPunct="1">
              <a:spcBef>
                <a:spcPct val="0"/>
              </a:spcBef>
              <a:spcAft>
                <a:spcPct val="0"/>
              </a:spcAft>
            </a:pPr>
            <a:r>
              <a:rPr lang="zh-CN" altLang="en-US" sz="1800">
                <a:solidFill>
                  <a:srgbClr val="000000"/>
                </a:solidFill>
              </a:rPr>
              <a:t>数组</a:t>
            </a:r>
            <a:r>
              <a:rPr lang="en-US" altLang="zh-CN" sz="1800">
                <a:solidFill>
                  <a:srgbClr val="000000"/>
                </a:solidFill>
              </a:rPr>
              <a:t>x*</a:t>
            </a:r>
            <a:r>
              <a:rPr lang="zh-CN" altLang="en-US" sz="1800">
                <a:solidFill>
                  <a:srgbClr val="000000"/>
                </a:solidFill>
              </a:rPr>
              <a:t>和</a:t>
            </a:r>
            <a:r>
              <a:rPr lang="en-US" altLang="zh-CN" sz="1800">
                <a:solidFill>
                  <a:srgbClr val="000000"/>
                </a:solidFill>
              </a:rPr>
              <a:t>y*</a:t>
            </a:r>
            <a:r>
              <a:rPr lang="zh-CN" altLang="en-US" sz="1800">
                <a:solidFill>
                  <a:srgbClr val="000000"/>
                </a:solidFill>
              </a:rPr>
              <a:t>：存储</a:t>
            </a:r>
            <a:r>
              <a:rPr lang="en-US" altLang="zh-CN" sz="1800">
                <a:solidFill>
                  <a:srgbClr val="000000"/>
                </a:solidFill>
              </a:rPr>
              <a:t>2</a:t>
            </a:r>
            <a:r>
              <a:rPr lang="zh-CN" altLang="en-US" sz="1800">
                <a:solidFill>
                  <a:srgbClr val="000000"/>
                </a:solidFill>
              </a:rPr>
              <a:t>个输入序列</a:t>
            </a:r>
            <a:r>
              <a:rPr lang="en-US" altLang="zh-CN" sz="1800">
                <a:solidFill>
                  <a:srgbClr val="000000"/>
                </a:solidFill>
              </a:rPr>
              <a:t>X(m)</a:t>
            </a:r>
            <a:r>
              <a:rPr lang="zh-CN" altLang="en-US" sz="1800">
                <a:solidFill>
                  <a:srgbClr val="000000"/>
                </a:solidFill>
              </a:rPr>
              <a:t>、</a:t>
            </a:r>
            <a:r>
              <a:rPr lang="en-US" altLang="zh-CN" sz="1800">
                <a:solidFill>
                  <a:srgbClr val="000000"/>
                </a:solidFill>
              </a:rPr>
              <a:t>Y(n)</a:t>
            </a:r>
          </a:p>
          <a:p>
            <a:pPr defTabSz="685800" eaLnBrk="1" fontAlgn="base" hangingPunct="1">
              <a:spcBef>
                <a:spcPct val="0"/>
              </a:spcBef>
              <a:spcAft>
                <a:spcPct val="0"/>
              </a:spcAft>
            </a:pPr>
            <a:r>
              <a:rPr lang="zh-CN" altLang="en-US" sz="1800">
                <a:solidFill>
                  <a:srgbClr val="000000"/>
                </a:solidFill>
              </a:rPr>
              <a:t>输出数组</a:t>
            </a:r>
            <a:r>
              <a:rPr lang="en-US" altLang="zh-CN" sz="1800">
                <a:solidFill>
                  <a:srgbClr val="000000"/>
                </a:solidFill>
              </a:rPr>
              <a:t>c</a:t>
            </a:r>
            <a:r>
              <a:rPr lang="zh-CN" altLang="en-US" sz="1800">
                <a:solidFill>
                  <a:srgbClr val="000000"/>
                </a:solidFill>
              </a:rPr>
              <a:t>：</a:t>
            </a:r>
            <a:r>
              <a:rPr lang="en-US" altLang="zh-CN" sz="1800">
                <a:solidFill>
                  <a:srgbClr val="000000"/>
                </a:solidFill>
              </a:rPr>
              <a:t>c[i][j]</a:t>
            </a:r>
            <a:r>
              <a:rPr lang="zh-CN" altLang="en-US" sz="1800">
                <a:solidFill>
                  <a:srgbClr val="000000"/>
                </a:solidFill>
              </a:rPr>
              <a:t>存储序列</a:t>
            </a:r>
            <a:r>
              <a:rPr lang="en-US" altLang="zh-CN" sz="1800">
                <a:solidFill>
                  <a:srgbClr val="000000"/>
                </a:solidFill>
              </a:rPr>
              <a:t>X[i]</a:t>
            </a:r>
            <a:r>
              <a:rPr lang="zh-CN" altLang="en-US" sz="1800">
                <a:solidFill>
                  <a:srgbClr val="000000"/>
                </a:solidFill>
              </a:rPr>
              <a:t>、</a:t>
            </a:r>
            <a:r>
              <a:rPr lang="en-US" altLang="zh-CN" sz="1800">
                <a:solidFill>
                  <a:srgbClr val="000000"/>
                </a:solidFill>
              </a:rPr>
              <a:t>Y[j]</a:t>
            </a:r>
            <a:r>
              <a:rPr lang="zh-CN" altLang="en-US" sz="1800">
                <a:solidFill>
                  <a:srgbClr val="000000"/>
                </a:solidFill>
              </a:rPr>
              <a:t>的最长公共子序列的长度</a:t>
            </a:r>
          </a:p>
          <a:p>
            <a:pPr defTabSz="685800" eaLnBrk="1" fontAlgn="base" hangingPunct="1">
              <a:spcBef>
                <a:spcPct val="0"/>
              </a:spcBef>
              <a:spcAft>
                <a:spcPct val="0"/>
              </a:spcAft>
            </a:pPr>
            <a:r>
              <a:rPr lang="zh-CN" altLang="en-US" sz="1800">
                <a:solidFill>
                  <a:srgbClr val="000000"/>
                </a:solidFill>
              </a:rPr>
              <a:t>输出数组</a:t>
            </a:r>
            <a:r>
              <a:rPr lang="en-US" altLang="zh-CN" sz="1800">
                <a:solidFill>
                  <a:srgbClr val="000000"/>
                </a:solidFill>
              </a:rPr>
              <a:t>b</a:t>
            </a:r>
            <a:r>
              <a:rPr lang="zh-CN" altLang="en-US" sz="1800">
                <a:solidFill>
                  <a:srgbClr val="000000"/>
                </a:solidFill>
              </a:rPr>
              <a:t>： </a:t>
            </a:r>
            <a:r>
              <a:rPr lang="en-US" altLang="zh-CN" sz="1800">
                <a:solidFill>
                  <a:srgbClr val="000000"/>
                </a:solidFill>
              </a:rPr>
              <a:t>b[i][j]</a:t>
            </a:r>
            <a:r>
              <a:rPr lang="zh-CN" altLang="en-US" sz="1800">
                <a:solidFill>
                  <a:srgbClr val="000000"/>
                </a:solidFill>
              </a:rPr>
              <a:t> 记录</a:t>
            </a:r>
            <a:r>
              <a:rPr lang="en-US" altLang="zh-CN" sz="1800">
                <a:solidFill>
                  <a:srgbClr val="000000"/>
                </a:solidFill>
              </a:rPr>
              <a:t>c[i][j]</a:t>
            </a:r>
            <a:r>
              <a:rPr lang="zh-CN" altLang="en-US" sz="1800">
                <a:solidFill>
                  <a:srgbClr val="000000"/>
                </a:solidFill>
              </a:rPr>
              <a:t>的值是由哪个子问题得到的</a:t>
            </a:r>
            <a:r>
              <a:rPr lang="en-US" altLang="zh-CN" sz="1800">
                <a:solidFill>
                  <a:srgbClr val="000000"/>
                </a:solidFill>
              </a:rPr>
              <a:t>(3</a:t>
            </a:r>
            <a:r>
              <a:rPr lang="zh-CN" altLang="en-US" sz="1800">
                <a:solidFill>
                  <a:srgbClr val="000000"/>
                </a:solidFill>
              </a:rPr>
              <a:t>种情</a:t>
            </a:r>
          </a:p>
          <a:p>
            <a:pPr defTabSz="685800" eaLnBrk="1" fontAlgn="base" hangingPunct="1">
              <a:spcBef>
                <a:spcPct val="0"/>
              </a:spcBef>
              <a:spcAft>
                <a:spcPct val="0"/>
              </a:spcAft>
            </a:pPr>
            <a:r>
              <a:rPr lang="zh-CN" altLang="en-US" sz="1800">
                <a:solidFill>
                  <a:srgbClr val="000000"/>
                </a:solidFill>
              </a:rPr>
              <a:t>                     况之一</a:t>
            </a:r>
            <a:r>
              <a:rPr lang="en-US" altLang="zh-CN" sz="1800">
                <a:solidFill>
                  <a:srgbClr val="000000"/>
                </a:solidFill>
              </a:rPr>
              <a:t>)</a:t>
            </a:r>
            <a:r>
              <a:rPr lang="zh-CN" altLang="en-US" sz="1800">
                <a:solidFill>
                  <a:srgbClr val="000000"/>
                </a:solidFill>
              </a:rPr>
              <a:t>，构造最长公共子序列时用到</a:t>
            </a:r>
          </a:p>
        </p:txBody>
      </p:sp>
      <p:sp>
        <p:nvSpPr>
          <p:cNvPr id="101382" name="AutoShape 8"/>
          <p:cNvSpPr>
            <a:spLocks noChangeArrowheads="1"/>
          </p:cNvSpPr>
          <p:nvPr/>
        </p:nvSpPr>
        <p:spPr bwMode="auto">
          <a:xfrm>
            <a:off x="4572000" y="141685"/>
            <a:ext cx="2591991" cy="432197"/>
          </a:xfrm>
          <a:prstGeom prst="wedgeRectCallout">
            <a:avLst>
              <a:gd name="adj1" fmla="val -53903"/>
              <a:gd name="adj2" fmla="val 122727"/>
            </a:avLst>
          </a:prstGeom>
          <a:noFill/>
          <a:ln w="6350">
            <a:solidFill>
              <a:srgbClr val="80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685800" eaLnBrk="1" fontAlgn="base" hangingPunct="1">
              <a:spcBef>
                <a:spcPct val="0"/>
              </a:spcBef>
              <a:spcAft>
                <a:spcPct val="0"/>
              </a:spcAft>
            </a:pPr>
            <a:r>
              <a:rPr lang="en-US" altLang="zh-CN" sz="1350">
                <a:solidFill>
                  <a:srgbClr val="000000"/>
                </a:solidFill>
              </a:rPr>
              <a:t>X(i)={x1,x2,…,xi}, 1</a:t>
            </a:r>
            <a:r>
              <a:rPr lang="en-US" altLang="en-US" sz="1350">
                <a:solidFill>
                  <a:srgbClr val="000000"/>
                </a:solidFill>
              </a:rPr>
              <a:t>≤</a:t>
            </a:r>
            <a:r>
              <a:rPr lang="en-US" altLang="zh-CN" sz="1350">
                <a:solidFill>
                  <a:srgbClr val="000000"/>
                </a:solidFill>
              </a:rPr>
              <a:t>i </a:t>
            </a:r>
            <a:r>
              <a:rPr lang="en-US" altLang="en-US" sz="1350">
                <a:solidFill>
                  <a:srgbClr val="000000"/>
                </a:solidFill>
              </a:rPr>
              <a:t>≤</a:t>
            </a:r>
            <a:r>
              <a:rPr lang="en-US" altLang="zh-CN" sz="1350">
                <a:solidFill>
                  <a:srgbClr val="000000"/>
                </a:solidFill>
              </a:rPr>
              <a:t> m</a:t>
            </a:r>
            <a:r>
              <a:rPr lang="zh-CN" altLang="en-US" sz="1350">
                <a:solidFill>
                  <a:srgbClr val="000000"/>
                </a:solidFill>
              </a:rPr>
              <a:t>；</a:t>
            </a:r>
            <a:r>
              <a:rPr lang="en-US" altLang="zh-CN" sz="1350">
                <a:solidFill>
                  <a:srgbClr val="000000"/>
                </a:solidFill>
              </a:rPr>
              <a:t>Y(j)={y1,y2,…,yj}, 1</a:t>
            </a:r>
            <a:r>
              <a:rPr lang="en-US" altLang="en-US" sz="1350">
                <a:solidFill>
                  <a:srgbClr val="000000"/>
                </a:solidFill>
              </a:rPr>
              <a:t>≤</a:t>
            </a:r>
            <a:r>
              <a:rPr lang="en-US" altLang="zh-CN" sz="1350">
                <a:solidFill>
                  <a:srgbClr val="000000"/>
                </a:solidFill>
              </a:rPr>
              <a:t>j</a:t>
            </a:r>
            <a:r>
              <a:rPr lang="en-US" altLang="en-US" sz="1350">
                <a:solidFill>
                  <a:srgbClr val="000000"/>
                </a:solidFill>
              </a:rPr>
              <a:t>≤</a:t>
            </a:r>
            <a:r>
              <a:rPr lang="en-US" altLang="zh-CN" sz="1350">
                <a:solidFill>
                  <a:srgbClr val="000000"/>
                </a:solidFill>
              </a:rPr>
              <a:t> n</a:t>
            </a:r>
            <a:r>
              <a:rPr lang="zh-CN" altLang="en-US" sz="1350">
                <a:solidFill>
                  <a:srgbClr val="000000"/>
                </a:solidFill>
              </a:rPr>
              <a:t>；</a:t>
            </a:r>
          </a:p>
        </p:txBody>
      </p:sp>
    </p:spTree>
    <p:extLst>
      <p:ext uri="{BB962C8B-B14F-4D97-AF65-F5344CB8AC3E}">
        <p14:creationId xmlns:p14="http://schemas.microsoft.com/office/powerpoint/2010/main" val="2670867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8"/>
          <p:cNvSpPr>
            <a:spLocks noGrp="1" noChangeArrowheads="1"/>
          </p:cNvSpPr>
          <p:nvPr>
            <p:ph sz="half" idx="4294967295"/>
          </p:nvPr>
        </p:nvSpPr>
        <p:spPr>
          <a:xfrm>
            <a:off x="5666740" y="1419860"/>
            <a:ext cx="3028950" cy="3161030"/>
          </a:xfrm>
        </p:spPr>
        <p:txBody>
          <a:bodyPr/>
          <a:lstStyle/>
          <a:p>
            <a:pPr eaLnBrk="1" hangingPunct="1">
              <a:lnSpc>
                <a:spcPct val="90000"/>
              </a:lnSpc>
            </a:pPr>
            <a:r>
              <a:rPr lang="zh-CN" altLang="en-US" sz="1950" b="1" dirty="0">
                <a:solidFill>
                  <a:srgbClr val="000000"/>
                </a:solidFill>
              </a:rPr>
              <a:t>当在</a:t>
            </a:r>
            <a:r>
              <a:rPr lang="en-US" altLang="zh-CN" sz="1950" b="1" dirty="0">
                <a:solidFill>
                  <a:srgbClr val="000000"/>
                </a:solidFill>
              </a:rPr>
              <a:t>b[</a:t>
            </a:r>
            <a:r>
              <a:rPr lang="en-US" altLang="zh-CN" sz="1950" b="1" dirty="0" err="1">
                <a:solidFill>
                  <a:srgbClr val="000000"/>
                </a:solidFill>
              </a:rPr>
              <a:t>i</a:t>
            </a:r>
            <a:r>
              <a:rPr lang="en-US" altLang="zh-CN" sz="1950" b="1" dirty="0">
                <a:solidFill>
                  <a:srgbClr val="000000"/>
                </a:solidFill>
              </a:rPr>
              <a:t>][j]</a:t>
            </a:r>
            <a:r>
              <a:rPr lang="zh-CN" altLang="en-US" sz="1950" b="1" dirty="0">
                <a:solidFill>
                  <a:srgbClr val="000000"/>
                </a:solidFill>
              </a:rPr>
              <a:t>遇到：</a:t>
            </a:r>
          </a:p>
          <a:p>
            <a:pPr eaLnBrk="1" hangingPunct="1">
              <a:lnSpc>
                <a:spcPct val="90000"/>
              </a:lnSpc>
            </a:pPr>
            <a:r>
              <a:rPr lang="en-US" altLang="zh-CN" sz="1950" b="1" dirty="0">
                <a:solidFill>
                  <a:srgbClr val="000000"/>
                </a:solidFill>
              </a:rPr>
              <a:t>1</a:t>
            </a:r>
            <a:r>
              <a:rPr lang="zh-CN" altLang="en-US" sz="1950" b="1" dirty="0">
                <a:solidFill>
                  <a:srgbClr val="000000"/>
                </a:solidFill>
              </a:rPr>
              <a:t>时，最长公共子序列由</a:t>
            </a:r>
            <a:r>
              <a:rPr lang="en-US" altLang="zh-CN" sz="1950" b="1" dirty="0">
                <a:solidFill>
                  <a:srgbClr val="000000"/>
                </a:solidFill>
              </a:rPr>
              <a:t>Xi-1,Yj-1</a:t>
            </a:r>
            <a:r>
              <a:rPr lang="zh-CN" altLang="en-US" sz="1950" b="1" dirty="0">
                <a:solidFill>
                  <a:srgbClr val="000000"/>
                </a:solidFill>
              </a:rPr>
              <a:t>的最长公共子序列</a:t>
            </a:r>
            <a:r>
              <a:rPr lang="en-US" altLang="zh-CN" sz="1950" b="1" dirty="0">
                <a:solidFill>
                  <a:srgbClr val="000000"/>
                </a:solidFill>
              </a:rPr>
              <a:t>+xi</a:t>
            </a:r>
            <a:r>
              <a:rPr lang="zh-CN" altLang="en-US" sz="1950" b="1" dirty="0">
                <a:solidFill>
                  <a:srgbClr val="000000"/>
                </a:solidFill>
              </a:rPr>
              <a:t>得到；</a:t>
            </a:r>
          </a:p>
          <a:p>
            <a:pPr eaLnBrk="1" hangingPunct="1">
              <a:lnSpc>
                <a:spcPct val="90000"/>
              </a:lnSpc>
            </a:pPr>
            <a:r>
              <a:rPr lang="en-US" altLang="zh-CN" sz="1950" b="1" dirty="0">
                <a:solidFill>
                  <a:srgbClr val="000000"/>
                </a:solidFill>
              </a:rPr>
              <a:t>2</a:t>
            </a:r>
            <a:r>
              <a:rPr lang="zh-CN" altLang="en-US" sz="1950" b="1" dirty="0">
                <a:solidFill>
                  <a:srgbClr val="000000"/>
                </a:solidFill>
              </a:rPr>
              <a:t>时，最长公共子序列</a:t>
            </a:r>
            <a:r>
              <a:rPr lang="en-US" altLang="zh-CN" sz="1950" b="1" dirty="0">
                <a:solidFill>
                  <a:srgbClr val="000000"/>
                </a:solidFill>
              </a:rPr>
              <a:t>=X[i-1],Y[j]</a:t>
            </a:r>
            <a:r>
              <a:rPr lang="zh-CN" altLang="en-US" sz="1950" b="1" dirty="0">
                <a:solidFill>
                  <a:srgbClr val="000000"/>
                </a:solidFill>
              </a:rPr>
              <a:t>的最长公共子序列；</a:t>
            </a:r>
          </a:p>
          <a:p>
            <a:pPr eaLnBrk="1" hangingPunct="1">
              <a:lnSpc>
                <a:spcPct val="90000"/>
              </a:lnSpc>
            </a:pPr>
            <a:r>
              <a:rPr lang="en-US" altLang="zh-CN" sz="1950" b="1" dirty="0">
                <a:solidFill>
                  <a:srgbClr val="000000"/>
                </a:solidFill>
              </a:rPr>
              <a:t>3</a:t>
            </a:r>
            <a:r>
              <a:rPr lang="zh-CN" altLang="en-US" sz="1950" b="1" dirty="0">
                <a:solidFill>
                  <a:srgbClr val="000000"/>
                </a:solidFill>
              </a:rPr>
              <a:t>时，最长公共子序列</a:t>
            </a:r>
            <a:r>
              <a:rPr lang="en-US" altLang="zh-CN" sz="1950" b="1" dirty="0">
                <a:solidFill>
                  <a:srgbClr val="000000"/>
                </a:solidFill>
              </a:rPr>
              <a:t>=X[</a:t>
            </a:r>
            <a:r>
              <a:rPr lang="en-US" altLang="zh-CN" sz="1950" b="1" dirty="0" err="1">
                <a:solidFill>
                  <a:srgbClr val="000000"/>
                </a:solidFill>
              </a:rPr>
              <a:t>i</a:t>
            </a:r>
            <a:r>
              <a:rPr lang="en-US" altLang="zh-CN" sz="1950" b="1" dirty="0">
                <a:solidFill>
                  <a:srgbClr val="000000"/>
                </a:solidFill>
              </a:rPr>
              <a:t>],Y[j-1]</a:t>
            </a:r>
            <a:r>
              <a:rPr lang="zh-CN" altLang="en-US" sz="1950" b="1" dirty="0">
                <a:solidFill>
                  <a:srgbClr val="000000"/>
                </a:solidFill>
              </a:rPr>
              <a:t>的最长公共子序列；</a:t>
            </a:r>
          </a:p>
          <a:p>
            <a:pPr eaLnBrk="1" hangingPunct="1">
              <a:lnSpc>
                <a:spcPct val="90000"/>
              </a:lnSpc>
            </a:pPr>
            <a:endParaRPr lang="zh-CN" altLang="en-US" sz="1950" b="1" dirty="0">
              <a:solidFill>
                <a:srgbClr val="000000"/>
              </a:solidFill>
            </a:endParaRPr>
          </a:p>
        </p:txBody>
      </p:sp>
      <p:sp>
        <p:nvSpPr>
          <p:cNvPr id="303106" name="Rectangle 2"/>
          <p:cNvSpPr>
            <a:spLocks noChangeArrowheads="1"/>
          </p:cNvSpPr>
          <p:nvPr/>
        </p:nvSpPr>
        <p:spPr bwMode="auto">
          <a:xfrm>
            <a:off x="3194606" y="31115"/>
            <a:ext cx="4806553" cy="596504"/>
          </a:xfrm>
          <a:prstGeom prst="rect">
            <a:avLst/>
          </a:prstGeom>
          <a:noFill/>
          <a:ln>
            <a:noFill/>
          </a:ln>
          <a:effectLst/>
        </p:spPr>
        <p:txBody>
          <a:bodyPr anchor="b"/>
          <a:lstStyle/>
          <a:p>
            <a:pPr>
              <a:defRPr/>
            </a:pPr>
            <a:r>
              <a:rPr lang="zh-CN" altLang="en-US" sz="2850" b="1">
                <a:solidFill>
                  <a:srgbClr val="000000"/>
                </a:solidFill>
                <a:effectLst>
                  <a:outerShdw blurRad="38100" dist="38100" dir="2700000" algn="tl">
                    <a:srgbClr val="C0C0C0"/>
                  </a:outerShdw>
                </a:effectLst>
                <a:latin typeface="Garamond" pitchFamily="18" charset="0"/>
                <a:ea typeface="黑体" pitchFamily="2" charset="-122"/>
              </a:rPr>
              <a:t>计算最优值</a:t>
            </a:r>
          </a:p>
        </p:txBody>
      </p:sp>
      <p:sp>
        <p:nvSpPr>
          <p:cNvPr id="6" name="Rectangle 4"/>
          <p:cNvSpPr>
            <a:spLocks noChangeArrowheads="1"/>
          </p:cNvSpPr>
          <p:nvPr/>
        </p:nvSpPr>
        <p:spPr bwMode="auto">
          <a:xfrm>
            <a:off x="309082" y="627619"/>
            <a:ext cx="6481763"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685800" eaLnBrk="1" fontAlgn="base" hangingPunct="1">
              <a:spcBef>
                <a:spcPct val="0"/>
              </a:spcBef>
              <a:spcAft>
                <a:spcPct val="0"/>
              </a:spcAft>
            </a:pPr>
            <a:r>
              <a:rPr kumimoji="1" lang="en-US" altLang="zh-CN" sz="1500" dirty="0">
                <a:solidFill>
                  <a:srgbClr val="000000"/>
                </a:solidFill>
              </a:rPr>
              <a:t>void </a:t>
            </a:r>
            <a:r>
              <a:rPr kumimoji="1" lang="en-US" altLang="zh-CN" sz="1500" b="1" dirty="0" err="1">
                <a:solidFill>
                  <a:srgbClr val="000000"/>
                </a:solidFill>
              </a:rPr>
              <a:t>LCSLength</a:t>
            </a:r>
            <a:r>
              <a:rPr kumimoji="1" lang="en-US" altLang="zh-CN" sz="1500" dirty="0">
                <a:solidFill>
                  <a:srgbClr val="000000"/>
                </a:solidFill>
              </a:rPr>
              <a:t>(</a:t>
            </a:r>
            <a:r>
              <a:rPr kumimoji="1" lang="en-US" altLang="zh-CN" sz="1500" dirty="0" err="1">
                <a:solidFill>
                  <a:srgbClr val="000000"/>
                </a:solidFill>
              </a:rPr>
              <a:t>int</a:t>
            </a:r>
            <a:r>
              <a:rPr kumimoji="1" lang="en-US" altLang="zh-CN" sz="1500" dirty="0">
                <a:solidFill>
                  <a:srgbClr val="000000"/>
                </a:solidFill>
              </a:rPr>
              <a:t> m</a:t>
            </a:r>
            <a:r>
              <a:rPr kumimoji="1" lang="zh-CN" altLang="en-US" sz="1500" dirty="0">
                <a:solidFill>
                  <a:srgbClr val="000000"/>
                </a:solidFill>
              </a:rPr>
              <a:t>，</a:t>
            </a:r>
            <a:r>
              <a:rPr kumimoji="1" lang="en-US" altLang="zh-CN" sz="1500" dirty="0" err="1">
                <a:solidFill>
                  <a:srgbClr val="000000"/>
                </a:solidFill>
              </a:rPr>
              <a:t>int</a:t>
            </a:r>
            <a:r>
              <a:rPr kumimoji="1" lang="en-US" altLang="zh-CN" sz="1500" dirty="0">
                <a:solidFill>
                  <a:srgbClr val="000000"/>
                </a:solidFill>
              </a:rPr>
              <a:t> n</a:t>
            </a:r>
            <a:r>
              <a:rPr kumimoji="1" lang="zh-CN" altLang="en-US" sz="1500" dirty="0">
                <a:solidFill>
                  <a:srgbClr val="000000"/>
                </a:solidFill>
              </a:rPr>
              <a:t>，</a:t>
            </a:r>
            <a:r>
              <a:rPr kumimoji="1" lang="en-US" altLang="zh-CN" sz="1500" dirty="0">
                <a:solidFill>
                  <a:srgbClr val="000000"/>
                </a:solidFill>
              </a:rPr>
              <a:t>char *x</a:t>
            </a:r>
            <a:r>
              <a:rPr kumimoji="1" lang="zh-CN" altLang="en-US" sz="1500" dirty="0">
                <a:solidFill>
                  <a:srgbClr val="000000"/>
                </a:solidFill>
              </a:rPr>
              <a:t>，</a:t>
            </a:r>
            <a:r>
              <a:rPr kumimoji="1" lang="en-US" altLang="zh-CN" sz="1500" dirty="0">
                <a:solidFill>
                  <a:srgbClr val="000000"/>
                </a:solidFill>
              </a:rPr>
              <a:t>char *y</a:t>
            </a:r>
            <a:r>
              <a:rPr kumimoji="1" lang="zh-CN" altLang="en-US" sz="1500" dirty="0">
                <a:solidFill>
                  <a:srgbClr val="000000"/>
                </a:solidFill>
              </a:rPr>
              <a:t>，</a:t>
            </a:r>
            <a:r>
              <a:rPr kumimoji="1" lang="en-US" altLang="zh-CN" sz="1500" dirty="0" err="1">
                <a:solidFill>
                  <a:srgbClr val="000000"/>
                </a:solidFill>
              </a:rPr>
              <a:t>int</a:t>
            </a:r>
            <a:r>
              <a:rPr kumimoji="1" lang="en-US" altLang="zh-CN" sz="1500" dirty="0">
                <a:solidFill>
                  <a:srgbClr val="000000"/>
                </a:solidFill>
              </a:rPr>
              <a:t> **c</a:t>
            </a:r>
            <a:r>
              <a:rPr kumimoji="1" lang="zh-CN" altLang="en-US" sz="1500" dirty="0">
                <a:solidFill>
                  <a:srgbClr val="000000"/>
                </a:solidFill>
              </a:rPr>
              <a:t>，</a:t>
            </a:r>
            <a:r>
              <a:rPr kumimoji="1" lang="en-US" altLang="zh-CN" sz="1500" dirty="0" err="1">
                <a:solidFill>
                  <a:srgbClr val="000000"/>
                </a:solidFill>
              </a:rPr>
              <a:t>int</a:t>
            </a:r>
            <a:r>
              <a:rPr kumimoji="1" lang="en-US" altLang="zh-CN" sz="1500" dirty="0">
                <a:solidFill>
                  <a:srgbClr val="000000"/>
                </a:solidFill>
              </a:rPr>
              <a:t> **b)</a:t>
            </a:r>
          </a:p>
          <a:p>
            <a:pPr defTabSz="685800" eaLnBrk="1" fontAlgn="base" hangingPunct="1">
              <a:spcBef>
                <a:spcPct val="0"/>
              </a:spcBef>
              <a:spcAft>
                <a:spcPct val="0"/>
              </a:spcAft>
            </a:pPr>
            <a:r>
              <a:rPr kumimoji="1" lang="en-US" altLang="zh-CN" sz="1500" dirty="0">
                <a:solidFill>
                  <a:srgbClr val="000000"/>
                </a:solidFill>
              </a:rPr>
              <a:t>{  </a:t>
            </a:r>
          </a:p>
          <a:p>
            <a:pPr defTabSz="685800" eaLnBrk="1" fontAlgn="base" hangingPunct="1">
              <a:spcBef>
                <a:spcPct val="0"/>
              </a:spcBef>
              <a:spcAft>
                <a:spcPct val="0"/>
              </a:spcAft>
            </a:pPr>
            <a:r>
              <a:rPr kumimoji="1" lang="en-US" altLang="zh-CN" sz="1500" dirty="0">
                <a:solidFill>
                  <a:srgbClr val="000000"/>
                </a:solidFill>
              </a:rPr>
              <a:t>       </a:t>
            </a:r>
            <a:r>
              <a:rPr kumimoji="1" lang="en-US" altLang="zh-CN" sz="1500" dirty="0" err="1">
                <a:solidFill>
                  <a:srgbClr val="000000"/>
                </a:solidFill>
              </a:rPr>
              <a:t>int</a:t>
            </a:r>
            <a:r>
              <a:rPr kumimoji="1" lang="en-US" altLang="zh-CN" sz="1500" dirty="0">
                <a:solidFill>
                  <a:srgbClr val="000000"/>
                </a:solidFill>
              </a:rPr>
              <a:t> </a:t>
            </a:r>
            <a:r>
              <a:rPr kumimoji="1" lang="en-US" altLang="zh-CN" sz="1500" dirty="0" err="1">
                <a:solidFill>
                  <a:srgbClr val="000000"/>
                </a:solidFill>
              </a:rPr>
              <a:t>i</a:t>
            </a:r>
            <a:r>
              <a:rPr kumimoji="1" lang="zh-CN" altLang="en-US" sz="1500" dirty="0">
                <a:solidFill>
                  <a:srgbClr val="000000"/>
                </a:solidFill>
              </a:rPr>
              <a:t>，</a:t>
            </a:r>
            <a:r>
              <a:rPr kumimoji="1" lang="en-US" altLang="zh-CN" sz="1500" dirty="0">
                <a:solidFill>
                  <a:srgbClr val="000000"/>
                </a:solidFill>
              </a:rPr>
              <a:t>j;</a:t>
            </a:r>
          </a:p>
          <a:p>
            <a:pPr defTabSz="685800" eaLnBrk="1" fontAlgn="base" hangingPunct="1">
              <a:spcBef>
                <a:spcPct val="0"/>
              </a:spcBef>
              <a:spcAft>
                <a:spcPct val="0"/>
              </a:spcAft>
            </a:pPr>
            <a:r>
              <a:rPr kumimoji="1" lang="en-US" altLang="zh-CN" sz="1500" dirty="0">
                <a:solidFill>
                  <a:srgbClr val="000000"/>
                </a:solidFill>
              </a:rPr>
              <a:t>       for (</a:t>
            </a:r>
            <a:r>
              <a:rPr kumimoji="1" lang="en-US" altLang="zh-CN" sz="1500" dirty="0" err="1">
                <a:solidFill>
                  <a:srgbClr val="000000"/>
                </a:solidFill>
              </a:rPr>
              <a:t>i</a:t>
            </a:r>
            <a:r>
              <a:rPr kumimoji="1" lang="en-US" altLang="zh-CN" sz="1500" dirty="0">
                <a:solidFill>
                  <a:srgbClr val="000000"/>
                </a:solidFill>
              </a:rPr>
              <a:t> = 1; </a:t>
            </a:r>
            <a:r>
              <a:rPr kumimoji="1" lang="en-US" altLang="zh-CN" sz="1500" dirty="0" err="1">
                <a:solidFill>
                  <a:srgbClr val="000000"/>
                </a:solidFill>
              </a:rPr>
              <a:t>i</a:t>
            </a:r>
            <a:r>
              <a:rPr kumimoji="1" lang="en-US" altLang="zh-CN" sz="1500" dirty="0">
                <a:solidFill>
                  <a:srgbClr val="000000"/>
                </a:solidFill>
              </a:rPr>
              <a:t> &lt;= m; </a:t>
            </a:r>
            <a:r>
              <a:rPr kumimoji="1" lang="en-US" altLang="zh-CN" sz="1500" dirty="0" err="1">
                <a:solidFill>
                  <a:srgbClr val="000000"/>
                </a:solidFill>
              </a:rPr>
              <a:t>i</a:t>
            </a:r>
            <a:r>
              <a:rPr kumimoji="1" lang="en-US" altLang="zh-CN" sz="1500" dirty="0">
                <a:solidFill>
                  <a:srgbClr val="000000"/>
                </a:solidFill>
              </a:rPr>
              <a:t>++) c[</a:t>
            </a:r>
            <a:r>
              <a:rPr kumimoji="1" lang="en-US" altLang="zh-CN" sz="1500" dirty="0" err="1">
                <a:solidFill>
                  <a:srgbClr val="000000"/>
                </a:solidFill>
              </a:rPr>
              <a:t>i</a:t>
            </a:r>
            <a:r>
              <a:rPr kumimoji="1" lang="en-US" altLang="zh-CN" sz="1500" dirty="0">
                <a:solidFill>
                  <a:srgbClr val="000000"/>
                </a:solidFill>
              </a:rPr>
              <a:t>][0] = 0;   /*</a:t>
            </a:r>
            <a:r>
              <a:rPr kumimoji="1" lang="zh-CN" altLang="en-US" sz="1500" dirty="0">
                <a:solidFill>
                  <a:srgbClr val="000000"/>
                </a:solidFill>
              </a:rPr>
              <a:t>初始化</a:t>
            </a:r>
            <a:r>
              <a:rPr kumimoji="1" lang="en-US" altLang="zh-CN" sz="1500" dirty="0">
                <a:solidFill>
                  <a:srgbClr val="000000"/>
                </a:solidFill>
              </a:rPr>
              <a:t>, Y[j]</a:t>
            </a:r>
            <a:r>
              <a:rPr kumimoji="1" lang="zh-CN" altLang="en-US" sz="1500" dirty="0">
                <a:solidFill>
                  <a:srgbClr val="000000"/>
                </a:solidFill>
              </a:rPr>
              <a:t>为空时</a:t>
            </a:r>
          </a:p>
          <a:p>
            <a:pPr defTabSz="685800" eaLnBrk="1" fontAlgn="base" hangingPunct="1">
              <a:spcBef>
                <a:spcPct val="0"/>
              </a:spcBef>
              <a:spcAft>
                <a:spcPct val="0"/>
              </a:spcAft>
            </a:pPr>
            <a:r>
              <a:rPr kumimoji="1" lang="en-US" altLang="zh-CN" sz="1500" dirty="0">
                <a:solidFill>
                  <a:srgbClr val="000000"/>
                </a:solidFill>
              </a:rPr>
              <a:t>       for (</a:t>
            </a:r>
            <a:r>
              <a:rPr kumimoji="1" lang="en-US" altLang="zh-CN" sz="1500" dirty="0" err="1">
                <a:solidFill>
                  <a:srgbClr val="000000"/>
                </a:solidFill>
              </a:rPr>
              <a:t>i</a:t>
            </a:r>
            <a:r>
              <a:rPr kumimoji="1" lang="en-US" altLang="zh-CN" sz="1500" dirty="0">
                <a:solidFill>
                  <a:srgbClr val="000000"/>
                </a:solidFill>
              </a:rPr>
              <a:t> = 1; </a:t>
            </a:r>
            <a:r>
              <a:rPr kumimoji="1" lang="en-US" altLang="zh-CN" sz="1500" dirty="0" err="1">
                <a:solidFill>
                  <a:srgbClr val="000000"/>
                </a:solidFill>
              </a:rPr>
              <a:t>i</a:t>
            </a:r>
            <a:r>
              <a:rPr kumimoji="1" lang="en-US" altLang="zh-CN" sz="1500" dirty="0">
                <a:solidFill>
                  <a:srgbClr val="000000"/>
                </a:solidFill>
              </a:rPr>
              <a:t> &lt;= n; </a:t>
            </a:r>
            <a:r>
              <a:rPr kumimoji="1" lang="en-US" altLang="zh-CN" sz="1500" dirty="0" err="1">
                <a:solidFill>
                  <a:srgbClr val="000000"/>
                </a:solidFill>
              </a:rPr>
              <a:t>i</a:t>
            </a:r>
            <a:r>
              <a:rPr kumimoji="1" lang="en-US" altLang="zh-CN" sz="1500" dirty="0">
                <a:solidFill>
                  <a:srgbClr val="000000"/>
                </a:solidFill>
              </a:rPr>
              <a:t>++) c[0][</a:t>
            </a:r>
            <a:r>
              <a:rPr kumimoji="1" lang="en-US" altLang="zh-CN" sz="1500" dirty="0" err="1">
                <a:solidFill>
                  <a:srgbClr val="000000"/>
                </a:solidFill>
              </a:rPr>
              <a:t>i</a:t>
            </a:r>
            <a:r>
              <a:rPr kumimoji="1" lang="en-US" altLang="zh-CN" sz="1500" dirty="0">
                <a:solidFill>
                  <a:srgbClr val="000000"/>
                </a:solidFill>
              </a:rPr>
              <a:t>] = 0;    /*</a:t>
            </a:r>
            <a:r>
              <a:rPr kumimoji="1" lang="zh-CN" altLang="en-US" sz="1500" dirty="0">
                <a:solidFill>
                  <a:srgbClr val="000000"/>
                </a:solidFill>
              </a:rPr>
              <a:t>初始化， </a:t>
            </a:r>
            <a:r>
              <a:rPr kumimoji="1" lang="en-US" altLang="zh-CN" sz="1350" dirty="0">
                <a:solidFill>
                  <a:srgbClr val="000000"/>
                </a:solidFill>
              </a:rPr>
              <a:t>X[</a:t>
            </a:r>
            <a:r>
              <a:rPr kumimoji="1" lang="en-US" altLang="zh-CN" sz="1350" dirty="0" err="1">
                <a:solidFill>
                  <a:srgbClr val="000000"/>
                </a:solidFill>
              </a:rPr>
              <a:t>i</a:t>
            </a:r>
            <a:r>
              <a:rPr kumimoji="1" lang="en-US" altLang="zh-CN" sz="1350" dirty="0">
                <a:solidFill>
                  <a:srgbClr val="000000"/>
                </a:solidFill>
              </a:rPr>
              <a:t>]</a:t>
            </a:r>
            <a:r>
              <a:rPr kumimoji="1" lang="zh-CN" altLang="en-US" sz="1350" dirty="0">
                <a:solidFill>
                  <a:srgbClr val="000000"/>
                </a:solidFill>
              </a:rPr>
              <a:t>为空时</a:t>
            </a:r>
            <a:endParaRPr kumimoji="1" lang="en-US" altLang="zh-CN" sz="1500" dirty="0">
              <a:solidFill>
                <a:srgbClr val="000000"/>
              </a:solidFill>
            </a:endParaRPr>
          </a:p>
          <a:p>
            <a:pPr defTabSz="685800" eaLnBrk="1" fontAlgn="base" hangingPunct="1">
              <a:spcBef>
                <a:spcPct val="0"/>
              </a:spcBef>
              <a:spcAft>
                <a:spcPct val="0"/>
              </a:spcAft>
            </a:pPr>
            <a:r>
              <a:rPr kumimoji="1" lang="en-US" altLang="zh-CN" sz="1500" dirty="0">
                <a:solidFill>
                  <a:srgbClr val="000000"/>
                </a:solidFill>
              </a:rPr>
              <a:t>       </a:t>
            </a:r>
          </a:p>
          <a:p>
            <a:pPr defTabSz="685800" eaLnBrk="1" fontAlgn="base" hangingPunct="1">
              <a:spcBef>
                <a:spcPct val="0"/>
              </a:spcBef>
              <a:spcAft>
                <a:spcPct val="0"/>
              </a:spcAft>
            </a:pPr>
            <a:r>
              <a:rPr kumimoji="1" lang="en-US" altLang="zh-CN" sz="1500" dirty="0">
                <a:solidFill>
                  <a:srgbClr val="000000"/>
                </a:solidFill>
              </a:rPr>
              <a:t>       for (</a:t>
            </a:r>
            <a:r>
              <a:rPr kumimoji="1" lang="en-US" altLang="zh-CN" sz="1500" dirty="0" err="1">
                <a:solidFill>
                  <a:srgbClr val="000000"/>
                </a:solidFill>
              </a:rPr>
              <a:t>i</a:t>
            </a:r>
            <a:r>
              <a:rPr kumimoji="1" lang="en-US" altLang="zh-CN" sz="1500" dirty="0">
                <a:solidFill>
                  <a:srgbClr val="000000"/>
                </a:solidFill>
              </a:rPr>
              <a:t> = 1; </a:t>
            </a:r>
            <a:r>
              <a:rPr kumimoji="1" lang="en-US" altLang="zh-CN" sz="1500" dirty="0" err="1">
                <a:solidFill>
                  <a:srgbClr val="000000"/>
                </a:solidFill>
              </a:rPr>
              <a:t>i</a:t>
            </a:r>
            <a:r>
              <a:rPr kumimoji="1" lang="en-US" altLang="zh-CN" sz="1500" dirty="0">
                <a:solidFill>
                  <a:srgbClr val="000000"/>
                </a:solidFill>
              </a:rPr>
              <a:t> &lt;= m; </a:t>
            </a:r>
            <a:r>
              <a:rPr kumimoji="1" lang="en-US" altLang="zh-CN" sz="1500" dirty="0" err="1">
                <a:solidFill>
                  <a:srgbClr val="000000"/>
                </a:solidFill>
              </a:rPr>
              <a:t>i</a:t>
            </a:r>
            <a:r>
              <a:rPr kumimoji="1" lang="en-US" altLang="zh-CN" sz="1500" dirty="0">
                <a:solidFill>
                  <a:srgbClr val="000000"/>
                </a:solidFill>
              </a:rPr>
              <a:t>++)             /*</a:t>
            </a:r>
            <a:r>
              <a:rPr kumimoji="1" lang="zh-CN" altLang="en-US" sz="1500" dirty="0">
                <a:solidFill>
                  <a:srgbClr val="000000"/>
                </a:solidFill>
              </a:rPr>
              <a:t>两重循环，自下而上，</a:t>
            </a:r>
          </a:p>
          <a:p>
            <a:pPr defTabSz="685800" eaLnBrk="1" fontAlgn="base" hangingPunct="1">
              <a:spcBef>
                <a:spcPct val="0"/>
              </a:spcBef>
              <a:spcAft>
                <a:spcPct val="0"/>
              </a:spcAft>
            </a:pPr>
            <a:r>
              <a:rPr kumimoji="1" lang="zh-CN" altLang="en-US" sz="1500" dirty="0">
                <a:solidFill>
                  <a:srgbClr val="000000"/>
                </a:solidFill>
              </a:rPr>
              <a:t>                                                        计算子问题</a:t>
            </a:r>
            <a:r>
              <a:rPr kumimoji="1" lang="en-US" altLang="zh-CN" sz="1500" dirty="0">
                <a:solidFill>
                  <a:srgbClr val="000000"/>
                </a:solidFill>
              </a:rPr>
              <a:t>{X(</a:t>
            </a:r>
            <a:r>
              <a:rPr kumimoji="1" lang="en-US" altLang="zh-CN" sz="1500" dirty="0" err="1">
                <a:solidFill>
                  <a:srgbClr val="000000"/>
                </a:solidFill>
              </a:rPr>
              <a:t>i</a:t>
            </a:r>
            <a:r>
              <a:rPr kumimoji="1" lang="en-US" altLang="zh-CN" sz="1500" dirty="0">
                <a:solidFill>
                  <a:srgbClr val="000000"/>
                </a:solidFill>
              </a:rPr>
              <a:t>), Y(j)}</a:t>
            </a:r>
          </a:p>
          <a:p>
            <a:pPr defTabSz="685800" eaLnBrk="1" fontAlgn="base" hangingPunct="1">
              <a:spcBef>
                <a:spcPct val="0"/>
              </a:spcBef>
              <a:spcAft>
                <a:spcPct val="0"/>
              </a:spcAft>
            </a:pPr>
            <a:r>
              <a:rPr kumimoji="1" lang="en-US" altLang="zh-CN" sz="1500" dirty="0">
                <a:solidFill>
                  <a:srgbClr val="000000"/>
                </a:solidFill>
              </a:rPr>
              <a:t>          for (j = 1; j &lt;= n; </a:t>
            </a:r>
            <a:r>
              <a:rPr kumimoji="1" lang="en-US" altLang="zh-CN" sz="1500" dirty="0" err="1">
                <a:solidFill>
                  <a:srgbClr val="000000"/>
                </a:solidFill>
              </a:rPr>
              <a:t>j++</a:t>
            </a:r>
            <a:r>
              <a:rPr kumimoji="1" lang="en-US" altLang="zh-CN" sz="1500" dirty="0">
                <a:solidFill>
                  <a:srgbClr val="000000"/>
                </a:solidFill>
              </a:rPr>
              <a:t>) {</a:t>
            </a:r>
          </a:p>
          <a:p>
            <a:pPr defTabSz="685800" eaLnBrk="1" fontAlgn="base" hangingPunct="1">
              <a:spcBef>
                <a:spcPct val="0"/>
              </a:spcBef>
              <a:spcAft>
                <a:spcPct val="0"/>
              </a:spcAft>
            </a:pPr>
            <a:r>
              <a:rPr kumimoji="1" lang="en-US" altLang="zh-CN" sz="1500" dirty="0">
                <a:solidFill>
                  <a:srgbClr val="000000"/>
                </a:solidFill>
              </a:rPr>
              <a:t>             if (x[</a:t>
            </a:r>
            <a:r>
              <a:rPr kumimoji="1" lang="en-US" altLang="zh-CN" sz="1500" dirty="0" err="1">
                <a:solidFill>
                  <a:srgbClr val="000000"/>
                </a:solidFill>
              </a:rPr>
              <a:t>i</a:t>
            </a:r>
            <a:r>
              <a:rPr kumimoji="1" lang="en-US" altLang="zh-CN" sz="1500" dirty="0">
                <a:solidFill>
                  <a:srgbClr val="000000"/>
                </a:solidFill>
              </a:rPr>
              <a:t>]==y[j]) {                           /*</a:t>
            </a:r>
            <a:r>
              <a:rPr kumimoji="1" lang="zh-CN" altLang="en-US" sz="1500" dirty="0">
                <a:solidFill>
                  <a:srgbClr val="000000"/>
                </a:solidFill>
              </a:rPr>
              <a:t>情况</a:t>
            </a:r>
            <a:r>
              <a:rPr kumimoji="1" lang="en-US" altLang="zh-CN" sz="1500" dirty="0">
                <a:solidFill>
                  <a:srgbClr val="000000"/>
                </a:solidFill>
              </a:rPr>
              <a:t>1</a:t>
            </a:r>
          </a:p>
          <a:p>
            <a:pPr defTabSz="685800" eaLnBrk="1" fontAlgn="base" hangingPunct="1">
              <a:spcBef>
                <a:spcPct val="0"/>
              </a:spcBef>
              <a:spcAft>
                <a:spcPct val="0"/>
              </a:spcAft>
            </a:pPr>
            <a:r>
              <a:rPr kumimoji="1" lang="en-US" altLang="zh-CN" sz="1500" dirty="0">
                <a:solidFill>
                  <a:srgbClr val="000000"/>
                </a:solidFill>
              </a:rPr>
              <a:t>                  c[</a:t>
            </a:r>
            <a:r>
              <a:rPr kumimoji="1" lang="en-US" altLang="zh-CN" sz="1500" dirty="0" err="1">
                <a:solidFill>
                  <a:srgbClr val="000000"/>
                </a:solidFill>
              </a:rPr>
              <a:t>i</a:t>
            </a:r>
            <a:r>
              <a:rPr kumimoji="1" lang="en-US" altLang="zh-CN" sz="1500" dirty="0">
                <a:solidFill>
                  <a:srgbClr val="000000"/>
                </a:solidFill>
              </a:rPr>
              <a:t>][j]=c[i-1][j-1]+1;   </a:t>
            </a:r>
          </a:p>
          <a:p>
            <a:pPr defTabSz="685800" eaLnBrk="1" fontAlgn="base" hangingPunct="1">
              <a:spcBef>
                <a:spcPct val="0"/>
              </a:spcBef>
              <a:spcAft>
                <a:spcPct val="0"/>
              </a:spcAft>
            </a:pPr>
            <a:r>
              <a:rPr kumimoji="1" lang="en-US" altLang="zh-CN" sz="1500" dirty="0">
                <a:solidFill>
                  <a:srgbClr val="000000"/>
                </a:solidFill>
              </a:rPr>
              <a:t>                  b[</a:t>
            </a:r>
            <a:r>
              <a:rPr kumimoji="1" lang="en-US" altLang="zh-CN" sz="1500" dirty="0" err="1">
                <a:solidFill>
                  <a:srgbClr val="000000"/>
                </a:solidFill>
              </a:rPr>
              <a:t>i</a:t>
            </a:r>
            <a:r>
              <a:rPr kumimoji="1" lang="en-US" altLang="zh-CN" sz="1500" dirty="0">
                <a:solidFill>
                  <a:srgbClr val="000000"/>
                </a:solidFill>
              </a:rPr>
              <a:t>][j]=1;}</a:t>
            </a:r>
          </a:p>
          <a:p>
            <a:pPr defTabSz="685800" eaLnBrk="1" fontAlgn="base" hangingPunct="1">
              <a:spcBef>
                <a:spcPct val="0"/>
              </a:spcBef>
              <a:spcAft>
                <a:spcPct val="0"/>
              </a:spcAft>
            </a:pPr>
            <a:r>
              <a:rPr kumimoji="1" lang="en-US" altLang="zh-CN" sz="1500" dirty="0">
                <a:solidFill>
                  <a:srgbClr val="000000"/>
                </a:solidFill>
              </a:rPr>
              <a:t>             else if (c[i-1][j]&gt;=c[</a:t>
            </a:r>
            <a:r>
              <a:rPr kumimoji="1" lang="en-US" altLang="zh-CN" sz="1500" dirty="0" err="1">
                <a:solidFill>
                  <a:srgbClr val="000000"/>
                </a:solidFill>
              </a:rPr>
              <a:t>i</a:t>
            </a:r>
            <a:r>
              <a:rPr kumimoji="1" lang="en-US" altLang="zh-CN" sz="1500" dirty="0">
                <a:solidFill>
                  <a:srgbClr val="000000"/>
                </a:solidFill>
              </a:rPr>
              <a:t>][j-1]) {        /*</a:t>
            </a:r>
            <a:r>
              <a:rPr kumimoji="1" lang="zh-CN" altLang="en-US" sz="1500" dirty="0">
                <a:solidFill>
                  <a:srgbClr val="000000"/>
                </a:solidFill>
              </a:rPr>
              <a:t>情况</a:t>
            </a:r>
            <a:r>
              <a:rPr kumimoji="1" lang="en-US" altLang="zh-CN" sz="1500" dirty="0">
                <a:solidFill>
                  <a:srgbClr val="000000"/>
                </a:solidFill>
              </a:rPr>
              <a:t>2</a:t>
            </a:r>
          </a:p>
          <a:p>
            <a:pPr defTabSz="685800" eaLnBrk="1" fontAlgn="base" hangingPunct="1">
              <a:spcBef>
                <a:spcPct val="0"/>
              </a:spcBef>
              <a:spcAft>
                <a:spcPct val="0"/>
              </a:spcAft>
            </a:pPr>
            <a:r>
              <a:rPr kumimoji="1" lang="en-US" altLang="zh-CN" sz="1500" dirty="0">
                <a:solidFill>
                  <a:srgbClr val="000000"/>
                </a:solidFill>
              </a:rPr>
              <a:t>                  c[</a:t>
            </a:r>
            <a:r>
              <a:rPr kumimoji="1" lang="en-US" altLang="zh-CN" sz="1500" dirty="0" err="1">
                <a:solidFill>
                  <a:srgbClr val="000000"/>
                </a:solidFill>
              </a:rPr>
              <a:t>i</a:t>
            </a:r>
            <a:r>
              <a:rPr kumimoji="1" lang="en-US" altLang="zh-CN" sz="1500" dirty="0">
                <a:solidFill>
                  <a:srgbClr val="000000"/>
                </a:solidFill>
              </a:rPr>
              <a:t>][j]=c[i-1][j]; b[</a:t>
            </a:r>
            <a:r>
              <a:rPr kumimoji="1" lang="en-US" altLang="zh-CN" sz="1500" dirty="0" err="1">
                <a:solidFill>
                  <a:srgbClr val="000000"/>
                </a:solidFill>
              </a:rPr>
              <a:t>i</a:t>
            </a:r>
            <a:r>
              <a:rPr kumimoji="1" lang="en-US" altLang="zh-CN" sz="1500" dirty="0">
                <a:solidFill>
                  <a:srgbClr val="000000"/>
                </a:solidFill>
              </a:rPr>
              <a:t>][j]=2;}</a:t>
            </a:r>
          </a:p>
          <a:p>
            <a:pPr defTabSz="685800" eaLnBrk="1" fontAlgn="base" hangingPunct="1">
              <a:spcBef>
                <a:spcPct val="0"/>
              </a:spcBef>
              <a:spcAft>
                <a:spcPct val="0"/>
              </a:spcAft>
            </a:pPr>
            <a:r>
              <a:rPr kumimoji="1" lang="en-US" altLang="zh-CN" sz="1500" dirty="0">
                <a:solidFill>
                  <a:srgbClr val="000000"/>
                </a:solidFill>
              </a:rPr>
              <a:t>             else { c[</a:t>
            </a:r>
            <a:r>
              <a:rPr kumimoji="1" lang="en-US" altLang="zh-CN" sz="1500" dirty="0" err="1">
                <a:solidFill>
                  <a:srgbClr val="000000"/>
                </a:solidFill>
              </a:rPr>
              <a:t>i</a:t>
            </a:r>
            <a:r>
              <a:rPr kumimoji="1" lang="en-US" altLang="zh-CN" sz="1500" dirty="0">
                <a:solidFill>
                  <a:srgbClr val="000000"/>
                </a:solidFill>
              </a:rPr>
              <a:t>][j]=c[</a:t>
            </a:r>
            <a:r>
              <a:rPr kumimoji="1" lang="en-US" altLang="zh-CN" sz="1500" dirty="0" err="1">
                <a:solidFill>
                  <a:srgbClr val="000000"/>
                </a:solidFill>
              </a:rPr>
              <a:t>i</a:t>
            </a:r>
            <a:r>
              <a:rPr kumimoji="1" lang="en-US" altLang="zh-CN" sz="1500" dirty="0">
                <a:solidFill>
                  <a:srgbClr val="000000"/>
                </a:solidFill>
              </a:rPr>
              <a:t>][j-1];                  /*</a:t>
            </a:r>
            <a:r>
              <a:rPr kumimoji="1" lang="zh-CN" altLang="en-US" sz="1500" dirty="0">
                <a:solidFill>
                  <a:srgbClr val="000000"/>
                </a:solidFill>
              </a:rPr>
              <a:t>情况</a:t>
            </a:r>
            <a:r>
              <a:rPr kumimoji="1" lang="en-US" altLang="zh-CN" sz="1500" dirty="0">
                <a:solidFill>
                  <a:srgbClr val="000000"/>
                </a:solidFill>
              </a:rPr>
              <a:t>3</a:t>
            </a:r>
          </a:p>
          <a:p>
            <a:pPr defTabSz="685800" eaLnBrk="1" fontAlgn="base" hangingPunct="1">
              <a:spcBef>
                <a:spcPct val="0"/>
              </a:spcBef>
              <a:spcAft>
                <a:spcPct val="0"/>
              </a:spcAft>
            </a:pPr>
            <a:r>
              <a:rPr kumimoji="1" lang="en-US" altLang="zh-CN" sz="1500" dirty="0">
                <a:solidFill>
                  <a:srgbClr val="000000"/>
                </a:solidFill>
              </a:rPr>
              <a:t>                     b[</a:t>
            </a:r>
            <a:r>
              <a:rPr kumimoji="1" lang="en-US" altLang="zh-CN" sz="1500" dirty="0" err="1">
                <a:solidFill>
                  <a:srgbClr val="000000"/>
                </a:solidFill>
              </a:rPr>
              <a:t>i</a:t>
            </a:r>
            <a:r>
              <a:rPr kumimoji="1" lang="en-US" altLang="zh-CN" sz="1500" dirty="0">
                <a:solidFill>
                  <a:srgbClr val="000000"/>
                </a:solidFill>
              </a:rPr>
              <a:t>][j]=3; }</a:t>
            </a:r>
          </a:p>
          <a:p>
            <a:pPr defTabSz="685800" eaLnBrk="1" fontAlgn="base" hangingPunct="1">
              <a:spcBef>
                <a:spcPct val="0"/>
              </a:spcBef>
              <a:spcAft>
                <a:spcPct val="0"/>
              </a:spcAft>
            </a:pPr>
            <a:r>
              <a:rPr kumimoji="1" lang="en-US" altLang="zh-CN" sz="1500" dirty="0">
                <a:solidFill>
                  <a:srgbClr val="000000"/>
                </a:solidFill>
              </a:rPr>
              <a:t>             }</a:t>
            </a:r>
          </a:p>
          <a:p>
            <a:pPr defTabSz="685800" eaLnBrk="1" fontAlgn="base" hangingPunct="1">
              <a:spcBef>
                <a:spcPct val="0"/>
              </a:spcBef>
              <a:spcAft>
                <a:spcPct val="0"/>
              </a:spcAft>
            </a:pPr>
            <a:r>
              <a:rPr kumimoji="1" lang="en-US" altLang="zh-CN" sz="1500" dirty="0">
                <a:solidFill>
                  <a:srgbClr val="000000"/>
                </a:solidFill>
              </a:rPr>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ChangeArrowheads="1"/>
          </p:cNvSpPr>
          <p:nvPr/>
        </p:nvSpPr>
        <p:spPr bwMode="auto">
          <a:xfrm>
            <a:off x="2087166" y="0"/>
            <a:ext cx="4806553" cy="596504"/>
          </a:xfrm>
          <a:prstGeom prst="rect">
            <a:avLst/>
          </a:prstGeom>
          <a:noFill/>
          <a:ln>
            <a:noFill/>
          </a:ln>
          <a:effectLst/>
        </p:spPr>
        <p:txBody>
          <a:bodyPr anchor="b"/>
          <a:lstStyle/>
          <a:p>
            <a:pPr>
              <a:defRPr/>
            </a:pPr>
            <a:r>
              <a:rPr lang="zh-CN" altLang="en-US" sz="2850" b="1">
                <a:solidFill>
                  <a:srgbClr val="000000"/>
                </a:solidFill>
                <a:effectLst>
                  <a:outerShdw blurRad="38100" dist="38100" dir="2700000" algn="tl">
                    <a:srgbClr val="C0C0C0"/>
                  </a:outerShdw>
                </a:effectLst>
                <a:latin typeface="Garamond" pitchFamily="18" charset="0"/>
                <a:ea typeface="黑体" pitchFamily="2" charset="-122"/>
              </a:rPr>
              <a:t>计算最优值</a:t>
            </a:r>
          </a:p>
        </p:txBody>
      </p:sp>
      <p:sp>
        <p:nvSpPr>
          <p:cNvPr id="183299" name="Text Box 3"/>
          <p:cNvSpPr txBox="1">
            <a:spLocks noChangeArrowheads="1"/>
          </p:cNvSpPr>
          <p:nvPr/>
        </p:nvSpPr>
        <p:spPr bwMode="auto">
          <a:xfrm>
            <a:off x="380365" y="627380"/>
            <a:ext cx="8442960" cy="640080"/>
          </a:xfrm>
          <a:prstGeom prst="rect">
            <a:avLst/>
          </a:prstGeom>
          <a:noFill/>
          <a:ln w="9525">
            <a:noFill/>
            <a:miter lim="800000"/>
          </a:ln>
        </p:spPr>
        <p:txBody>
          <a:bodyPr wrap="square">
            <a:spAutoFit/>
          </a:bodyPr>
          <a:lstStyle/>
          <a:p>
            <a:r>
              <a:rPr lang="zh-CN" altLang="en-US" sz="1800" b="1">
                <a:solidFill>
                  <a:srgbClr val="000000"/>
                </a:solidFill>
                <a:ea typeface="楷体_GB2312"/>
                <a:cs typeface="楷体_GB2312"/>
              </a:rPr>
              <a:t>由于在所考虑的子问题空间中，总共有</a:t>
            </a:r>
            <a:r>
              <a:rPr lang="en-US" altLang="zh-CN" sz="1800" b="1">
                <a:solidFill>
                  <a:srgbClr val="000000"/>
                </a:solidFill>
                <a:ea typeface="楷体_GB2312"/>
                <a:cs typeface="楷体_GB2312"/>
              </a:rPr>
              <a:t>θ(mn)</a:t>
            </a:r>
            <a:r>
              <a:rPr lang="zh-CN" altLang="en-US" sz="1800" b="1">
                <a:solidFill>
                  <a:srgbClr val="000000"/>
                </a:solidFill>
                <a:ea typeface="楷体_GB2312"/>
                <a:cs typeface="楷体_GB2312"/>
              </a:rPr>
              <a:t>个不同的子问题，因此，用动态规划算法自底向上地计算最优值能提高算法的效率。 </a:t>
            </a:r>
          </a:p>
        </p:txBody>
      </p:sp>
      <p:sp>
        <p:nvSpPr>
          <p:cNvPr id="183300" name="Rectangle 4"/>
          <p:cNvSpPr>
            <a:spLocks noChangeArrowheads="1"/>
          </p:cNvSpPr>
          <p:nvPr/>
        </p:nvSpPr>
        <p:spPr bwMode="auto">
          <a:xfrm>
            <a:off x="-14605" y="1348740"/>
            <a:ext cx="4036695" cy="3749040"/>
          </a:xfrm>
          <a:prstGeom prst="rect">
            <a:avLst/>
          </a:prstGeom>
          <a:noFill/>
          <a:ln w="9525">
            <a:noFill/>
            <a:miter lim="800000"/>
          </a:ln>
        </p:spPr>
        <p:txBody>
          <a:bodyPr wrap="square" anchor="ctr">
            <a:spAutoFit/>
          </a:bodyPr>
          <a:lstStyle/>
          <a:p>
            <a:r>
              <a:rPr kumimoji="1" lang="en-US" altLang="zh-CN" sz="1600" b="1">
                <a:solidFill>
                  <a:srgbClr val="000000"/>
                </a:solidFill>
              </a:rPr>
              <a:t>void LCSLength(int m</a:t>
            </a:r>
            <a:r>
              <a:rPr kumimoji="1" lang="zh-CN" altLang="en-US" sz="1600" b="1">
                <a:solidFill>
                  <a:srgbClr val="000000"/>
                </a:solidFill>
              </a:rPr>
              <a:t>，</a:t>
            </a:r>
            <a:r>
              <a:rPr kumimoji="1" lang="en-US" altLang="zh-CN" sz="1600" b="1">
                <a:solidFill>
                  <a:srgbClr val="000000"/>
                </a:solidFill>
              </a:rPr>
              <a:t>int n</a:t>
            </a:r>
            <a:r>
              <a:rPr kumimoji="1" lang="zh-CN" altLang="en-US" sz="1600" b="1">
                <a:solidFill>
                  <a:srgbClr val="000000"/>
                </a:solidFill>
              </a:rPr>
              <a:t>，</a:t>
            </a:r>
            <a:r>
              <a:rPr kumimoji="1" lang="en-US" altLang="zh-CN" sz="1600" b="1">
                <a:solidFill>
                  <a:srgbClr val="000000"/>
                </a:solidFill>
              </a:rPr>
              <a:t>char *x</a:t>
            </a:r>
            <a:r>
              <a:rPr kumimoji="1" lang="zh-CN" altLang="en-US" sz="1600" b="1">
                <a:solidFill>
                  <a:srgbClr val="000000"/>
                </a:solidFill>
              </a:rPr>
              <a:t>，</a:t>
            </a:r>
            <a:r>
              <a:rPr kumimoji="1" lang="en-US" altLang="zh-CN" sz="1600" b="1">
                <a:solidFill>
                  <a:srgbClr val="000000"/>
                </a:solidFill>
              </a:rPr>
              <a:t>char *y</a:t>
            </a:r>
            <a:r>
              <a:rPr kumimoji="1" lang="zh-CN" altLang="en-US" sz="1600" b="1">
                <a:solidFill>
                  <a:srgbClr val="000000"/>
                </a:solidFill>
              </a:rPr>
              <a:t>，</a:t>
            </a:r>
            <a:r>
              <a:rPr kumimoji="1" lang="en-US" altLang="zh-CN" sz="1600" b="1">
                <a:solidFill>
                  <a:srgbClr val="000000"/>
                </a:solidFill>
              </a:rPr>
              <a:t>int **c</a:t>
            </a:r>
            <a:r>
              <a:rPr kumimoji="1" lang="zh-CN" altLang="en-US" sz="1600" b="1">
                <a:solidFill>
                  <a:srgbClr val="000000"/>
                </a:solidFill>
              </a:rPr>
              <a:t>，</a:t>
            </a:r>
            <a:r>
              <a:rPr kumimoji="1" lang="en-US" altLang="zh-CN" sz="1600" b="1">
                <a:solidFill>
                  <a:srgbClr val="000000"/>
                </a:solidFill>
              </a:rPr>
              <a:t>int **b)</a:t>
            </a:r>
          </a:p>
          <a:p>
            <a:r>
              <a:rPr kumimoji="1" lang="en-US" altLang="zh-CN" sz="1600" b="1">
                <a:solidFill>
                  <a:srgbClr val="000000"/>
                </a:solidFill>
              </a:rPr>
              <a:t>{  </a:t>
            </a:r>
          </a:p>
          <a:p>
            <a:r>
              <a:rPr kumimoji="1" lang="en-US" altLang="zh-CN" sz="1600" b="1">
                <a:solidFill>
                  <a:srgbClr val="000000"/>
                </a:solidFill>
              </a:rPr>
              <a:t>       int i</a:t>
            </a:r>
            <a:r>
              <a:rPr kumimoji="1" lang="zh-CN" altLang="en-US" sz="1600" b="1">
                <a:solidFill>
                  <a:srgbClr val="000000"/>
                </a:solidFill>
              </a:rPr>
              <a:t>，</a:t>
            </a:r>
            <a:r>
              <a:rPr kumimoji="1" lang="en-US" altLang="zh-CN" sz="1600" b="1">
                <a:solidFill>
                  <a:srgbClr val="000000"/>
                </a:solidFill>
              </a:rPr>
              <a:t>j;</a:t>
            </a:r>
          </a:p>
          <a:p>
            <a:r>
              <a:rPr kumimoji="1" lang="en-US" altLang="zh-CN" sz="1600" b="1">
                <a:solidFill>
                  <a:srgbClr val="000000"/>
                </a:solidFill>
              </a:rPr>
              <a:t>       for (i = 1; i &lt;= m; i++) c[i][0] = 0;</a:t>
            </a:r>
          </a:p>
          <a:p>
            <a:r>
              <a:rPr kumimoji="1" lang="en-US" altLang="zh-CN" sz="1600" b="1">
                <a:solidFill>
                  <a:srgbClr val="000000"/>
                </a:solidFill>
              </a:rPr>
              <a:t>       for (i = 1; i &lt;= n; i++) c[0][i] = 0;</a:t>
            </a:r>
          </a:p>
          <a:p>
            <a:r>
              <a:rPr kumimoji="1" lang="en-US" altLang="zh-CN" sz="1600" b="1">
                <a:solidFill>
                  <a:srgbClr val="000000"/>
                </a:solidFill>
              </a:rPr>
              <a:t>       for (i = 1; i &lt;= m; i++)</a:t>
            </a:r>
          </a:p>
          <a:p>
            <a:r>
              <a:rPr kumimoji="1" lang="en-US" altLang="zh-CN" sz="1600" b="1">
                <a:solidFill>
                  <a:srgbClr val="000000"/>
                </a:solidFill>
              </a:rPr>
              <a:t>          for (j = 1; j &lt;= n; j++) {</a:t>
            </a:r>
          </a:p>
          <a:p>
            <a:r>
              <a:rPr kumimoji="1" lang="en-US" altLang="zh-CN" sz="1600" b="1">
                <a:solidFill>
                  <a:srgbClr val="000000"/>
                </a:solidFill>
              </a:rPr>
              <a:t>             if (x[i]==y[j]) { </a:t>
            </a:r>
          </a:p>
          <a:p>
            <a:r>
              <a:rPr kumimoji="1" lang="en-US" altLang="zh-CN" sz="1600" b="1">
                <a:solidFill>
                  <a:srgbClr val="000000"/>
                </a:solidFill>
              </a:rPr>
              <a:t>                  c[i][j]=c[i-1][j-1]+1; b[i][j]=1;}</a:t>
            </a:r>
          </a:p>
          <a:p>
            <a:r>
              <a:rPr kumimoji="1" lang="en-US" altLang="zh-CN" sz="1600" b="1">
                <a:solidFill>
                  <a:srgbClr val="000000"/>
                </a:solidFill>
              </a:rPr>
              <a:t>             else if (c[i-1][j]&gt;=c[i][j-1]) {</a:t>
            </a:r>
          </a:p>
          <a:p>
            <a:r>
              <a:rPr kumimoji="1" lang="en-US" altLang="zh-CN" sz="1600" b="1">
                <a:solidFill>
                  <a:srgbClr val="000000"/>
                </a:solidFill>
              </a:rPr>
              <a:t>                  c[i][j]=c[i-1][j]; b[i][j]=2;}</a:t>
            </a:r>
          </a:p>
          <a:p>
            <a:r>
              <a:rPr kumimoji="1" lang="en-US" altLang="zh-CN" sz="1600" b="1">
                <a:solidFill>
                  <a:srgbClr val="000000"/>
                </a:solidFill>
              </a:rPr>
              <a:t>             else { c[i][j]=c[i][j-1]; b[i][j]=3; }</a:t>
            </a:r>
          </a:p>
          <a:p>
            <a:r>
              <a:rPr kumimoji="1" lang="en-US" altLang="zh-CN" sz="1600" b="1">
                <a:solidFill>
                  <a:srgbClr val="000000"/>
                </a:solidFill>
              </a:rPr>
              <a:t>             }</a:t>
            </a:r>
          </a:p>
          <a:p>
            <a:r>
              <a:rPr kumimoji="1" lang="en-US" altLang="zh-CN" sz="1600" b="1">
                <a:solidFill>
                  <a:srgbClr val="000000"/>
                </a:solidFill>
              </a:rPr>
              <a:t>}</a:t>
            </a:r>
          </a:p>
        </p:txBody>
      </p:sp>
      <p:sp>
        <p:nvSpPr>
          <p:cNvPr id="183301" name="Text Box 5"/>
          <p:cNvSpPr txBox="1">
            <a:spLocks noChangeArrowheads="1"/>
          </p:cNvSpPr>
          <p:nvPr/>
        </p:nvSpPr>
        <p:spPr bwMode="auto">
          <a:xfrm>
            <a:off x="3823335" y="1649730"/>
            <a:ext cx="6497320" cy="2626360"/>
          </a:xfrm>
          <a:prstGeom prst="rect">
            <a:avLst/>
          </a:prstGeom>
          <a:noFill/>
          <a:ln w="9525">
            <a:noFill/>
            <a:miter lim="800000"/>
          </a:ln>
        </p:spPr>
        <p:txBody>
          <a:bodyPr wrap="square">
            <a:spAutoFit/>
          </a:bodyPr>
          <a:lstStyle/>
          <a:p>
            <a:pPr>
              <a:lnSpc>
                <a:spcPct val="130000"/>
              </a:lnSpc>
            </a:pPr>
            <a:r>
              <a:rPr lang="zh-CN" altLang="en-US" sz="1600" b="1">
                <a:solidFill>
                  <a:srgbClr val="0033CC"/>
                </a:solidFill>
                <a:ea typeface="黑体" pitchFamily="2" charset="-122"/>
              </a:rPr>
              <a:t>构造最长公共子序列</a:t>
            </a:r>
          </a:p>
          <a:p>
            <a:pPr>
              <a:lnSpc>
                <a:spcPct val="130000"/>
              </a:lnSpc>
            </a:pPr>
            <a:r>
              <a:rPr kumimoji="1" lang="en-US" altLang="zh-CN" sz="1600" b="1">
                <a:solidFill>
                  <a:srgbClr val="0033CC"/>
                </a:solidFill>
              </a:rPr>
              <a:t>void LCS(int i</a:t>
            </a:r>
            <a:r>
              <a:rPr kumimoji="1" lang="zh-CN" altLang="en-US" sz="1600" b="1">
                <a:solidFill>
                  <a:srgbClr val="0033CC"/>
                </a:solidFill>
              </a:rPr>
              <a:t>，</a:t>
            </a:r>
            <a:r>
              <a:rPr kumimoji="1" lang="en-US" altLang="zh-CN" sz="1600" b="1">
                <a:solidFill>
                  <a:srgbClr val="0033CC"/>
                </a:solidFill>
              </a:rPr>
              <a:t>int j</a:t>
            </a:r>
            <a:r>
              <a:rPr kumimoji="1" lang="zh-CN" altLang="en-US" sz="1600" b="1">
                <a:solidFill>
                  <a:srgbClr val="0033CC"/>
                </a:solidFill>
              </a:rPr>
              <a:t>，</a:t>
            </a:r>
            <a:r>
              <a:rPr kumimoji="1" lang="en-US" altLang="zh-CN" sz="1600" b="1">
                <a:solidFill>
                  <a:srgbClr val="0033CC"/>
                </a:solidFill>
              </a:rPr>
              <a:t>char *x</a:t>
            </a:r>
            <a:r>
              <a:rPr kumimoji="1" lang="zh-CN" altLang="en-US" sz="1600" b="1">
                <a:solidFill>
                  <a:srgbClr val="0033CC"/>
                </a:solidFill>
              </a:rPr>
              <a:t>，</a:t>
            </a:r>
            <a:r>
              <a:rPr kumimoji="1" lang="en-US" altLang="zh-CN" sz="1600" b="1">
                <a:solidFill>
                  <a:srgbClr val="0033CC"/>
                </a:solidFill>
              </a:rPr>
              <a:t>int **b)</a:t>
            </a:r>
          </a:p>
          <a:p>
            <a:pPr>
              <a:lnSpc>
                <a:spcPct val="130000"/>
              </a:lnSpc>
            </a:pPr>
            <a:r>
              <a:rPr kumimoji="1" lang="en-US" altLang="zh-CN" sz="1600" b="1">
                <a:solidFill>
                  <a:srgbClr val="0033CC"/>
                </a:solidFill>
              </a:rPr>
              <a:t>{</a:t>
            </a:r>
          </a:p>
          <a:p>
            <a:pPr>
              <a:lnSpc>
                <a:spcPct val="130000"/>
              </a:lnSpc>
            </a:pPr>
            <a:r>
              <a:rPr kumimoji="1" lang="en-US" altLang="zh-CN" sz="1600" b="1">
                <a:solidFill>
                  <a:srgbClr val="0033CC"/>
                </a:solidFill>
              </a:rPr>
              <a:t>      if (i ==0 || j==0) return;</a:t>
            </a:r>
          </a:p>
          <a:p>
            <a:pPr>
              <a:lnSpc>
                <a:spcPct val="130000"/>
              </a:lnSpc>
            </a:pPr>
            <a:r>
              <a:rPr kumimoji="1" lang="en-US" altLang="zh-CN" sz="1600" b="1">
                <a:solidFill>
                  <a:srgbClr val="0033CC"/>
                </a:solidFill>
              </a:rPr>
              <a:t>      if (b[i][j]== 1){ LCS(i-1</a:t>
            </a:r>
            <a:r>
              <a:rPr kumimoji="1" lang="zh-CN" altLang="en-US" sz="1600" b="1">
                <a:solidFill>
                  <a:srgbClr val="0033CC"/>
                </a:solidFill>
              </a:rPr>
              <a:t>，</a:t>
            </a:r>
            <a:r>
              <a:rPr kumimoji="1" lang="en-US" altLang="zh-CN" sz="1600" b="1">
                <a:solidFill>
                  <a:srgbClr val="0033CC"/>
                </a:solidFill>
              </a:rPr>
              <a:t>j-1</a:t>
            </a:r>
            <a:r>
              <a:rPr kumimoji="1" lang="zh-CN" altLang="en-US" sz="1600" b="1">
                <a:solidFill>
                  <a:srgbClr val="0033CC"/>
                </a:solidFill>
              </a:rPr>
              <a:t>，</a:t>
            </a:r>
            <a:r>
              <a:rPr kumimoji="1" lang="en-US" altLang="zh-CN" sz="1600" b="1">
                <a:solidFill>
                  <a:srgbClr val="0033CC"/>
                </a:solidFill>
              </a:rPr>
              <a:t>x</a:t>
            </a:r>
            <a:r>
              <a:rPr kumimoji="1" lang="zh-CN" altLang="en-US" sz="1600" b="1">
                <a:solidFill>
                  <a:srgbClr val="0033CC"/>
                </a:solidFill>
              </a:rPr>
              <a:t>，</a:t>
            </a:r>
            <a:r>
              <a:rPr kumimoji="1" lang="en-US" altLang="zh-CN" sz="1600" b="1">
                <a:solidFill>
                  <a:srgbClr val="0033CC"/>
                </a:solidFill>
              </a:rPr>
              <a:t>b); cout&lt;&lt;x[i]; }</a:t>
            </a:r>
          </a:p>
          <a:p>
            <a:pPr>
              <a:lnSpc>
                <a:spcPct val="130000"/>
              </a:lnSpc>
            </a:pPr>
            <a:r>
              <a:rPr kumimoji="1" lang="en-US" altLang="zh-CN" sz="1600" b="1">
                <a:solidFill>
                  <a:srgbClr val="0033CC"/>
                </a:solidFill>
              </a:rPr>
              <a:t>      else if (b[i][j]== 2) LCS(i-1</a:t>
            </a:r>
            <a:r>
              <a:rPr kumimoji="1" lang="zh-CN" altLang="en-US" sz="1600" b="1">
                <a:solidFill>
                  <a:srgbClr val="0033CC"/>
                </a:solidFill>
              </a:rPr>
              <a:t>，</a:t>
            </a:r>
            <a:r>
              <a:rPr kumimoji="1" lang="en-US" altLang="zh-CN" sz="1600" b="1">
                <a:solidFill>
                  <a:srgbClr val="0033CC"/>
                </a:solidFill>
              </a:rPr>
              <a:t>j</a:t>
            </a:r>
            <a:r>
              <a:rPr kumimoji="1" lang="zh-CN" altLang="en-US" sz="1600" b="1">
                <a:solidFill>
                  <a:srgbClr val="0033CC"/>
                </a:solidFill>
              </a:rPr>
              <a:t>，</a:t>
            </a:r>
            <a:r>
              <a:rPr kumimoji="1" lang="en-US" altLang="zh-CN" sz="1600" b="1">
                <a:solidFill>
                  <a:srgbClr val="0033CC"/>
                </a:solidFill>
              </a:rPr>
              <a:t>x</a:t>
            </a:r>
            <a:r>
              <a:rPr kumimoji="1" lang="zh-CN" altLang="en-US" sz="1600" b="1">
                <a:solidFill>
                  <a:srgbClr val="0033CC"/>
                </a:solidFill>
              </a:rPr>
              <a:t>，</a:t>
            </a:r>
            <a:r>
              <a:rPr kumimoji="1" lang="en-US" altLang="zh-CN" sz="1600" b="1">
                <a:solidFill>
                  <a:srgbClr val="0033CC"/>
                </a:solidFill>
              </a:rPr>
              <a:t>b);</a:t>
            </a:r>
          </a:p>
          <a:p>
            <a:pPr>
              <a:lnSpc>
                <a:spcPct val="130000"/>
              </a:lnSpc>
            </a:pPr>
            <a:r>
              <a:rPr kumimoji="1" lang="en-US" altLang="zh-CN" sz="1600" b="1">
                <a:solidFill>
                  <a:srgbClr val="0033CC"/>
                </a:solidFill>
              </a:rPr>
              <a:t>      else LCS(i</a:t>
            </a:r>
            <a:r>
              <a:rPr kumimoji="1" lang="zh-CN" altLang="en-US" sz="1600" b="1">
                <a:solidFill>
                  <a:srgbClr val="0033CC"/>
                </a:solidFill>
              </a:rPr>
              <a:t>，</a:t>
            </a:r>
            <a:r>
              <a:rPr kumimoji="1" lang="en-US" altLang="zh-CN" sz="1600" b="1">
                <a:solidFill>
                  <a:srgbClr val="0033CC"/>
                </a:solidFill>
              </a:rPr>
              <a:t>j-1</a:t>
            </a:r>
            <a:r>
              <a:rPr kumimoji="1" lang="zh-CN" altLang="en-US" sz="1600" b="1">
                <a:solidFill>
                  <a:srgbClr val="0033CC"/>
                </a:solidFill>
              </a:rPr>
              <a:t>，</a:t>
            </a:r>
            <a:r>
              <a:rPr kumimoji="1" lang="en-US" altLang="zh-CN" sz="1600" b="1">
                <a:solidFill>
                  <a:srgbClr val="0033CC"/>
                </a:solidFill>
              </a:rPr>
              <a:t>x</a:t>
            </a:r>
            <a:r>
              <a:rPr kumimoji="1" lang="zh-CN" altLang="en-US" sz="1600" b="1">
                <a:solidFill>
                  <a:srgbClr val="0033CC"/>
                </a:solidFill>
              </a:rPr>
              <a:t>，</a:t>
            </a:r>
            <a:r>
              <a:rPr kumimoji="1" lang="en-US" altLang="zh-CN" sz="1600" b="1">
                <a:solidFill>
                  <a:srgbClr val="0033CC"/>
                </a:solidFill>
              </a:rPr>
              <a:t>b);</a:t>
            </a:r>
          </a:p>
          <a:p>
            <a:pPr>
              <a:lnSpc>
                <a:spcPct val="130000"/>
              </a:lnSpc>
            </a:pPr>
            <a:r>
              <a:rPr kumimoji="1" lang="en-US" altLang="zh-CN" sz="1600" b="1">
                <a:solidFill>
                  <a:srgbClr val="0033CC"/>
                </a:solidFill>
              </a:rPr>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ChangeArrowheads="1"/>
          </p:cNvSpPr>
          <p:nvPr/>
        </p:nvSpPr>
        <p:spPr bwMode="auto">
          <a:xfrm>
            <a:off x="2087166" y="0"/>
            <a:ext cx="4806553" cy="596504"/>
          </a:xfrm>
          <a:prstGeom prst="rect">
            <a:avLst/>
          </a:prstGeom>
          <a:noFill/>
          <a:ln>
            <a:noFill/>
          </a:ln>
          <a:effectLst/>
        </p:spPr>
        <p:txBody>
          <a:bodyPr anchor="b"/>
          <a:lstStyle/>
          <a:p>
            <a:pPr>
              <a:defRPr/>
            </a:pPr>
            <a:r>
              <a:rPr lang="zh-CN" altLang="en-US" sz="2850" b="1">
                <a:solidFill>
                  <a:srgbClr val="000066"/>
                </a:solidFill>
                <a:effectLst>
                  <a:outerShdw blurRad="38100" dist="38100" dir="2700000" algn="tl">
                    <a:srgbClr val="C0C0C0"/>
                  </a:outerShdw>
                </a:effectLst>
                <a:latin typeface="Garamond" pitchFamily="18" charset="0"/>
                <a:ea typeface="黑体" pitchFamily="2" charset="-122"/>
              </a:rPr>
              <a:t>算法的改进</a:t>
            </a:r>
            <a:endParaRPr lang="ja-JP" altLang="en-US" sz="2850" b="1">
              <a:solidFill>
                <a:srgbClr val="000066"/>
              </a:solidFill>
              <a:effectLst>
                <a:outerShdw blurRad="38100" dist="38100" dir="2700000" algn="tl">
                  <a:srgbClr val="C0C0C0"/>
                </a:outerShdw>
              </a:effectLst>
              <a:latin typeface="Garamond" pitchFamily="18" charset="0"/>
              <a:ea typeface="黑体" pitchFamily="2" charset="-122"/>
            </a:endParaRPr>
          </a:p>
        </p:txBody>
      </p:sp>
      <p:sp>
        <p:nvSpPr>
          <p:cNvPr id="184323" name="Text Box 3"/>
          <p:cNvSpPr txBox="1">
            <a:spLocks noChangeArrowheads="1"/>
          </p:cNvSpPr>
          <p:nvPr/>
        </p:nvSpPr>
        <p:spPr bwMode="auto">
          <a:xfrm>
            <a:off x="704215" y="695325"/>
            <a:ext cx="7785100" cy="2971800"/>
          </a:xfrm>
          <a:prstGeom prst="rect">
            <a:avLst/>
          </a:prstGeom>
          <a:gradFill>
            <a:gsLst>
              <a:gs pos="0">
                <a:srgbClr val="012D86"/>
              </a:gs>
              <a:gs pos="100000">
                <a:srgbClr val="0E2557"/>
              </a:gs>
            </a:gsLst>
            <a:lin ang="3960000" scaled="0"/>
          </a:gradFill>
          <a:ln w="9525">
            <a:noFill/>
            <a:miter lim="800000"/>
          </a:ln>
        </p:spPr>
        <p:txBody>
          <a:bodyPr wrap="square">
            <a:spAutoFit/>
          </a:bodyPr>
          <a:lstStyle/>
          <a:p>
            <a:pPr>
              <a:buFontTx/>
              <a:buChar char="•"/>
            </a:pPr>
            <a:r>
              <a:rPr lang="zh-CN" altLang="en-US" sz="2100" b="1">
                <a:solidFill>
                  <a:schemeClr val="bg1"/>
                </a:solidFill>
                <a:ea typeface="楷体_GB2312"/>
                <a:cs typeface="楷体_GB2312"/>
              </a:rPr>
              <a:t>在算法</a:t>
            </a:r>
            <a:r>
              <a:rPr lang="en-US" altLang="zh-CN" sz="2100" b="1">
                <a:solidFill>
                  <a:schemeClr val="bg1"/>
                </a:solidFill>
                <a:ea typeface="楷体_GB2312"/>
                <a:cs typeface="楷体_GB2312"/>
              </a:rPr>
              <a:t>lcsLength</a:t>
            </a:r>
            <a:r>
              <a:rPr lang="zh-CN" altLang="en-US" sz="2100" b="1">
                <a:solidFill>
                  <a:schemeClr val="bg1"/>
                </a:solidFill>
                <a:ea typeface="楷体_GB2312"/>
                <a:cs typeface="楷体_GB2312"/>
              </a:rPr>
              <a:t>和</a:t>
            </a:r>
            <a:r>
              <a:rPr lang="en-US" altLang="zh-CN" sz="2100" b="1">
                <a:solidFill>
                  <a:schemeClr val="bg1"/>
                </a:solidFill>
                <a:ea typeface="楷体_GB2312"/>
                <a:cs typeface="楷体_GB2312"/>
              </a:rPr>
              <a:t>lcs</a:t>
            </a:r>
            <a:r>
              <a:rPr lang="zh-CN" altLang="en-US" sz="2100" b="1">
                <a:solidFill>
                  <a:schemeClr val="bg1"/>
                </a:solidFill>
                <a:ea typeface="楷体_GB2312"/>
                <a:cs typeface="楷体_GB2312"/>
              </a:rPr>
              <a:t>中，可进一步将数组</a:t>
            </a:r>
            <a:r>
              <a:rPr lang="en-US" altLang="zh-CN" sz="2100" b="1">
                <a:solidFill>
                  <a:schemeClr val="bg1"/>
                </a:solidFill>
                <a:ea typeface="楷体_GB2312"/>
                <a:cs typeface="楷体_GB2312"/>
              </a:rPr>
              <a:t>b</a:t>
            </a:r>
            <a:r>
              <a:rPr lang="zh-CN" altLang="en-US" sz="2100" b="1">
                <a:solidFill>
                  <a:schemeClr val="bg1"/>
                </a:solidFill>
                <a:ea typeface="楷体_GB2312"/>
                <a:cs typeface="楷体_GB2312"/>
              </a:rPr>
              <a:t>省去。事实上，数组元素</a:t>
            </a:r>
            <a:r>
              <a:rPr lang="en-US" altLang="zh-CN" sz="2100" b="1">
                <a:solidFill>
                  <a:schemeClr val="bg1"/>
                </a:solidFill>
                <a:ea typeface="楷体_GB2312"/>
                <a:cs typeface="楷体_GB2312"/>
              </a:rPr>
              <a:t>c[i][j]</a:t>
            </a:r>
            <a:r>
              <a:rPr lang="zh-CN" altLang="en-US" sz="2100" b="1">
                <a:solidFill>
                  <a:schemeClr val="bg1"/>
                </a:solidFill>
                <a:ea typeface="楷体_GB2312"/>
                <a:cs typeface="楷体_GB2312"/>
              </a:rPr>
              <a:t>的值仅由</a:t>
            </a:r>
            <a:r>
              <a:rPr lang="en-US" altLang="zh-CN" sz="2100" b="1">
                <a:solidFill>
                  <a:schemeClr val="bg1"/>
                </a:solidFill>
                <a:ea typeface="楷体_GB2312"/>
                <a:cs typeface="楷体_GB2312"/>
              </a:rPr>
              <a:t>c[i-1][j-1]</a:t>
            </a:r>
            <a:r>
              <a:rPr lang="zh-CN" altLang="en-US" sz="2100" b="1">
                <a:solidFill>
                  <a:schemeClr val="bg1"/>
                </a:solidFill>
                <a:ea typeface="楷体_GB2312"/>
                <a:cs typeface="楷体_GB2312"/>
              </a:rPr>
              <a:t>，</a:t>
            </a:r>
            <a:r>
              <a:rPr lang="en-US" altLang="zh-CN" sz="2100" b="1">
                <a:solidFill>
                  <a:schemeClr val="bg1"/>
                </a:solidFill>
                <a:ea typeface="楷体_GB2312"/>
                <a:cs typeface="楷体_GB2312"/>
              </a:rPr>
              <a:t>c[i-1][j]</a:t>
            </a:r>
            <a:r>
              <a:rPr lang="zh-CN" altLang="en-US" sz="2100" b="1">
                <a:solidFill>
                  <a:schemeClr val="bg1"/>
                </a:solidFill>
                <a:ea typeface="楷体_GB2312"/>
                <a:cs typeface="楷体_GB2312"/>
              </a:rPr>
              <a:t>和</a:t>
            </a:r>
            <a:r>
              <a:rPr lang="en-US" altLang="zh-CN" sz="2100" b="1">
                <a:solidFill>
                  <a:schemeClr val="bg1"/>
                </a:solidFill>
                <a:ea typeface="楷体_GB2312"/>
                <a:cs typeface="楷体_GB2312"/>
              </a:rPr>
              <a:t>c[i][j-1]</a:t>
            </a:r>
            <a:r>
              <a:rPr lang="zh-CN" altLang="en-US" sz="2100" b="1">
                <a:solidFill>
                  <a:schemeClr val="bg1"/>
                </a:solidFill>
                <a:ea typeface="楷体_GB2312"/>
                <a:cs typeface="楷体_GB2312"/>
              </a:rPr>
              <a:t>这</a:t>
            </a:r>
            <a:r>
              <a:rPr lang="en-US" altLang="zh-CN" sz="2100" b="1">
                <a:solidFill>
                  <a:schemeClr val="bg1"/>
                </a:solidFill>
                <a:ea typeface="楷体_GB2312"/>
                <a:cs typeface="楷体_GB2312"/>
              </a:rPr>
              <a:t>3</a:t>
            </a:r>
            <a:r>
              <a:rPr lang="zh-CN" altLang="en-US" sz="2100" b="1">
                <a:solidFill>
                  <a:schemeClr val="bg1"/>
                </a:solidFill>
                <a:ea typeface="楷体_GB2312"/>
                <a:cs typeface="楷体_GB2312"/>
              </a:rPr>
              <a:t>个数组元素的值所确定。对于给定的数组元素</a:t>
            </a:r>
            <a:r>
              <a:rPr lang="en-US" altLang="zh-CN" sz="2100" b="1">
                <a:solidFill>
                  <a:schemeClr val="bg1"/>
                </a:solidFill>
                <a:ea typeface="楷体_GB2312"/>
                <a:cs typeface="楷体_GB2312"/>
              </a:rPr>
              <a:t>c[i][j]</a:t>
            </a:r>
            <a:r>
              <a:rPr lang="zh-CN" altLang="en-US" sz="2100" b="1">
                <a:solidFill>
                  <a:schemeClr val="bg1"/>
                </a:solidFill>
                <a:ea typeface="楷体_GB2312"/>
                <a:cs typeface="楷体_GB2312"/>
              </a:rPr>
              <a:t>，可以不借助于数组</a:t>
            </a:r>
            <a:r>
              <a:rPr lang="en-US" altLang="zh-CN" sz="2100" b="1">
                <a:solidFill>
                  <a:schemeClr val="bg1"/>
                </a:solidFill>
                <a:ea typeface="楷体_GB2312"/>
                <a:cs typeface="楷体_GB2312"/>
              </a:rPr>
              <a:t>b</a:t>
            </a:r>
            <a:r>
              <a:rPr lang="zh-CN" altLang="en-US" sz="2100" b="1">
                <a:solidFill>
                  <a:schemeClr val="bg1"/>
                </a:solidFill>
                <a:ea typeface="楷体_GB2312"/>
                <a:cs typeface="楷体_GB2312"/>
              </a:rPr>
              <a:t>而仅借助于</a:t>
            </a:r>
            <a:r>
              <a:rPr lang="en-US" altLang="zh-CN" sz="2100" b="1">
                <a:solidFill>
                  <a:schemeClr val="bg1"/>
                </a:solidFill>
                <a:ea typeface="楷体_GB2312"/>
                <a:cs typeface="楷体_GB2312"/>
              </a:rPr>
              <a:t>c</a:t>
            </a:r>
            <a:r>
              <a:rPr lang="zh-CN" altLang="en-US" sz="2100" b="1">
                <a:solidFill>
                  <a:schemeClr val="bg1"/>
                </a:solidFill>
                <a:ea typeface="楷体_GB2312"/>
                <a:cs typeface="楷体_GB2312"/>
              </a:rPr>
              <a:t>本身在</a:t>
            </a:r>
            <a:r>
              <a:rPr lang="en-US" altLang="zh-CN" sz="2100" b="1">
                <a:solidFill>
                  <a:schemeClr val="bg1"/>
                </a:solidFill>
                <a:ea typeface="楷体_GB2312"/>
                <a:cs typeface="楷体_GB2312"/>
              </a:rPr>
              <a:t>O(1)</a:t>
            </a:r>
            <a:r>
              <a:rPr lang="zh-CN" altLang="en-US" sz="2100" b="1">
                <a:solidFill>
                  <a:schemeClr val="bg1"/>
                </a:solidFill>
                <a:ea typeface="楷体_GB2312"/>
                <a:cs typeface="楷体_GB2312"/>
              </a:rPr>
              <a:t>时间内确定</a:t>
            </a:r>
            <a:r>
              <a:rPr lang="en-US" altLang="zh-CN" sz="2100" b="1">
                <a:solidFill>
                  <a:schemeClr val="bg1"/>
                </a:solidFill>
                <a:ea typeface="楷体_GB2312"/>
                <a:cs typeface="楷体_GB2312"/>
              </a:rPr>
              <a:t>c[i][j]</a:t>
            </a:r>
            <a:r>
              <a:rPr lang="zh-CN" altLang="en-US" sz="2100" b="1">
                <a:solidFill>
                  <a:schemeClr val="bg1"/>
                </a:solidFill>
                <a:ea typeface="楷体_GB2312"/>
                <a:cs typeface="楷体_GB2312"/>
              </a:rPr>
              <a:t>的值是由</a:t>
            </a:r>
            <a:r>
              <a:rPr lang="en-US" altLang="zh-CN" sz="2100" b="1">
                <a:solidFill>
                  <a:schemeClr val="bg1"/>
                </a:solidFill>
                <a:ea typeface="楷体_GB2312"/>
                <a:cs typeface="楷体_GB2312"/>
              </a:rPr>
              <a:t>c[i-1][j-1]</a:t>
            </a:r>
            <a:r>
              <a:rPr lang="zh-CN" altLang="en-US" sz="2100" b="1">
                <a:solidFill>
                  <a:schemeClr val="bg1"/>
                </a:solidFill>
                <a:ea typeface="楷体_GB2312"/>
                <a:cs typeface="楷体_GB2312"/>
              </a:rPr>
              <a:t>，</a:t>
            </a:r>
            <a:r>
              <a:rPr lang="en-US" altLang="zh-CN" sz="2100" b="1">
                <a:solidFill>
                  <a:schemeClr val="bg1"/>
                </a:solidFill>
                <a:ea typeface="楷体_GB2312"/>
                <a:cs typeface="楷体_GB2312"/>
              </a:rPr>
              <a:t>c[i-1][j]</a:t>
            </a:r>
            <a:r>
              <a:rPr lang="zh-CN" altLang="en-US" sz="2100" b="1">
                <a:solidFill>
                  <a:schemeClr val="bg1"/>
                </a:solidFill>
                <a:ea typeface="楷体_GB2312"/>
                <a:cs typeface="楷体_GB2312"/>
              </a:rPr>
              <a:t>和</a:t>
            </a:r>
            <a:r>
              <a:rPr lang="en-US" altLang="zh-CN" sz="2100" b="1">
                <a:solidFill>
                  <a:schemeClr val="bg1"/>
                </a:solidFill>
                <a:ea typeface="楷体_GB2312"/>
                <a:cs typeface="楷体_GB2312"/>
              </a:rPr>
              <a:t>c[i][j-1]</a:t>
            </a:r>
            <a:r>
              <a:rPr lang="zh-CN" altLang="en-US" sz="2100" b="1">
                <a:solidFill>
                  <a:schemeClr val="bg1"/>
                </a:solidFill>
                <a:ea typeface="楷体_GB2312"/>
                <a:cs typeface="楷体_GB2312"/>
              </a:rPr>
              <a:t>中哪一个值所确定的。</a:t>
            </a:r>
          </a:p>
          <a:p>
            <a:pPr>
              <a:buFontTx/>
              <a:buChar char="•"/>
            </a:pPr>
            <a:r>
              <a:rPr lang="zh-CN" altLang="en-US" sz="2100" b="1">
                <a:solidFill>
                  <a:schemeClr val="bg1"/>
                </a:solidFill>
                <a:ea typeface="楷体_GB2312"/>
                <a:cs typeface="楷体_GB2312"/>
              </a:rPr>
              <a:t>如果只需要计算最长公共子序列的长度，则算法的空间需求可大大减少。事实上，在计算</a:t>
            </a:r>
            <a:r>
              <a:rPr lang="en-US" altLang="zh-CN" sz="2100" b="1">
                <a:solidFill>
                  <a:schemeClr val="bg1"/>
                </a:solidFill>
                <a:ea typeface="楷体_GB2312"/>
                <a:cs typeface="楷体_GB2312"/>
              </a:rPr>
              <a:t>c[i][j]</a:t>
            </a:r>
            <a:r>
              <a:rPr lang="zh-CN" altLang="en-US" sz="2100" b="1">
                <a:solidFill>
                  <a:schemeClr val="bg1"/>
                </a:solidFill>
                <a:ea typeface="楷体_GB2312"/>
                <a:cs typeface="楷体_GB2312"/>
              </a:rPr>
              <a:t>时，只用到数组</a:t>
            </a:r>
            <a:r>
              <a:rPr lang="en-US" altLang="zh-CN" sz="2100" b="1">
                <a:solidFill>
                  <a:schemeClr val="bg1"/>
                </a:solidFill>
                <a:ea typeface="楷体_GB2312"/>
                <a:cs typeface="楷体_GB2312"/>
              </a:rPr>
              <a:t>c</a:t>
            </a:r>
            <a:r>
              <a:rPr lang="zh-CN" altLang="en-US" sz="2100" b="1">
                <a:solidFill>
                  <a:schemeClr val="bg1"/>
                </a:solidFill>
                <a:ea typeface="楷体_GB2312"/>
                <a:cs typeface="楷体_GB2312"/>
              </a:rPr>
              <a:t>的第</a:t>
            </a:r>
            <a:r>
              <a:rPr lang="en-US" altLang="zh-CN" sz="2100" b="1">
                <a:solidFill>
                  <a:schemeClr val="bg1"/>
                </a:solidFill>
                <a:ea typeface="楷体_GB2312"/>
                <a:cs typeface="楷体_GB2312"/>
              </a:rPr>
              <a:t>i</a:t>
            </a:r>
            <a:r>
              <a:rPr lang="zh-CN" altLang="en-US" sz="2100" b="1">
                <a:solidFill>
                  <a:schemeClr val="bg1"/>
                </a:solidFill>
                <a:ea typeface="楷体_GB2312"/>
                <a:cs typeface="楷体_GB2312"/>
              </a:rPr>
              <a:t>行和第</a:t>
            </a:r>
            <a:r>
              <a:rPr lang="en-US" altLang="zh-CN" sz="2100" b="1">
                <a:solidFill>
                  <a:schemeClr val="bg1"/>
                </a:solidFill>
                <a:ea typeface="楷体_GB2312"/>
                <a:cs typeface="楷体_GB2312"/>
              </a:rPr>
              <a:t>i-1</a:t>
            </a:r>
            <a:r>
              <a:rPr lang="zh-CN" altLang="en-US" sz="2100" b="1">
                <a:solidFill>
                  <a:schemeClr val="bg1"/>
                </a:solidFill>
                <a:ea typeface="楷体_GB2312"/>
                <a:cs typeface="楷体_GB2312"/>
              </a:rPr>
              <a:t>行。因此，用</a:t>
            </a:r>
            <a:r>
              <a:rPr lang="en-US" altLang="zh-CN" sz="2100" b="1">
                <a:solidFill>
                  <a:schemeClr val="bg1"/>
                </a:solidFill>
                <a:ea typeface="楷体_GB2312"/>
                <a:cs typeface="楷体_GB2312"/>
              </a:rPr>
              <a:t>2</a:t>
            </a:r>
            <a:r>
              <a:rPr lang="zh-CN" altLang="en-US" sz="2100" b="1">
                <a:solidFill>
                  <a:schemeClr val="bg1"/>
                </a:solidFill>
                <a:ea typeface="楷体_GB2312"/>
                <a:cs typeface="楷体_GB2312"/>
              </a:rPr>
              <a:t>行的数组空间就可以计算出最长公共子序列的长度。进一步的分析还可将空间需求减至</a:t>
            </a:r>
            <a:r>
              <a:rPr lang="en-US" altLang="zh-CN" sz="2100" b="1">
                <a:solidFill>
                  <a:schemeClr val="bg1"/>
                </a:solidFill>
                <a:ea typeface="楷体_GB2312"/>
                <a:cs typeface="楷体_GB2312"/>
              </a:rPr>
              <a:t>O(min(m,n))</a:t>
            </a:r>
            <a:r>
              <a:rPr lang="zh-CN" altLang="en-US" sz="2100" b="1">
                <a:solidFill>
                  <a:schemeClr val="bg1"/>
                </a:solidFill>
                <a:ea typeface="楷体_GB2312"/>
                <a:cs typeface="楷体_GB2312"/>
              </a:rPr>
              <a:t>。</a:t>
            </a:r>
          </a:p>
        </p:txBody>
      </p:sp>
    </p:spTree>
    <p:extLst>
      <p:ext uri="{BB962C8B-B14F-4D97-AF65-F5344CB8AC3E}">
        <p14:creationId xmlns:p14="http://schemas.microsoft.com/office/powerpoint/2010/main" val="120360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42759" y="209863"/>
            <a:ext cx="6912840" cy="400110"/>
          </a:xfrm>
          <a:prstGeom prst="rect">
            <a:avLst/>
          </a:prstGeom>
          <a:noFill/>
        </p:spPr>
        <p:txBody>
          <a:bodyPr wrap="square" rtlCol="0">
            <a:spAutoFit/>
          </a:bodyPr>
          <a:lstStyle/>
          <a:p>
            <a:r>
              <a:rPr lang="zh-CN" altLang="en-US" b="1" dirty="0">
                <a:solidFill>
                  <a:srgbClr val="000000"/>
                </a:solidFill>
              </a:rPr>
              <a:t>扩展：</a:t>
            </a:r>
            <a:r>
              <a:rPr lang="zh-CN" altLang="zh-CN" b="1" dirty="0">
                <a:solidFill>
                  <a:srgbClr val="000000"/>
                </a:solidFill>
              </a:rPr>
              <a:t>利用最长公共子序列求解最长</a:t>
            </a:r>
            <a:r>
              <a:rPr lang="zh-CN" altLang="en-US" b="1" dirty="0">
                <a:solidFill>
                  <a:srgbClr val="000000"/>
                </a:solidFill>
              </a:rPr>
              <a:t>上升</a:t>
            </a:r>
            <a:r>
              <a:rPr lang="en-US" altLang="zh-CN" b="1" dirty="0">
                <a:solidFill>
                  <a:srgbClr val="000000"/>
                </a:solidFill>
              </a:rPr>
              <a:t>/</a:t>
            </a:r>
            <a:r>
              <a:rPr lang="zh-CN" altLang="zh-CN" b="1" dirty="0">
                <a:solidFill>
                  <a:srgbClr val="000000"/>
                </a:solidFill>
              </a:rPr>
              <a:t>递减子序列</a:t>
            </a:r>
            <a:r>
              <a:rPr lang="zh-CN" altLang="en-US" b="1" dirty="0">
                <a:solidFill>
                  <a:srgbClr val="000000"/>
                </a:solidFill>
              </a:rPr>
              <a:t>问题</a:t>
            </a:r>
          </a:p>
        </p:txBody>
      </p:sp>
      <p:sp>
        <p:nvSpPr>
          <p:cNvPr id="3" name="文本框 2"/>
          <p:cNvSpPr txBox="1"/>
          <p:nvPr/>
        </p:nvSpPr>
        <p:spPr>
          <a:xfrm>
            <a:off x="769938" y="843540"/>
            <a:ext cx="7431303" cy="2862322"/>
          </a:xfrm>
          <a:prstGeom prst="rect">
            <a:avLst/>
          </a:prstGeom>
          <a:noFill/>
        </p:spPr>
        <p:txBody>
          <a:bodyPr wrap="square" rtlCol="0">
            <a:spAutoFit/>
          </a:bodyPr>
          <a:lstStyle/>
          <a:p>
            <a:pPr algn="just">
              <a:spcAft>
                <a:spcPts val="0"/>
              </a:spcAft>
            </a:pPr>
            <a:r>
              <a:rPr lang="zh-CN" altLang="zh-CN" b="1" kern="100" dirty="0">
                <a:solidFill>
                  <a:srgbClr val="000000"/>
                </a:solidFill>
                <a:latin typeface="Arial" panose="020B0604020202020204" pitchFamily="34" charset="0"/>
                <a:ea typeface="黑体" panose="02010609060101010101" pitchFamily="49" charset="-122"/>
                <a:cs typeface="Arial" panose="020B0604020202020204" pitchFamily="34" charset="0"/>
              </a:rPr>
              <a:t>最长</a:t>
            </a:r>
            <a:r>
              <a:rPr lang="zh-CN" altLang="en-US" b="1" kern="100" dirty="0">
                <a:solidFill>
                  <a:srgbClr val="000000"/>
                </a:solidFill>
                <a:latin typeface="Arial" panose="020B0604020202020204" pitchFamily="34" charset="0"/>
                <a:ea typeface="黑体" panose="02010609060101010101" pitchFamily="49" charset="-122"/>
                <a:cs typeface="Arial" panose="020B0604020202020204" pitchFamily="34" charset="0"/>
              </a:rPr>
              <a:t>上升</a:t>
            </a:r>
            <a:r>
              <a:rPr lang="en-US" altLang="zh-CN" b="1" kern="100"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zh-CN" altLang="zh-CN" b="1" kern="100" dirty="0">
                <a:solidFill>
                  <a:srgbClr val="000000"/>
                </a:solidFill>
                <a:latin typeface="Arial" panose="020B0604020202020204" pitchFamily="34" charset="0"/>
                <a:ea typeface="黑体" panose="02010609060101010101" pitchFamily="49" charset="-122"/>
                <a:cs typeface="Arial" panose="020B0604020202020204" pitchFamily="34" charset="0"/>
              </a:rPr>
              <a:t>递减子序列问题描述</a:t>
            </a:r>
            <a:r>
              <a:rPr lang="zh-CN" altLang="zh-CN" b="1" kern="100" dirty="0">
                <a:solidFill>
                  <a:srgbClr val="000000"/>
                </a:solidFill>
                <a:latin typeface="Calibri" panose="020F0502020204030204" pitchFamily="34" charset="0"/>
                <a:ea typeface="Arial" panose="020B0604020202020204" pitchFamily="34" charset="0"/>
                <a:cs typeface="Times New Roman" panose="02020603050405020304" pitchFamily="18" charset="0"/>
              </a:rPr>
              <a:t> </a:t>
            </a:r>
            <a:r>
              <a:rPr lang="zh-CN" altLang="en-US" b="1" kern="100" dirty="0">
                <a:solidFill>
                  <a:srgbClr val="000000"/>
                </a:solidFill>
                <a:latin typeface="Calibri" panose="020F0502020204030204" pitchFamily="34" charset="0"/>
                <a:ea typeface="Arial" panose="020B0604020202020204" pitchFamily="34" charset="0"/>
                <a:cs typeface="Times New Roman" panose="02020603050405020304" pitchFamily="18" charset="0"/>
              </a:rPr>
              <a:t>：</a:t>
            </a:r>
            <a:endParaRPr lang="zh-CN" altLang="zh-CN" sz="1400" kern="100" dirty="0">
              <a:solidFill>
                <a:srgbClr val="000000"/>
              </a:solidFill>
              <a:latin typeface="Calibri" panose="020F0502020204030204" pitchFamily="34" charset="0"/>
              <a:ea typeface="宋体" panose="02010600030101010101" pitchFamily="2" charset="-122"/>
              <a:cs typeface="Times New Roman" panose="02020603050405020304" pitchFamily="18" charset="0"/>
            </a:endParaRPr>
          </a:p>
          <a:p>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给定由</a:t>
            </a:r>
            <a:r>
              <a:rPr lang="en-US" altLang="zh-CN" b="1" dirty="0">
                <a:solidFill>
                  <a:srgbClr val="000000"/>
                </a:solidFill>
                <a:latin typeface="Arial" panose="020B0604020202020204" pitchFamily="34" charset="0"/>
                <a:ea typeface="黑体" panose="02010609060101010101" pitchFamily="49" charset="-122"/>
              </a:rPr>
              <a:t>n</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个整数</a:t>
            </a:r>
            <a:r>
              <a:rPr lang="en-US" altLang="zh-CN" b="1" dirty="0">
                <a:solidFill>
                  <a:srgbClr val="000000"/>
                </a:solidFill>
                <a:latin typeface="Arial" panose="020B0604020202020204" pitchFamily="34" charset="0"/>
                <a:ea typeface="黑体" panose="02010609060101010101" pitchFamily="49" charset="-122"/>
              </a:rPr>
              <a:t>a1</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a:solidFill>
                  <a:srgbClr val="000000"/>
                </a:solidFill>
                <a:latin typeface="Arial" panose="020B0604020202020204" pitchFamily="34" charset="0"/>
                <a:ea typeface="黑体" panose="02010609060101010101" pitchFamily="49" charset="-122"/>
              </a:rPr>
              <a:t>a2</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a:solidFill>
                  <a:srgbClr val="000000"/>
                </a:solidFill>
                <a:latin typeface="Arial" panose="020B0604020202020204" pitchFamily="34" charset="0"/>
                <a:ea typeface="黑体" panose="02010609060101010101" pitchFamily="49" charset="-122"/>
              </a:rPr>
              <a:t>…</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a:solidFill>
                  <a:srgbClr val="000000"/>
                </a:solidFill>
                <a:latin typeface="Arial" panose="020B0604020202020204" pitchFamily="34" charset="0"/>
                <a:ea typeface="黑体" panose="02010609060101010101" pitchFamily="49" charset="-122"/>
              </a:rPr>
              <a:t>an</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构成的序列，在这个序列中随意删除一些元素后可得到一个子序列</a:t>
            </a:r>
            <a:r>
              <a:rPr lang="en-US" altLang="zh-CN" b="1" dirty="0" err="1">
                <a:solidFill>
                  <a:srgbClr val="000000"/>
                </a:solidFill>
                <a:latin typeface="Arial" panose="020B0604020202020204" pitchFamily="34" charset="0"/>
                <a:ea typeface="黑体" panose="02010609060101010101" pitchFamily="49" charset="-122"/>
              </a:rPr>
              <a:t>ai</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err="1">
                <a:solidFill>
                  <a:srgbClr val="000000"/>
                </a:solidFill>
                <a:latin typeface="Arial" panose="020B0604020202020204" pitchFamily="34" charset="0"/>
                <a:ea typeface="黑体" panose="02010609060101010101" pitchFamily="49" charset="-122"/>
              </a:rPr>
              <a:t>aj</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err="1">
                <a:solidFill>
                  <a:srgbClr val="000000"/>
                </a:solidFill>
                <a:latin typeface="Arial" panose="020B0604020202020204" pitchFamily="34" charset="0"/>
                <a:ea typeface="黑体" panose="02010609060101010101" pitchFamily="49" charset="-122"/>
              </a:rPr>
              <a:t>ak</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a:solidFill>
                  <a:srgbClr val="000000"/>
                </a:solidFill>
                <a:latin typeface="Arial" panose="020B0604020202020204" pitchFamily="34" charset="0"/>
                <a:ea typeface="黑体" panose="02010609060101010101" pitchFamily="49" charset="-122"/>
              </a:rPr>
              <a:t>…</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a:solidFill>
                  <a:srgbClr val="000000"/>
                </a:solidFill>
                <a:latin typeface="Arial" panose="020B0604020202020204" pitchFamily="34" charset="0"/>
                <a:ea typeface="黑体" panose="02010609060101010101" pitchFamily="49" charset="-122"/>
              </a:rPr>
              <a:t>am</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，其中</a:t>
            </a:r>
            <a:r>
              <a:rPr lang="en-US" altLang="zh-CN" b="1" dirty="0">
                <a:solidFill>
                  <a:srgbClr val="000000"/>
                </a:solidFill>
                <a:latin typeface="Arial" panose="020B0604020202020204" pitchFamily="34" charset="0"/>
                <a:ea typeface="黑体" panose="02010609060101010101" pitchFamily="49" charset="-122"/>
              </a:rPr>
              <a:t>1≤i≤m≤n</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，则称序列</a:t>
            </a:r>
            <a:r>
              <a:rPr lang="en-US" altLang="zh-CN" b="1" dirty="0" err="1">
                <a:solidFill>
                  <a:srgbClr val="000000"/>
                </a:solidFill>
                <a:latin typeface="Arial" panose="020B0604020202020204" pitchFamily="34" charset="0"/>
                <a:ea typeface="黑体" panose="02010609060101010101" pitchFamily="49" charset="-122"/>
              </a:rPr>
              <a:t>ai</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err="1">
                <a:solidFill>
                  <a:srgbClr val="000000"/>
                </a:solidFill>
                <a:latin typeface="Arial" panose="020B0604020202020204" pitchFamily="34" charset="0"/>
                <a:ea typeface="黑体" panose="02010609060101010101" pitchFamily="49" charset="-122"/>
              </a:rPr>
              <a:t>aj</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err="1">
                <a:solidFill>
                  <a:srgbClr val="000000"/>
                </a:solidFill>
                <a:latin typeface="Arial" panose="020B0604020202020204" pitchFamily="34" charset="0"/>
                <a:ea typeface="黑体" panose="02010609060101010101" pitchFamily="49" charset="-122"/>
              </a:rPr>
              <a:t>ak</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a:solidFill>
                  <a:srgbClr val="000000"/>
                </a:solidFill>
                <a:latin typeface="Arial" panose="020B0604020202020204" pitchFamily="34" charset="0"/>
                <a:ea typeface="黑体" panose="02010609060101010101" pitchFamily="49" charset="-122"/>
              </a:rPr>
              <a:t>…</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a:solidFill>
                  <a:srgbClr val="000000"/>
                </a:solidFill>
                <a:latin typeface="Arial" panose="020B0604020202020204" pitchFamily="34" charset="0"/>
                <a:ea typeface="黑体" panose="02010609060101010101" pitchFamily="49" charset="-122"/>
              </a:rPr>
              <a:t>am</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为原序列的一个</a:t>
            </a:r>
            <a:r>
              <a:rPr lang="zh-CN" altLang="en-US" b="1" dirty="0">
                <a:solidFill>
                  <a:srgbClr val="000000"/>
                </a:solidFill>
                <a:latin typeface="Arial" panose="020B0604020202020204" pitchFamily="34" charset="0"/>
                <a:ea typeface="黑体" panose="02010609060101010101" pitchFamily="49" charset="-122"/>
                <a:cs typeface="Arial" panose="020B0604020202020204" pitchFamily="34" charset="0"/>
              </a:rPr>
              <a:t>上升</a:t>
            </a:r>
            <a:r>
              <a:rPr lang="en-US"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递减子序列，长度最长的</a:t>
            </a:r>
            <a:r>
              <a:rPr lang="zh-CN" altLang="en-US" b="1" dirty="0">
                <a:solidFill>
                  <a:srgbClr val="000000"/>
                </a:solidFill>
                <a:latin typeface="Arial" panose="020B0604020202020204" pitchFamily="34" charset="0"/>
                <a:ea typeface="黑体" panose="02010609060101010101" pitchFamily="49" charset="-122"/>
                <a:cs typeface="Arial" panose="020B0604020202020204" pitchFamily="34" charset="0"/>
              </a:rPr>
              <a:t>上升</a:t>
            </a:r>
            <a:r>
              <a:rPr lang="en-US"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递减子序列即为原序列的最长</a:t>
            </a:r>
            <a:r>
              <a:rPr lang="zh-CN" altLang="en-US" b="1" dirty="0">
                <a:solidFill>
                  <a:srgbClr val="000000"/>
                </a:solidFill>
                <a:latin typeface="Arial" panose="020B0604020202020204" pitchFamily="34" charset="0"/>
                <a:ea typeface="黑体" panose="02010609060101010101" pitchFamily="49" charset="-122"/>
                <a:cs typeface="Arial" panose="020B0604020202020204" pitchFamily="34" charset="0"/>
              </a:rPr>
              <a:t>上升</a:t>
            </a:r>
            <a:r>
              <a:rPr lang="en-US"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zh-CN"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递减子序列。</a:t>
            </a:r>
            <a:r>
              <a:rPr lang="zh-CN" altLang="en-US" b="1" dirty="0">
                <a:solidFill>
                  <a:srgbClr val="000000"/>
                </a:solidFill>
                <a:latin typeface="Arial" panose="020B0604020202020204" pitchFamily="34" charset="0"/>
                <a:ea typeface="黑体" panose="02010609060101010101" pitchFamily="49" charset="-122"/>
                <a:cs typeface="Arial" panose="020B0604020202020204" pitchFamily="34" charset="0"/>
              </a:rPr>
              <a:t>（子序列中的相邻元素不能相等）</a:t>
            </a:r>
            <a:endParaRPr lang="en-US" altLang="zh-CN" b="1" dirty="0">
              <a:solidFill>
                <a:srgbClr val="000000"/>
              </a:solidFill>
              <a:latin typeface="Arial" panose="020B0604020202020204" pitchFamily="34" charset="0"/>
              <a:ea typeface="黑体" panose="02010609060101010101" pitchFamily="49" charset="-122"/>
              <a:cs typeface="Arial" panose="020B0604020202020204" pitchFamily="34" charset="0"/>
            </a:endParaRPr>
          </a:p>
          <a:p>
            <a:endParaRPr lang="en-US" altLang="zh-CN" b="1" dirty="0">
              <a:solidFill>
                <a:srgbClr val="000000"/>
              </a:solidFill>
              <a:latin typeface="Arial" panose="020B0604020202020204" pitchFamily="34" charset="0"/>
              <a:ea typeface="黑体" panose="02010609060101010101" pitchFamily="49" charset="-122"/>
              <a:cs typeface="Arial" panose="020B0604020202020204" pitchFamily="34" charset="0"/>
            </a:endParaRPr>
          </a:p>
          <a:p>
            <a:r>
              <a:rPr lang="zh-CN" altLang="en-US" b="1" dirty="0">
                <a:solidFill>
                  <a:srgbClr val="000000"/>
                </a:solidFill>
                <a:latin typeface="Arial" panose="020B0604020202020204" pitchFamily="34" charset="0"/>
                <a:ea typeface="黑体" panose="02010609060101010101" pitchFamily="49" charset="-122"/>
                <a:cs typeface="Arial" panose="020B0604020202020204" pitchFamily="34" charset="0"/>
              </a:rPr>
              <a:t>例如：序列</a:t>
            </a:r>
            <a:r>
              <a:rPr lang="en-US"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{1</a:t>
            </a:r>
            <a:r>
              <a:rPr lang="zh-CN" altLang="en-US"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6</a:t>
            </a:r>
            <a:r>
              <a:rPr lang="zh-CN" altLang="en-US"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2</a:t>
            </a:r>
            <a:r>
              <a:rPr lang="zh-CN" altLang="en-US"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3</a:t>
            </a:r>
            <a:r>
              <a:rPr lang="zh-CN" altLang="en-US"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7</a:t>
            </a:r>
            <a:r>
              <a:rPr lang="zh-CN" altLang="en-US"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5}</a:t>
            </a:r>
            <a:r>
              <a:rPr lang="zh-CN" altLang="en-US" b="1" dirty="0">
                <a:solidFill>
                  <a:srgbClr val="000000"/>
                </a:solidFill>
                <a:latin typeface="Arial" panose="020B0604020202020204" pitchFamily="34" charset="0"/>
                <a:ea typeface="黑体" panose="02010609060101010101" pitchFamily="49" charset="-122"/>
                <a:cs typeface="Arial" panose="020B0604020202020204" pitchFamily="34" charset="0"/>
              </a:rPr>
              <a:t>，可以选出上升子序列</a:t>
            </a:r>
            <a:r>
              <a:rPr lang="en-US"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{1</a:t>
            </a:r>
            <a:r>
              <a:rPr lang="zh-CN" altLang="en-US"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2</a:t>
            </a:r>
            <a:r>
              <a:rPr lang="zh-CN" altLang="en-US"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3</a:t>
            </a:r>
            <a:r>
              <a:rPr lang="zh-CN" altLang="en-US"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5}</a:t>
            </a:r>
            <a:r>
              <a:rPr lang="zh-CN" altLang="en-US" b="1" dirty="0">
                <a:solidFill>
                  <a:srgbClr val="000000"/>
                </a:solidFill>
                <a:latin typeface="Arial" panose="020B0604020202020204" pitchFamily="34" charset="0"/>
                <a:ea typeface="黑体" panose="02010609060101010101" pitchFamily="49" charset="-122"/>
                <a:cs typeface="Arial" panose="020B0604020202020204" pitchFamily="34" charset="0"/>
              </a:rPr>
              <a:t>，也可以选出</a:t>
            </a:r>
            <a:r>
              <a:rPr lang="en-US"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{1</a:t>
            </a:r>
            <a:r>
              <a:rPr lang="zh-CN" altLang="en-US"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6</a:t>
            </a:r>
            <a:r>
              <a:rPr lang="zh-CN" altLang="en-US" b="1" dirty="0">
                <a:solidFill>
                  <a:srgbClr val="000000"/>
                </a:solidFill>
                <a:latin typeface="Arial" panose="020B0604020202020204" pitchFamily="34" charset="0"/>
                <a:ea typeface="黑体" panose="02010609060101010101" pitchFamily="49" charset="-122"/>
                <a:cs typeface="Arial" panose="020B0604020202020204" pitchFamily="34" charset="0"/>
              </a:rPr>
              <a:t>，</a:t>
            </a:r>
            <a:r>
              <a:rPr lang="en-US" altLang="zh-CN" b="1" dirty="0">
                <a:solidFill>
                  <a:srgbClr val="000000"/>
                </a:solidFill>
                <a:latin typeface="Arial" panose="020B0604020202020204" pitchFamily="34" charset="0"/>
                <a:ea typeface="黑体" panose="02010609060101010101" pitchFamily="49" charset="-122"/>
                <a:cs typeface="Arial" panose="020B0604020202020204" pitchFamily="34" charset="0"/>
              </a:rPr>
              <a:t>7}.</a:t>
            </a:r>
            <a:endParaRPr lang="zh-CN" altLang="en-US" dirty="0">
              <a:solidFill>
                <a:srgbClr val="000000"/>
              </a:solidFill>
            </a:endParaRPr>
          </a:p>
        </p:txBody>
      </p:sp>
    </p:spTree>
    <p:extLst>
      <p:ext uri="{BB962C8B-B14F-4D97-AF65-F5344CB8AC3E}">
        <p14:creationId xmlns:p14="http://schemas.microsoft.com/office/powerpoint/2010/main" val="42897356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42759" y="209863"/>
            <a:ext cx="6912840" cy="400110"/>
          </a:xfrm>
          <a:prstGeom prst="rect">
            <a:avLst/>
          </a:prstGeom>
          <a:noFill/>
        </p:spPr>
        <p:txBody>
          <a:bodyPr wrap="square" rtlCol="0">
            <a:spAutoFit/>
          </a:bodyPr>
          <a:lstStyle/>
          <a:p>
            <a:pPr algn="ctr"/>
            <a:r>
              <a:rPr lang="zh-CN" altLang="en-US" b="1" dirty="0">
                <a:solidFill>
                  <a:srgbClr val="000000"/>
                </a:solidFill>
              </a:rPr>
              <a:t>解题思路</a:t>
            </a:r>
          </a:p>
        </p:txBody>
      </p:sp>
      <p:sp>
        <p:nvSpPr>
          <p:cNvPr id="3" name="文本框 2"/>
          <p:cNvSpPr txBox="1"/>
          <p:nvPr/>
        </p:nvSpPr>
        <p:spPr>
          <a:xfrm>
            <a:off x="769938" y="843540"/>
            <a:ext cx="7892159" cy="2862322"/>
          </a:xfrm>
          <a:prstGeom prst="rect">
            <a:avLst/>
          </a:prstGeom>
          <a:noFill/>
        </p:spPr>
        <p:txBody>
          <a:bodyPr wrap="square" rtlCol="0">
            <a:spAutoFit/>
          </a:bodyPr>
          <a:lstStyle/>
          <a:p>
            <a:r>
              <a:rPr lang="zh-CN" altLang="zh-CN" b="1" dirty="0">
                <a:solidFill>
                  <a:srgbClr val="000000"/>
                </a:solidFill>
              </a:rPr>
              <a:t>该问题在</a:t>
            </a:r>
            <a:r>
              <a:rPr lang="en-US" altLang="zh-CN" b="1" dirty="0">
                <a:solidFill>
                  <a:srgbClr val="000000"/>
                </a:solidFill>
              </a:rPr>
              <a:t>ACM</a:t>
            </a:r>
            <a:r>
              <a:rPr lang="zh-CN" altLang="zh-CN" b="1" dirty="0">
                <a:solidFill>
                  <a:srgbClr val="000000"/>
                </a:solidFill>
              </a:rPr>
              <a:t>国际大学生程序设计竞赛中有很多应用，很多问题的原型可以归结为该问题。</a:t>
            </a:r>
            <a:endParaRPr lang="zh-CN" altLang="zh-CN" dirty="0">
              <a:solidFill>
                <a:srgbClr val="000000"/>
              </a:solidFill>
            </a:endParaRPr>
          </a:p>
          <a:p>
            <a:r>
              <a:rPr lang="en-US" altLang="zh-CN" b="1" dirty="0">
                <a:solidFill>
                  <a:srgbClr val="000000"/>
                </a:solidFill>
              </a:rPr>
              <a:t> </a:t>
            </a:r>
            <a:endParaRPr lang="zh-CN" altLang="zh-CN" dirty="0">
              <a:solidFill>
                <a:srgbClr val="000000"/>
              </a:solidFill>
            </a:endParaRPr>
          </a:p>
          <a:p>
            <a:pPr lvl="0"/>
            <a:r>
              <a:rPr lang="zh-CN" altLang="zh-CN" b="1" dirty="0">
                <a:solidFill>
                  <a:srgbClr val="000000"/>
                </a:solidFill>
              </a:rPr>
              <a:t>最长递减子序列问题可以用动态规划方法直接求解，思路是先求出以原序列中的每一个元素为尾元素的最长递减子序列的长度，然后从中选择长度最大的即为整个序列的最长递减子序列。</a:t>
            </a:r>
            <a:endParaRPr lang="zh-CN" altLang="zh-CN" dirty="0">
              <a:solidFill>
                <a:srgbClr val="000000"/>
              </a:solidFill>
            </a:endParaRPr>
          </a:p>
          <a:p>
            <a:r>
              <a:rPr lang="en-US" altLang="zh-CN" b="1" dirty="0">
                <a:solidFill>
                  <a:srgbClr val="000000"/>
                </a:solidFill>
              </a:rPr>
              <a:t> </a:t>
            </a:r>
            <a:endParaRPr lang="zh-CN" altLang="zh-CN" dirty="0">
              <a:solidFill>
                <a:srgbClr val="000000"/>
              </a:solidFill>
            </a:endParaRPr>
          </a:p>
          <a:p>
            <a:r>
              <a:rPr lang="zh-CN" altLang="zh-CN" b="1" dirty="0">
                <a:solidFill>
                  <a:srgbClr val="000000"/>
                </a:solidFill>
              </a:rPr>
              <a:t>该问题也可以利用最长公共子序列问题来求解，该方法与直接动态规划方法求解时间复杂度相当。</a:t>
            </a:r>
            <a:endParaRPr lang="zh-CN" altLang="en-US" dirty="0">
              <a:solidFill>
                <a:srgbClr val="000000"/>
              </a:solidFill>
            </a:endParaRPr>
          </a:p>
        </p:txBody>
      </p:sp>
    </p:spTree>
    <p:extLst>
      <p:ext uri="{BB962C8B-B14F-4D97-AF65-F5344CB8AC3E}">
        <p14:creationId xmlns:p14="http://schemas.microsoft.com/office/powerpoint/2010/main" val="25961213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42759" y="209863"/>
            <a:ext cx="6912840" cy="400110"/>
          </a:xfrm>
          <a:prstGeom prst="rect">
            <a:avLst/>
          </a:prstGeom>
          <a:noFill/>
        </p:spPr>
        <p:txBody>
          <a:bodyPr wrap="square" rtlCol="0">
            <a:spAutoFit/>
          </a:bodyPr>
          <a:lstStyle/>
          <a:p>
            <a:pPr algn="ctr"/>
            <a:r>
              <a:rPr lang="zh-CN" altLang="zh-CN" b="1" dirty="0">
                <a:solidFill>
                  <a:srgbClr val="000000"/>
                </a:solidFill>
              </a:rPr>
              <a:t>利用最长公共子序列求解最长递减子序列</a:t>
            </a:r>
            <a:endParaRPr lang="zh-CN" altLang="en-US" b="1" dirty="0">
              <a:solidFill>
                <a:srgbClr val="000000"/>
              </a:solidFill>
            </a:endParaRPr>
          </a:p>
        </p:txBody>
      </p:sp>
      <p:sp>
        <p:nvSpPr>
          <p:cNvPr id="3" name="文本框 2"/>
          <p:cNvSpPr txBox="1"/>
          <p:nvPr/>
        </p:nvSpPr>
        <p:spPr>
          <a:xfrm>
            <a:off x="769938" y="843540"/>
            <a:ext cx="7892159" cy="3170099"/>
          </a:xfrm>
          <a:prstGeom prst="rect">
            <a:avLst/>
          </a:prstGeom>
          <a:noFill/>
        </p:spPr>
        <p:txBody>
          <a:bodyPr wrap="square" rtlCol="0">
            <a:spAutoFit/>
          </a:bodyPr>
          <a:lstStyle/>
          <a:p>
            <a:r>
              <a:rPr lang="zh-CN" altLang="zh-CN" b="1" dirty="0">
                <a:solidFill>
                  <a:srgbClr val="000000"/>
                </a:solidFill>
              </a:rPr>
              <a:t>由于最长递减子序列问题是求解一个给定序列的最长递减子序列，因此要用最长公共子序列问题来求解最长递减子序列问题，</a:t>
            </a:r>
            <a:endParaRPr lang="en-US" altLang="zh-CN" b="1" dirty="0">
              <a:solidFill>
                <a:srgbClr val="000000"/>
              </a:solidFill>
            </a:endParaRPr>
          </a:p>
          <a:p>
            <a:pPr marL="457200" indent="-457200">
              <a:buFont typeface="+mj-lt"/>
              <a:buAutoNum type="arabicPeriod"/>
            </a:pPr>
            <a:r>
              <a:rPr lang="zh-CN" altLang="zh-CN" b="1" dirty="0">
                <a:solidFill>
                  <a:srgbClr val="000000"/>
                </a:solidFill>
              </a:rPr>
              <a:t>首先要构造出第二个序列，即让原序列和哪个序列求最长公共子序列才能得到原序列的最长递减子序列</a:t>
            </a:r>
            <a:endParaRPr lang="en-US" altLang="zh-CN" b="1" dirty="0">
              <a:solidFill>
                <a:srgbClr val="000000"/>
              </a:solidFill>
            </a:endParaRPr>
          </a:p>
          <a:p>
            <a:pPr marL="457200" indent="-457200">
              <a:buFont typeface="+mj-lt"/>
              <a:buAutoNum type="arabicPeriod"/>
            </a:pPr>
            <a:r>
              <a:rPr lang="zh-CN" altLang="zh-CN" b="1" dirty="0">
                <a:solidFill>
                  <a:srgbClr val="000000"/>
                </a:solidFill>
              </a:rPr>
              <a:t>将原序列降序排序，得到降序序列</a:t>
            </a:r>
            <a:endParaRPr lang="en-US" altLang="zh-CN" b="1" dirty="0">
              <a:solidFill>
                <a:srgbClr val="000000"/>
              </a:solidFill>
            </a:endParaRPr>
          </a:p>
          <a:p>
            <a:pPr marL="457200" indent="-457200">
              <a:buFont typeface="+mj-lt"/>
              <a:buAutoNum type="arabicPeriod"/>
            </a:pPr>
            <a:r>
              <a:rPr lang="zh-CN" altLang="zh-CN" b="1" dirty="0">
                <a:solidFill>
                  <a:srgbClr val="000000"/>
                </a:solidFill>
              </a:rPr>
              <a:t>再让原序列和降序序列求一下最长公共子序列，则这个最长公共子序列即为原序列的一个最长递减子序列。</a:t>
            </a:r>
            <a:endParaRPr lang="en-US" altLang="zh-CN" b="1" dirty="0">
              <a:solidFill>
                <a:srgbClr val="000000"/>
              </a:solidFill>
            </a:endParaRPr>
          </a:p>
          <a:p>
            <a:r>
              <a:rPr lang="zh-CN" altLang="zh-CN" b="1" dirty="0">
                <a:solidFill>
                  <a:srgbClr val="000000"/>
                </a:solidFill>
              </a:rPr>
              <a:t>要注意的是，在最长公共子序列算法中，两个参数数组都是字符数组，在求解最长递减子序列问题时，需先将两个参数数组改为整型数组</a:t>
            </a:r>
            <a:r>
              <a:rPr lang="zh-CN" altLang="en-US" b="1" dirty="0">
                <a:solidFill>
                  <a:srgbClr val="000000"/>
                </a:solidFill>
              </a:rPr>
              <a:t>。</a:t>
            </a:r>
            <a:endParaRPr lang="zh-CN" altLang="en-US" dirty="0">
              <a:solidFill>
                <a:srgbClr val="000000"/>
              </a:solidFill>
            </a:endParaRPr>
          </a:p>
        </p:txBody>
      </p:sp>
    </p:spTree>
    <p:extLst>
      <p:ext uri="{BB962C8B-B14F-4D97-AF65-F5344CB8AC3E}">
        <p14:creationId xmlns:p14="http://schemas.microsoft.com/office/powerpoint/2010/main" val="10867334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42759" y="209863"/>
            <a:ext cx="6912840" cy="400110"/>
          </a:xfrm>
          <a:prstGeom prst="rect">
            <a:avLst/>
          </a:prstGeom>
          <a:noFill/>
        </p:spPr>
        <p:txBody>
          <a:bodyPr wrap="square" rtlCol="0">
            <a:spAutoFit/>
          </a:bodyPr>
          <a:lstStyle/>
          <a:p>
            <a:pPr algn="ctr"/>
            <a:r>
              <a:rPr lang="zh-CN" altLang="zh-CN" b="1" dirty="0">
                <a:solidFill>
                  <a:srgbClr val="000000"/>
                </a:solidFill>
              </a:rPr>
              <a:t>利用最长公共子序列求解最长递减子序列</a:t>
            </a:r>
            <a:endParaRPr lang="zh-CN" altLang="en-US" b="1" dirty="0">
              <a:solidFill>
                <a:srgbClr val="000000"/>
              </a:solidFill>
            </a:endParaRPr>
          </a:p>
        </p:txBody>
      </p:sp>
      <p:sp>
        <p:nvSpPr>
          <p:cNvPr id="3" name="文本框 2"/>
          <p:cNvSpPr txBox="1"/>
          <p:nvPr/>
        </p:nvSpPr>
        <p:spPr>
          <a:xfrm>
            <a:off x="769938" y="843540"/>
            <a:ext cx="7892159" cy="3477875"/>
          </a:xfrm>
          <a:prstGeom prst="rect">
            <a:avLst/>
          </a:prstGeom>
          <a:noFill/>
        </p:spPr>
        <p:txBody>
          <a:bodyPr wrap="square" rtlCol="0">
            <a:spAutoFit/>
          </a:bodyPr>
          <a:lstStyle/>
          <a:p>
            <a:r>
              <a:rPr lang="en-US" altLang="zh-CN" b="1" dirty="0">
                <a:solidFill>
                  <a:srgbClr val="000000"/>
                </a:solidFill>
              </a:rPr>
              <a:t>void LIS</a:t>
            </a:r>
            <a:r>
              <a:rPr lang="zh-CN" altLang="zh-CN" b="1" dirty="0">
                <a:solidFill>
                  <a:srgbClr val="000000"/>
                </a:solidFill>
              </a:rPr>
              <a:t>（</a:t>
            </a:r>
            <a:r>
              <a:rPr lang="en-US" altLang="zh-CN" b="1" dirty="0" err="1">
                <a:solidFill>
                  <a:srgbClr val="000000"/>
                </a:solidFill>
              </a:rPr>
              <a:t>int</a:t>
            </a:r>
            <a:r>
              <a:rPr lang="en-US" altLang="zh-CN" b="1" dirty="0">
                <a:solidFill>
                  <a:srgbClr val="000000"/>
                </a:solidFill>
              </a:rPr>
              <a:t> a[]</a:t>
            </a:r>
            <a:r>
              <a:rPr lang="zh-CN" altLang="zh-CN" b="1" dirty="0">
                <a:solidFill>
                  <a:srgbClr val="000000"/>
                </a:solidFill>
              </a:rPr>
              <a:t>，</a:t>
            </a:r>
            <a:r>
              <a:rPr lang="en-US" altLang="zh-CN" b="1" dirty="0" err="1">
                <a:solidFill>
                  <a:srgbClr val="000000"/>
                </a:solidFill>
              </a:rPr>
              <a:t>int</a:t>
            </a:r>
            <a:r>
              <a:rPr lang="en-US" altLang="zh-CN" b="1" dirty="0">
                <a:solidFill>
                  <a:srgbClr val="000000"/>
                </a:solidFill>
              </a:rPr>
              <a:t> x[]</a:t>
            </a:r>
            <a:r>
              <a:rPr lang="zh-CN" altLang="zh-CN" b="1" dirty="0">
                <a:solidFill>
                  <a:srgbClr val="000000"/>
                </a:solidFill>
              </a:rPr>
              <a:t>，</a:t>
            </a:r>
            <a:r>
              <a:rPr lang="en-US" altLang="zh-CN" b="1" dirty="0" err="1">
                <a:solidFill>
                  <a:srgbClr val="000000"/>
                </a:solidFill>
              </a:rPr>
              <a:t>int</a:t>
            </a:r>
            <a:r>
              <a:rPr lang="en-US" altLang="zh-CN" b="1" dirty="0">
                <a:solidFill>
                  <a:srgbClr val="000000"/>
                </a:solidFill>
              </a:rPr>
              <a:t> m</a:t>
            </a:r>
            <a:r>
              <a:rPr lang="zh-CN" altLang="zh-CN" b="1" dirty="0">
                <a:solidFill>
                  <a:srgbClr val="000000"/>
                </a:solidFill>
              </a:rPr>
              <a:t>）</a:t>
            </a:r>
            <a:r>
              <a:rPr lang="en-US" altLang="zh-CN" b="1" dirty="0">
                <a:solidFill>
                  <a:srgbClr val="000000"/>
                </a:solidFill>
              </a:rPr>
              <a:t> </a:t>
            </a:r>
            <a:br>
              <a:rPr lang="en-US" altLang="zh-CN" b="1" dirty="0">
                <a:solidFill>
                  <a:srgbClr val="000000"/>
                </a:solidFill>
              </a:rPr>
            </a:br>
            <a:r>
              <a:rPr lang="en-US" altLang="zh-CN" b="1" dirty="0">
                <a:solidFill>
                  <a:srgbClr val="000000"/>
                </a:solidFill>
              </a:rPr>
              <a:t>//</a:t>
            </a:r>
            <a:r>
              <a:rPr lang="zh-CN" altLang="zh-CN" b="1" dirty="0">
                <a:solidFill>
                  <a:srgbClr val="000000"/>
                </a:solidFill>
              </a:rPr>
              <a:t>该算法求解</a:t>
            </a:r>
            <a:r>
              <a:rPr lang="en-US" altLang="zh-CN" b="1" dirty="0">
                <a:solidFill>
                  <a:srgbClr val="000000"/>
                </a:solidFill>
              </a:rPr>
              <a:t>x[1</a:t>
            </a:r>
            <a:r>
              <a:rPr lang="zh-CN" altLang="zh-CN" b="1" dirty="0">
                <a:solidFill>
                  <a:srgbClr val="000000"/>
                </a:solidFill>
              </a:rPr>
              <a:t>：</a:t>
            </a:r>
            <a:r>
              <a:rPr lang="en-US" altLang="zh-CN" b="1" dirty="0">
                <a:solidFill>
                  <a:srgbClr val="000000"/>
                </a:solidFill>
              </a:rPr>
              <a:t>m]</a:t>
            </a:r>
            <a:r>
              <a:rPr lang="zh-CN" altLang="zh-CN" b="1" dirty="0">
                <a:solidFill>
                  <a:srgbClr val="000000"/>
                </a:solidFill>
              </a:rPr>
              <a:t>这个长度为</a:t>
            </a:r>
            <a:r>
              <a:rPr lang="en-US" altLang="zh-CN" b="1" dirty="0">
                <a:solidFill>
                  <a:srgbClr val="000000"/>
                </a:solidFill>
              </a:rPr>
              <a:t>m</a:t>
            </a:r>
            <a:r>
              <a:rPr lang="zh-CN" altLang="zh-CN" b="1" dirty="0">
                <a:solidFill>
                  <a:srgbClr val="000000"/>
                </a:solidFill>
              </a:rPr>
              <a:t>的整型数组的最长递减子序列长度</a:t>
            </a:r>
            <a:r>
              <a:rPr lang="en-US" altLang="zh-CN" b="1" dirty="0">
                <a:solidFill>
                  <a:srgbClr val="000000"/>
                </a:solidFill>
              </a:rPr>
              <a:t> </a:t>
            </a:r>
            <a:br>
              <a:rPr lang="en-US" altLang="zh-CN" b="1" dirty="0">
                <a:solidFill>
                  <a:srgbClr val="000000"/>
                </a:solidFill>
              </a:rPr>
            </a:br>
            <a:r>
              <a:rPr lang="en-US" altLang="zh-CN" b="1" dirty="0">
                <a:solidFill>
                  <a:srgbClr val="000000"/>
                </a:solidFill>
              </a:rPr>
              <a:t>{ </a:t>
            </a:r>
            <a:br>
              <a:rPr lang="en-US" altLang="zh-CN" b="1" dirty="0">
                <a:solidFill>
                  <a:srgbClr val="000000"/>
                </a:solidFill>
              </a:rPr>
            </a:br>
            <a:r>
              <a:rPr lang="en-US" altLang="zh-CN" b="1" dirty="0">
                <a:solidFill>
                  <a:srgbClr val="000000"/>
                </a:solidFill>
              </a:rPr>
              <a:t>for</a:t>
            </a:r>
            <a:r>
              <a:rPr lang="zh-CN" altLang="zh-CN" b="1" dirty="0">
                <a:solidFill>
                  <a:srgbClr val="000000"/>
                </a:solidFill>
              </a:rPr>
              <a:t>（</a:t>
            </a:r>
            <a:r>
              <a:rPr lang="en-US" altLang="zh-CN" b="1" dirty="0" err="1">
                <a:solidFill>
                  <a:srgbClr val="000000"/>
                </a:solidFill>
              </a:rPr>
              <a:t>int</a:t>
            </a:r>
            <a:r>
              <a:rPr lang="en-US" altLang="zh-CN" b="1" dirty="0">
                <a:solidFill>
                  <a:srgbClr val="000000"/>
                </a:solidFill>
              </a:rPr>
              <a:t> </a:t>
            </a:r>
            <a:r>
              <a:rPr lang="en-US" altLang="zh-CN" b="1" dirty="0" err="1">
                <a:solidFill>
                  <a:srgbClr val="000000"/>
                </a:solidFill>
              </a:rPr>
              <a:t>i</a:t>
            </a:r>
            <a:r>
              <a:rPr lang="en-US" altLang="zh-CN" b="1" dirty="0">
                <a:solidFill>
                  <a:srgbClr val="000000"/>
                </a:solidFill>
              </a:rPr>
              <a:t>=1;i&lt;=</a:t>
            </a:r>
            <a:r>
              <a:rPr lang="en-US" altLang="zh-CN" b="1" dirty="0" err="1">
                <a:solidFill>
                  <a:srgbClr val="000000"/>
                </a:solidFill>
              </a:rPr>
              <a:t>m;i</a:t>
            </a:r>
            <a:r>
              <a:rPr lang="en-US" altLang="zh-CN" b="1" dirty="0">
                <a:solidFill>
                  <a:srgbClr val="000000"/>
                </a:solidFill>
              </a:rPr>
              <a:t>++</a:t>
            </a:r>
            <a:r>
              <a:rPr lang="zh-CN" altLang="zh-CN" b="1" dirty="0">
                <a:solidFill>
                  <a:srgbClr val="000000"/>
                </a:solidFill>
              </a:rPr>
              <a:t>） </a:t>
            </a:r>
            <a:r>
              <a:rPr lang="en-US" altLang="zh-CN" b="1" dirty="0">
                <a:solidFill>
                  <a:srgbClr val="000000"/>
                </a:solidFill>
              </a:rPr>
              <a:t>//</a:t>
            </a:r>
            <a:r>
              <a:rPr lang="zh-CN" altLang="zh-CN" b="1" dirty="0">
                <a:solidFill>
                  <a:srgbClr val="000000"/>
                </a:solidFill>
              </a:rPr>
              <a:t>输入数组</a:t>
            </a:r>
            <a:r>
              <a:rPr lang="en-US" altLang="zh-CN" b="1" dirty="0">
                <a:solidFill>
                  <a:srgbClr val="000000"/>
                </a:solidFill>
              </a:rPr>
              <a:t>x </a:t>
            </a:r>
            <a:br>
              <a:rPr lang="en-US" altLang="zh-CN" b="1" dirty="0">
                <a:solidFill>
                  <a:srgbClr val="000000"/>
                </a:solidFill>
              </a:rPr>
            </a:br>
            <a:r>
              <a:rPr lang="zh-CN" altLang="zh-CN" b="1" dirty="0">
                <a:solidFill>
                  <a:srgbClr val="000000"/>
                </a:solidFill>
              </a:rPr>
              <a:t>　　</a:t>
            </a:r>
            <a:r>
              <a:rPr lang="en-US" altLang="zh-CN" b="1" dirty="0" err="1">
                <a:solidFill>
                  <a:srgbClr val="000000"/>
                </a:solidFill>
              </a:rPr>
              <a:t>scanf</a:t>
            </a:r>
            <a:r>
              <a:rPr lang="zh-CN" altLang="zh-CN" b="1" dirty="0">
                <a:solidFill>
                  <a:srgbClr val="000000"/>
                </a:solidFill>
              </a:rPr>
              <a:t>（</a:t>
            </a:r>
            <a:r>
              <a:rPr lang="en-US" altLang="zh-CN" b="1" dirty="0">
                <a:solidFill>
                  <a:srgbClr val="000000"/>
                </a:solidFill>
              </a:rPr>
              <a:t>“%d”</a:t>
            </a:r>
            <a:r>
              <a:rPr lang="zh-CN" altLang="zh-CN" b="1" dirty="0">
                <a:solidFill>
                  <a:srgbClr val="000000"/>
                </a:solidFill>
              </a:rPr>
              <a:t>，</a:t>
            </a:r>
            <a:r>
              <a:rPr lang="en-US" altLang="zh-CN" b="1" dirty="0">
                <a:solidFill>
                  <a:srgbClr val="000000"/>
                </a:solidFill>
              </a:rPr>
              <a:t>&amp;x[</a:t>
            </a:r>
            <a:r>
              <a:rPr lang="en-US" altLang="zh-CN" b="1" dirty="0" err="1">
                <a:solidFill>
                  <a:srgbClr val="000000"/>
                </a:solidFill>
              </a:rPr>
              <a:t>i</a:t>
            </a:r>
            <a:r>
              <a:rPr lang="en-US" altLang="zh-CN" b="1" dirty="0">
                <a:solidFill>
                  <a:srgbClr val="000000"/>
                </a:solidFill>
              </a:rPr>
              <a:t>]</a:t>
            </a:r>
            <a:r>
              <a:rPr lang="zh-CN" altLang="zh-CN" b="1" dirty="0">
                <a:solidFill>
                  <a:srgbClr val="000000"/>
                </a:solidFill>
              </a:rPr>
              <a:t>）</a:t>
            </a:r>
            <a:r>
              <a:rPr lang="en-US" altLang="zh-CN" b="1" dirty="0">
                <a:solidFill>
                  <a:srgbClr val="000000"/>
                </a:solidFill>
              </a:rPr>
              <a:t>; </a:t>
            </a:r>
            <a:br>
              <a:rPr lang="en-US" altLang="zh-CN" b="1" dirty="0">
                <a:solidFill>
                  <a:srgbClr val="000000"/>
                </a:solidFill>
              </a:rPr>
            </a:br>
            <a:r>
              <a:rPr lang="zh-CN" altLang="zh-CN" b="1" dirty="0">
                <a:solidFill>
                  <a:srgbClr val="000000"/>
                </a:solidFill>
              </a:rPr>
              <a:t>　　</a:t>
            </a:r>
            <a:r>
              <a:rPr lang="en-US" altLang="zh-CN" b="1" dirty="0">
                <a:solidFill>
                  <a:srgbClr val="000000"/>
                </a:solidFill>
              </a:rPr>
              <a:t>for</a:t>
            </a:r>
            <a:r>
              <a:rPr lang="zh-CN" altLang="zh-CN" b="1" dirty="0">
                <a:solidFill>
                  <a:srgbClr val="000000"/>
                </a:solidFill>
              </a:rPr>
              <a:t>（</a:t>
            </a:r>
            <a:r>
              <a:rPr lang="en-US" altLang="zh-CN" b="1" dirty="0" err="1">
                <a:solidFill>
                  <a:srgbClr val="000000"/>
                </a:solidFill>
              </a:rPr>
              <a:t>int</a:t>
            </a:r>
            <a:r>
              <a:rPr lang="en-US" altLang="zh-CN" b="1" dirty="0">
                <a:solidFill>
                  <a:srgbClr val="000000"/>
                </a:solidFill>
              </a:rPr>
              <a:t> </a:t>
            </a:r>
            <a:r>
              <a:rPr lang="en-US" altLang="zh-CN" b="1" dirty="0" err="1">
                <a:solidFill>
                  <a:srgbClr val="000000"/>
                </a:solidFill>
              </a:rPr>
              <a:t>i</a:t>
            </a:r>
            <a:r>
              <a:rPr lang="en-US" altLang="zh-CN" b="1" dirty="0">
                <a:solidFill>
                  <a:srgbClr val="000000"/>
                </a:solidFill>
              </a:rPr>
              <a:t>=1;i&lt;=</a:t>
            </a:r>
            <a:r>
              <a:rPr lang="en-US" altLang="zh-CN" b="1" dirty="0" err="1">
                <a:solidFill>
                  <a:srgbClr val="000000"/>
                </a:solidFill>
              </a:rPr>
              <a:t>m;i</a:t>
            </a:r>
            <a:r>
              <a:rPr lang="en-US" altLang="zh-CN" b="1" dirty="0">
                <a:solidFill>
                  <a:srgbClr val="000000"/>
                </a:solidFill>
              </a:rPr>
              <a:t>++</a:t>
            </a:r>
            <a:r>
              <a:rPr lang="zh-CN" altLang="zh-CN" b="1" dirty="0">
                <a:solidFill>
                  <a:srgbClr val="000000"/>
                </a:solidFill>
              </a:rPr>
              <a:t>） </a:t>
            </a:r>
            <a:r>
              <a:rPr lang="en-US" altLang="zh-CN" b="1" dirty="0">
                <a:solidFill>
                  <a:srgbClr val="000000"/>
                </a:solidFill>
              </a:rPr>
              <a:t>//</a:t>
            </a:r>
            <a:r>
              <a:rPr lang="zh-CN" altLang="zh-CN" b="1" dirty="0">
                <a:solidFill>
                  <a:srgbClr val="000000"/>
                </a:solidFill>
              </a:rPr>
              <a:t>数组</a:t>
            </a:r>
            <a:r>
              <a:rPr lang="en-US" altLang="zh-CN" b="1" dirty="0">
                <a:solidFill>
                  <a:srgbClr val="000000"/>
                </a:solidFill>
              </a:rPr>
              <a:t>a</a:t>
            </a:r>
            <a:r>
              <a:rPr lang="zh-CN" altLang="zh-CN" b="1" dirty="0">
                <a:solidFill>
                  <a:srgbClr val="000000"/>
                </a:solidFill>
              </a:rPr>
              <a:t>为数组</a:t>
            </a:r>
            <a:r>
              <a:rPr lang="en-US" altLang="zh-CN" b="1" dirty="0">
                <a:solidFill>
                  <a:srgbClr val="000000"/>
                </a:solidFill>
              </a:rPr>
              <a:t>x</a:t>
            </a:r>
            <a:r>
              <a:rPr lang="zh-CN" altLang="zh-CN" b="1" dirty="0">
                <a:solidFill>
                  <a:srgbClr val="000000"/>
                </a:solidFill>
              </a:rPr>
              <a:t>的副本</a:t>
            </a:r>
            <a:r>
              <a:rPr lang="en-US" altLang="zh-CN" b="1" dirty="0">
                <a:solidFill>
                  <a:srgbClr val="000000"/>
                </a:solidFill>
              </a:rPr>
              <a:t> </a:t>
            </a:r>
            <a:br>
              <a:rPr lang="en-US" altLang="zh-CN" b="1" dirty="0">
                <a:solidFill>
                  <a:srgbClr val="000000"/>
                </a:solidFill>
              </a:rPr>
            </a:br>
            <a:r>
              <a:rPr lang="zh-CN" altLang="zh-CN" b="1" dirty="0">
                <a:solidFill>
                  <a:srgbClr val="000000"/>
                </a:solidFill>
              </a:rPr>
              <a:t>　　</a:t>
            </a:r>
            <a:r>
              <a:rPr lang="en-US" altLang="zh-CN" b="1" dirty="0">
                <a:solidFill>
                  <a:srgbClr val="000000"/>
                </a:solidFill>
              </a:rPr>
              <a:t>a[</a:t>
            </a:r>
            <a:r>
              <a:rPr lang="en-US" altLang="zh-CN" b="1" dirty="0" err="1">
                <a:solidFill>
                  <a:srgbClr val="000000"/>
                </a:solidFill>
              </a:rPr>
              <a:t>i</a:t>
            </a:r>
            <a:r>
              <a:rPr lang="en-US" altLang="zh-CN" b="1" dirty="0">
                <a:solidFill>
                  <a:srgbClr val="000000"/>
                </a:solidFill>
              </a:rPr>
              <a:t>]=x[</a:t>
            </a:r>
            <a:r>
              <a:rPr lang="en-US" altLang="zh-CN" b="1" dirty="0" err="1">
                <a:solidFill>
                  <a:srgbClr val="000000"/>
                </a:solidFill>
              </a:rPr>
              <a:t>i</a:t>
            </a:r>
            <a:r>
              <a:rPr lang="en-US" altLang="zh-CN" b="1" dirty="0">
                <a:solidFill>
                  <a:srgbClr val="000000"/>
                </a:solidFill>
              </a:rPr>
              <a:t>]; </a:t>
            </a:r>
            <a:br>
              <a:rPr lang="en-US" altLang="zh-CN" b="1" dirty="0">
                <a:solidFill>
                  <a:srgbClr val="000000"/>
                </a:solidFill>
              </a:rPr>
            </a:br>
            <a:r>
              <a:rPr lang="zh-CN" altLang="zh-CN" b="1" dirty="0">
                <a:solidFill>
                  <a:srgbClr val="000000"/>
                </a:solidFill>
              </a:rPr>
              <a:t>　　</a:t>
            </a:r>
            <a:r>
              <a:rPr lang="en-US" altLang="zh-CN" b="1" dirty="0">
                <a:solidFill>
                  <a:srgbClr val="000000"/>
                </a:solidFill>
              </a:rPr>
              <a:t>sort</a:t>
            </a:r>
            <a:r>
              <a:rPr lang="zh-CN" altLang="zh-CN" b="1" dirty="0">
                <a:solidFill>
                  <a:srgbClr val="000000"/>
                </a:solidFill>
              </a:rPr>
              <a:t>（</a:t>
            </a:r>
            <a:r>
              <a:rPr lang="en-US" altLang="zh-CN" b="1" dirty="0">
                <a:solidFill>
                  <a:srgbClr val="000000"/>
                </a:solidFill>
              </a:rPr>
              <a:t>a</a:t>
            </a:r>
            <a:r>
              <a:rPr lang="zh-CN" altLang="zh-CN" b="1" dirty="0">
                <a:solidFill>
                  <a:srgbClr val="000000"/>
                </a:solidFill>
              </a:rPr>
              <a:t>，</a:t>
            </a:r>
            <a:r>
              <a:rPr lang="en-US" altLang="zh-CN" b="1" dirty="0">
                <a:solidFill>
                  <a:srgbClr val="000000"/>
                </a:solidFill>
              </a:rPr>
              <a:t>1</a:t>
            </a:r>
            <a:r>
              <a:rPr lang="zh-CN" altLang="zh-CN" b="1" dirty="0">
                <a:solidFill>
                  <a:srgbClr val="000000"/>
                </a:solidFill>
              </a:rPr>
              <a:t>，</a:t>
            </a:r>
            <a:r>
              <a:rPr lang="en-US" altLang="zh-CN" b="1" dirty="0">
                <a:solidFill>
                  <a:srgbClr val="000000"/>
                </a:solidFill>
              </a:rPr>
              <a:t>m</a:t>
            </a:r>
            <a:r>
              <a:rPr lang="zh-CN" altLang="zh-CN" b="1" dirty="0">
                <a:solidFill>
                  <a:srgbClr val="000000"/>
                </a:solidFill>
              </a:rPr>
              <a:t>）</a:t>
            </a:r>
            <a:r>
              <a:rPr lang="en-US" altLang="zh-CN" b="1" dirty="0">
                <a:solidFill>
                  <a:srgbClr val="000000"/>
                </a:solidFill>
              </a:rPr>
              <a:t>; //</a:t>
            </a:r>
            <a:r>
              <a:rPr lang="zh-CN" altLang="zh-CN" b="1" dirty="0">
                <a:solidFill>
                  <a:srgbClr val="000000"/>
                </a:solidFill>
              </a:rPr>
              <a:t>对数组</a:t>
            </a:r>
            <a:r>
              <a:rPr lang="en-US" altLang="zh-CN" b="1" dirty="0">
                <a:solidFill>
                  <a:srgbClr val="000000"/>
                </a:solidFill>
              </a:rPr>
              <a:t>a</a:t>
            </a:r>
            <a:r>
              <a:rPr lang="zh-CN" altLang="zh-CN" b="1" dirty="0">
                <a:solidFill>
                  <a:srgbClr val="000000"/>
                </a:solidFill>
              </a:rPr>
              <a:t>进行递减归并排序</a:t>
            </a:r>
            <a:r>
              <a:rPr lang="en-US" altLang="zh-CN" b="1" dirty="0">
                <a:solidFill>
                  <a:srgbClr val="000000"/>
                </a:solidFill>
              </a:rPr>
              <a:t> </a:t>
            </a:r>
            <a:br>
              <a:rPr lang="en-US" altLang="zh-CN" b="1" dirty="0">
                <a:solidFill>
                  <a:srgbClr val="000000"/>
                </a:solidFill>
              </a:rPr>
            </a:br>
            <a:r>
              <a:rPr lang="zh-CN" altLang="zh-CN" b="1" dirty="0">
                <a:solidFill>
                  <a:srgbClr val="000000"/>
                </a:solidFill>
              </a:rPr>
              <a:t>　　</a:t>
            </a:r>
            <a:r>
              <a:rPr lang="en-US" altLang="zh-CN" b="1" dirty="0">
                <a:solidFill>
                  <a:srgbClr val="000000"/>
                </a:solidFill>
              </a:rPr>
              <a:t> </a:t>
            </a:r>
            <a:r>
              <a:rPr lang="en-US" altLang="zh-CN" b="1" dirty="0" err="1">
                <a:solidFill>
                  <a:srgbClr val="000000"/>
                </a:solidFill>
              </a:rPr>
              <a:t>LCSLength</a:t>
            </a:r>
            <a:r>
              <a:rPr lang="zh-CN" altLang="zh-CN" b="1" dirty="0">
                <a:solidFill>
                  <a:srgbClr val="000000"/>
                </a:solidFill>
              </a:rPr>
              <a:t>（</a:t>
            </a:r>
            <a:r>
              <a:rPr lang="en-US" altLang="zh-CN" b="1" dirty="0">
                <a:solidFill>
                  <a:srgbClr val="000000"/>
                </a:solidFill>
              </a:rPr>
              <a:t>x</a:t>
            </a:r>
            <a:r>
              <a:rPr lang="zh-CN" altLang="zh-CN" b="1" dirty="0">
                <a:solidFill>
                  <a:srgbClr val="000000"/>
                </a:solidFill>
              </a:rPr>
              <a:t>，</a:t>
            </a:r>
            <a:r>
              <a:rPr lang="en-US" altLang="zh-CN" b="1" dirty="0">
                <a:solidFill>
                  <a:srgbClr val="000000"/>
                </a:solidFill>
              </a:rPr>
              <a:t>a</a:t>
            </a:r>
            <a:r>
              <a:rPr lang="zh-CN" altLang="zh-CN" b="1" dirty="0">
                <a:solidFill>
                  <a:srgbClr val="000000"/>
                </a:solidFill>
              </a:rPr>
              <a:t>，</a:t>
            </a:r>
            <a:r>
              <a:rPr lang="en-US" altLang="zh-CN" b="1" dirty="0">
                <a:solidFill>
                  <a:srgbClr val="000000"/>
                </a:solidFill>
              </a:rPr>
              <a:t>m</a:t>
            </a:r>
            <a:r>
              <a:rPr lang="zh-CN" altLang="zh-CN" b="1" dirty="0">
                <a:solidFill>
                  <a:srgbClr val="000000"/>
                </a:solidFill>
              </a:rPr>
              <a:t>，</a:t>
            </a:r>
            <a:r>
              <a:rPr lang="en-US" altLang="zh-CN" b="1" dirty="0">
                <a:solidFill>
                  <a:srgbClr val="000000"/>
                </a:solidFill>
              </a:rPr>
              <a:t>m</a:t>
            </a:r>
            <a:r>
              <a:rPr lang="zh-CN" altLang="zh-CN" b="1" dirty="0">
                <a:solidFill>
                  <a:srgbClr val="000000"/>
                </a:solidFill>
              </a:rPr>
              <a:t>）</a:t>
            </a:r>
            <a:r>
              <a:rPr lang="en-US" altLang="zh-CN" b="1" dirty="0">
                <a:solidFill>
                  <a:srgbClr val="000000"/>
                </a:solidFill>
              </a:rPr>
              <a:t>; //</a:t>
            </a:r>
            <a:r>
              <a:rPr lang="zh-CN" altLang="zh-CN" b="1" dirty="0">
                <a:solidFill>
                  <a:srgbClr val="000000"/>
                </a:solidFill>
              </a:rPr>
              <a:t>求数组</a:t>
            </a:r>
            <a:r>
              <a:rPr lang="en-US" altLang="zh-CN" b="1" dirty="0">
                <a:solidFill>
                  <a:srgbClr val="000000"/>
                </a:solidFill>
              </a:rPr>
              <a:t>x</a:t>
            </a:r>
            <a:r>
              <a:rPr lang="zh-CN" altLang="zh-CN" b="1" dirty="0">
                <a:solidFill>
                  <a:srgbClr val="000000"/>
                </a:solidFill>
              </a:rPr>
              <a:t>与数组</a:t>
            </a:r>
            <a:r>
              <a:rPr lang="en-US" altLang="zh-CN" b="1" dirty="0">
                <a:solidFill>
                  <a:srgbClr val="000000"/>
                </a:solidFill>
              </a:rPr>
              <a:t>a</a:t>
            </a:r>
            <a:r>
              <a:rPr lang="zh-CN" altLang="zh-CN" b="1" dirty="0">
                <a:solidFill>
                  <a:srgbClr val="000000"/>
                </a:solidFill>
              </a:rPr>
              <a:t>的最长公共子序列长度</a:t>
            </a:r>
            <a:r>
              <a:rPr lang="en-US" altLang="zh-CN" b="1" dirty="0">
                <a:solidFill>
                  <a:srgbClr val="000000"/>
                </a:solidFill>
              </a:rPr>
              <a:t> </a:t>
            </a:r>
            <a:br>
              <a:rPr lang="en-US" altLang="zh-CN" b="1" dirty="0">
                <a:solidFill>
                  <a:srgbClr val="000000"/>
                </a:solidFill>
              </a:rPr>
            </a:br>
            <a:r>
              <a:rPr lang="en-US" altLang="zh-CN" b="1" dirty="0">
                <a:solidFill>
                  <a:srgbClr val="000000"/>
                </a:solidFill>
              </a:rPr>
              <a:t>} </a:t>
            </a:r>
            <a:endParaRPr lang="zh-CN" altLang="en-US" dirty="0">
              <a:solidFill>
                <a:srgbClr val="000000"/>
              </a:solidFill>
            </a:endParaRPr>
          </a:p>
        </p:txBody>
      </p:sp>
    </p:spTree>
    <p:extLst>
      <p:ext uri="{BB962C8B-B14F-4D97-AF65-F5344CB8AC3E}">
        <p14:creationId xmlns:p14="http://schemas.microsoft.com/office/powerpoint/2010/main" val="28461869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42759" y="209863"/>
            <a:ext cx="6912840" cy="400110"/>
          </a:xfrm>
          <a:prstGeom prst="rect">
            <a:avLst/>
          </a:prstGeom>
          <a:noFill/>
        </p:spPr>
        <p:txBody>
          <a:bodyPr wrap="square" rtlCol="0">
            <a:spAutoFit/>
          </a:bodyPr>
          <a:lstStyle/>
          <a:p>
            <a:r>
              <a:rPr lang="zh-CN" altLang="en-US" b="1" dirty="0">
                <a:solidFill>
                  <a:srgbClr val="000000"/>
                </a:solidFill>
              </a:rPr>
              <a:t>扩展：</a:t>
            </a:r>
            <a:r>
              <a:rPr lang="zh-CN" altLang="zh-CN" b="1" dirty="0">
                <a:solidFill>
                  <a:srgbClr val="000000"/>
                </a:solidFill>
              </a:rPr>
              <a:t>利用最长公共子序列求解回文词的构造问题</a:t>
            </a:r>
            <a:endParaRPr lang="zh-CN" altLang="en-US" b="1" dirty="0">
              <a:solidFill>
                <a:srgbClr val="000000"/>
              </a:solidFill>
            </a:endParaRPr>
          </a:p>
        </p:txBody>
      </p:sp>
      <p:sp>
        <p:nvSpPr>
          <p:cNvPr id="3" name="文本框 2"/>
          <p:cNvSpPr txBox="1"/>
          <p:nvPr/>
        </p:nvSpPr>
        <p:spPr>
          <a:xfrm>
            <a:off x="769938" y="843540"/>
            <a:ext cx="7892159" cy="3785652"/>
          </a:xfrm>
          <a:prstGeom prst="rect">
            <a:avLst/>
          </a:prstGeom>
          <a:noFill/>
        </p:spPr>
        <p:txBody>
          <a:bodyPr wrap="square" rtlCol="0">
            <a:spAutoFit/>
          </a:bodyPr>
          <a:lstStyle/>
          <a:p>
            <a:r>
              <a:rPr lang="zh-CN" altLang="zh-CN" b="1" dirty="0">
                <a:solidFill>
                  <a:srgbClr val="000000"/>
                </a:solidFill>
              </a:rPr>
              <a:t>回文词的构造问题描述 </a:t>
            </a:r>
            <a:endParaRPr lang="zh-CN" altLang="zh-CN" dirty="0">
              <a:solidFill>
                <a:srgbClr val="000000"/>
              </a:solidFill>
            </a:endParaRPr>
          </a:p>
          <a:p>
            <a:pPr marL="342900" indent="-342900">
              <a:buFont typeface="Arial" panose="020B0604020202020204" pitchFamily="34" charset="0"/>
              <a:buChar char="•"/>
            </a:pPr>
            <a:r>
              <a:rPr lang="zh-CN" altLang="zh-CN" b="1" dirty="0">
                <a:solidFill>
                  <a:srgbClr val="000000"/>
                </a:solidFill>
              </a:rPr>
              <a:t>对于任意给定的一个字符串（由大写字母、小写字母和数字字符构成），都可以通过插入若干个字符的方法将其变成一个回文串。</a:t>
            </a:r>
            <a:endParaRPr lang="zh-CN" altLang="zh-CN" dirty="0">
              <a:solidFill>
                <a:srgbClr val="000000"/>
              </a:solidFill>
            </a:endParaRPr>
          </a:p>
          <a:p>
            <a:pPr marL="342900" indent="-342900">
              <a:buFont typeface="Arial" panose="020B0604020202020204" pitchFamily="34" charset="0"/>
              <a:buChar char="•"/>
            </a:pPr>
            <a:r>
              <a:rPr lang="zh-CN" altLang="zh-CN" b="1" dirty="0">
                <a:solidFill>
                  <a:srgbClr val="000000"/>
                </a:solidFill>
              </a:rPr>
              <a:t>例如：给定一个字符串</a:t>
            </a:r>
            <a:r>
              <a:rPr lang="en-US" altLang="zh-CN" b="1" dirty="0">
                <a:solidFill>
                  <a:srgbClr val="000000"/>
                </a:solidFill>
              </a:rPr>
              <a:t>Ab3bd</a:t>
            </a:r>
            <a:r>
              <a:rPr lang="zh-CN" altLang="zh-CN" b="1" dirty="0">
                <a:solidFill>
                  <a:srgbClr val="000000"/>
                </a:solidFill>
              </a:rPr>
              <a:t>，在插入两个字符后就可以变成一个回文串，如可以在</a:t>
            </a:r>
            <a:r>
              <a:rPr lang="en-US" altLang="zh-CN" b="1" dirty="0">
                <a:solidFill>
                  <a:srgbClr val="000000"/>
                </a:solidFill>
              </a:rPr>
              <a:t>A</a:t>
            </a:r>
            <a:r>
              <a:rPr lang="zh-CN" altLang="zh-CN" b="1" dirty="0">
                <a:solidFill>
                  <a:srgbClr val="000000"/>
                </a:solidFill>
              </a:rPr>
              <a:t>的左边添上一个</a:t>
            </a:r>
            <a:r>
              <a:rPr lang="en-US" altLang="zh-CN" b="1" dirty="0">
                <a:solidFill>
                  <a:srgbClr val="000000"/>
                </a:solidFill>
              </a:rPr>
              <a:t>d</a:t>
            </a:r>
            <a:r>
              <a:rPr lang="zh-CN" altLang="zh-CN" b="1" dirty="0">
                <a:solidFill>
                  <a:srgbClr val="000000"/>
                </a:solidFill>
              </a:rPr>
              <a:t>，再在最后一个</a:t>
            </a:r>
            <a:r>
              <a:rPr lang="en-US" altLang="zh-CN" b="1" dirty="0">
                <a:solidFill>
                  <a:srgbClr val="000000"/>
                </a:solidFill>
              </a:rPr>
              <a:t>d</a:t>
            </a:r>
            <a:r>
              <a:rPr lang="zh-CN" altLang="zh-CN" b="1" dirty="0">
                <a:solidFill>
                  <a:srgbClr val="000000"/>
                </a:solidFill>
              </a:rPr>
              <a:t>之前添上一个</a:t>
            </a:r>
            <a:r>
              <a:rPr lang="en-US" altLang="zh-CN" b="1" dirty="0">
                <a:solidFill>
                  <a:srgbClr val="000000"/>
                </a:solidFill>
              </a:rPr>
              <a:t>A</a:t>
            </a:r>
            <a:r>
              <a:rPr lang="zh-CN" altLang="zh-CN" b="1" dirty="0">
                <a:solidFill>
                  <a:srgbClr val="000000"/>
                </a:solidFill>
              </a:rPr>
              <a:t>，这样改造后的字符串为</a:t>
            </a:r>
            <a:r>
              <a:rPr lang="en-US" altLang="zh-CN" b="1" dirty="0">
                <a:solidFill>
                  <a:srgbClr val="000000"/>
                </a:solidFill>
              </a:rPr>
              <a:t>dAb3bAd</a:t>
            </a:r>
            <a:r>
              <a:rPr lang="zh-CN" altLang="zh-CN" b="1" dirty="0">
                <a:solidFill>
                  <a:srgbClr val="000000"/>
                </a:solidFill>
              </a:rPr>
              <a:t>，它是一个回文串。</a:t>
            </a:r>
            <a:endParaRPr lang="zh-CN" altLang="zh-CN" dirty="0">
              <a:solidFill>
                <a:srgbClr val="000000"/>
              </a:solidFill>
            </a:endParaRPr>
          </a:p>
          <a:p>
            <a:pPr marL="342900" indent="-342900">
              <a:buFont typeface="Arial" panose="020B0604020202020204" pitchFamily="34" charset="0"/>
              <a:buChar char="•"/>
            </a:pPr>
            <a:r>
              <a:rPr lang="zh-CN" altLang="zh-CN" b="1" dirty="0">
                <a:solidFill>
                  <a:srgbClr val="000000"/>
                </a:solidFill>
              </a:rPr>
              <a:t>那么对于任意给定的一个字符串，最少要插入几个字符才能将其变成回文串呢？</a:t>
            </a:r>
            <a:endParaRPr lang="en-US" altLang="zh-CN" b="1" dirty="0">
              <a:solidFill>
                <a:srgbClr val="000000"/>
              </a:solidFill>
            </a:endParaRPr>
          </a:p>
          <a:p>
            <a:endParaRPr lang="en-US" altLang="zh-CN" b="1" dirty="0">
              <a:solidFill>
                <a:srgbClr val="000000"/>
              </a:solidFill>
            </a:endParaRPr>
          </a:p>
          <a:p>
            <a:r>
              <a:rPr lang="zh-CN" altLang="zh-CN" b="1" dirty="0">
                <a:solidFill>
                  <a:srgbClr val="000000"/>
                </a:solidFill>
              </a:rPr>
              <a:t>该问题是</a:t>
            </a:r>
            <a:r>
              <a:rPr lang="en-US" altLang="zh-CN" b="1" dirty="0">
                <a:solidFill>
                  <a:srgbClr val="000000"/>
                </a:solidFill>
              </a:rPr>
              <a:t>IOI2000</a:t>
            </a:r>
            <a:r>
              <a:rPr lang="zh-CN" altLang="zh-CN" b="1" dirty="0">
                <a:solidFill>
                  <a:srgbClr val="000000"/>
                </a:solidFill>
              </a:rPr>
              <a:t>中的一道经典题目，可以直接用动态规划方法来求解，但也可以巧妙地利用最长公共子序列问题来求解。</a:t>
            </a:r>
            <a:endParaRPr lang="zh-CN" altLang="zh-CN" dirty="0">
              <a:solidFill>
                <a:srgbClr val="000000"/>
              </a:solidFill>
            </a:endParaRPr>
          </a:p>
        </p:txBody>
      </p:sp>
    </p:spTree>
    <p:extLst>
      <p:ext uri="{BB962C8B-B14F-4D97-AF65-F5344CB8AC3E}">
        <p14:creationId xmlns:p14="http://schemas.microsoft.com/office/powerpoint/2010/main" val="36348944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42759" y="209863"/>
            <a:ext cx="6912840" cy="400110"/>
          </a:xfrm>
          <a:prstGeom prst="rect">
            <a:avLst/>
          </a:prstGeom>
          <a:noFill/>
        </p:spPr>
        <p:txBody>
          <a:bodyPr wrap="square" rtlCol="0">
            <a:spAutoFit/>
          </a:bodyPr>
          <a:lstStyle/>
          <a:p>
            <a:pPr algn="ctr"/>
            <a:r>
              <a:rPr lang="zh-CN" altLang="en-US" b="1" dirty="0">
                <a:solidFill>
                  <a:srgbClr val="000000"/>
                </a:solidFill>
              </a:rPr>
              <a:t>解题思路</a:t>
            </a:r>
          </a:p>
        </p:txBody>
      </p:sp>
      <p:sp>
        <p:nvSpPr>
          <p:cNvPr id="3" name="文本框 2"/>
          <p:cNvSpPr txBox="1"/>
          <p:nvPr/>
        </p:nvSpPr>
        <p:spPr>
          <a:xfrm>
            <a:off x="769938" y="843540"/>
            <a:ext cx="7892159" cy="1015663"/>
          </a:xfrm>
          <a:prstGeom prst="rect">
            <a:avLst/>
          </a:prstGeom>
          <a:noFill/>
        </p:spPr>
        <p:txBody>
          <a:bodyPr wrap="square" rtlCol="0">
            <a:spAutoFit/>
          </a:bodyPr>
          <a:lstStyle/>
          <a:p>
            <a:pPr marL="342900" indent="-342900">
              <a:buFont typeface="Arial" panose="020B0604020202020204" pitchFamily="34" charset="0"/>
              <a:buChar char="•"/>
            </a:pPr>
            <a:r>
              <a:rPr lang="zh-CN" altLang="zh-CN" b="1" dirty="0">
                <a:solidFill>
                  <a:srgbClr val="000000"/>
                </a:solidFill>
              </a:rPr>
              <a:t>首先将给定的字符串</a:t>
            </a:r>
            <a:r>
              <a:rPr lang="en-US" altLang="zh-CN" b="1" dirty="0">
                <a:solidFill>
                  <a:srgbClr val="000000"/>
                </a:solidFill>
              </a:rPr>
              <a:t>X</a:t>
            </a:r>
            <a:r>
              <a:rPr lang="zh-CN" altLang="zh-CN" b="1" dirty="0">
                <a:solidFill>
                  <a:srgbClr val="000000"/>
                </a:solidFill>
              </a:rPr>
              <a:t>翻转得到它的逆串</a:t>
            </a:r>
            <a:r>
              <a:rPr lang="en-US" altLang="zh-CN" b="1" dirty="0">
                <a:solidFill>
                  <a:srgbClr val="000000"/>
                </a:solidFill>
              </a:rPr>
              <a:t>Y</a:t>
            </a:r>
            <a:r>
              <a:rPr lang="zh-CN" altLang="zh-CN" b="1" dirty="0">
                <a:solidFill>
                  <a:srgbClr val="000000"/>
                </a:solidFill>
              </a:rPr>
              <a:t>，然后求</a:t>
            </a:r>
            <a:r>
              <a:rPr lang="en-US" altLang="zh-CN" b="1" dirty="0">
                <a:solidFill>
                  <a:srgbClr val="000000"/>
                </a:solidFill>
              </a:rPr>
              <a:t>X</a:t>
            </a:r>
            <a:r>
              <a:rPr lang="zh-CN" altLang="zh-CN" b="1" dirty="0">
                <a:solidFill>
                  <a:srgbClr val="000000"/>
                </a:solidFill>
              </a:rPr>
              <a:t>与</a:t>
            </a:r>
            <a:r>
              <a:rPr lang="en-US" altLang="zh-CN" b="1" dirty="0">
                <a:solidFill>
                  <a:srgbClr val="000000"/>
                </a:solidFill>
              </a:rPr>
              <a:t>Y</a:t>
            </a:r>
            <a:r>
              <a:rPr lang="zh-CN" altLang="zh-CN" b="1" dirty="0">
                <a:solidFill>
                  <a:srgbClr val="000000"/>
                </a:solidFill>
              </a:rPr>
              <a:t>的最长公共子序列，那么</a:t>
            </a:r>
            <a:r>
              <a:rPr lang="en-US" altLang="zh-CN" b="1" dirty="0">
                <a:solidFill>
                  <a:srgbClr val="000000"/>
                </a:solidFill>
              </a:rPr>
              <a:t>X</a:t>
            </a:r>
            <a:r>
              <a:rPr lang="zh-CN" altLang="zh-CN" b="1" dirty="0">
                <a:solidFill>
                  <a:srgbClr val="000000"/>
                </a:solidFill>
              </a:rPr>
              <a:t>的字符个数</a:t>
            </a:r>
            <a:r>
              <a:rPr lang="en-US" altLang="zh-CN" b="1" dirty="0">
                <a:solidFill>
                  <a:srgbClr val="000000"/>
                </a:solidFill>
              </a:rPr>
              <a:t>n</a:t>
            </a:r>
            <a:r>
              <a:rPr lang="zh-CN" altLang="zh-CN" b="1" dirty="0">
                <a:solidFill>
                  <a:srgbClr val="000000"/>
                </a:solidFill>
              </a:rPr>
              <a:t>减去最长公共子序列的长度即为将</a:t>
            </a:r>
            <a:r>
              <a:rPr lang="en-US" altLang="zh-CN" b="1" dirty="0">
                <a:solidFill>
                  <a:srgbClr val="000000"/>
                </a:solidFill>
              </a:rPr>
              <a:t>X</a:t>
            </a:r>
            <a:r>
              <a:rPr lang="zh-CN" altLang="zh-CN" b="1" dirty="0">
                <a:solidFill>
                  <a:srgbClr val="000000"/>
                </a:solidFill>
              </a:rPr>
              <a:t>变成回文串时最少需要添加的字符个数。</a:t>
            </a:r>
            <a:endParaRPr lang="zh-CN" altLang="zh-CN" dirty="0">
              <a:solidFill>
                <a:srgbClr val="000000"/>
              </a:solidFill>
            </a:endParaRPr>
          </a:p>
        </p:txBody>
      </p:sp>
    </p:spTree>
    <p:extLst>
      <p:ext uri="{BB962C8B-B14F-4D97-AF65-F5344CB8AC3E}">
        <p14:creationId xmlns:p14="http://schemas.microsoft.com/office/powerpoint/2010/main" val="19419481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42759" y="209863"/>
            <a:ext cx="6912840" cy="400110"/>
          </a:xfrm>
          <a:prstGeom prst="rect">
            <a:avLst/>
          </a:prstGeom>
          <a:noFill/>
        </p:spPr>
        <p:txBody>
          <a:bodyPr wrap="square" rtlCol="0">
            <a:spAutoFit/>
          </a:bodyPr>
          <a:lstStyle/>
          <a:p>
            <a:pPr algn="ctr"/>
            <a:r>
              <a:rPr lang="zh-CN" altLang="zh-CN" b="1" dirty="0">
                <a:solidFill>
                  <a:srgbClr val="000000"/>
                </a:solidFill>
              </a:rPr>
              <a:t>利用最长公共子序列求解回文词的构造问题</a:t>
            </a:r>
            <a:endParaRPr lang="zh-CN" altLang="en-US" b="1" dirty="0">
              <a:solidFill>
                <a:srgbClr val="000000"/>
              </a:solidFill>
            </a:endParaRPr>
          </a:p>
        </p:txBody>
      </p:sp>
      <p:sp>
        <p:nvSpPr>
          <p:cNvPr id="3" name="文本框 2"/>
          <p:cNvSpPr txBox="1"/>
          <p:nvPr/>
        </p:nvSpPr>
        <p:spPr>
          <a:xfrm>
            <a:off x="654724" y="728326"/>
            <a:ext cx="7892159" cy="4093428"/>
          </a:xfrm>
          <a:prstGeom prst="rect">
            <a:avLst/>
          </a:prstGeom>
          <a:noFill/>
        </p:spPr>
        <p:txBody>
          <a:bodyPr wrap="square" rtlCol="0">
            <a:spAutoFit/>
          </a:bodyPr>
          <a:lstStyle/>
          <a:p>
            <a:r>
              <a:rPr lang="zh-CN" altLang="zh-CN" b="1" dirty="0">
                <a:solidFill>
                  <a:srgbClr val="000000"/>
                </a:solidFill>
              </a:rPr>
              <a:t>　　</a:t>
            </a:r>
            <a:r>
              <a:rPr lang="en-US" altLang="zh-CN" b="1" dirty="0" err="1">
                <a:solidFill>
                  <a:srgbClr val="000000"/>
                </a:solidFill>
              </a:rPr>
              <a:t>int</a:t>
            </a:r>
            <a:r>
              <a:rPr lang="en-US" altLang="zh-CN" b="1" dirty="0">
                <a:solidFill>
                  <a:srgbClr val="000000"/>
                </a:solidFill>
              </a:rPr>
              <a:t> </a:t>
            </a:r>
            <a:r>
              <a:rPr lang="en-US" altLang="zh-CN" b="1" dirty="0" err="1">
                <a:solidFill>
                  <a:srgbClr val="000000"/>
                </a:solidFill>
              </a:rPr>
              <a:t>huiwen</a:t>
            </a:r>
            <a:r>
              <a:rPr lang="zh-CN" altLang="zh-CN" b="1" dirty="0">
                <a:solidFill>
                  <a:srgbClr val="000000"/>
                </a:solidFill>
              </a:rPr>
              <a:t>（</a:t>
            </a:r>
            <a:r>
              <a:rPr lang="en-US" altLang="zh-CN" b="1" dirty="0" err="1">
                <a:solidFill>
                  <a:srgbClr val="000000"/>
                </a:solidFill>
              </a:rPr>
              <a:t>int</a:t>
            </a:r>
            <a:r>
              <a:rPr lang="en-US" altLang="zh-CN" b="1" dirty="0">
                <a:solidFill>
                  <a:srgbClr val="000000"/>
                </a:solidFill>
              </a:rPr>
              <a:t> n</a:t>
            </a:r>
            <a:r>
              <a:rPr lang="zh-CN" altLang="zh-CN" b="1" dirty="0">
                <a:solidFill>
                  <a:srgbClr val="000000"/>
                </a:solidFill>
              </a:rPr>
              <a:t>，</a:t>
            </a:r>
            <a:r>
              <a:rPr lang="en-US" altLang="zh-CN" b="1" dirty="0">
                <a:solidFill>
                  <a:srgbClr val="000000"/>
                </a:solidFill>
              </a:rPr>
              <a:t>char x[]</a:t>
            </a:r>
            <a:r>
              <a:rPr lang="zh-CN" altLang="zh-CN" b="1" dirty="0">
                <a:solidFill>
                  <a:srgbClr val="000000"/>
                </a:solidFill>
              </a:rPr>
              <a:t>，</a:t>
            </a:r>
            <a:r>
              <a:rPr lang="en-US" altLang="zh-CN" b="1" dirty="0">
                <a:solidFill>
                  <a:srgbClr val="000000"/>
                </a:solidFill>
              </a:rPr>
              <a:t>char y[]</a:t>
            </a:r>
            <a:r>
              <a:rPr lang="zh-CN" altLang="zh-CN" b="1" dirty="0">
                <a:solidFill>
                  <a:srgbClr val="000000"/>
                </a:solidFill>
              </a:rPr>
              <a:t>）</a:t>
            </a:r>
            <a:r>
              <a:rPr lang="en-US" altLang="zh-CN" b="1" dirty="0">
                <a:solidFill>
                  <a:srgbClr val="000000"/>
                </a:solidFill>
              </a:rPr>
              <a:t>  //</a:t>
            </a:r>
            <a:r>
              <a:rPr lang="zh-CN" altLang="zh-CN" b="1" dirty="0">
                <a:solidFill>
                  <a:srgbClr val="000000"/>
                </a:solidFill>
              </a:rPr>
              <a:t>该算法求解</a:t>
            </a:r>
            <a:r>
              <a:rPr lang="en-US" altLang="zh-CN" b="1" dirty="0">
                <a:solidFill>
                  <a:srgbClr val="000000"/>
                </a:solidFill>
              </a:rPr>
              <a:t>x[1</a:t>
            </a:r>
            <a:r>
              <a:rPr lang="zh-CN" altLang="zh-CN" b="1" dirty="0">
                <a:solidFill>
                  <a:srgbClr val="000000"/>
                </a:solidFill>
              </a:rPr>
              <a:t>：</a:t>
            </a:r>
            <a:r>
              <a:rPr lang="en-US" altLang="zh-CN" b="1" dirty="0">
                <a:solidFill>
                  <a:srgbClr val="000000"/>
                </a:solidFill>
              </a:rPr>
              <a:t>n] </a:t>
            </a:r>
            <a:br>
              <a:rPr lang="en-US" altLang="zh-CN" b="1" dirty="0">
                <a:solidFill>
                  <a:srgbClr val="000000"/>
                </a:solidFill>
              </a:rPr>
            </a:br>
            <a:r>
              <a:rPr lang="zh-CN" altLang="zh-CN" b="1" dirty="0">
                <a:solidFill>
                  <a:srgbClr val="000000"/>
                </a:solidFill>
              </a:rPr>
              <a:t>　　这个长度为</a:t>
            </a:r>
            <a:r>
              <a:rPr lang="en-US" altLang="zh-CN" b="1" dirty="0">
                <a:solidFill>
                  <a:srgbClr val="000000"/>
                </a:solidFill>
              </a:rPr>
              <a:t>n</a:t>
            </a:r>
            <a:r>
              <a:rPr lang="zh-CN" altLang="zh-CN" b="1" dirty="0">
                <a:solidFill>
                  <a:srgbClr val="000000"/>
                </a:solidFill>
              </a:rPr>
              <a:t>的字符串变为回文串时最少要插入的字符个数</a:t>
            </a:r>
            <a:r>
              <a:rPr lang="en-US" altLang="zh-CN" b="1" dirty="0">
                <a:solidFill>
                  <a:srgbClr val="000000"/>
                </a:solidFill>
              </a:rPr>
              <a:t> </a:t>
            </a:r>
            <a:br>
              <a:rPr lang="en-US" altLang="zh-CN" b="1" dirty="0">
                <a:solidFill>
                  <a:srgbClr val="000000"/>
                </a:solidFill>
              </a:rPr>
            </a:br>
            <a:r>
              <a:rPr lang="zh-CN" altLang="zh-CN" b="1" dirty="0">
                <a:solidFill>
                  <a:srgbClr val="000000"/>
                </a:solidFill>
              </a:rPr>
              <a:t>　　</a:t>
            </a:r>
            <a:r>
              <a:rPr lang="en-US" altLang="zh-CN" b="1" dirty="0">
                <a:solidFill>
                  <a:srgbClr val="000000"/>
                </a:solidFill>
              </a:rPr>
              <a:t>{ </a:t>
            </a:r>
            <a:br>
              <a:rPr lang="en-US" altLang="zh-CN" b="1" dirty="0">
                <a:solidFill>
                  <a:srgbClr val="000000"/>
                </a:solidFill>
              </a:rPr>
            </a:br>
            <a:r>
              <a:rPr lang="zh-CN" altLang="zh-CN" b="1" dirty="0">
                <a:solidFill>
                  <a:srgbClr val="000000"/>
                </a:solidFill>
              </a:rPr>
              <a:t>　　</a:t>
            </a:r>
            <a:r>
              <a:rPr lang="en-US" altLang="zh-CN" b="1" dirty="0">
                <a:solidFill>
                  <a:srgbClr val="000000"/>
                </a:solidFill>
              </a:rPr>
              <a:t>	for</a:t>
            </a:r>
            <a:r>
              <a:rPr lang="zh-CN" altLang="zh-CN" b="1" dirty="0">
                <a:solidFill>
                  <a:srgbClr val="000000"/>
                </a:solidFill>
              </a:rPr>
              <a:t>（</a:t>
            </a:r>
            <a:r>
              <a:rPr lang="en-US" altLang="zh-CN" b="1" dirty="0" err="1">
                <a:solidFill>
                  <a:srgbClr val="000000"/>
                </a:solidFill>
              </a:rPr>
              <a:t>int</a:t>
            </a:r>
            <a:r>
              <a:rPr lang="en-US" altLang="zh-CN" b="1" dirty="0">
                <a:solidFill>
                  <a:srgbClr val="000000"/>
                </a:solidFill>
              </a:rPr>
              <a:t> </a:t>
            </a:r>
            <a:r>
              <a:rPr lang="en-US" altLang="zh-CN" b="1" dirty="0" err="1">
                <a:solidFill>
                  <a:srgbClr val="000000"/>
                </a:solidFill>
              </a:rPr>
              <a:t>i</a:t>
            </a:r>
            <a:r>
              <a:rPr lang="en-US" altLang="zh-CN" b="1" dirty="0">
                <a:solidFill>
                  <a:srgbClr val="000000"/>
                </a:solidFill>
              </a:rPr>
              <a:t>=1;i&lt;=</a:t>
            </a:r>
            <a:r>
              <a:rPr lang="en-US" altLang="zh-CN" b="1" dirty="0" err="1">
                <a:solidFill>
                  <a:srgbClr val="000000"/>
                </a:solidFill>
              </a:rPr>
              <a:t>n;i</a:t>
            </a:r>
            <a:r>
              <a:rPr lang="en-US" altLang="zh-CN" b="1" dirty="0">
                <a:solidFill>
                  <a:srgbClr val="000000"/>
                </a:solidFill>
              </a:rPr>
              <a:t>++</a:t>
            </a:r>
            <a:r>
              <a:rPr lang="zh-CN" altLang="zh-CN" b="1" dirty="0">
                <a:solidFill>
                  <a:srgbClr val="000000"/>
                </a:solidFill>
              </a:rPr>
              <a:t>）</a:t>
            </a:r>
            <a:r>
              <a:rPr lang="en-US" altLang="zh-CN" b="1" dirty="0">
                <a:solidFill>
                  <a:srgbClr val="000000"/>
                </a:solidFill>
              </a:rPr>
              <a:t>    //</a:t>
            </a:r>
            <a:r>
              <a:rPr lang="zh-CN" altLang="zh-CN" b="1" dirty="0">
                <a:solidFill>
                  <a:srgbClr val="000000"/>
                </a:solidFill>
              </a:rPr>
              <a:t>向字符数组</a:t>
            </a:r>
            <a:r>
              <a:rPr lang="en-US" altLang="zh-CN" b="1" dirty="0">
                <a:solidFill>
                  <a:srgbClr val="000000"/>
                </a:solidFill>
              </a:rPr>
              <a:t>x</a:t>
            </a:r>
            <a:r>
              <a:rPr lang="zh-CN" altLang="zh-CN" b="1" dirty="0">
                <a:solidFill>
                  <a:srgbClr val="000000"/>
                </a:solidFill>
              </a:rPr>
              <a:t>中输入一个字符串</a:t>
            </a:r>
            <a:r>
              <a:rPr lang="en-US" altLang="zh-CN" b="1" dirty="0">
                <a:solidFill>
                  <a:srgbClr val="000000"/>
                </a:solidFill>
              </a:rPr>
              <a:t> </a:t>
            </a:r>
            <a:br>
              <a:rPr lang="en-US" altLang="zh-CN" b="1" dirty="0">
                <a:solidFill>
                  <a:srgbClr val="000000"/>
                </a:solidFill>
              </a:rPr>
            </a:br>
            <a:r>
              <a:rPr lang="zh-CN" altLang="zh-CN" b="1" dirty="0">
                <a:solidFill>
                  <a:srgbClr val="000000"/>
                </a:solidFill>
              </a:rPr>
              <a:t>　　</a:t>
            </a:r>
            <a:r>
              <a:rPr lang="en-US" altLang="zh-CN" b="1" dirty="0">
                <a:solidFill>
                  <a:srgbClr val="000000"/>
                </a:solidFill>
              </a:rPr>
              <a:t>	</a:t>
            </a:r>
            <a:r>
              <a:rPr lang="en-US" altLang="zh-CN" b="1" dirty="0" err="1">
                <a:solidFill>
                  <a:srgbClr val="000000"/>
                </a:solidFill>
              </a:rPr>
              <a:t>scanf</a:t>
            </a:r>
            <a:r>
              <a:rPr lang="zh-CN" altLang="zh-CN" b="1" dirty="0">
                <a:solidFill>
                  <a:srgbClr val="000000"/>
                </a:solidFill>
              </a:rPr>
              <a:t>（</a:t>
            </a:r>
            <a:r>
              <a:rPr lang="en-US" altLang="zh-CN" b="1" dirty="0">
                <a:solidFill>
                  <a:srgbClr val="000000"/>
                </a:solidFill>
              </a:rPr>
              <a:t>”%c”</a:t>
            </a:r>
            <a:r>
              <a:rPr lang="zh-CN" altLang="zh-CN" b="1" dirty="0">
                <a:solidFill>
                  <a:srgbClr val="000000"/>
                </a:solidFill>
              </a:rPr>
              <a:t>，</a:t>
            </a:r>
            <a:r>
              <a:rPr lang="en-US" altLang="zh-CN" b="1" dirty="0">
                <a:solidFill>
                  <a:srgbClr val="000000"/>
                </a:solidFill>
              </a:rPr>
              <a:t>&amp;x[</a:t>
            </a:r>
            <a:r>
              <a:rPr lang="en-US" altLang="zh-CN" b="1" dirty="0" err="1">
                <a:solidFill>
                  <a:srgbClr val="000000"/>
                </a:solidFill>
              </a:rPr>
              <a:t>i</a:t>
            </a:r>
            <a:r>
              <a:rPr lang="en-US" altLang="zh-CN" b="1" dirty="0">
                <a:solidFill>
                  <a:srgbClr val="000000"/>
                </a:solidFill>
              </a:rPr>
              <a:t>]</a:t>
            </a:r>
            <a:r>
              <a:rPr lang="zh-CN" altLang="zh-CN" b="1" dirty="0">
                <a:solidFill>
                  <a:srgbClr val="000000"/>
                </a:solidFill>
              </a:rPr>
              <a:t>）</a:t>
            </a:r>
            <a:r>
              <a:rPr lang="en-US" altLang="zh-CN" b="1" dirty="0">
                <a:solidFill>
                  <a:srgbClr val="000000"/>
                </a:solidFill>
              </a:rPr>
              <a:t>; </a:t>
            </a:r>
            <a:br>
              <a:rPr lang="en-US" altLang="zh-CN" b="1" dirty="0">
                <a:solidFill>
                  <a:srgbClr val="000000"/>
                </a:solidFill>
              </a:rPr>
            </a:br>
            <a:r>
              <a:rPr lang="zh-CN" altLang="zh-CN" b="1" dirty="0">
                <a:solidFill>
                  <a:srgbClr val="000000"/>
                </a:solidFill>
              </a:rPr>
              <a:t>　　</a:t>
            </a:r>
            <a:r>
              <a:rPr lang="en-US" altLang="zh-CN" b="1" dirty="0">
                <a:solidFill>
                  <a:srgbClr val="000000"/>
                </a:solidFill>
              </a:rPr>
              <a:t>	for</a:t>
            </a:r>
            <a:r>
              <a:rPr lang="zh-CN" altLang="zh-CN" b="1" dirty="0">
                <a:solidFill>
                  <a:srgbClr val="000000"/>
                </a:solidFill>
              </a:rPr>
              <a:t>（</a:t>
            </a:r>
            <a:r>
              <a:rPr lang="en-US" altLang="zh-CN" b="1" dirty="0" err="1">
                <a:solidFill>
                  <a:srgbClr val="000000"/>
                </a:solidFill>
              </a:rPr>
              <a:t>int</a:t>
            </a:r>
            <a:r>
              <a:rPr lang="en-US" altLang="zh-CN" b="1" dirty="0">
                <a:solidFill>
                  <a:srgbClr val="000000"/>
                </a:solidFill>
              </a:rPr>
              <a:t> </a:t>
            </a:r>
            <a:r>
              <a:rPr lang="en-US" altLang="zh-CN" b="1" dirty="0" err="1">
                <a:solidFill>
                  <a:srgbClr val="000000"/>
                </a:solidFill>
              </a:rPr>
              <a:t>i</a:t>
            </a:r>
            <a:r>
              <a:rPr lang="en-US" altLang="zh-CN" b="1" dirty="0">
                <a:solidFill>
                  <a:srgbClr val="000000"/>
                </a:solidFill>
              </a:rPr>
              <a:t>=1;i&lt;=</a:t>
            </a:r>
            <a:r>
              <a:rPr lang="en-US" altLang="zh-CN" b="1" dirty="0" err="1">
                <a:solidFill>
                  <a:srgbClr val="000000"/>
                </a:solidFill>
              </a:rPr>
              <a:t>n;i</a:t>
            </a:r>
            <a:r>
              <a:rPr lang="en-US" altLang="zh-CN" b="1" dirty="0">
                <a:solidFill>
                  <a:srgbClr val="000000"/>
                </a:solidFill>
              </a:rPr>
              <a:t>++</a:t>
            </a:r>
            <a:r>
              <a:rPr lang="zh-CN" altLang="zh-CN" b="1" dirty="0">
                <a:solidFill>
                  <a:srgbClr val="000000"/>
                </a:solidFill>
              </a:rPr>
              <a:t>）</a:t>
            </a:r>
            <a:r>
              <a:rPr lang="en-US" altLang="zh-CN" b="1" dirty="0">
                <a:solidFill>
                  <a:srgbClr val="000000"/>
                </a:solidFill>
              </a:rPr>
              <a:t>    //</a:t>
            </a:r>
            <a:r>
              <a:rPr lang="zh-CN" altLang="zh-CN" b="1" dirty="0">
                <a:solidFill>
                  <a:srgbClr val="000000"/>
                </a:solidFill>
              </a:rPr>
              <a:t>求字符串</a:t>
            </a:r>
            <a:r>
              <a:rPr lang="en-US" altLang="zh-CN" b="1" dirty="0">
                <a:solidFill>
                  <a:srgbClr val="000000"/>
                </a:solidFill>
              </a:rPr>
              <a:t>x</a:t>
            </a:r>
            <a:r>
              <a:rPr lang="zh-CN" altLang="zh-CN" b="1" dirty="0">
                <a:solidFill>
                  <a:srgbClr val="000000"/>
                </a:solidFill>
              </a:rPr>
              <a:t>的逆串，保存在字符数组</a:t>
            </a:r>
            <a:r>
              <a:rPr lang="en-US" altLang="zh-CN" b="1" dirty="0">
                <a:solidFill>
                  <a:srgbClr val="000000"/>
                </a:solidFill>
              </a:rPr>
              <a:t>y</a:t>
            </a:r>
            <a:r>
              <a:rPr lang="zh-CN" altLang="zh-CN" b="1" dirty="0">
                <a:solidFill>
                  <a:srgbClr val="000000"/>
                </a:solidFill>
              </a:rPr>
              <a:t>中</a:t>
            </a:r>
            <a:r>
              <a:rPr lang="en-US" altLang="zh-CN" b="1" dirty="0">
                <a:solidFill>
                  <a:srgbClr val="000000"/>
                </a:solidFill>
              </a:rPr>
              <a:t> </a:t>
            </a:r>
            <a:br>
              <a:rPr lang="en-US" altLang="zh-CN" b="1" dirty="0">
                <a:solidFill>
                  <a:srgbClr val="000000"/>
                </a:solidFill>
              </a:rPr>
            </a:br>
            <a:r>
              <a:rPr lang="zh-CN" altLang="zh-CN" b="1" dirty="0">
                <a:solidFill>
                  <a:srgbClr val="000000"/>
                </a:solidFill>
              </a:rPr>
              <a:t>　　</a:t>
            </a:r>
            <a:r>
              <a:rPr lang="en-US" altLang="zh-CN" b="1" dirty="0">
                <a:solidFill>
                  <a:srgbClr val="000000"/>
                </a:solidFill>
              </a:rPr>
              <a:t> 	y[</a:t>
            </a:r>
            <a:r>
              <a:rPr lang="en-US" altLang="zh-CN" b="1" dirty="0" err="1">
                <a:solidFill>
                  <a:srgbClr val="000000"/>
                </a:solidFill>
              </a:rPr>
              <a:t>i</a:t>
            </a:r>
            <a:r>
              <a:rPr lang="en-US" altLang="zh-CN" b="1" dirty="0">
                <a:solidFill>
                  <a:srgbClr val="000000"/>
                </a:solidFill>
              </a:rPr>
              <a:t>]=x[n-i+1]; </a:t>
            </a:r>
            <a:br>
              <a:rPr lang="en-US" altLang="zh-CN" b="1" dirty="0">
                <a:solidFill>
                  <a:srgbClr val="000000"/>
                </a:solidFill>
              </a:rPr>
            </a:br>
            <a:r>
              <a:rPr lang="zh-CN" altLang="zh-CN" b="1" dirty="0">
                <a:solidFill>
                  <a:srgbClr val="000000"/>
                </a:solidFill>
              </a:rPr>
              <a:t>　　</a:t>
            </a:r>
            <a:r>
              <a:rPr lang="en-US" altLang="zh-CN" b="1" dirty="0">
                <a:solidFill>
                  <a:srgbClr val="000000"/>
                </a:solidFill>
              </a:rPr>
              <a:t> 	</a:t>
            </a:r>
            <a:r>
              <a:rPr lang="en-US" altLang="zh-CN" b="1" dirty="0" err="1">
                <a:solidFill>
                  <a:srgbClr val="000000"/>
                </a:solidFill>
              </a:rPr>
              <a:t>LCSLength</a:t>
            </a:r>
            <a:r>
              <a:rPr lang="zh-CN" altLang="zh-CN" b="1" dirty="0">
                <a:solidFill>
                  <a:srgbClr val="000000"/>
                </a:solidFill>
              </a:rPr>
              <a:t>（</a:t>
            </a:r>
            <a:r>
              <a:rPr lang="en-US" altLang="zh-CN" b="1" dirty="0">
                <a:solidFill>
                  <a:srgbClr val="000000"/>
                </a:solidFill>
              </a:rPr>
              <a:t>x</a:t>
            </a:r>
            <a:r>
              <a:rPr lang="zh-CN" altLang="zh-CN" b="1" dirty="0">
                <a:solidFill>
                  <a:srgbClr val="000000"/>
                </a:solidFill>
              </a:rPr>
              <a:t>，</a:t>
            </a:r>
            <a:r>
              <a:rPr lang="en-US" altLang="zh-CN" b="1" dirty="0">
                <a:solidFill>
                  <a:srgbClr val="000000"/>
                </a:solidFill>
              </a:rPr>
              <a:t>y</a:t>
            </a:r>
            <a:r>
              <a:rPr lang="zh-CN" altLang="zh-CN" b="1" dirty="0">
                <a:solidFill>
                  <a:srgbClr val="000000"/>
                </a:solidFill>
              </a:rPr>
              <a:t>，</a:t>
            </a:r>
            <a:r>
              <a:rPr lang="en-US" altLang="zh-CN" b="1" dirty="0">
                <a:solidFill>
                  <a:srgbClr val="000000"/>
                </a:solidFill>
              </a:rPr>
              <a:t>n</a:t>
            </a:r>
            <a:r>
              <a:rPr lang="zh-CN" altLang="zh-CN" b="1" dirty="0">
                <a:solidFill>
                  <a:srgbClr val="000000"/>
                </a:solidFill>
              </a:rPr>
              <a:t>，</a:t>
            </a:r>
            <a:r>
              <a:rPr lang="en-US" altLang="zh-CN" b="1" dirty="0">
                <a:solidFill>
                  <a:srgbClr val="000000"/>
                </a:solidFill>
              </a:rPr>
              <a:t>n</a:t>
            </a:r>
            <a:r>
              <a:rPr lang="zh-CN" altLang="zh-CN" b="1" dirty="0">
                <a:solidFill>
                  <a:srgbClr val="000000"/>
                </a:solidFill>
              </a:rPr>
              <a:t>）</a:t>
            </a:r>
            <a:r>
              <a:rPr lang="en-US" altLang="zh-CN" b="1" dirty="0">
                <a:solidFill>
                  <a:srgbClr val="000000"/>
                </a:solidFill>
              </a:rPr>
              <a:t>;    //</a:t>
            </a:r>
            <a:r>
              <a:rPr lang="zh-CN" altLang="zh-CN" b="1" dirty="0">
                <a:solidFill>
                  <a:srgbClr val="000000"/>
                </a:solidFill>
              </a:rPr>
              <a:t>求原串</a:t>
            </a:r>
            <a:r>
              <a:rPr lang="en-US" altLang="zh-CN" b="1" dirty="0">
                <a:solidFill>
                  <a:srgbClr val="000000"/>
                </a:solidFill>
              </a:rPr>
              <a:t>x</a:t>
            </a:r>
            <a:r>
              <a:rPr lang="zh-CN" altLang="zh-CN" b="1" dirty="0">
                <a:solidFill>
                  <a:srgbClr val="000000"/>
                </a:solidFill>
              </a:rPr>
              <a:t>与逆串</a:t>
            </a:r>
            <a:r>
              <a:rPr lang="en-US" altLang="zh-CN" b="1" dirty="0">
                <a:solidFill>
                  <a:srgbClr val="000000"/>
                </a:solidFill>
              </a:rPr>
              <a:t>y</a:t>
            </a:r>
            <a:r>
              <a:rPr lang="zh-CN" altLang="zh-CN" b="1" dirty="0">
                <a:solidFill>
                  <a:srgbClr val="000000"/>
                </a:solidFill>
              </a:rPr>
              <a:t>的最长公共子序列长度</a:t>
            </a:r>
            <a:r>
              <a:rPr lang="en-US" altLang="zh-CN" b="1" dirty="0">
                <a:solidFill>
                  <a:srgbClr val="000000"/>
                </a:solidFill>
              </a:rPr>
              <a:t> </a:t>
            </a:r>
            <a:br>
              <a:rPr lang="en-US" altLang="zh-CN" b="1" dirty="0">
                <a:solidFill>
                  <a:srgbClr val="000000"/>
                </a:solidFill>
              </a:rPr>
            </a:br>
            <a:r>
              <a:rPr lang="zh-CN" altLang="zh-CN" b="1" dirty="0">
                <a:solidFill>
                  <a:srgbClr val="000000"/>
                </a:solidFill>
              </a:rPr>
              <a:t>　　</a:t>
            </a:r>
            <a:r>
              <a:rPr lang="en-US" altLang="zh-CN" b="1">
                <a:solidFill>
                  <a:srgbClr val="000000"/>
                </a:solidFill>
              </a:rPr>
              <a:t>	return </a:t>
            </a:r>
            <a:r>
              <a:rPr lang="en-US" altLang="zh-CN" b="1" dirty="0">
                <a:solidFill>
                  <a:srgbClr val="000000"/>
                </a:solidFill>
              </a:rPr>
              <a:t>n-c[n][n];  //</a:t>
            </a:r>
            <a:r>
              <a:rPr lang="zh-CN" altLang="zh-CN" b="1" dirty="0">
                <a:solidFill>
                  <a:srgbClr val="000000"/>
                </a:solidFill>
              </a:rPr>
              <a:t>返回将串</a:t>
            </a:r>
            <a:r>
              <a:rPr lang="en-US" altLang="zh-CN" b="1" dirty="0">
                <a:solidFill>
                  <a:srgbClr val="000000"/>
                </a:solidFill>
              </a:rPr>
              <a:t>x</a:t>
            </a:r>
            <a:r>
              <a:rPr lang="zh-CN" altLang="zh-CN" b="1" dirty="0">
                <a:solidFill>
                  <a:srgbClr val="000000"/>
                </a:solidFill>
              </a:rPr>
              <a:t>变为回文串最少要插入的字符个数，</a:t>
            </a:r>
            <a:r>
              <a:rPr lang="en-US" altLang="zh-CN" b="1" dirty="0">
                <a:solidFill>
                  <a:srgbClr val="000000"/>
                </a:solidFill>
              </a:rPr>
              <a:t>c</a:t>
            </a:r>
            <a:r>
              <a:rPr lang="zh-CN" altLang="zh-CN" b="1" dirty="0">
                <a:solidFill>
                  <a:srgbClr val="000000"/>
                </a:solidFill>
              </a:rPr>
              <a:t>为全局数组</a:t>
            </a:r>
            <a:r>
              <a:rPr lang="en-US" altLang="zh-CN" b="1" dirty="0">
                <a:solidFill>
                  <a:srgbClr val="000000"/>
                </a:solidFill>
              </a:rPr>
              <a:t> </a:t>
            </a:r>
            <a:br>
              <a:rPr lang="en-US" altLang="zh-CN" b="1" dirty="0">
                <a:solidFill>
                  <a:srgbClr val="000000"/>
                </a:solidFill>
              </a:rPr>
            </a:br>
            <a:r>
              <a:rPr lang="zh-CN" altLang="zh-CN" b="1" dirty="0">
                <a:solidFill>
                  <a:srgbClr val="000000"/>
                </a:solidFill>
              </a:rPr>
              <a:t>　　</a:t>
            </a:r>
            <a:r>
              <a:rPr lang="en-US" altLang="zh-CN" b="1" dirty="0">
                <a:solidFill>
                  <a:srgbClr val="000000"/>
                </a:solidFill>
              </a:rPr>
              <a:t>} </a:t>
            </a:r>
            <a:endParaRPr lang="zh-CN" altLang="en-US" dirty="0">
              <a:solidFill>
                <a:srgbClr val="000000"/>
              </a:solidFill>
            </a:endParaRPr>
          </a:p>
        </p:txBody>
      </p:sp>
    </p:spTree>
    <p:extLst>
      <p:ext uri="{BB962C8B-B14F-4D97-AF65-F5344CB8AC3E}">
        <p14:creationId xmlns:p14="http://schemas.microsoft.com/office/powerpoint/2010/main" val="39780339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4"/>
          <p:cNvSpPr>
            <a:spLocks noGrp="1" noChangeArrowheads="1"/>
          </p:cNvSpPr>
          <p:nvPr>
            <p:ph type="ctrTitle" idx="4294967295"/>
          </p:nvPr>
        </p:nvSpPr>
        <p:spPr>
          <a:xfrm>
            <a:off x="63500" y="1257300"/>
            <a:ext cx="5365115" cy="1153795"/>
          </a:xfrm>
        </p:spPr>
        <p:txBody>
          <a:bodyPr/>
          <a:lstStyle/>
          <a:p>
            <a:pPr eaLnBrk="1" hangingPunct="1"/>
            <a:r>
              <a:rPr lang="zh-CN" altLang="en-US" b="1">
                <a:solidFill>
                  <a:srgbClr val="000000"/>
                </a:solidFill>
                <a:latin typeface="Times New Roman" pitchFamily="18" charset="0"/>
                <a:ea typeface="楷体" charset="0"/>
                <a:cs typeface="微软雅黑"/>
              </a:rPr>
              <a:t>最大子段和</a:t>
            </a:r>
          </a:p>
        </p:txBody>
      </p:sp>
      <p:sp>
        <p:nvSpPr>
          <p:cNvPr id="185346" name="Rectangle 5"/>
          <p:cNvSpPr>
            <a:spLocks noGrp="1" noChangeArrowheads="1"/>
          </p:cNvSpPr>
          <p:nvPr>
            <p:ph type="subTitle" idx="4294967295"/>
          </p:nvPr>
        </p:nvSpPr>
        <p:spPr>
          <a:xfrm>
            <a:off x="0" y="2411095"/>
            <a:ext cx="4800600" cy="1314450"/>
          </a:xfrm>
        </p:spPr>
        <p:txBody>
          <a:bodyPr/>
          <a:lstStyle/>
          <a:p>
            <a:pPr algn="just" eaLnBrk="1" hangingPunct="1"/>
            <a:r>
              <a:rPr lang="zh-CN" altLang="en-US" b="1">
                <a:solidFill>
                  <a:srgbClr val="C00000"/>
                </a:solidFill>
              </a:rPr>
              <a:t>（</a:t>
            </a:r>
            <a:r>
              <a:rPr lang="en-US" altLang="zh-CN" sz="2800" b="1">
                <a:solidFill>
                  <a:srgbClr val="C00000"/>
                </a:solidFill>
              </a:rPr>
              <a:t>-2</a:t>
            </a:r>
            <a:r>
              <a:rPr lang="zh-CN" altLang="en-US" sz="2800" b="1">
                <a:solidFill>
                  <a:srgbClr val="C00000"/>
                </a:solidFill>
              </a:rPr>
              <a:t>，</a:t>
            </a:r>
            <a:r>
              <a:rPr lang="en-US" altLang="zh-CN" sz="2800" b="1">
                <a:solidFill>
                  <a:srgbClr val="C00000"/>
                </a:solidFill>
              </a:rPr>
              <a:t>11</a:t>
            </a:r>
            <a:r>
              <a:rPr lang="zh-CN" altLang="en-US" sz="2800" b="1">
                <a:solidFill>
                  <a:srgbClr val="C00000"/>
                </a:solidFill>
              </a:rPr>
              <a:t>，</a:t>
            </a:r>
            <a:r>
              <a:rPr lang="en-US" altLang="zh-CN" sz="2800" b="1">
                <a:solidFill>
                  <a:srgbClr val="C00000"/>
                </a:solidFill>
              </a:rPr>
              <a:t>-4</a:t>
            </a:r>
            <a:r>
              <a:rPr lang="zh-CN" altLang="en-US" sz="2800" b="1">
                <a:solidFill>
                  <a:srgbClr val="C00000"/>
                </a:solidFill>
              </a:rPr>
              <a:t>，</a:t>
            </a:r>
            <a:r>
              <a:rPr lang="en-US" altLang="zh-CN" sz="2800" b="1">
                <a:solidFill>
                  <a:srgbClr val="C00000"/>
                </a:solidFill>
              </a:rPr>
              <a:t>13</a:t>
            </a:r>
            <a:r>
              <a:rPr lang="zh-CN" altLang="en-US" sz="2800" b="1">
                <a:solidFill>
                  <a:srgbClr val="C00000"/>
                </a:solidFill>
              </a:rPr>
              <a:t>，</a:t>
            </a:r>
            <a:r>
              <a:rPr lang="en-US" altLang="zh-CN" sz="2800" b="1">
                <a:solidFill>
                  <a:srgbClr val="C00000"/>
                </a:solidFill>
              </a:rPr>
              <a:t>-5</a:t>
            </a:r>
            <a:r>
              <a:rPr lang="zh-CN" altLang="en-US" sz="2800" b="1">
                <a:solidFill>
                  <a:srgbClr val="C00000"/>
                </a:solidFill>
              </a:rPr>
              <a:t>，</a:t>
            </a:r>
            <a:r>
              <a:rPr lang="en-US" altLang="zh-CN" sz="2800" b="1">
                <a:solidFill>
                  <a:srgbClr val="C00000"/>
                </a:solidFill>
              </a:rPr>
              <a:t>-2</a:t>
            </a:r>
            <a:r>
              <a:rPr lang="zh-CN" altLang="en-US" sz="2800" b="1">
                <a:solidFill>
                  <a:srgbClr val="C00000"/>
                </a:solidFill>
              </a:rPr>
              <a:t>）的最大子段和为多少？ </a:t>
            </a:r>
            <a:endParaRPr lang="zh-CN" altLang="en-US" sz="2800" b="1" baseline="-25000">
              <a:solidFill>
                <a:srgbClr val="C00000"/>
              </a:solidFill>
            </a:endParaRPr>
          </a:p>
        </p:txBody>
      </p:sp>
      <p:sp>
        <p:nvSpPr>
          <p:cNvPr id="1033" name="Freeform 9"/>
          <p:cNvSpPr/>
          <p:nvPr/>
        </p:nvSpPr>
        <p:spPr bwMode="auto">
          <a:xfrm>
            <a:off x="5187951" y="615897"/>
            <a:ext cx="3571875" cy="3784653"/>
          </a:xfrm>
          <a:custGeom>
            <a:avLst/>
            <a:gdLst>
              <a:gd name="connsiteX0" fmla="*/ 2953 w 10000"/>
              <a:gd name="connsiteY0" fmla="*/ 1410 h 9051"/>
              <a:gd name="connsiteX1" fmla="*/ 3446 w 10000"/>
              <a:gd name="connsiteY1" fmla="*/ 1622 h 9051"/>
              <a:gd name="connsiteX2" fmla="*/ 3451 w 10000"/>
              <a:gd name="connsiteY2" fmla="*/ 1622 h 9051"/>
              <a:gd name="connsiteX3" fmla="*/ 3455 w 10000"/>
              <a:gd name="connsiteY3" fmla="*/ 1625 h 9051"/>
              <a:gd name="connsiteX4" fmla="*/ 3835 w 10000"/>
              <a:gd name="connsiteY4" fmla="*/ 1897 h 9051"/>
              <a:gd name="connsiteX5" fmla="*/ 3885 w 10000"/>
              <a:gd name="connsiteY5" fmla="*/ 1957 h 9051"/>
              <a:gd name="connsiteX6" fmla="*/ 3890 w 10000"/>
              <a:gd name="connsiteY6" fmla="*/ 1957 h 9051"/>
              <a:gd name="connsiteX7" fmla="*/ 4337 w 10000"/>
              <a:gd name="connsiteY7" fmla="*/ 2704 h 9051"/>
              <a:gd name="connsiteX8" fmla="*/ 4342 w 10000"/>
              <a:gd name="connsiteY8" fmla="*/ 2718 h 9051"/>
              <a:gd name="connsiteX9" fmla="*/ 4414 w 10000"/>
              <a:gd name="connsiteY9" fmla="*/ 2919 h 9051"/>
              <a:gd name="connsiteX10" fmla="*/ 4414 w 10000"/>
              <a:gd name="connsiteY10" fmla="*/ 2919 h 9051"/>
              <a:gd name="connsiteX11" fmla="*/ 4763 w 10000"/>
              <a:gd name="connsiteY11" fmla="*/ 4217 h 9051"/>
              <a:gd name="connsiteX12" fmla="*/ 4853 w 10000"/>
              <a:gd name="connsiteY12" fmla="*/ 4756 h 9051"/>
              <a:gd name="connsiteX13" fmla="*/ 4996 w 10000"/>
              <a:gd name="connsiteY13" fmla="*/ 0 h 9051"/>
              <a:gd name="connsiteX14" fmla="*/ 5152 w 10000"/>
              <a:gd name="connsiteY14" fmla="*/ 4756 h 9051"/>
              <a:gd name="connsiteX15" fmla="*/ 5242 w 10000"/>
              <a:gd name="connsiteY15" fmla="*/ 4217 h 9051"/>
              <a:gd name="connsiteX16" fmla="*/ 5590 w 10000"/>
              <a:gd name="connsiteY16" fmla="*/ 2919 h 9051"/>
              <a:gd name="connsiteX17" fmla="*/ 5590 w 10000"/>
              <a:gd name="connsiteY17" fmla="*/ 2919 h 9051"/>
              <a:gd name="connsiteX18" fmla="*/ 5663 w 10000"/>
              <a:gd name="connsiteY18" fmla="*/ 2718 h 9051"/>
              <a:gd name="connsiteX19" fmla="*/ 5667 w 10000"/>
              <a:gd name="connsiteY19" fmla="*/ 2704 h 9051"/>
              <a:gd name="connsiteX20" fmla="*/ 6115 w 10000"/>
              <a:gd name="connsiteY20" fmla="*/ 1957 h 9051"/>
              <a:gd name="connsiteX21" fmla="*/ 6115 w 10000"/>
              <a:gd name="connsiteY21" fmla="*/ 1957 h 9051"/>
              <a:gd name="connsiteX22" fmla="*/ 6119 w 10000"/>
              <a:gd name="connsiteY22" fmla="*/ 1953 h 9051"/>
              <a:gd name="connsiteX23" fmla="*/ 6128 w 10000"/>
              <a:gd name="connsiteY23" fmla="*/ 1939 h 9051"/>
              <a:gd name="connsiteX24" fmla="*/ 6169 w 10000"/>
              <a:gd name="connsiteY24" fmla="*/ 1897 h 9051"/>
              <a:gd name="connsiteX25" fmla="*/ 7051 w 10000"/>
              <a:gd name="connsiteY25" fmla="*/ 1410 h 9051"/>
              <a:gd name="connsiteX26" fmla="*/ 7056 w 10000"/>
              <a:gd name="connsiteY26" fmla="*/ 1410 h 9051"/>
              <a:gd name="connsiteX27" fmla="*/ 7399 w 10000"/>
              <a:gd name="connsiteY27" fmla="*/ 1361 h 9051"/>
              <a:gd name="connsiteX28" fmla="*/ 7417 w 10000"/>
              <a:gd name="connsiteY28" fmla="*/ 1361 h 9051"/>
              <a:gd name="connsiteX29" fmla="*/ 7544 w 10000"/>
              <a:gd name="connsiteY29" fmla="*/ 1354 h 9051"/>
              <a:gd name="connsiteX30" fmla="*/ 8824 w 10000"/>
              <a:gd name="connsiteY30" fmla="*/ 698 h 9051"/>
              <a:gd name="connsiteX31" fmla="*/ 7562 w 10000"/>
              <a:gd name="connsiteY31" fmla="*/ 1424 h 9051"/>
              <a:gd name="connsiteX32" fmla="*/ 7558 w 10000"/>
              <a:gd name="connsiteY32" fmla="*/ 1424 h 9051"/>
              <a:gd name="connsiteX33" fmla="*/ 7553 w 10000"/>
              <a:gd name="connsiteY33" fmla="*/ 1424 h 9051"/>
              <a:gd name="connsiteX34" fmla="*/ 7540 w 10000"/>
              <a:gd name="connsiteY34" fmla="*/ 1428 h 9051"/>
              <a:gd name="connsiteX35" fmla="*/ 7531 w 10000"/>
              <a:gd name="connsiteY35" fmla="*/ 1428 h 9051"/>
              <a:gd name="connsiteX36" fmla="*/ 7526 w 10000"/>
              <a:gd name="connsiteY36" fmla="*/ 1428 h 9051"/>
              <a:gd name="connsiteX37" fmla="*/ 7521 w 10000"/>
              <a:gd name="connsiteY37" fmla="*/ 1428 h 9051"/>
              <a:gd name="connsiteX38" fmla="*/ 7517 w 10000"/>
              <a:gd name="connsiteY38" fmla="*/ 1428 h 9051"/>
              <a:gd name="connsiteX39" fmla="*/ 7508 w 10000"/>
              <a:gd name="connsiteY39" fmla="*/ 1431 h 9051"/>
              <a:gd name="connsiteX40" fmla="*/ 7503 w 10000"/>
              <a:gd name="connsiteY40" fmla="*/ 1431 h 9051"/>
              <a:gd name="connsiteX41" fmla="*/ 7422 w 10000"/>
              <a:gd name="connsiteY41" fmla="*/ 1442 h 9051"/>
              <a:gd name="connsiteX42" fmla="*/ 6232 w 10000"/>
              <a:gd name="connsiteY42" fmla="*/ 2016 h 9051"/>
              <a:gd name="connsiteX43" fmla="*/ 5753 w 10000"/>
              <a:gd name="connsiteY43" fmla="*/ 2951 h 9051"/>
              <a:gd name="connsiteX44" fmla="*/ 5355 w 10000"/>
              <a:gd name="connsiteY44" fmla="*/ 4799 h 9051"/>
              <a:gd name="connsiteX45" fmla="*/ 6395 w 10000"/>
              <a:gd name="connsiteY45" fmla="*/ 3177 h 9051"/>
              <a:gd name="connsiteX46" fmla="*/ 6395 w 10000"/>
              <a:gd name="connsiteY46" fmla="*/ 3177 h 9051"/>
              <a:gd name="connsiteX47" fmla="*/ 6400 w 10000"/>
              <a:gd name="connsiteY47" fmla="*/ 3173 h 9051"/>
              <a:gd name="connsiteX48" fmla="*/ 6563 w 10000"/>
              <a:gd name="connsiteY48" fmla="*/ 3071 h 9051"/>
              <a:gd name="connsiteX49" fmla="*/ 7065 w 10000"/>
              <a:gd name="connsiteY49" fmla="*/ 2849 h 9051"/>
              <a:gd name="connsiteX50" fmla="*/ 7983 w 10000"/>
              <a:gd name="connsiteY50" fmla="*/ 2824 h 9051"/>
              <a:gd name="connsiteX51" fmla="*/ 7983 w 10000"/>
              <a:gd name="connsiteY51" fmla="*/ 2824 h 9051"/>
              <a:gd name="connsiteX52" fmla="*/ 8024 w 10000"/>
              <a:gd name="connsiteY52" fmla="*/ 2831 h 9051"/>
              <a:gd name="connsiteX53" fmla="*/ 10000 w 10000"/>
              <a:gd name="connsiteY53" fmla="*/ 2464 h 9051"/>
              <a:gd name="connsiteX54" fmla="*/ 8114 w 10000"/>
              <a:gd name="connsiteY54" fmla="*/ 2919 h 9051"/>
              <a:gd name="connsiteX55" fmla="*/ 8005 w 10000"/>
              <a:gd name="connsiteY55" fmla="*/ 2905 h 9051"/>
              <a:gd name="connsiteX56" fmla="*/ 7965 w 10000"/>
              <a:gd name="connsiteY56" fmla="*/ 2898 h 9051"/>
              <a:gd name="connsiteX57" fmla="*/ 7155 w 10000"/>
              <a:gd name="connsiteY57" fmla="*/ 2937 h 9051"/>
              <a:gd name="connsiteX58" fmla="*/ 6630 w 10000"/>
              <a:gd name="connsiteY58" fmla="*/ 3152 h 9051"/>
              <a:gd name="connsiteX59" fmla="*/ 6481 w 10000"/>
              <a:gd name="connsiteY59" fmla="*/ 3251 h 9051"/>
              <a:gd name="connsiteX60" fmla="*/ 5473 w 10000"/>
              <a:gd name="connsiteY60" fmla="*/ 5303 h 9051"/>
              <a:gd name="connsiteX61" fmla="*/ 5427 w 10000"/>
              <a:gd name="connsiteY61" fmla="*/ 6304 h 9051"/>
              <a:gd name="connsiteX62" fmla="*/ 6811 w 10000"/>
              <a:gd name="connsiteY62" fmla="*/ 4079 h 9051"/>
              <a:gd name="connsiteX63" fmla="*/ 6870 w 10000"/>
              <a:gd name="connsiteY63" fmla="*/ 4037 h 9051"/>
              <a:gd name="connsiteX64" fmla="*/ 6870 w 10000"/>
              <a:gd name="connsiteY64" fmla="*/ 4037 h 9051"/>
              <a:gd name="connsiteX65" fmla="*/ 9091 w 10000"/>
              <a:gd name="connsiteY65" fmla="*/ 3755 h 9051"/>
              <a:gd name="connsiteX66" fmla="*/ 6979 w 10000"/>
              <a:gd name="connsiteY66" fmla="*/ 4118 h 9051"/>
              <a:gd name="connsiteX67" fmla="*/ 6974 w 10000"/>
              <a:gd name="connsiteY67" fmla="*/ 4122 h 9051"/>
              <a:gd name="connsiteX68" fmla="*/ 6938 w 10000"/>
              <a:gd name="connsiteY68" fmla="*/ 4160 h 9051"/>
              <a:gd name="connsiteX69" fmla="*/ 5785 w 10000"/>
              <a:gd name="connsiteY69" fmla="*/ 8148 h 9051"/>
              <a:gd name="connsiteX70" fmla="*/ 6160 w 10000"/>
              <a:gd name="connsiteY70" fmla="*/ 9051 h 9051"/>
              <a:gd name="connsiteX71" fmla="*/ 3844 w 10000"/>
              <a:gd name="connsiteY71" fmla="*/ 9051 h 9051"/>
              <a:gd name="connsiteX72" fmla="*/ 4215 w 10000"/>
              <a:gd name="connsiteY72" fmla="*/ 8148 h 9051"/>
              <a:gd name="connsiteX73" fmla="*/ 3066 w 10000"/>
              <a:gd name="connsiteY73" fmla="*/ 4160 h 9051"/>
              <a:gd name="connsiteX74" fmla="*/ 3057 w 10000"/>
              <a:gd name="connsiteY74" fmla="*/ 4150 h 9051"/>
              <a:gd name="connsiteX75" fmla="*/ 3048 w 10000"/>
              <a:gd name="connsiteY75" fmla="*/ 4143 h 9051"/>
              <a:gd name="connsiteX76" fmla="*/ 3035 w 10000"/>
              <a:gd name="connsiteY76" fmla="*/ 4129 h 9051"/>
              <a:gd name="connsiteX77" fmla="*/ 3026 w 10000"/>
              <a:gd name="connsiteY77" fmla="*/ 4122 h 9051"/>
              <a:gd name="connsiteX78" fmla="*/ 3021 w 10000"/>
              <a:gd name="connsiteY78" fmla="*/ 4118 h 9051"/>
              <a:gd name="connsiteX79" fmla="*/ 914 w 10000"/>
              <a:gd name="connsiteY79" fmla="*/ 3755 h 9051"/>
              <a:gd name="connsiteX80" fmla="*/ 3130 w 10000"/>
              <a:gd name="connsiteY80" fmla="*/ 4033 h 9051"/>
              <a:gd name="connsiteX81" fmla="*/ 3130 w 10000"/>
              <a:gd name="connsiteY81" fmla="*/ 4033 h 9051"/>
              <a:gd name="connsiteX82" fmla="*/ 3134 w 10000"/>
              <a:gd name="connsiteY82" fmla="*/ 4037 h 9051"/>
              <a:gd name="connsiteX83" fmla="*/ 3134 w 10000"/>
              <a:gd name="connsiteY83" fmla="*/ 4037 h 9051"/>
              <a:gd name="connsiteX84" fmla="*/ 3180 w 10000"/>
              <a:gd name="connsiteY84" fmla="*/ 4072 h 9051"/>
              <a:gd name="connsiteX85" fmla="*/ 3180 w 10000"/>
              <a:gd name="connsiteY85" fmla="*/ 4072 h 9051"/>
              <a:gd name="connsiteX86" fmla="*/ 3189 w 10000"/>
              <a:gd name="connsiteY86" fmla="*/ 4079 h 9051"/>
              <a:gd name="connsiteX87" fmla="*/ 4573 w 10000"/>
              <a:gd name="connsiteY87" fmla="*/ 6304 h 9051"/>
              <a:gd name="connsiteX88" fmla="*/ 4532 w 10000"/>
              <a:gd name="connsiteY88" fmla="*/ 5303 h 9051"/>
              <a:gd name="connsiteX89" fmla="*/ 3523 w 10000"/>
              <a:gd name="connsiteY89" fmla="*/ 3251 h 9051"/>
              <a:gd name="connsiteX90" fmla="*/ 3370 w 10000"/>
              <a:gd name="connsiteY90" fmla="*/ 3152 h 9051"/>
              <a:gd name="connsiteX91" fmla="*/ 2845 w 10000"/>
              <a:gd name="connsiteY91" fmla="*/ 2937 h 9051"/>
              <a:gd name="connsiteX92" fmla="*/ 2035 w 10000"/>
              <a:gd name="connsiteY92" fmla="*/ 2898 h 9051"/>
              <a:gd name="connsiteX93" fmla="*/ 1999 w 10000"/>
              <a:gd name="connsiteY93" fmla="*/ 2905 h 9051"/>
              <a:gd name="connsiteX94" fmla="*/ 1891 w 10000"/>
              <a:gd name="connsiteY94" fmla="*/ 2919 h 9051"/>
              <a:gd name="connsiteX95" fmla="*/ 0 w 10000"/>
              <a:gd name="connsiteY95" fmla="*/ 2464 h 9051"/>
              <a:gd name="connsiteX96" fmla="*/ 1981 w 10000"/>
              <a:gd name="connsiteY96" fmla="*/ 2831 h 9051"/>
              <a:gd name="connsiteX97" fmla="*/ 2017 w 10000"/>
              <a:gd name="connsiteY97" fmla="*/ 2824 h 9051"/>
              <a:gd name="connsiteX98" fmla="*/ 2022 w 10000"/>
              <a:gd name="connsiteY98" fmla="*/ 2824 h 9051"/>
              <a:gd name="connsiteX99" fmla="*/ 2022 w 10000"/>
              <a:gd name="connsiteY99" fmla="*/ 2824 h 9051"/>
              <a:gd name="connsiteX100" fmla="*/ 2935 w 10000"/>
              <a:gd name="connsiteY100" fmla="*/ 2849 h 9051"/>
              <a:gd name="connsiteX101" fmla="*/ 3442 w 10000"/>
              <a:gd name="connsiteY101" fmla="*/ 3071 h 9051"/>
              <a:gd name="connsiteX102" fmla="*/ 3605 w 10000"/>
              <a:gd name="connsiteY102" fmla="*/ 3173 h 9051"/>
              <a:gd name="connsiteX103" fmla="*/ 3609 w 10000"/>
              <a:gd name="connsiteY103" fmla="*/ 3177 h 9051"/>
              <a:gd name="connsiteX104" fmla="*/ 3609 w 10000"/>
              <a:gd name="connsiteY104" fmla="*/ 3177 h 9051"/>
              <a:gd name="connsiteX105" fmla="*/ 4649 w 10000"/>
              <a:gd name="connsiteY105" fmla="*/ 4799 h 9051"/>
              <a:gd name="connsiteX106" fmla="*/ 4251 w 10000"/>
              <a:gd name="connsiteY106" fmla="*/ 2951 h 9051"/>
              <a:gd name="connsiteX107" fmla="*/ 3772 w 10000"/>
              <a:gd name="connsiteY107" fmla="*/ 2016 h 9051"/>
              <a:gd name="connsiteX108" fmla="*/ 3379 w 10000"/>
              <a:gd name="connsiteY108" fmla="*/ 1699 h 9051"/>
              <a:gd name="connsiteX109" fmla="*/ 2583 w 10000"/>
              <a:gd name="connsiteY109" fmla="*/ 1442 h 9051"/>
              <a:gd name="connsiteX110" fmla="*/ 2492 w 10000"/>
              <a:gd name="connsiteY110" fmla="*/ 1431 h 9051"/>
              <a:gd name="connsiteX111" fmla="*/ 2488 w 10000"/>
              <a:gd name="connsiteY111" fmla="*/ 1428 h 9051"/>
              <a:gd name="connsiteX112" fmla="*/ 2474 w 10000"/>
              <a:gd name="connsiteY112" fmla="*/ 1428 h 9051"/>
              <a:gd name="connsiteX113" fmla="*/ 2465 w 10000"/>
              <a:gd name="connsiteY113" fmla="*/ 1428 h 9051"/>
              <a:gd name="connsiteX114" fmla="*/ 2460 w 10000"/>
              <a:gd name="connsiteY114" fmla="*/ 1428 h 9051"/>
              <a:gd name="connsiteX115" fmla="*/ 2460 w 10000"/>
              <a:gd name="connsiteY115" fmla="*/ 1424 h 9051"/>
              <a:gd name="connsiteX116" fmla="*/ 2447 w 10000"/>
              <a:gd name="connsiteY116" fmla="*/ 1424 h 9051"/>
              <a:gd name="connsiteX117" fmla="*/ 2442 w 10000"/>
              <a:gd name="connsiteY117" fmla="*/ 1424 h 9051"/>
              <a:gd name="connsiteX118" fmla="*/ 2442 w 10000"/>
              <a:gd name="connsiteY118" fmla="*/ 1424 h 9051"/>
              <a:gd name="connsiteX119" fmla="*/ 1180 w 10000"/>
              <a:gd name="connsiteY119" fmla="*/ 698 h 9051"/>
              <a:gd name="connsiteX120" fmla="*/ 2456 w 10000"/>
              <a:gd name="connsiteY120" fmla="*/ 1354 h 9051"/>
              <a:gd name="connsiteX121" fmla="*/ 2587 w 10000"/>
              <a:gd name="connsiteY121" fmla="*/ 1361 h 9051"/>
              <a:gd name="connsiteX122" fmla="*/ 2601 w 10000"/>
              <a:gd name="connsiteY122" fmla="*/ 1361 h 9051"/>
              <a:gd name="connsiteX123" fmla="*/ 2949 w 10000"/>
              <a:gd name="connsiteY123" fmla="*/ 1410 h 9051"/>
              <a:gd name="connsiteX124" fmla="*/ 2953 w 10000"/>
              <a:gd name="connsiteY124" fmla="*/ 1410 h 9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0000" h="9051">
                <a:moveTo>
                  <a:pt x="2953" y="1410"/>
                </a:moveTo>
                <a:cubicBezTo>
                  <a:pt x="3121" y="1456"/>
                  <a:pt x="3288" y="1526"/>
                  <a:pt x="3446" y="1622"/>
                </a:cubicBezTo>
                <a:lnTo>
                  <a:pt x="3451" y="1622"/>
                </a:lnTo>
                <a:lnTo>
                  <a:pt x="3455" y="1625"/>
                </a:lnTo>
                <a:cubicBezTo>
                  <a:pt x="3582" y="1699"/>
                  <a:pt x="3709" y="1791"/>
                  <a:pt x="3835" y="1897"/>
                </a:cubicBezTo>
                <a:cubicBezTo>
                  <a:pt x="3853" y="1918"/>
                  <a:pt x="3867" y="1935"/>
                  <a:pt x="3885" y="1957"/>
                </a:cubicBezTo>
                <a:lnTo>
                  <a:pt x="3890" y="1957"/>
                </a:lnTo>
                <a:cubicBezTo>
                  <a:pt x="4102" y="2200"/>
                  <a:pt x="4251" y="2450"/>
                  <a:pt x="4337" y="2704"/>
                </a:cubicBezTo>
                <a:cubicBezTo>
                  <a:pt x="4337" y="2708"/>
                  <a:pt x="4337" y="2711"/>
                  <a:pt x="4342" y="2718"/>
                </a:cubicBezTo>
                <a:cubicBezTo>
                  <a:pt x="4365" y="2785"/>
                  <a:pt x="4387" y="2852"/>
                  <a:pt x="4414" y="2919"/>
                </a:cubicBezTo>
                <a:lnTo>
                  <a:pt x="4414" y="2919"/>
                </a:lnTo>
                <a:cubicBezTo>
                  <a:pt x="4582" y="3409"/>
                  <a:pt x="4699" y="3839"/>
                  <a:pt x="4763" y="4217"/>
                </a:cubicBezTo>
                <a:lnTo>
                  <a:pt x="4853" y="4756"/>
                </a:lnTo>
                <a:cubicBezTo>
                  <a:pt x="4901" y="3171"/>
                  <a:pt x="4948" y="1585"/>
                  <a:pt x="4996" y="0"/>
                </a:cubicBezTo>
                <a:lnTo>
                  <a:pt x="5152" y="4756"/>
                </a:lnTo>
                <a:lnTo>
                  <a:pt x="5242" y="4217"/>
                </a:lnTo>
                <a:cubicBezTo>
                  <a:pt x="5305" y="3839"/>
                  <a:pt x="5423" y="3409"/>
                  <a:pt x="5590" y="2919"/>
                </a:cubicBezTo>
                <a:lnTo>
                  <a:pt x="5590" y="2919"/>
                </a:lnTo>
                <a:cubicBezTo>
                  <a:pt x="5613" y="2852"/>
                  <a:pt x="5635" y="2785"/>
                  <a:pt x="5663" y="2718"/>
                </a:cubicBezTo>
                <a:cubicBezTo>
                  <a:pt x="5663" y="2711"/>
                  <a:pt x="5667" y="2708"/>
                  <a:pt x="5667" y="2704"/>
                </a:cubicBezTo>
                <a:cubicBezTo>
                  <a:pt x="5753" y="2450"/>
                  <a:pt x="5902" y="2200"/>
                  <a:pt x="6115" y="1957"/>
                </a:cubicBezTo>
                <a:lnTo>
                  <a:pt x="6115" y="1957"/>
                </a:lnTo>
                <a:cubicBezTo>
                  <a:pt x="6115" y="1957"/>
                  <a:pt x="6119" y="1957"/>
                  <a:pt x="6119" y="1953"/>
                </a:cubicBezTo>
                <a:cubicBezTo>
                  <a:pt x="6124" y="1949"/>
                  <a:pt x="6124" y="1946"/>
                  <a:pt x="6128" y="1939"/>
                </a:cubicBezTo>
                <a:lnTo>
                  <a:pt x="6169" y="1897"/>
                </a:lnTo>
                <a:cubicBezTo>
                  <a:pt x="6450" y="1657"/>
                  <a:pt x="6744" y="1495"/>
                  <a:pt x="7051" y="1410"/>
                </a:cubicBezTo>
                <a:lnTo>
                  <a:pt x="7056" y="1410"/>
                </a:lnTo>
                <a:cubicBezTo>
                  <a:pt x="7173" y="1378"/>
                  <a:pt x="7291" y="1361"/>
                  <a:pt x="7399" y="1361"/>
                </a:cubicBezTo>
                <a:lnTo>
                  <a:pt x="7417" y="1361"/>
                </a:lnTo>
                <a:cubicBezTo>
                  <a:pt x="7458" y="1357"/>
                  <a:pt x="7503" y="1357"/>
                  <a:pt x="7544" y="1354"/>
                </a:cubicBezTo>
                <a:cubicBezTo>
                  <a:pt x="8064" y="1315"/>
                  <a:pt x="8489" y="1096"/>
                  <a:pt x="8824" y="698"/>
                </a:cubicBezTo>
                <a:cubicBezTo>
                  <a:pt x="8598" y="1107"/>
                  <a:pt x="8177" y="1350"/>
                  <a:pt x="7562" y="1424"/>
                </a:cubicBezTo>
                <a:lnTo>
                  <a:pt x="7558" y="1424"/>
                </a:lnTo>
                <a:lnTo>
                  <a:pt x="7553" y="1424"/>
                </a:lnTo>
                <a:cubicBezTo>
                  <a:pt x="7549" y="1424"/>
                  <a:pt x="7544" y="1424"/>
                  <a:pt x="7540" y="1428"/>
                </a:cubicBezTo>
                <a:lnTo>
                  <a:pt x="7531" y="1428"/>
                </a:lnTo>
                <a:lnTo>
                  <a:pt x="7526" y="1428"/>
                </a:lnTo>
                <a:lnTo>
                  <a:pt x="7521" y="1428"/>
                </a:lnTo>
                <a:lnTo>
                  <a:pt x="7517" y="1428"/>
                </a:lnTo>
                <a:lnTo>
                  <a:pt x="7508" y="1431"/>
                </a:lnTo>
                <a:lnTo>
                  <a:pt x="7503" y="1431"/>
                </a:lnTo>
                <a:cubicBezTo>
                  <a:pt x="7476" y="1435"/>
                  <a:pt x="7449" y="1435"/>
                  <a:pt x="7422" y="1442"/>
                </a:cubicBezTo>
                <a:cubicBezTo>
                  <a:pt x="6906" y="1509"/>
                  <a:pt x="6508" y="1703"/>
                  <a:pt x="6232" y="2016"/>
                </a:cubicBezTo>
                <a:cubicBezTo>
                  <a:pt x="6047" y="2256"/>
                  <a:pt x="5889" y="2567"/>
                  <a:pt x="5753" y="2951"/>
                </a:cubicBezTo>
                <a:cubicBezTo>
                  <a:pt x="5577" y="3448"/>
                  <a:pt x="5445" y="4062"/>
                  <a:pt x="5355" y="4799"/>
                </a:cubicBezTo>
                <a:cubicBezTo>
                  <a:pt x="5522" y="4076"/>
                  <a:pt x="5871" y="3533"/>
                  <a:pt x="6395" y="3177"/>
                </a:cubicBezTo>
                <a:lnTo>
                  <a:pt x="6395" y="3177"/>
                </a:lnTo>
                <a:cubicBezTo>
                  <a:pt x="6395" y="3173"/>
                  <a:pt x="6400" y="3173"/>
                  <a:pt x="6400" y="3173"/>
                </a:cubicBezTo>
                <a:cubicBezTo>
                  <a:pt x="6450" y="3138"/>
                  <a:pt x="6504" y="3102"/>
                  <a:pt x="6563" y="3071"/>
                </a:cubicBezTo>
                <a:cubicBezTo>
                  <a:pt x="6716" y="2983"/>
                  <a:pt x="6884" y="2909"/>
                  <a:pt x="7065" y="2849"/>
                </a:cubicBezTo>
                <a:cubicBezTo>
                  <a:pt x="7295" y="2778"/>
                  <a:pt x="7603" y="2771"/>
                  <a:pt x="7983" y="2824"/>
                </a:cubicBezTo>
                <a:lnTo>
                  <a:pt x="7983" y="2824"/>
                </a:lnTo>
                <a:cubicBezTo>
                  <a:pt x="7996" y="2827"/>
                  <a:pt x="8010" y="2827"/>
                  <a:pt x="8024" y="2831"/>
                </a:cubicBezTo>
                <a:cubicBezTo>
                  <a:pt x="8797" y="2926"/>
                  <a:pt x="9457" y="2803"/>
                  <a:pt x="10000" y="2464"/>
                </a:cubicBezTo>
                <a:cubicBezTo>
                  <a:pt x="9512" y="2859"/>
                  <a:pt x="8878" y="3011"/>
                  <a:pt x="8114" y="2919"/>
                </a:cubicBezTo>
                <a:cubicBezTo>
                  <a:pt x="8078" y="2912"/>
                  <a:pt x="8042" y="2909"/>
                  <a:pt x="8005" y="2905"/>
                </a:cubicBezTo>
                <a:cubicBezTo>
                  <a:pt x="7992" y="2901"/>
                  <a:pt x="7978" y="2901"/>
                  <a:pt x="7965" y="2898"/>
                </a:cubicBezTo>
                <a:cubicBezTo>
                  <a:pt x="7635" y="2863"/>
                  <a:pt x="7363" y="2873"/>
                  <a:pt x="7155" y="2937"/>
                </a:cubicBezTo>
                <a:cubicBezTo>
                  <a:pt x="6965" y="2990"/>
                  <a:pt x="6789" y="3064"/>
                  <a:pt x="6630" y="3152"/>
                </a:cubicBezTo>
                <a:cubicBezTo>
                  <a:pt x="6581" y="3184"/>
                  <a:pt x="6526" y="3215"/>
                  <a:pt x="6481" y="3251"/>
                </a:cubicBezTo>
                <a:cubicBezTo>
                  <a:pt x="5889" y="3656"/>
                  <a:pt x="5550" y="4340"/>
                  <a:pt x="5473" y="5303"/>
                </a:cubicBezTo>
                <a:cubicBezTo>
                  <a:pt x="5400" y="5662"/>
                  <a:pt x="5387" y="5997"/>
                  <a:pt x="5427" y="6304"/>
                </a:cubicBezTo>
                <a:cubicBezTo>
                  <a:pt x="5717" y="5324"/>
                  <a:pt x="6178" y="4583"/>
                  <a:pt x="6811" y="4079"/>
                </a:cubicBezTo>
                <a:cubicBezTo>
                  <a:pt x="6829" y="4065"/>
                  <a:pt x="6852" y="4051"/>
                  <a:pt x="6870" y="4037"/>
                </a:cubicBezTo>
                <a:lnTo>
                  <a:pt x="6870" y="4037"/>
                </a:lnTo>
                <a:cubicBezTo>
                  <a:pt x="7494" y="3571"/>
                  <a:pt x="8236" y="3476"/>
                  <a:pt x="9091" y="3755"/>
                </a:cubicBezTo>
                <a:cubicBezTo>
                  <a:pt x="8204" y="3547"/>
                  <a:pt x="7499" y="3670"/>
                  <a:pt x="6979" y="4118"/>
                </a:cubicBezTo>
                <a:cubicBezTo>
                  <a:pt x="6979" y="4122"/>
                  <a:pt x="6979" y="4122"/>
                  <a:pt x="6974" y="4122"/>
                </a:cubicBezTo>
                <a:cubicBezTo>
                  <a:pt x="6961" y="4136"/>
                  <a:pt x="6947" y="4146"/>
                  <a:pt x="6938" y="4160"/>
                </a:cubicBezTo>
                <a:cubicBezTo>
                  <a:pt x="5699" y="5313"/>
                  <a:pt x="5319" y="6643"/>
                  <a:pt x="5785" y="8148"/>
                </a:cubicBezTo>
                <a:cubicBezTo>
                  <a:pt x="5880" y="8445"/>
                  <a:pt x="6002" y="8744"/>
                  <a:pt x="6160" y="9051"/>
                </a:cubicBezTo>
                <a:lnTo>
                  <a:pt x="3844" y="9051"/>
                </a:lnTo>
                <a:cubicBezTo>
                  <a:pt x="4003" y="8744"/>
                  <a:pt x="4125" y="8445"/>
                  <a:pt x="4215" y="8148"/>
                </a:cubicBezTo>
                <a:cubicBezTo>
                  <a:pt x="4686" y="6643"/>
                  <a:pt x="4301" y="5313"/>
                  <a:pt x="3066" y="4160"/>
                </a:cubicBezTo>
                <a:lnTo>
                  <a:pt x="3057" y="4150"/>
                </a:lnTo>
                <a:cubicBezTo>
                  <a:pt x="3053" y="4146"/>
                  <a:pt x="3053" y="4143"/>
                  <a:pt x="3048" y="4143"/>
                </a:cubicBezTo>
                <a:lnTo>
                  <a:pt x="3035" y="4129"/>
                </a:lnTo>
                <a:cubicBezTo>
                  <a:pt x="3030" y="4125"/>
                  <a:pt x="3030" y="4125"/>
                  <a:pt x="3026" y="4122"/>
                </a:cubicBezTo>
                <a:lnTo>
                  <a:pt x="3021" y="4118"/>
                </a:lnTo>
                <a:cubicBezTo>
                  <a:pt x="2506" y="3670"/>
                  <a:pt x="1800" y="3547"/>
                  <a:pt x="914" y="3755"/>
                </a:cubicBezTo>
                <a:cubicBezTo>
                  <a:pt x="1768" y="3480"/>
                  <a:pt x="2506" y="3571"/>
                  <a:pt x="3130" y="4033"/>
                </a:cubicBezTo>
                <a:lnTo>
                  <a:pt x="3130" y="4033"/>
                </a:lnTo>
                <a:lnTo>
                  <a:pt x="3134" y="4037"/>
                </a:lnTo>
                <a:lnTo>
                  <a:pt x="3134" y="4037"/>
                </a:lnTo>
                <a:cubicBezTo>
                  <a:pt x="3148" y="4047"/>
                  <a:pt x="3161" y="4062"/>
                  <a:pt x="3180" y="4072"/>
                </a:cubicBezTo>
                <a:lnTo>
                  <a:pt x="3180" y="4072"/>
                </a:lnTo>
                <a:cubicBezTo>
                  <a:pt x="3184" y="4076"/>
                  <a:pt x="3184" y="4079"/>
                  <a:pt x="3189" y="4079"/>
                </a:cubicBezTo>
                <a:cubicBezTo>
                  <a:pt x="3826" y="4583"/>
                  <a:pt x="4288" y="5324"/>
                  <a:pt x="4573" y="6304"/>
                </a:cubicBezTo>
                <a:cubicBezTo>
                  <a:pt x="4618" y="5997"/>
                  <a:pt x="4604" y="5662"/>
                  <a:pt x="4532" y="5303"/>
                </a:cubicBezTo>
                <a:cubicBezTo>
                  <a:pt x="4450" y="4340"/>
                  <a:pt x="4116" y="3656"/>
                  <a:pt x="3523" y="3251"/>
                </a:cubicBezTo>
                <a:cubicBezTo>
                  <a:pt x="3474" y="3215"/>
                  <a:pt x="3424" y="3184"/>
                  <a:pt x="3370" y="3152"/>
                </a:cubicBezTo>
                <a:cubicBezTo>
                  <a:pt x="3211" y="3064"/>
                  <a:pt x="3039" y="2990"/>
                  <a:pt x="2845" y="2937"/>
                </a:cubicBezTo>
                <a:cubicBezTo>
                  <a:pt x="2637" y="2873"/>
                  <a:pt x="2365" y="2863"/>
                  <a:pt x="2035" y="2898"/>
                </a:cubicBezTo>
                <a:cubicBezTo>
                  <a:pt x="2022" y="2901"/>
                  <a:pt x="2013" y="2901"/>
                  <a:pt x="1999" y="2905"/>
                </a:cubicBezTo>
                <a:cubicBezTo>
                  <a:pt x="1963" y="2909"/>
                  <a:pt x="1927" y="2912"/>
                  <a:pt x="1891" y="2919"/>
                </a:cubicBezTo>
                <a:cubicBezTo>
                  <a:pt x="1122" y="3011"/>
                  <a:pt x="493" y="2859"/>
                  <a:pt x="0" y="2464"/>
                </a:cubicBezTo>
                <a:cubicBezTo>
                  <a:pt x="543" y="2803"/>
                  <a:pt x="1203" y="2926"/>
                  <a:pt x="1981" y="2831"/>
                </a:cubicBezTo>
                <a:cubicBezTo>
                  <a:pt x="1995" y="2827"/>
                  <a:pt x="2008" y="2827"/>
                  <a:pt x="2017" y="2824"/>
                </a:cubicBezTo>
                <a:lnTo>
                  <a:pt x="2022" y="2824"/>
                </a:lnTo>
                <a:lnTo>
                  <a:pt x="2022" y="2824"/>
                </a:lnTo>
                <a:cubicBezTo>
                  <a:pt x="2402" y="2771"/>
                  <a:pt x="2705" y="2778"/>
                  <a:pt x="2935" y="2849"/>
                </a:cubicBezTo>
                <a:cubicBezTo>
                  <a:pt x="3121" y="2909"/>
                  <a:pt x="3288" y="2983"/>
                  <a:pt x="3442" y="3071"/>
                </a:cubicBezTo>
                <a:cubicBezTo>
                  <a:pt x="3501" y="3102"/>
                  <a:pt x="3555" y="3138"/>
                  <a:pt x="3605" y="3173"/>
                </a:cubicBezTo>
                <a:cubicBezTo>
                  <a:pt x="3605" y="3173"/>
                  <a:pt x="3609" y="3173"/>
                  <a:pt x="3609" y="3177"/>
                </a:cubicBezTo>
                <a:lnTo>
                  <a:pt x="3609" y="3177"/>
                </a:lnTo>
                <a:cubicBezTo>
                  <a:pt x="4134" y="3533"/>
                  <a:pt x="4478" y="4076"/>
                  <a:pt x="4649" y="4799"/>
                </a:cubicBezTo>
                <a:cubicBezTo>
                  <a:pt x="4559" y="4062"/>
                  <a:pt x="4423" y="3448"/>
                  <a:pt x="4251" y="2951"/>
                </a:cubicBezTo>
                <a:cubicBezTo>
                  <a:pt x="4116" y="2567"/>
                  <a:pt x="3957" y="2256"/>
                  <a:pt x="3772" y="2016"/>
                </a:cubicBezTo>
                <a:cubicBezTo>
                  <a:pt x="3659" y="1890"/>
                  <a:pt x="3528" y="1784"/>
                  <a:pt x="3379" y="1699"/>
                </a:cubicBezTo>
                <a:cubicBezTo>
                  <a:pt x="3157" y="1569"/>
                  <a:pt x="2890" y="1480"/>
                  <a:pt x="2583" y="1442"/>
                </a:cubicBezTo>
                <a:cubicBezTo>
                  <a:pt x="2551" y="1435"/>
                  <a:pt x="2524" y="1431"/>
                  <a:pt x="2492" y="1431"/>
                </a:cubicBezTo>
                <a:lnTo>
                  <a:pt x="2488" y="1428"/>
                </a:lnTo>
                <a:lnTo>
                  <a:pt x="2474" y="1428"/>
                </a:lnTo>
                <a:lnTo>
                  <a:pt x="2465" y="1428"/>
                </a:lnTo>
                <a:lnTo>
                  <a:pt x="2460" y="1428"/>
                </a:lnTo>
                <a:lnTo>
                  <a:pt x="2460" y="1424"/>
                </a:lnTo>
                <a:lnTo>
                  <a:pt x="2447" y="1424"/>
                </a:lnTo>
                <a:lnTo>
                  <a:pt x="2442" y="1424"/>
                </a:lnTo>
                <a:lnTo>
                  <a:pt x="2442" y="1424"/>
                </a:lnTo>
                <a:cubicBezTo>
                  <a:pt x="1823" y="1350"/>
                  <a:pt x="1407" y="1107"/>
                  <a:pt x="1180" y="698"/>
                </a:cubicBezTo>
                <a:cubicBezTo>
                  <a:pt x="1511" y="1096"/>
                  <a:pt x="1940" y="1315"/>
                  <a:pt x="2456" y="1354"/>
                </a:cubicBezTo>
                <a:cubicBezTo>
                  <a:pt x="2501" y="1357"/>
                  <a:pt x="2542" y="1357"/>
                  <a:pt x="2587" y="1361"/>
                </a:cubicBezTo>
                <a:lnTo>
                  <a:pt x="2601" y="1361"/>
                </a:lnTo>
                <a:cubicBezTo>
                  <a:pt x="2714" y="1361"/>
                  <a:pt x="2827" y="1378"/>
                  <a:pt x="2949" y="1410"/>
                </a:cubicBezTo>
                <a:lnTo>
                  <a:pt x="2953" y="1410"/>
                </a:lnTo>
                <a:close/>
              </a:path>
            </a:pathLst>
          </a:custGeom>
          <a:solidFill>
            <a:schemeClr val="bg1">
              <a:lumMod val="50000"/>
            </a:schemeClr>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64" name="Teardrop 63"/>
          <p:cNvSpPr/>
          <p:nvPr/>
        </p:nvSpPr>
        <p:spPr>
          <a:xfrm>
            <a:off x="6511444" y="448005"/>
            <a:ext cx="921715" cy="921712"/>
          </a:xfrm>
          <a:prstGeom prst="teardrop">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rgbClr val="FFC000"/>
              </a:solidFill>
              <a:latin typeface="Arial" pitchFamily="34" charset="0"/>
              <a:ea typeface="微软雅黑" pitchFamily="34" charset="-122"/>
              <a:sym typeface="Arial" pitchFamily="34" charset="0"/>
            </a:endParaRPr>
          </a:p>
        </p:txBody>
      </p:sp>
      <p:sp>
        <p:nvSpPr>
          <p:cNvPr id="66" name="Teardrop 65"/>
          <p:cNvSpPr/>
          <p:nvPr/>
        </p:nvSpPr>
        <p:spPr>
          <a:xfrm flipH="1">
            <a:off x="7894012" y="688943"/>
            <a:ext cx="680777" cy="680774"/>
          </a:xfrm>
          <a:prstGeom prst="teardrop">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latin typeface="Arial" pitchFamily="34" charset="0"/>
              <a:ea typeface="微软雅黑" pitchFamily="34" charset="-122"/>
              <a:sym typeface="Arial" pitchFamily="34" charset="0"/>
            </a:endParaRPr>
          </a:p>
        </p:txBody>
      </p:sp>
      <p:sp>
        <p:nvSpPr>
          <p:cNvPr id="69" name="Teardrop 68"/>
          <p:cNvSpPr/>
          <p:nvPr/>
        </p:nvSpPr>
        <p:spPr>
          <a:xfrm>
            <a:off x="4914902" y="1357546"/>
            <a:ext cx="610552" cy="610550"/>
          </a:xfrm>
          <a:prstGeom prst="teardrop">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2500" dirty="0">
              <a:solidFill>
                <a:srgbClr val="92D050"/>
              </a:solidFill>
              <a:latin typeface="Arial" pitchFamily="34" charset="0"/>
              <a:ea typeface="微软雅黑" pitchFamily="34" charset="-122"/>
              <a:sym typeface="Arial" pitchFamily="34" charset="0"/>
            </a:endParaRPr>
          </a:p>
        </p:txBody>
      </p:sp>
      <p:sp>
        <p:nvSpPr>
          <p:cNvPr id="72" name="Teardrop 71"/>
          <p:cNvSpPr/>
          <p:nvPr/>
        </p:nvSpPr>
        <p:spPr>
          <a:xfrm>
            <a:off x="5416911" y="688943"/>
            <a:ext cx="680777" cy="680774"/>
          </a:xfrm>
          <a:prstGeom prst="teardrop">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Arial" pitchFamily="34" charset="0"/>
              <a:ea typeface="微软雅黑" pitchFamily="34" charset="-122"/>
              <a:sym typeface="Arial" pitchFamily="34" charset="0"/>
            </a:endParaRPr>
          </a:p>
        </p:txBody>
      </p:sp>
      <p:sp>
        <p:nvSpPr>
          <p:cNvPr id="73" name="Teardrop 72"/>
          <p:cNvSpPr/>
          <p:nvPr/>
        </p:nvSpPr>
        <p:spPr>
          <a:xfrm flipH="1">
            <a:off x="8419150" y="1395646"/>
            <a:ext cx="610552" cy="610550"/>
          </a:xfrm>
          <a:prstGeom prst="teardrop">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2400" dirty="0">
              <a:solidFill>
                <a:srgbClr val="9DDFBE"/>
              </a:solidFill>
              <a:latin typeface="Arial" pitchFamily="34" charset="0"/>
              <a:ea typeface="微软雅黑" pitchFamily="34" charset="-122"/>
              <a:sym typeface="Arial" pitchFamily="34" charset="0"/>
            </a:endParaRPr>
          </a:p>
        </p:txBody>
      </p:sp>
      <p:sp>
        <p:nvSpPr>
          <p:cNvPr id="74" name="Teardrop 73"/>
          <p:cNvSpPr/>
          <p:nvPr/>
        </p:nvSpPr>
        <p:spPr>
          <a:xfrm>
            <a:off x="5387113" y="1968096"/>
            <a:ext cx="472211" cy="472209"/>
          </a:xfrm>
          <a:prstGeom prst="teardrop">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lstStyle/>
          <a:p>
            <a:pPr algn="ctr"/>
            <a:endParaRPr lang="en-US" dirty="0">
              <a:solidFill>
                <a:srgbClr val="00B050"/>
              </a:solidFill>
              <a:latin typeface="Arial" pitchFamily="34" charset="0"/>
              <a:ea typeface="微软雅黑" pitchFamily="34" charset="-122"/>
              <a:sym typeface="Arial" pitchFamily="34" charset="0"/>
            </a:endParaRPr>
          </a:p>
        </p:txBody>
      </p:sp>
      <p:sp>
        <p:nvSpPr>
          <p:cNvPr id="75" name="Teardrop 74"/>
          <p:cNvSpPr/>
          <p:nvPr/>
        </p:nvSpPr>
        <p:spPr>
          <a:xfrm flipH="1">
            <a:off x="8102578" y="1968096"/>
            <a:ext cx="472211" cy="472209"/>
          </a:xfrm>
          <a:prstGeom prst="teardrop">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lstStyle/>
          <a:p>
            <a:pPr algn="ctr"/>
            <a:endParaRPr lang="en-US" dirty="0">
              <a:solidFill>
                <a:srgbClr val="FF66FF"/>
              </a:solidFill>
              <a:latin typeface="Arial" pitchFamily="34" charset="0"/>
              <a:ea typeface="微软雅黑" pitchFamily="34" charset="-122"/>
              <a:sym typeface="Arial" pitchFamily="34" charset="0"/>
            </a:endParaRPr>
          </a:p>
        </p:txBody>
      </p:sp>
      <p:sp>
        <p:nvSpPr>
          <p:cNvPr id="76" name="Teardrop 75"/>
          <p:cNvSpPr/>
          <p:nvPr/>
        </p:nvSpPr>
        <p:spPr>
          <a:xfrm>
            <a:off x="6569049" y="1886407"/>
            <a:ext cx="806502" cy="806498"/>
          </a:xfrm>
          <a:prstGeom prst="teardrop">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3200" dirty="0">
              <a:solidFill>
                <a:srgbClr val="FFC000"/>
              </a:solidFill>
              <a:latin typeface="Arial" pitchFamily="34" charset="0"/>
              <a:ea typeface="微软雅黑" pitchFamily="34" charset="-122"/>
              <a:sym typeface="Arial" pitchFamily="34" charset="0"/>
            </a:endParaRPr>
          </a:p>
        </p:txBody>
      </p:sp>
      <p:sp>
        <p:nvSpPr>
          <p:cNvPr id="22" name="Freeform 24"/>
          <p:cNvSpPr>
            <a:spLocks noEditPoints="1"/>
          </p:cNvSpPr>
          <p:nvPr/>
        </p:nvSpPr>
        <p:spPr bwMode="auto">
          <a:xfrm>
            <a:off x="5618787" y="831324"/>
            <a:ext cx="304604" cy="330782"/>
          </a:xfrm>
          <a:custGeom>
            <a:avLst/>
            <a:gdLst/>
            <a:ahLst/>
            <a:cxnLst>
              <a:cxn ang="0">
                <a:pos x="55" y="55"/>
              </a:cxn>
              <a:cxn ang="0">
                <a:pos x="39" y="55"/>
              </a:cxn>
              <a:cxn ang="0">
                <a:pos x="30" y="64"/>
              </a:cxn>
              <a:cxn ang="0">
                <a:pos x="21" y="55"/>
              </a:cxn>
              <a:cxn ang="0">
                <a:pos x="5" y="55"/>
              </a:cxn>
              <a:cxn ang="0">
                <a:pos x="0" y="50"/>
              </a:cxn>
              <a:cxn ang="0">
                <a:pos x="11" y="20"/>
              </a:cxn>
              <a:cxn ang="0">
                <a:pos x="27" y="5"/>
              </a:cxn>
              <a:cxn ang="0">
                <a:pos x="26" y="3"/>
              </a:cxn>
              <a:cxn ang="0">
                <a:pos x="30" y="0"/>
              </a:cxn>
              <a:cxn ang="0">
                <a:pos x="33" y="3"/>
              </a:cxn>
              <a:cxn ang="0">
                <a:pos x="33" y="5"/>
              </a:cxn>
              <a:cxn ang="0">
                <a:pos x="48" y="20"/>
              </a:cxn>
              <a:cxn ang="0">
                <a:pos x="59" y="50"/>
              </a:cxn>
              <a:cxn ang="0">
                <a:pos x="55" y="55"/>
              </a:cxn>
              <a:cxn ang="0">
                <a:pos x="30" y="60"/>
              </a:cxn>
              <a:cxn ang="0">
                <a:pos x="25" y="55"/>
              </a:cxn>
              <a:cxn ang="0">
                <a:pos x="24" y="54"/>
              </a:cxn>
              <a:cxn ang="0">
                <a:pos x="23" y="55"/>
              </a:cxn>
              <a:cxn ang="0">
                <a:pos x="30" y="61"/>
              </a:cxn>
              <a:cxn ang="0">
                <a:pos x="30" y="60"/>
              </a:cxn>
              <a:cxn ang="0">
                <a:pos x="30" y="60"/>
              </a:cxn>
            </a:cxnLst>
            <a:rect l="0" t="0" r="r" b="b"/>
            <a:pathLst>
              <a:path w="59" h="64">
                <a:moveTo>
                  <a:pt x="55" y="55"/>
                </a:moveTo>
                <a:cubicBezTo>
                  <a:pt x="39" y="55"/>
                  <a:pt x="39" y="55"/>
                  <a:pt x="39" y="55"/>
                </a:cubicBezTo>
                <a:cubicBezTo>
                  <a:pt x="39" y="60"/>
                  <a:pt x="35" y="64"/>
                  <a:pt x="30" y="64"/>
                </a:cubicBezTo>
                <a:cubicBezTo>
                  <a:pt x="25" y="64"/>
                  <a:pt x="21" y="60"/>
                  <a:pt x="21" y="55"/>
                </a:cubicBezTo>
                <a:cubicBezTo>
                  <a:pt x="5" y="55"/>
                  <a:pt x="5" y="55"/>
                  <a:pt x="5" y="55"/>
                </a:cubicBezTo>
                <a:cubicBezTo>
                  <a:pt x="2" y="55"/>
                  <a:pt x="0" y="53"/>
                  <a:pt x="0" y="50"/>
                </a:cubicBezTo>
                <a:cubicBezTo>
                  <a:pt x="5" y="46"/>
                  <a:pt x="11" y="38"/>
                  <a:pt x="11" y="20"/>
                </a:cubicBezTo>
                <a:cubicBezTo>
                  <a:pt x="11" y="13"/>
                  <a:pt x="17" y="6"/>
                  <a:pt x="27" y="5"/>
                </a:cubicBezTo>
                <a:cubicBezTo>
                  <a:pt x="26" y="4"/>
                  <a:pt x="26" y="4"/>
                  <a:pt x="26" y="3"/>
                </a:cubicBezTo>
                <a:cubicBezTo>
                  <a:pt x="26" y="1"/>
                  <a:pt x="28" y="0"/>
                  <a:pt x="30" y="0"/>
                </a:cubicBezTo>
                <a:cubicBezTo>
                  <a:pt x="32" y="0"/>
                  <a:pt x="33" y="1"/>
                  <a:pt x="33" y="3"/>
                </a:cubicBezTo>
                <a:cubicBezTo>
                  <a:pt x="33" y="4"/>
                  <a:pt x="33" y="4"/>
                  <a:pt x="33" y="5"/>
                </a:cubicBezTo>
                <a:cubicBezTo>
                  <a:pt x="42" y="6"/>
                  <a:pt x="48" y="13"/>
                  <a:pt x="48" y="20"/>
                </a:cubicBezTo>
                <a:cubicBezTo>
                  <a:pt x="48" y="38"/>
                  <a:pt x="54" y="46"/>
                  <a:pt x="59" y="50"/>
                </a:cubicBezTo>
                <a:cubicBezTo>
                  <a:pt x="59" y="53"/>
                  <a:pt x="57" y="55"/>
                  <a:pt x="55" y="55"/>
                </a:cubicBezTo>
                <a:close/>
                <a:moveTo>
                  <a:pt x="30" y="60"/>
                </a:moveTo>
                <a:cubicBezTo>
                  <a:pt x="27" y="60"/>
                  <a:pt x="25" y="57"/>
                  <a:pt x="25" y="55"/>
                </a:cubicBezTo>
                <a:cubicBezTo>
                  <a:pt x="25" y="54"/>
                  <a:pt x="24" y="54"/>
                  <a:pt x="24" y="54"/>
                </a:cubicBezTo>
                <a:cubicBezTo>
                  <a:pt x="24" y="54"/>
                  <a:pt x="23" y="54"/>
                  <a:pt x="23" y="55"/>
                </a:cubicBezTo>
                <a:cubicBezTo>
                  <a:pt x="23" y="58"/>
                  <a:pt x="26" y="61"/>
                  <a:pt x="30" y="61"/>
                </a:cubicBezTo>
                <a:cubicBezTo>
                  <a:pt x="30" y="61"/>
                  <a:pt x="30" y="61"/>
                  <a:pt x="30" y="60"/>
                </a:cubicBezTo>
                <a:cubicBezTo>
                  <a:pt x="30" y="60"/>
                  <a:pt x="30" y="60"/>
                  <a:pt x="30" y="60"/>
                </a:cubicBezTo>
                <a:close/>
              </a:path>
            </a:pathLst>
          </a:custGeom>
          <a:solidFill>
            <a:schemeClr val="accent2"/>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3" name="Freeform 5"/>
          <p:cNvSpPr>
            <a:spLocks noEditPoints="1"/>
          </p:cNvSpPr>
          <p:nvPr/>
        </p:nvSpPr>
        <p:spPr bwMode="auto">
          <a:xfrm>
            <a:off x="6745803" y="653485"/>
            <a:ext cx="454742" cy="454742"/>
          </a:xfrm>
          <a:custGeom>
            <a:avLst/>
            <a:gdLst/>
            <a:ahLst/>
            <a:cxnLst>
              <a:cxn ang="0">
                <a:pos x="0" y="192"/>
              </a:cxn>
              <a:cxn ang="0">
                <a:pos x="255" y="135"/>
              </a:cxn>
              <a:cxn ang="0">
                <a:pos x="277" y="122"/>
              </a:cxn>
              <a:cxn ang="0">
                <a:pos x="303" y="116"/>
              </a:cxn>
              <a:cxn ang="0">
                <a:pos x="296" y="105"/>
              </a:cxn>
              <a:cxn ang="0">
                <a:pos x="278" y="89"/>
              </a:cxn>
              <a:cxn ang="0">
                <a:pos x="265" y="90"/>
              </a:cxn>
              <a:cxn ang="0">
                <a:pos x="256" y="82"/>
              </a:cxn>
              <a:cxn ang="0">
                <a:pos x="231" y="73"/>
              </a:cxn>
              <a:cxn ang="0">
                <a:pos x="234" y="98"/>
              </a:cxn>
              <a:cxn ang="0">
                <a:pos x="224" y="118"/>
              </a:cxn>
              <a:cxn ang="0">
                <a:pos x="205" y="103"/>
              </a:cxn>
              <a:cxn ang="0">
                <a:pos x="175" y="89"/>
              </a:cxn>
              <a:cxn ang="0">
                <a:pos x="183" y="68"/>
              </a:cxn>
              <a:cxn ang="0">
                <a:pos x="212" y="58"/>
              </a:cxn>
              <a:cxn ang="0">
                <a:pos x="207" y="47"/>
              </a:cxn>
              <a:cxn ang="0">
                <a:pos x="188" y="50"/>
              </a:cxn>
              <a:cxn ang="0">
                <a:pos x="168" y="37"/>
              </a:cxn>
              <a:cxn ang="0">
                <a:pos x="171" y="52"/>
              </a:cxn>
              <a:cxn ang="0">
                <a:pos x="157" y="52"/>
              </a:cxn>
              <a:cxn ang="0">
                <a:pos x="141" y="40"/>
              </a:cxn>
              <a:cxn ang="0">
                <a:pos x="126" y="47"/>
              </a:cxn>
              <a:cxn ang="0">
                <a:pos x="143" y="51"/>
              </a:cxn>
              <a:cxn ang="0">
                <a:pos x="131" y="58"/>
              </a:cxn>
              <a:cxn ang="0">
                <a:pos x="56" y="107"/>
              </a:cxn>
              <a:cxn ang="0">
                <a:pos x="65" y="118"/>
              </a:cxn>
              <a:cxn ang="0">
                <a:pos x="79" y="135"/>
              </a:cxn>
              <a:cxn ang="0">
                <a:pos x="74" y="158"/>
              </a:cxn>
              <a:cxn ang="0">
                <a:pos x="88" y="185"/>
              </a:cxn>
              <a:cxn ang="0">
                <a:pos x="108" y="214"/>
              </a:cxn>
              <a:cxn ang="0">
                <a:pos x="118" y="227"/>
              </a:cxn>
              <a:cxn ang="0">
                <a:pos x="105" y="197"/>
              </a:cxn>
              <a:cxn ang="0">
                <a:pos x="125" y="225"/>
              </a:cxn>
              <a:cxn ang="0">
                <a:pos x="150" y="255"/>
              </a:cxn>
              <a:cxn ang="0">
                <a:pos x="184" y="269"/>
              </a:cxn>
              <a:cxn ang="0">
                <a:pos x="213" y="290"/>
              </a:cxn>
              <a:cxn ang="0">
                <a:pos x="224" y="288"/>
              </a:cxn>
              <a:cxn ang="0">
                <a:pos x="212" y="268"/>
              </a:cxn>
              <a:cxn ang="0">
                <a:pos x="197" y="262"/>
              </a:cxn>
              <a:cxn ang="0">
                <a:pos x="194" y="239"/>
              </a:cxn>
              <a:cxn ang="0">
                <a:pos x="171" y="250"/>
              </a:cxn>
              <a:cxn ang="0">
                <a:pos x="168" y="210"/>
              </a:cxn>
              <a:cxn ang="0">
                <a:pos x="184" y="206"/>
              </a:cxn>
              <a:cxn ang="0">
                <a:pos x="196" y="202"/>
              </a:cxn>
              <a:cxn ang="0">
                <a:pos x="214" y="211"/>
              </a:cxn>
              <a:cxn ang="0">
                <a:pos x="221" y="205"/>
              </a:cxn>
              <a:cxn ang="0">
                <a:pos x="234" y="179"/>
              </a:cxn>
              <a:cxn ang="0">
                <a:pos x="233" y="171"/>
              </a:cxn>
              <a:cxn ang="0">
                <a:pos x="252" y="157"/>
              </a:cxn>
              <a:cxn ang="0">
                <a:pos x="266" y="143"/>
              </a:cxn>
              <a:cxn ang="0">
                <a:pos x="273" y="131"/>
              </a:cxn>
              <a:cxn ang="0">
                <a:pos x="255" y="135"/>
              </a:cxn>
              <a:cxn ang="0">
                <a:pos x="295" y="298"/>
              </a:cxn>
              <a:cxn ang="0">
                <a:pos x="272" y="288"/>
              </a:cxn>
              <a:cxn ang="0">
                <a:pos x="251" y="288"/>
              </a:cxn>
              <a:cxn ang="0">
                <a:pos x="236" y="286"/>
              </a:cxn>
              <a:cxn ang="0">
                <a:pos x="230" y="307"/>
              </a:cxn>
              <a:cxn ang="0">
                <a:pos x="223" y="335"/>
              </a:cxn>
              <a:cxn ang="0">
                <a:pos x="308" y="302"/>
              </a:cxn>
            </a:cxnLst>
            <a:rect l="0" t="0" r="r" b="b"/>
            <a:pathLst>
              <a:path w="384" h="384">
                <a:moveTo>
                  <a:pt x="384" y="192"/>
                </a:moveTo>
                <a:cubicBezTo>
                  <a:pt x="384" y="298"/>
                  <a:pt x="298" y="384"/>
                  <a:pt x="192" y="384"/>
                </a:cubicBezTo>
                <a:cubicBezTo>
                  <a:pt x="86" y="384"/>
                  <a:pt x="0" y="298"/>
                  <a:pt x="0" y="192"/>
                </a:cubicBezTo>
                <a:cubicBezTo>
                  <a:pt x="0" y="86"/>
                  <a:pt x="86" y="0"/>
                  <a:pt x="192" y="0"/>
                </a:cubicBezTo>
                <a:cubicBezTo>
                  <a:pt x="298" y="0"/>
                  <a:pt x="384" y="86"/>
                  <a:pt x="384" y="192"/>
                </a:cubicBezTo>
                <a:close/>
                <a:moveTo>
                  <a:pt x="255" y="135"/>
                </a:moveTo>
                <a:cubicBezTo>
                  <a:pt x="256" y="135"/>
                  <a:pt x="257" y="130"/>
                  <a:pt x="258" y="129"/>
                </a:cubicBezTo>
                <a:cubicBezTo>
                  <a:pt x="260" y="127"/>
                  <a:pt x="262" y="126"/>
                  <a:pt x="264" y="125"/>
                </a:cubicBezTo>
                <a:cubicBezTo>
                  <a:pt x="268" y="124"/>
                  <a:pt x="272" y="123"/>
                  <a:pt x="277" y="122"/>
                </a:cubicBezTo>
                <a:cubicBezTo>
                  <a:pt x="281" y="121"/>
                  <a:pt x="286" y="121"/>
                  <a:pt x="289" y="125"/>
                </a:cubicBezTo>
                <a:cubicBezTo>
                  <a:pt x="289" y="124"/>
                  <a:pt x="295" y="119"/>
                  <a:pt x="295" y="119"/>
                </a:cubicBezTo>
                <a:cubicBezTo>
                  <a:pt x="298" y="118"/>
                  <a:pt x="301" y="118"/>
                  <a:pt x="303" y="116"/>
                </a:cubicBezTo>
                <a:cubicBezTo>
                  <a:pt x="303" y="115"/>
                  <a:pt x="303" y="110"/>
                  <a:pt x="303" y="110"/>
                </a:cubicBezTo>
                <a:cubicBezTo>
                  <a:pt x="299" y="111"/>
                  <a:pt x="298" y="107"/>
                  <a:pt x="297" y="103"/>
                </a:cubicBezTo>
                <a:cubicBezTo>
                  <a:pt x="297" y="104"/>
                  <a:pt x="297" y="104"/>
                  <a:pt x="296" y="105"/>
                </a:cubicBezTo>
                <a:cubicBezTo>
                  <a:pt x="296" y="102"/>
                  <a:pt x="291" y="104"/>
                  <a:pt x="290" y="104"/>
                </a:cubicBezTo>
                <a:cubicBezTo>
                  <a:pt x="284" y="102"/>
                  <a:pt x="285" y="98"/>
                  <a:pt x="283" y="94"/>
                </a:cubicBezTo>
                <a:cubicBezTo>
                  <a:pt x="282" y="92"/>
                  <a:pt x="279" y="91"/>
                  <a:pt x="278" y="89"/>
                </a:cubicBezTo>
                <a:cubicBezTo>
                  <a:pt x="277" y="87"/>
                  <a:pt x="277" y="84"/>
                  <a:pt x="274" y="84"/>
                </a:cubicBezTo>
                <a:cubicBezTo>
                  <a:pt x="273" y="84"/>
                  <a:pt x="270" y="89"/>
                  <a:pt x="270" y="89"/>
                </a:cubicBezTo>
                <a:cubicBezTo>
                  <a:pt x="267" y="88"/>
                  <a:pt x="266" y="89"/>
                  <a:pt x="265" y="90"/>
                </a:cubicBezTo>
                <a:cubicBezTo>
                  <a:pt x="263" y="91"/>
                  <a:pt x="262" y="91"/>
                  <a:pt x="260" y="92"/>
                </a:cubicBezTo>
                <a:cubicBezTo>
                  <a:pt x="265" y="90"/>
                  <a:pt x="258" y="88"/>
                  <a:pt x="256" y="88"/>
                </a:cubicBezTo>
                <a:cubicBezTo>
                  <a:pt x="260" y="87"/>
                  <a:pt x="258" y="83"/>
                  <a:pt x="256" y="82"/>
                </a:cubicBezTo>
                <a:cubicBezTo>
                  <a:pt x="256" y="82"/>
                  <a:pt x="257" y="82"/>
                  <a:pt x="257" y="82"/>
                </a:cubicBezTo>
                <a:cubicBezTo>
                  <a:pt x="257" y="79"/>
                  <a:pt x="250" y="77"/>
                  <a:pt x="247" y="76"/>
                </a:cubicBezTo>
                <a:cubicBezTo>
                  <a:pt x="245" y="74"/>
                  <a:pt x="233" y="72"/>
                  <a:pt x="231" y="73"/>
                </a:cubicBezTo>
                <a:cubicBezTo>
                  <a:pt x="228" y="75"/>
                  <a:pt x="231" y="80"/>
                  <a:pt x="231" y="83"/>
                </a:cubicBezTo>
                <a:cubicBezTo>
                  <a:pt x="232" y="86"/>
                  <a:pt x="228" y="86"/>
                  <a:pt x="228" y="89"/>
                </a:cubicBezTo>
                <a:cubicBezTo>
                  <a:pt x="228" y="93"/>
                  <a:pt x="236" y="92"/>
                  <a:pt x="234" y="98"/>
                </a:cubicBezTo>
                <a:cubicBezTo>
                  <a:pt x="233" y="102"/>
                  <a:pt x="228" y="102"/>
                  <a:pt x="226" y="105"/>
                </a:cubicBezTo>
                <a:cubicBezTo>
                  <a:pt x="224" y="108"/>
                  <a:pt x="227" y="112"/>
                  <a:pt x="229" y="114"/>
                </a:cubicBezTo>
                <a:cubicBezTo>
                  <a:pt x="231" y="115"/>
                  <a:pt x="225" y="118"/>
                  <a:pt x="224" y="118"/>
                </a:cubicBezTo>
                <a:cubicBezTo>
                  <a:pt x="220" y="120"/>
                  <a:pt x="217" y="114"/>
                  <a:pt x="216" y="110"/>
                </a:cubicBezTo>
                <a:cubicBezTo>
                  <a:pt x="215" y="108"/>
                  <a:pt x="215" y="104"/>
                  <a:pt x="212" y="103"/>
                </a:cubicBezTo>
                <a:cubicBezTo>
                  <a:pt x="210" y="102"/>
                  <a:pt x="206" y="102"/>
                  <a:pt x="205" y="103"/>
                </a:cubicBezTo>
                <a:cubicBezTo>
                  <a:pt x="203" y="99"/>
                  <a:pt x="198" y="98"/>
                  <a:pt x="194" y="97"/>
                </a:cubicBezTo>
                <a:cubicBezTo>
                  <a:pt x="189" y="95"/>
                  <a:pt x="185" y="95"/>
                  <a:pt x="180" y="96"/>
                </a:cubicBezTo>
                <a:cubicBezTo>
                  <a:pt x="181" y="95"/>
                  <a:pt x="179" y="88"/>
                  <a:pt x="175" y="89"/>
                </a:cubicBezTo>
                <a:cubicBezTo>
                  <a:pt x="176" y="86"/>
                  <a:pt x="176" y="84"/>
                  <a:pt x="176" y="81"/>
                </a:cubicBezTo>
                <a:cubicBezTo>
                  <a:pt x="177" y="79"/>
                  <a:pt x="178" y="77"/>
                  <a:pt x="179" y="75"/>
                </a:cubicBezTo>
                <a:cubicBezTo>
                  <a:pt x="180" y="74"/>
                  <a:pt x="185" y="69"/>
                  <a:pt x="183" y="68"/>
                </a:cubicBezTo>
                <a:cubicBezTo>
                  <a:pt x="188" y="69"/>
                  <a:pt x="193" y="69"/>
                  <a:pt x="196" y="66"/>
                </a:cubicBezTo>
                <a:cubicBezTo>
                  <a:pt x="198" y="63"/>
                  <a:pt x="199" y="60"/>
                  <a:pt x="202" y="57"/>
                </a:cubicBezTo>
                <a:cubicBezTo>
                  <a:pt x="205" y="53"/>
                  <a:pt x="209" y="58"/>
                  <a:pt x="212" y="58"/>
                </a:cubicBezTo>
                <a:cubicBezTo>
                  <a:pt x="217" y="59"/>
                  <a:pt x="217" y="53"/>
                  <a:pt x="214" y="51"/>
                </a:cubicBezTo>
                <a:cubicBezTo>
                  <a:pt x="218" y="51"/>
                  <a:pt x="215" y="45"/>
                  <a:pt x="213" y="44"/>
                </a:cubicBezTo>
                <a:cubicBezTo>
                  <a:pt x="211" y="43"/>
                  <a:pt x="202" y="46"/>
                  <a:pt x="207" y="47"/>
                </a:cubicBezTo>
                <a:cubicBezTo>
                  <a:pt x="206" y="47"/>
                  <a:pt x="200" y="59"/>
                  <a:pt x="196" y="53"/>
                </a:cubicBezTo>
                <a:cubicBezTo>
                  <a:pt x="195" y="52"/>
                  <a:pt x="195" y="47"/>
                  <a:pt x="193" y="46"/>
                </a:cubicBezTo>
                <a:cubicBezTo>
                  <a:pt x="190" y="46"/>
                  <a:pt x="189" y="49"/>
                  <a:pt x="188" y="50"/>
                </a:cubicBezTo>
                <a:cubicBezTo>
                  <a:pt x="190" y="47"/>
                  <a:pt x="181" y="45"/>
                  <a:pt x="180" y="44"/>
                </a:cubicBezTo>
                <a:cubicBezTo>
                  <a:pt x="183" y="42"/>
                  <a:pt x="180" y="39"/>
                  <a:pt x="178" y="38"/>
                </a:cubicBezTo>
                <a:cubicBezTo>
                  <a:pt x="176" y="36"/>
                  <a:pt x="169" y="35"/>
                  <a:pt x="168" y="37"/>
                </a:cubicBezTo>
                <a:cubicBezTo>
                  <a:pt x="163" y="43"/>
                  <a:pt x="173" y="44"/>
                  <a:pt x="175" y="45"/>
                </a:cubicBezTo>
                <a:cubicBezTo>
                  <a:pt x="176" y="46"/>
                  <a:pt x="179" y="48"/>
                  <a:pt x="177" y="49"/>
                </a:cubicBezTo>
                <a:cubicBezTo>
                  <a:pt x="176" y="50"/>
                  <a:pt x="171" y="51"/>
                  <a:pt x="171" y="52"/>
                </a:cubicBezTo>
                <a:cubicBezTo>
                  <a:pt x="169" y="54"/>
                  <a:pt x="172" y="57"/>
                  <a:pt x="170" y="59"/>
                </a:cubicBezTo>
                <a:cubicBezTo>
                  <a:pt x="168" y="57"/>
                  <a:pt x="168" y="53"/>
                  <a:pt x="166" y="50"/>
                </a:cubicBezTo>
                <a:cubicBezTo>
                  <a:pt x="168" y="53"/>
                  <a:pt x="157" y="52"/>
                  <a:pt x="157" y="52"/>
                </a:cubicBezTo>
                <a:cubicBezTo>
                  <a:pt x="154" y="52"/>
                  <a:pt x="148" y="54"/>
                  <a:pt x="145" y="50"/>
                </a:cubicBezTo>
                <a:cubicBezTo>
                  <a:pt x="144" y="49"/>
                  <a:pt x="144" y="44"/>
                  <a:pt x="146" y="45"/>
                </a:cubicBezTo>
                <a:cubicBezTo>
                  <a:pt x="144" y="43"/>
                  <a:pt x="142" y="41"/>
                  <a:pt x="141" y="40"/>
                </a:cubicBezTo>
                <a:cubicBezTo>
                  <a:pt x="132" y="43"/>
                  <a:pt x="125" y="47"/>
                  <a:pt x="117" y="51"/>
                </a:cubicBezTo>
                <a:cubicBezTo>
                  <a:pt x="118" y="51"/>
                  <a:pt x="119" y="51"/>
                  <a:pt x="120" y="50"/>
                </a:cubicBezTo>
                <a:cubicBezTo>
                  <a:pt x="122" y="50"/>
                  <a:pt x="124" y="48"/>
                  <a:pt x="126" y="47"/>
                </a:cubicBezTo>
                <a:cubicBezTo>
                  <a:pt x="128" y="46"/>
                  <a:pt x="134" y="43"/>
                  <a:pt x="136" y="46"/>
                </a:cubicBezTo>
                <a:cubicBezTo>
                  <a:pt x="137" y="45"/>
                  <a:pt x="137" y="45"/>
                  <a:pt x="138" y="44"/>
                </a:cubicBezTo>
                <a:cubicBezTo>
                  <a:pt x="139" y="46"/>
                  <a:pt x="141" y="48"/>
                  <a:pt x="143" y="51"/>
                </a:cubicBezTo>
                <a:cubicBezTo>
                  <a:pt x="141" y="50"/>
                  <a:pt x="137" y="50"/>
                  <a:pt x="135" y="50"/>
                </a:cubicBezTo>
                <a:cubicBezTo>
                  <a:pt x="133" y="51"/>
                  <a:pt x="130" y="51"/>
                  <a:pt x="130" y="53"/>
                </a:cubicBezTo>
                <a:cubicBezTo>
                  <a:pt x="130" y="55"/>
                  <a:pt x="131" y="57"/>
                  <a:pt x="131" y="58"/>
                </a:cubicBezTo>
                <a:cubicBezTo>
                  <a:pt x="128" y="56"/>
                  <a:pt x="125" y="52"/>
                  <a:pt x="121" y="51"/>
                </a:cubicBezTo>
                <a:cubicBezTo>
                  <a:pt x="119" y="51"/>
                  <a:pt x="117" y="51"/>
                  <a:pt x="115" y="52"/>
                </a:cubicBezTo>
                <a:cubicBezTo>
                  <a:pt x="91" y="65"/>
                  <a:pt x="71" y="84"/>
                  <a:pt x="56" y="107"/>
                </a:cubicBezTo>
                <a:cubicBezTo>
                  <a:pt x="57" y="108"/>
                  <a:pt x="58" y="109"/>
                  <a:pt x="59" y="109"/>
                </a:cubicBezTo>
                <a:cubicBezTo>
                  <a:pt x="62" y="110"/>
                  <a:pt x="59" y="117"/>
                  <a:pt x="64" y="113"/>
                </a:cubicBezTo>
                <a:cubicBezTo>
                  <a:pt x="66" y="115"/>
                  <a:pt x="66" y="116"/>
                  <a:pt x="65" y="118"/>
                </a:cubicBezTo>
                <a:cubicBezTo>
                  <a:pt x="65" y="118"/>
                  <a:pt x="75" y="124"/>
                  <a:pt x="76" y="125"/>
                </a:cubicBezTo>
                <a:cubicBezTo>
                  <a:pt x="78" y="126"/>
                  <a:pt x="80" y="128"/>
                  <a:pt x="81" y="130"/>
                </a:cubicBezTo>
                <a:cubicBezTo>
                  <a:pt x="82" y="132"/>
                  <a:pt x="80" y="134"/>
                  <a:pt x="79" y="135"/>
                </a:cubicBezTo>
                <a:cubicBezTo>
                  <a:pt x="78" y="134"/>
                  <a:pt x="75" y="130"/>
                  <a:pt x="74" y="131"/>
                </a:cubicBezTo>
                <a:cubicBezTo>
                  <a:pt x="73" y="133"/>
                  <a:pt x="74" y="139"/>
                  <a:pt x="77" y="139"/>
                </a:cubicBezTo>
                <a:cubicBezTo>
                  <a:pt x="73" y="139"/>
                  <a:pt x="75" y="155"/>
                  <a:pt x="74" y="158"/>
                </a:cubicBezTo>
                <a:cubicBezTo>
                  <a:pt x="74" y="158"/>
                  <a:pt x="74" y="158"/>
                  <a:pt x="74" y="158"/>
                </a:cubicBezTo>
                <a:cubicBezTo>
                  <a:pt x="73" y="161"/>
                  <a:pt x="76" y="173"/>
                  <a:pt x="81" y="172"/>
                </a:cubicBezTo>
                <a:cubicBezTo>
                  <a:pt x="78" y="172"/>
                  <a:pt x="87" y="184"/>
                  <a:pt x="88" y="185"/>
                </a:cubicBezTo>
                <a:cubicBezTo>
                  <a:pt x="91" y="187"/>
                  <a:pt x="95" y="188"/>
                  <a:pt x="97" y="192"/>
                </a:cubicBezTo>
                <a:cubicBezTo>
                  <a:pt x="100" y="195"/>
                  <a:pt x="100" y="201"/>
                  <a:pt x="103" y="203"/>
                </a:cubicBezTo>
                <a:cubicBezTo>
                  <a:pt x="102" y="206"/>
                  <a:pt x="108" y="210"/>
                  <a:pt x="108" y="214"/>
                </a:cubicBezTo>
                <a:cubicBezTo>
                  <a:pt x="108" y="214"/>
                  <a:pt x="107" y="214"/>
                  <a:pt x="107" y="215"/>
                </a:cubicBezTo>
                <a:cubicBezTo>
                  <a:pt x="108" y="218"/>
                  <a:pt x="113" y="218"/>
                  <a:pt x="115" y="221"/>
                </a:cubicBezTo>
                <a:cubicBezTo>
                  <a:pt x="116" y="223"/>
                  <a:pt x="115" y="228"/>
                  <a:pt x="118" y="227"/>
                </a:cubicBezTo>
                <a:cubicBezTo>
                  <a:pt x="118" y="222"/>
                  <a:pt x="115" y="216"/>
                  <a:pt x="112" y="212"/>
                </a:cubicBezTo>
                <a:cubicBezTo>
                  <a:pt x="110" y="209"/>
                  <a:pt x="109" y="207"/>
                  <a:pt x="108" y="204"/>
                </a:cubicBezTo>
                <a:cubicBezTo>
                  <a:pt x="106" y="202"/>
                  <a:pt x="106" y="199"/>
                  <a:pt x="105" y="197"/>
                </a:cubicBezTo>
                <a:cubicBezTo>
                  <a:pt x="106" y="197"/>
                  <a:pt x="112" y="199"/>
                  <a:pt x="111" y="200"/>
                </a:cubicBezTo>
                <a:cubicBezTo>
                  <a:pt x="109" y="205"/>
                  <a:pt x="119" y="214"/>
                  <a:pt x="122" y="217"/>
                </a:cubicBezTo>
                <a:cubicBezTo>
                  <a:pt x="123" y="218"/>
                  <a:pt x="128" y="225"/>
                  <a:pt x="125" y="225"/>
                </a:cubicBezTo>
                <a:cubicBezTo>
                  <a:pt x="129" y="225"/>
                  <a:pt x="133" y="230"/>
                  <a:pt x="135" y="233"/>
                </a:cubicBezTo>
                <a:cubicBezTo>
                  <a:pt x="137" y="236"/>
                  <a:pt x="136" y="241"/>
                  <a:pt x="138" y="245"/>
                </a:cubicBezTo>
                <a:cubicBezTo>
                  <a:pt x="139" y="250"/>
                  <a:pt x="146" y="252"/>
                  <a:pt x="150" y="255"/>
                </a:cubicBezTo>
                <a:cubicBezTo>
                  <a:pt x="154" y="256"/>
                  <a:pt x="157" y="259"/>
                  <a:pt x="160" y="260"/>
                </a:cubicBezTo>
                <a:cubicBezTo>
                  <a:pt x="166" y="262"/>
                  <a:pt x="167" y="260"/>
                  <a:pt x="171" y="260"/>
                </a:cubicBezTo>
                <a:cubicBezTo>
                  <a:pt x="178" y="259"/>
                  <a:pt x="179" y="266"/>
                  <a:pt x="184" y="269"/>
                </a:cubicBezTo>
                <a:cubicBezTo>
                  <a:pt x="187" y="270"/>
                  <a:pt x="194" y="273"/>
                  <a:pt x="198" y="271"/>
                </a:cubicBezTo>
                <a:cubicBezTo>
                  <a:pt x="196" y="272"/>
                  <a:pt x="203" y="282"/>
                  <a:pt x="204" y="283"/>
                </a:cubicBezTo>
                <a:cubicBezTo>
                  <a:pt x="206" y="286"/>
                  <a:pt x="210" y="287"/>
                  <a:pt x="213" y="290"/>
                </a:cubicBezTo>
                <a:cubicBezTo>
                  <a:pt x="213" y="290"/>
                  <a:pt x="214" y="289"/>
                  <a:pt x="214" y="288"/>
                </a:cubicBezTo>
                <a:cubicBezTo>
                  <a:pt x="213" y="291"/>
                  <a:pt x="218" y="296"/>
                  <a:pt x="221" y="296"/>
                </a:cubicBezTo>
                <a:cubicBezTo>
                  <a:pt x="223" y="295"/>
                  <a:pt x="224" y="290"/>
                  <a:pt x="224" y="288"/>
                </a:cubicBezTo>
                <a:cubicBezTo>
                  <a:pt x="219" y="290"/>
                  <a:pt x="215" y="288"/>
                  <a:pt x="212" y="283"/>
                </a:cubicBezTo>
                <a:cubicBezTo>
                  <a:pt x="211" y="282"/>
                  <a:pt x="207" y="275"/>
                  <a:pt x="211" y="275"/>
                </a:cubicBezTo>
                <a:cubicBezTo>
                  <a:pt x="216" y="275"/>
                  <a:pt x="212" y="271"/>
                  <a:pt x="212" y="268"/>
                </a:cubicBezTo>
                <a:cubicBezTo>
                  <a:pt x="211" y="264"/>
                  <a:pt x="208" y="262"/>
                  <a:pt x="206" y="259"/>
                </a:cubicBezTo>
                <a:cubicBezTo>
                  <a:pt x="205" y="262"/>
                  <a:pt x="200" y="261"/>
                  <a:pt x="198" y="259"/>
                </a:cubicBezTo>
                <a:cubicBezTo>
                  <a:pt x="198" y="259"/>
                  <a:pt x="197" y="261"/>
                  <a:pt x="197" y="262"/>
                </a:cubicBezTo>
                <a:cubicBezTo>
                  <a:pt x="196" y="262"/>
                  <a:pt x="195" y="262"/>
                  <a:pt x="194" y="261"/>
                </a:cubicBezTo>
                <a:cubicBezTo>
                  <a:pt x="194" y="258"/>
                  <a:pt x="194" y="255"/>
                  <a:pt x="195" y="251"/>
                </a:cubicBezTo>
                <a:cubicBezTo>
                  <a:pt x="196" y="247"/>
                  <a:pt x="205" y="238"/>
                  <a:pt x="194" y="239"/>
                </a:cubicBezTo>
                <a:cubicBezTo>
                  <a:pt x="190" y="239"/>
                  <a:pt x="188" y="240"/>
                  <a:pt x="187" y="244"/>
                </a:cubicBezTo>
                <a:cubicBezTo>
                  <a:pt x="186" y="247"/>
                  <a:pt x="186" y="249"/>
                  <a:pt x="183" y="251"/>
                </a:cubicBezTo>
                <a:cubicBezTo>
                  <a:pt x="181" y="252"/>
                  <a:pt x="173" y="251"/>
                  <a:pt x="171" y="250"/>
                </a:cubicBezTo>
                <a:cubicBezTo>
                  <a:pt x="166" y="247"/>
                  <a:pt x="163" y="239"/>
                  <a:pt x="163" y="234"/>
                </a:cubicBezTo>
                <a:cubicBezTo>
                  <a:pt x="163" y="227"/>
                  <a:pt x="166" y="221"/>
                  <a:pt x="163" y="215"/>
                </a:cubicBezTo>
                <a:cubicBezTo>
                  <a:pt x="164" y="213"/>
                  <a:pt x="166" y="211"/>
                  <a:pt x="168" y="210"/>
                </a:cubicBezTo>
                <a:cubicBezTo>
                  <a:pt x="169" y="209"/>
                  <a:pt x="171" y="210"/>
                  <a:pt x="172" y="207"/>
                </a:cubicBezTo>
                <a:cubicBezTo>
                  <a:pt x="171" y="207"/>
                  <a:pt x="170" y="206"/>
                  <a:pt x="170" y="206"/>
                </a:cubicBezTo>
                <a:cubicBezTo>
                  <a:pt x="173" y="208"/>
                  <a:pt x="180" y="203"/>
                  <a:pt x="184" y="206"/>
                </a:cubicBezTo>
                <a:cubicBezTo>
                  <a:pt x="186" y="207"/>
                  <a:pt x="188" y="208"/>
                  <a:pt x="189" y="205"/>
                </a:cubicBezTo>
                <a:cubicBezTo>
                  <a:pt x="189" y="205"/>
                  <a:pt x="187" y="202"/>
                  <a:pt x="188" y="200"/>
                </a:cubicBezTo>
                <a:cubicBezTo>
                  <a:pt x="189" y="204"/>
                  <a:pt x="192" y="205"/>
                  <a:pt x="196" y="202"/>
                </a:cubicBezTo>
                <a:cubicBezTo>
                  <a:pt x="197" y="203"/>
                  <a:pt x="201" y="203"/>
                  <a:pt x="204" y="204"/>
                </a:cubicBezTo>
                <a:cubicBezTo>
                  <a:pt x="207" y="206"/>
                  <a:pt x="207" y="209"/>
                  <a:pt x="211" y="205"/>
                </a:cubicBezTo>
                <a:cubicBezTo>
                  <a:pt x="213" y="208"/>
                  <a:pt x="213" y="208"/>
                  <a:pt x="214" y="211"/>
                </a:cubicBezTo>
                <a:cubicBezTo>
                  <a:pt x="214" y="214"/>
                  <a:pt x="216" y="221"/>
                  <a:pt x="218" y="222"/>
                </a:cubicBezTo>
                <a:cubicBezTo>
                  <a:pt x="224" y="225"/>
                  <a:pt x="222" y="217"/>
                  <a:pt x="222" y="214"/>
                </a:cubicBezTo>
                <a:cubicBezTo>
                  <a:pt x="222" y="213"/>
                  <a:pt x="222" y="205"/>
                  <a:pt x="221" y="205"/>
                </a:cubicBezTo>
                <a:cubicBezTo>
                  <a:pt x="213" y="203"/>
                  <a:pt x="216" y="197"/>
                  <a:pt x="221" y="193"/>
                </a:cubicBezTo>
                <a:cubicBezTo>
                  <a:pt x="222" y="192"/>
                  <a:pt x="227" y="190"/>
                  <a:pt x="230" y="188"/>
                </a:cubicBezTo>
                <a:cubicBezTo>
                  <a:pt x="232" y="186"/>
                  <a:pt x="235" y="183"/>
                  <a:pt x="234" y="179"/>
                </a:cubicBezTo>
                <a:cubicBezTo>
                  <a:pt x="235" y="179"/>
                  <a:pt x="236" y="178"/>
                  <a:pt x="236" y="177"/>
                </a:cubicBezTo>
                <a:cubicBezTo>
                  <a:pt x="236" y="177"/>
                  <a:pt x="233" y="174"/>
                  <a:pt x="232" y="175"/>
                </a:cubicBezTo>
                <a:cubicBezTo>
                  <a:pt x="234" y="174"/>
                  <a:pt x="234" y="172"/>
                  <a:pt x="233" y="171"/>
                </a:cubicBezTo>
                <a:cubicBezTo>
                  <a:pt x="235" y="169"/>
                  <a:pt x="234" y="166"/>
                  <a:pt x="236" y="165"/>
                </a:cubicBezTo>
                <a:cubicBezTo>
                  <a:pt x="239" y="169"/>
                  <a:pt x="245" y="165"/>
                  <a:pt x="242" y="162"/>
                </a:cubicBezTo>
                <a:cubicBezTo>
                  <a:pt x="244" y="158"/>
                  <a:pt x="250" y="160"/>
                  <a:pt x="252" y="157"/>
                </a:cubicBezTo>
                <a:cubicBezTo>
                  <a:pt x="255" y="158"/>
                  <a:pt x="253" y="153"/>
                  <a:pt x="255" y="150"/>
                </a:cubicBezTo>
                <a:cubicBezTo>
                  <a:pt x="256" y="148"/>
                  <a:pt x="259" y="148"/>
                  <a:pt x="262" y="147"/>
                </a:cubicBezTo>
                <a:cubicBezTo>
                  <a:pt x="262" y="147"/>
                  <a:pt x="268" y="143"/>
                  <a:pt x="266" y="143"/>
                </a:cubicBezTo>
                <a:cubicBezTo>
                  <a:pt x="270" y="144"/>
                  <a:pt x="279" y="139"/>
                  <a:pt x="272" y="135"/>
                </a:cubicBezTo>
                <a:cubicBezTo>
                  <a:pt x="273" y="133"/>
                  <a:pt x="270" y="132"/>
                  <a:pt x="268" y="132"/>
                </a:cubicBezTo>
                <a:cubicBezTo>
                  <a:pt x="269" y="131"/>
                  <a:pt x="272" y="132"/>
                  <a:pt x="273" y="131"/>
                </a:cubicBezTo>
                <a:cubicBezTo>
                  <a:pt x="276" y="129"/>
                  <a:pt x="274" y="128"/>
                  <a:pt x="271" y="127"/>
                </a:cubicBezTo>
                <a:cubicBezTo>
                  <a:pt x="268" y="126"/>
                  <a:pt x="263" y="128"/>
                  <a:pt x="261" y="130"/>
                </a:cubicBezTo>
                <a:cubicBezTo>
                  <a:pt x="259" y="132"/>
                  <a:pt x="257" y="134"/>
                  <a:pt x="255" y="135"/>
                </a:cubicBezTo>
                <a:close/>
                <a:moveTo>
                  <a:pt x="308" y="302"/>
                </a:moveTo>
                <a:cubicBezTo>
                  <a:pt x="306" y="301"/>
                  <a:pt x="303" y="301"/>
                  <a:pt x="301" y="300"/>
                </a:cubicBezTo>
                <a:cubicBezTo>
                  <a:pt x="299" y="300"/>
                  <a:pt x="298" y="299"/>
                  <a:pt x="295" y="298"/>
                </a:cubicBezTo>
                <a:cubicBezTo>
                  <a:pt x="296" y="293"/>
                  <a:pt x="290" y="292"/>
                  <a:pt x="287" y="289"/>
                </a:cubicBezTo>
                <a:cubicBezTo>
                  <a:pt x="284" y="287"/>
                  <a:pt x="282" y="284"/>
                  <a:pt x="277" y="285"/>
                </a:cubicBezTo>
                <a:cubicBezTo>
                  <a:pt x="276" y="285"/>
                  <a:pt x="271" y="287"/>
                  <a:pt x="272" y="288"/>
                </a:cubicBezTo>
                <a:cubicBezTo>
                  <a:pt x="269" y="285"/>
                  <a:pt x="268" y="284"/>
                  <a:pt x="263" y="282"/>
                </a:cubicBezTo>
                <a:cubicBezTo>
                  <a:pt x="259" y="281"/>
                  <a:pt x="257" y="276"/>
                  <a:pt x="253" y="281"/>
                </a:cubicBezTo>
                <a:cubicBezTo>
                  <a:pt x="251" y="283"/>
                  <a:pt x="252" y="286"/>
                  <a:pt x="251" y="288"/>
                </a:cubicBezTo>
                <a:cubicBezTo>
                  <a:pt x="247" y="285"/>
                  <a:pt x="254" y="282"/>
                  <a:pt x="251" y="279"/>
                </a:cubicBezTo>
                <a:cubicBezTo>
                  <a:pt x="248" y="275"/>
                  <a:pt x="243" y="281"/>
                  <a:pt x="240" y="282"/>
                </a:cubicBezTo>
                <a:cubicBezTo>
                  <a:pt x="239" y="284"/>
                  <a:pt x="237" y="284"/>
                  <a:pt x="236" y="286"/>
                </a:cubicBezTo>
                <a:cubicBezTo>
                  <a:pt x="235" y="287"/>
                  <a:pt x="234" y="290"/>
                  <a:pt x="233" y="291"/>
                </a:cubicBezTo>
                <a:cubicBezTo>
                  <a:pt x="233" y="289"/>
                  <a:pt x="228" y="290"/>
                  <a:pt x="228" y="288"/>
                </a:cubicBezTo>
                <a:cubicBezTo>
                  <a:pt x="229" y="294"/>
                  <a:pt x="229" y="301"/>
                  <a:pt x="230" y="307"/>
                </a:cubicBezTo>
                <a:cubicBezTo>
                  <a:pt x="231" y="310"/>
                  <a:pt x="230" y="316"/>
                  <a:pt x="227" y="319"/>
                </a:cubicBezTo>
                <a:cubicBezTo>
                  <a:pt x="224" y="321"/>
                  <a:pt x="221" y="324"/>
                  <a:pt x="220" y="329"/>
                </a:cubicBezTo>
                <a:cubicBezTo>
                  <a:pt x="220" y="332"/>
                  <a:pt x="220" y="334"/>
                  <a:pt x="223" y="335"/>
                </a:cubicBezTo>
                <a:cubicBezTo>
                  <a:pt x="223" y="339"/>
                  <a:pt x="219" y="342"/>
                  <a:pt x="219" y="346"/>
                </a:cubicBezTo>
                <a:cubicBezTo>
                  <a:pt x="219" y="346"/>
                  <a:pt x="220" y="348"/>
                  <a:pt x="220" y="350"/>
                </a:cubicBezTo>
                <a:cubicBezTo>
                  <a:pt x="254" y="344"/>
                  <a:pt x="285" y="327"/>
                  <a:pt x="308" y="302"/>
                </a:cubicBezTo>
                <a:close/>
              </a:path>
            </a:pathLst>
          </a:custGeom>
          <a:solidFill>
            <a:schemeClr val="accent1"/>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4" name="Freeform 56"/>
          <p:cNvSpPr>
            <a:spLocks noEditPoints="1"/>
          </p:cNvSpPr>
          <p:nvPr/>
        </p:nvSpPr>
        <p:spPr bwMode="auto">
          <a:xfrm>
            <a:off x="8068161" y="835367"/>
            <a:ext cx="361263" cy="361263"/>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solidFill>
            <a:schemeClr val="accent3"/>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5" name="Freeform 126"/>
          <p:cNvSpPr/>
          <p:nvPr/>
        </p:nvSpPr>
        <p:spPr bwMode="auto">
          <a:xfrm>
            <a:off x="6792279" y="2012239"/>
            <a:ext cx="387589" cy="498842"/>
          </a:xfrm>
          <a:custGeom>
            <a:avLst/>
            <a:gdLst/>
            <a:ahLst/>
            <a:cxnLst>
              <a:cxn ang="0">
                <a:pos x="25" y="46"/>
              </a:cxn>
              <a:cxn ang="0">
                <a:pos x="1" y="64"/>
              </a:cxn>
              <a:cxn ang="0">
                <a:pos x="0" y="62"/>
              </a:cxn>
              <a:cxn ang="0">
                <a:pos x="1" y="61"/>
              </a:cxn>
              <a:cxn ang="0">
                <a:pos x="22" y="46"/>
              </a:cxn>
              <a:cxn ang="0">
                <a:pos x="1" y="36"/>
              </a:cxn>
              <a:cxn ang="0">
                <a:pos x="24" y="41"/>
              </a:cxn>
              <a:cxn ang="0">
                <a:pos x="27" y="31"/>
              </a:cxn>
              <a:cxn ang="0">
                <a:pos x="7" y="18"/>
              </a:cxn>
              <a:cxn ang="0">
                <a:pos x="27" y="28"/>
              </a:cxn>
              <a:cxn ang="0">
                <a:pos x="28" y="21"/>
              </a:cxn>
              <a:cxn ang="0">
                <a:pos x="23" y="0"/>
              </a:cxn>
              <a:cxn ang="0">
                <a:pos x="31" y="21"/>
              </a:cxn>
              <a:cxn ang="0">
                <a:pos x="31" y="25"/>
              </a:cxn>
              <a:cxn ang="0">
                <a:pos x="48" y="18"/>
              </a:cxn>
              <a:cxn ang="0">
                <a:pos x="30" y="32"/>
              </a:cxn>
              <a:cxn ang="0">
                <a:pos x="27" y="42"/>
              </a:cxn>
              <a:cxn ang="0">
                <a:pos x="50" y="39"/>
              </a:cxn>
              <a:cxn ang="0">
                <a:pos x="25" y="46"/>
              </a:cxn>
            </a:cxnLst>
            <a:rect l="0" t="0" r="r" b="b"/>
            <a:pathLst>
              <a:path w="50" h="64">
                <a:moveTo>
                  <a:pt x="25" y="46"/>
                </a:moveTo>
                <a:cubicBezTo>
                  <a:pt x="20" y="57"/>
                  <a:pt x="11" y="64"/>
                  <a:pt x="1" y="64"/>
                </a:cubicBezTo>
                <a:cubicBezTo>
                  <a:pt x="0" y="64"/>
                  <a:pt x="0" y="63"/>
                  <a:pt x="0" y="62"/>
                </a:cubicBezTo>
                <a:cubicBezTo>
                  <a:pt x="0" y="61"/>
                  <a:pt x="0" y="61"/>
                  <a:pt x="1" y="61"/>
                </a:cubicBezTo>
                <a:cubicBezTo>
                  <a:pt x="10" y="61"/>
                  <a:pt x="17" y="55"/>
                  <a:pt x="22" y="46"/>
                </a:cubicBezTo>
                <a:cubicBezTo>
                  <a:pt x="17" y="48"/>
                  <a:pt x="6" y="50"/>
                  <a:pt x="1" y="36"/>
                </a:cubicBezTo>
                <a:cubicBezTo>
                  <a:pt x="15" y="30"/>
                  <a:pt x="22" y="37"/>
                  <a:pt x="24" y="41"/>
                </a:cubicBezTo>
                <a:cubicBezTo>
                  <a:pt x="25" y="38"/>
                  <a:pt x="26" y="35"/>
                  <a:pt x="27" y="31"/>
                </a:cubicBezTo>
                <a:cubicBezTo>
                  <a:pt x="27" y="31"/>
                  <a:pt x="9" y="34"/>
                  <a:pt x="7" y="18"/>
                </a:cubicBezTo>
                <a:cubicBezTo>
                  <a:pt x="23" y="12"/>
                  <a:pt x="27" y="28"/>
                  <a:pt x="27" y="28"/>
                </a:cubicBezTo>
                <a:cubicBezTo>
                  <a:pt x="27" y="26"/>
                  <a:pt x="28" y="21"/>
                  <a:pt x="28" y="21"/>
                </a:cubicBezTo>
                <a:cubicBezTo>
                  <a:pt x="28" y="21"/>
                  <a:pt x="14" y="12"/>
                  <a:pt x="23" y="0"/>
                </a:cubicBezTo>
                <a:cubicBezTo>
                  <a:pt x="39" y="5"/>
                  <a:pt x="31" y="21"/>
                  <a:pt x="31" y="21"/>
                </a:cubicBezTo>
                <a:cubicBezTo>
                  <a:pt x="31" y="21"/>
                  <a:pt x="31" y="24"/>
                  <a:pt x="31" y="25"/>
                </a:cubicBezTo>
                <a:cubicBezTo>
                  <a:pt x="31" y="25"/>
                  <a:pt x="37" y="14"/>
                  <a:pt x="48" y="18"/>
                </a:cubicBezTo>
                <a:cubicBezTo>
                  <a:pt x="48" y="35"/>
                  <a:pt x="30" y="32"/>
                  <a:pt x="30" y="32"/>
                </a:cubicBezTo>
                <a:cubicBezTo>
                  <a:pt x="29" y="35"/>
                  <a:pt x="29" y="39"/>
                  <a:pt x="27" y="42"/>
                </a:cubicBezTo>
                <a:cubicBezTo>
                  <a:pt x="27" y="42"/>
                  <a:pt x="38" y="30"/>
                  <a:pt x="50" y="39"/>
                </a:cubicBezTo>
                <a:cubicBezTo>
                  <a:pt x="43" y="57"/>
                  <a:pt x="25" y="46"/>
                  <a:pt x="25" y="46"/>
                </a:cubicBezTo>
                <a:close/>
              </a:path>
            </a:pathLst>
          </a:custGeom>
          <a:solidFill>
            <a:schemeClr val="accent5"/>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6" name="Freeform 127"/>
          <p:cNvSpPr/>
          <p:nvPr/>
        </p:nvSpPr>
        <p:spPr bwMode="auto">
          <a:xfrm>
            <a:off x="8574789" y="1514908"/>
            <a:ext cx="295296" cy="325373"/>
          </a:xfrm>
          <a:custGeom>
            <a:avLst/>
            <a:gdLst/>
            <a:ahLst/>
            <a:cxnLst>
              <a:cxn ang="0">
                <a:pos x="40" y="55"/>
              </a:cxn>
              <a:cxn ang="0">
                <a:pos x="32" y="51"/>
              </a:cxn>
              <a:cxn ang="0">
                <a:pos x="4" y="24"/>
              </a:cxn>
              <a:cxn ang="0">
                <a:pos x="0" y="14"/>
              </a:cxn>
              <a:cxn ang="0">
                <a:pos x="13" y="0"/>
              </a:cxn>
              <a:cxn ang="0">
                <a:pos x="23" y="5"/>
              </a:cxn>
              <a:cxn ang="0">
                <a:pos x="45" y="26"/>
              </a:cxn>
              <a:cxn ang="0">
                <a:pos x="45" y="27"/>
              </a:cxn>
              <a:cxn ang="0">
                <a:pos x="42" y="30"/>
              </a:cxn>
              <a:cxn ang="0">
                <a:pos x="42" y="29"/>
              </a:cxn>
              <a:cxn ang="0">
                <a:pos x="20" y="8"/>
              </a:cxn>
              <a:cxn ang="0">
                <a:pos x="13" y="5"/>
              </a:cxn>
              <a:cxn ang="0">
                <a:pos x="4" y="14"/>
              </a:cxn>
              <a:cxn ang="0">
                <a:pos x="7" y="21"/>
              </a:cxn>
              <a:cxn ang="0">
                <a:pos x="35" y="48"/>
              </a:cxn>
              <a:cxn ang="0">
                <a:pos x="40" y="50"/>
              </a:cxn>
              <a:cxn ang="0">
                <a:pos x="45" y="45"/>
              </a:cxn>
              <a:cxn ang="0">
                <a:pos x="43" y="40"/>
              </a:cxn>
              <a:cxn ang="0">
                <a:pos x="22" y="19"/>
              </a:cxn>
              <a:cxn ang="0">
                <a:pos x="20" y="18"/>
              </a:cxn>
              <a:cxn ang="0">
                <a:pos x="18" y="21"/>
              </a:cxn>
              <a:cxn ang="0">
                <a:pos x="19" y="23"/>
              </a:cxn>
              <a:cxn ang="0">
                <a:pos x="33" y="38"/>
              </a:cxn>
              <a:cxn ang="0">
                <a:pos x="34" y="38"/>
              </a:cxn>
              <a:cxn ang="0">
                <a:pos x="31" y="41"/>
              </a:cxn>
              <a:cxn ang="0">
                <a:pos x="30" y="41"/>
              </a:cxn>
              <a:cxn ang="0">
                <a:pos x="16" y="26"/>
              </a:cxn>
              <a:cxn ang="0">
                <a:pos x="13" y="21"/>
              </a:cxn>
              <a:cxn ang="0">
                <a:pos x="20" y="14"/>
              </a:cxn>
              <a:cxn ang="0">
                <a:pos x="26" y="16"/>
              </a:cxn>
              <a:cxn ang="0">
                <a:pos x="46" y="37"/>
              </a:cxn>
              <a:cxn ang="0">
                <a:pos x="50" y="45"/>
              </a:cxn>
              <a:cxn ang="0">
                <a:pos x="40" y="55"/>
              </a:cxn>
            </a:cxnLst>
            <a:rect l="0" t="0" r="r" b="b"/>
            <a:pathLst>
              <a:path w="50" h="55">
                <a:moveTo>
                  <a:pt x="40" y="55"/>
                </a:moveTo>
                <a:cubicBezTo>
                  <a:pt x="37" y="55"/>
                  <a:pt x="34" y="54"/>
                  <a:pt x="32" y="51"/>
                </a:cubicBezTo>
                <a:cubicBezTo>
                  <a:pt x="4" y="24"/>
                  <a:pt x="4" y="24"/>
                  <a:pt x="4" y="24"/>
                </a:cubicBezTo>
                <a:cubicBezTo>
                  <a:pt x="1" y="21"/>
                  <a:pt x="0" y="18"/>
                  <a:pt x="0" y="14"/>
                </a:cubicBezTo>
                <a:cubicBezTo>
                  <a:pt x="0" y="7"/>
                  <a:pt x="6" y="0"/>
                  <a:pt x="13" y="0"/>
                </a:cubicBezTo>
                <a:cubicBezTo>
                  <a:pt x="17" y="0"/>
                  <a:pt x="21" y="2"/>
                  <a:pt x="23" y="5"/>
                </a:cubicBezTo>
                <a:cubicBezTo>
                  <a:pt x="45" y="26"/>
                  <a:pt x="45" y="26"/>
                  <a:pt x="45" y="26"/>
                </a:cubicBezTo>
                <a:cubicBezTo>
                  <a:pt x="45" y="26"/>
                  <a:pt x="45" y="27"/>
                  <a:pt x="45" y="27"/>
                </a:cubicBezTo>
                <a:cubicBezTo>
                  <a:pt x="45" y="28"/>
                  <a:pt x="43" y="30"/>
                  <a:pt x="42" y="30"/>
                </a:cubicBezTo>
                <a:cubicBezTo>
                  <a:pt x="42" y="30"/>
                  <a:pt x="42" y="30"/>
                  <a:pt x="42" y="29"/>
                </a:cubicBezTo>
                <a:cubicBezTo>
                  <a:pt x="20" y="8"/>
                  <a:pt x="20" y="8"/>
                  <a:pt x="20" y="8"/>
                </a:cubicBezTo>
                <a:cubicBezTo>
                  <a:pt x="18" y="6"/>
                  <a:pt x="16" y="5"/>
                  <a:pt x="13" y="5"/>
                </a:cubicBezTo>
                <a:cubicBezTo>
                  <a:pt x="8" y="5"/>
                  <a:pt x="4" y="9"/>
                  <a:pt x="4" y="14"/>
                </a:cubicBezTo>
                <a:cubicBezTo>
                  <a:pt x="4" y="16"/>
                  <a:pt x="5" y="19"/>
                  <a:pt x="7" y="21"/>
                </a:cubicBezTo>
                <a:cubicBezTo>
                  <a:pt x="35" y="48"/>
                  <a:pt x="35" y="48"/>
                  <a:pt x="35" y="48"/>
                </a:cubicBezTo>
                <a:cubicBezTo>
                  <a:pt x="36" y="50"/>
                  <a:pt x="38" y="50"/>
                  <a:pt x="40" y="50"/>
                </a:cubicBezTo>
                <a:cubicBezTo>
                  <a:pt x="43" y="50"/>
                  <a:pt x="45" y="48"/>
                  <a:pt x="45" y="45"/>
                </a:cubicBezTo>
                <a:cubicBezTo>
                  <a:pt x="45" y="43"/>
                  <a:pt x="44" y="41"/>
                  <a:pt x="43" y="40"/>
                </a:cubicBezTo>
                <a:cubicBezTo>
                  <a:pt x="22" y="19"/>
                  <a:pt x="22" y="19"/>
                  <a:pt x="22" y="19"/>
                </a:cubicBezTo>
                <a:cubicBezTo>
                  <a:pt x="22" y="19"/>
                  <a:pt x="21" y="18"/>
                  <a:pt x="20" y="18"/>
                </a:cubicBezTo>
                <a:cubicBezTo>
                  <a:pt x="19" y="18"/>
                  <a:pt x="18" y="19"/>
                  <a:pt x="18" y="21"/>
                </a:cubicBezTo>
                <a:cubicBezTo>
                  <a:pt x="18" y="22"/>
                  <a:pt x="18" y="22"/>
                  <a:pt x="19" y="23"/>
                </a:cubicBezTo>
                <a:cubicBezTo>
                  <a:pt x="33" y="38"/>
                  <a:pt x="33" y="38"/>
                  <a:pt x="33" y="38"/>
                </a:cubicBezTo>
                <a:cubicBezTo>
                  <a:pt x="34" y="38"/>
                  <a:pt x="34" y="38"/>
                  <a:pt x="34" y="38"/>
                </a:cubicBezTo>
                <a:cubicBezTo>
                  <a:pt x="34" y="39"/>
                  <a:pt x="32" y="41"/>
                  <a:pt x="31" y="41"/>
                </a:cubicBezTo>
                <a:cubicBezTo>
                  <a:pt x="31" y="41"/>
                  <a:pt x="30" y="41"/>
                  <a:pt x="30" y="41"/>
                </a:cubicBezTo>
                <a:cubicBezTo>
                  <a:pt x="16" y="26"/>
                  <a:pt x="16" y="26"/>
                  <a:pt x="16" y="26"/>
                </a:cubicBezTo>
                <a:cubicBezTo>
                  <a:pt x="14" y="25"/>
                  <a:pt x="13" y="23"/>
                  <a:pt x="13" y="21"/>
                </a:cubicBezTo>
                <a:cubicBezTo>
                  <a:pt x="13" y="17"/>
                  <a:pt x="16" y="14"/>
                  <a:pt x="20" y="14"/>
                </a:cubicBezTo>
                <a:cubicBezTo>
                  <a:pt x="22" y="14"/>
                  <a:pt x="24" y="15"/>
                  <a:pt x="26" y="16"/>
                </a:cubicBezTo>
                <a:cubicBezTo>
                  <a:pt x="46" y="37"/>
                  <a:pt x="46" y="37"/>
                  <a:pt x="46" y="37"/>
                </a:cubicBezTo>
                <a:cubicBezTo>
                  <a:pt x="49" y="39"/>
                  <a:pt x="50" y="42"/>
                  <a:pt x="50" y="45"/>
                </a:cubicBezTo>
                <a:cubicBezTo>
                  <a:pt x="50" y="51"/>
                  <a:pt x="46" y="55"/>
                  <a:pt x="40" y="55"/>
                </a:cubicBezTo>
                <a:close/>
              </a:path>
            </a:pathLst>
          </a:custGeom>
          <a:solidFill>
            <a:schemeClr val="accent4"/>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7" name="Freeform 66"/>
          <p:cNvSpPr>
            <a:spLocks noEditPoints="1"/>
          </p:cNvSpPr>
          <p:nvPr/>
        </p:nvSpPr>
        <p:spPr bwMode="auto">
          <a:xfrm>
            <a:off x="5064126" y="1534415"/>
            <a:ext cx="330416" cy="256285"/>
          </a:xfrm>
          <a:custGeom>
            <a:avLst/>
            <a:gdLst/>
            <a:ahLst/>
            <a:cxnLst>
              <a:cxn ang="0">
                <a:pos x="29" y="41"/>
              </a:cxn>
              <a:cxn ang="0">
                <a:pos x="22" y="40"/>
              </a:cxn>
              <a:cxn ang="0">
                <a:pos x="11" y="45"/>
              </a:cxn>
              <a:cxn ang="0">
                <a:pos x="7" y="46"/>
              </a:cxn>
              <a:cxn ang="0">
                <a:pos x="7" y="46"/>
              </a:cxn>
              <a:cxn ang="0">
                <a:pos x="6" y="45"/>
              </a:cxn>
              <a:cxn ang="0">
                <a:pos x="6" y="43"/>
              </a:cxn>
              <a:cxn ang="0">
                <a:pos x="11" y="36"/>
              </a:cxn>
              <a:cxn ang="0">
                <a:pos x="0" y="20"/>
              </a:cxn>
              <a:cxn ang="0">
                <a:pos x="29" y="0"/>
              </a:cxn>
              <a:cxn ang="0">
                <a:pos x="57" y="20"/>
              </a:cxn>
              <a:cxn ang="0">
                <a:pos x="29" y="41"/>
              </a:cxn>
              <a:cxn ang="0">
                <a:pos x="62" y="47"/>
              </a:cxn>
              <a:cxn ang="0">
                <a:pos x="66" y="53"/>
              </a:cxn>
              <a:cxn ang="0">
                <a:pos x="67" y="55"/>
              </a:cxn>
              <a:cxn ang="0">
                <a:pos x="66" y="56"/>
              </a:cxn>
              <a:cxn ang="0">
                <a:pos x="62" y="55"/>
              </a:cxn>
              <a:cxn ang="0">
                <a:pos x="51" y="50"/>
              </a:cxn>
              <a:cxn ang="0">
                <a:pos x="44" y="51"/>
              </a:cxn>
              <a:cxn ang="0">
                <a:pos x="25" y="46"/>
              </a:cxn>
              <a:cxn ang="0">
                <a:pos x="29" y="46"/>
              </a:cxn>
              <a:cxn ang="0">
                <a:pos x="52" y="39"/>
              </a:cxn>
              <a:cxn ang="0">
                <a:pos x="62" y="20"/>
              </a:cxn>
              <a:cxn ang="0">
                <a:pos x="61" y="14"/>
              </a:cxn>
              <a:cxn ang="0">
                <a:pos x="72" y="30"/>
              </a:cxn>
              <a:cxn ang="0">
                <a:pos x="62" y="47"/>
              </a:cxn>
            </a:cxnLst>
            <a:rect l="0" t="0" r="r" b="b"/>
            <a:pathLst>
              <a:path w="72" h="56">
                <a:moveTo>
                  <a:pt x="29" y="41"/>
                </a:moveTo>
                <a:cubicBezTo>
                  <a:pt x="26" y="41"/>
                  <a:pt x="24" y="40"/>
                  <a:pt x="22" y="40"/>
                </a:cubicBezTo>
                <a:cubicBezTo>
                  <a:pt x="18" y="42"/>
                  <a:pt x="15" y="44"/>
                  <a:pt x="11" y="45"/>
                </a:cubicBezTo>
                <a:cubicBezTo>
                  <a:pt x="9" y="45"/>
                  <a:pt x="8" y="46"/>
                  <a:pt x="7" y="46"/>
                </a:cubicBezTo>
                <a:cubicBezTo>
                  <a:pt x="7" y="46"/>
                  <a:pt x="7" y="46"/>
                  <a:pt x="7" y="46"/>
                </a:cubicBezTo>
                <a:cubicBezTo>
                  <a:pt x="6" y="46"/>
                  <a:pt x="6" y="45"/>
                  <a:pt x="6" y="45"/>
                </a:cubicBezTo>
                <a:cubicBezTo>
                  <a:pt x="5" y="44"/>
                  <a:pt x="6" y="43"/>
                  <a:pt x="6" y="43"/>
                </a:cubicBezTo>
                <a:cubicBezTo>
                  <a:pt x="8" y="41"/>
                  <a:pt x="10" y="40"/>
                  <a:pt x="11" y="36"/>
                </a:cubicBezTo>
                <a:cubicBezTo>
                  <a:pt x="5" y="32"/>
                  <a:pt x="0" y="27"/>
                  <a:pt x="0" y="20"/>
                </a:cubicBezTo>
                <a:cubicBezTo>
                  <a:pt x="0" y="9"/>
                  <a:pt x="13" y="0"/>
                  <a:pt x="29" y="0"/>
                </a:cubicBezTo>
                <a:cubicBezTo>
                  <a:pt x="44" y="0"/>
                  <a:pt x="57" y="9"/>
                  <a:pt x="57" y="20"/>
                </a:cubicBezTo>
                <a:cubicBezTo>
                  <a:pt x="57" y="32"/>
                  <a:pt x="44" y="41"/>
                  <a:pt x="29" y="41"/>
                </a:cubicBezTo>
                <a:close/>
                <a:moveTo>
                  <a:pt x="62" y="47"/>
                </a:moveTo>
                <a:cubicBezTo>
                  <a:pt x="63" y="50"/>
                  <a:pt x="65" y="51"/>
                  <a:pt x="66" y="53"/>
                </a:cubicBezTo>
                <a:cubicBezTo>
                  <a:pt x="67" y="54"/>
                  <a:pt x="67" y="54"/>
                  <a:pt x="67" y="55"/>
                </a:cubicBezTo>
                <a:cubicBezTo>
                  <a:pt x="67" y="56"/>
                  <a:pt x="67" y="56"/>
                  <a:pt x="66" y="56"/>
                </a:cubicBezTo>
                <a:cubicBezTo>
                  <a:pt x="65" y="56"/>
                  <a:pt x="63" y="56"/>
                  <a:pt x="62" y="55"/>
                </a:cubicBezTo>
                <a:cubicBezTo>
                  <a:pt x="58" y="54"/>
                  <a:pt x="55" y="53"/>
                  <a:pt x="51" y="50"/>
                </a:cubicBezTo>
                <a:cubicBezTo>
                  <a:pt x="49" y="51"/>
                  <a:pt x="47" y="51"/>
                  <a:pt x="44" y="51"/>
                </a:cubicBezTo>
                <a:cubicBezTo>
                  <a:pt x="37" y="51"/>
                  <a:pt x="30" y="49"/>
                  <a:pt x="25" y="46"/>
                </a:cubicBezTo>
                <a:cubicBezTo>
                  <a:pt x="26" y="46"/>
                  <a:pt x="28" y="46"/>
                  <a:pt x="29" y="46"/>
                </a:cubicBezTo>
                <a:cubicBezTo>
                  <a:pt x="37" y="46"/>
                  <a:pt x="46" y="43"/>
                  <a:pt x="52" y="39"/>
                </a:cubicBezTo>
                <a:cubicBezTo>
                  <a:pt x="58" y="34"/>
                  <a:pt x="62" y="27"/>
                  <a:pt x="62" y="20"/>
                </a:cubicBezTo>
                <a:cubicBezTo>
                  <a:pt x="62" y="18"/>
                  <a:pt x="62" y="16"/>
                  <a:pt x="61" y="14"/>
                </a:cubicBezTo>
                <a:cubicBezTo>
                  <a:pt x="68" y="18"/>
                  <a:pt x="72" y="24"/>
                  <a:pt x="72" y="30"/>
                </a:cubicBezTo>
                <a:cubicBezTo>
                  <a:pt x="72" y="37"/>
                  <a:pt x="68" y="43"/>
                  <a:pt x="62" y="47"/>
                </a:cubicBezTo>
                <a:close/>
              </a:path>
            </a:pathLst>
          </a:custGeom>
          <a:solidFill>
            <a:schemeClr val="accent1"/>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8" name="Freeform 74"/>
          <p:cNvSpPr>
            <a:spLocks noEditPoints="1"/>
          </p:cNvSpPr>
          <p:nvPr/>
        </p:nvSpPr>
        <p:spPr bwMode="auto">
          <a:xfrm>
            <a:off x="5506404" y="2107310"/>
            <a:ext cx="247650" cy="192088"/>
          </a:xfrm>
          <a:custGeom>
            <a:avLst/>
            <a:gdLst/>
            <a:ahLst/>
            <a:cxnLst>
              <a:cxn ang="0">
                <a:pos x="66" y="17"/>
              </a:cxn>
              <a:cxn ang="0">
                <a:pos x="47" y="30"/>
              </a:cxn>
              <a:cxn ang="0">
                <a:pos x="37" y="36"/>
              </a:cxn>
              <a:cxn ang="0">
                <a:pos x="36" y="36"/>
              </a:cxn>
              <a:cxn ang="0">
                <a:pos x="36" y="36"/>
              </a:cxn>
              <a:cxn ang="0">
                <a:pos x="26" y="30"/>
              </a:cxn>
              <a:cxn ang="0">
                <a:pos x="7" y="17"/>
              </a:cxn>
              <a:cxn ang="0">
                <a:pos x="0" y="7"/>
              </a:cxn>
              <a:cxn ang="0">
                <a:pos x="7" y="0"/>
              </a:cxn>
              <a:cxn ang="0">
                <a:pos x="66" y="0"/>
              </a:cxn>
              <a:cxn ang="0">
                <a:pos x="72" y="6"/>
              </a:cxn>
              <a:cxn ang="0">
                <a:pos x="66" y="17"/>
              </a:cxn>
              <a:cxn ang="0">
                <a:pos x="72" y="50"/>
              </a:cxn>
              <a:cxn ang="0">
                <a:pos x="66" y="56"/>
              </a:cxn>
              <a:cxn ang="0">
                <a:pos x="7" y="56"/>
              </a:cxn>
              <a:cxn ang="0">
                <a:pos x="0" y="50"/>
              </a:cxn>
              <a:cxn ang="0">
                <a:pos x="0" y="18"/>
              </a:cxn>
              <a:cxn ang="0">
                <a:pos x="5" y="21"/>
              </a:cxn>
              <a:cxn ang="0">
                <a:pos x="24" y="35"/>
              </a:cxn>
              <a:cxn ang="0">
                <a:pos x="36" y="41"/>
              </a:cxn>
              <a:cxn ang="0">
                <a:pos x="36" y="41"/>
              </a:cxn>
              <a:cxn ang="0">
                <a:pos x="37" y="41"/>
              </a:cxn>
              <a:cxn ang="0">
                <a:pos x="48" y="35"/>
              </a:cxn>
              <a:cxn ang="0">
                <a:pos x="68" y="21"/>
              </a:cxn>
              <a:cxn ang="0">
                <a:pos x="72" y="18"/>
              </a:cxn>
              <a:cxn ang="0">
                <a:pos x="72" y="50"/>
              </a:cxn>
            </a:cxnLst>
            <a:rect l="0" t="0" r="r" b="b"/>
            <a:pathLst>
              <a:path w="72" h="56">
                <a:moveTo>
                  <a:pt x="66" y="17"/>
                </a:moveTo>
                <a:cubicBezTo>
                  <a:pt x="59" y="21"/>
                  <a:pt x="53" y="26"/>
                  <a:pt x="47" y="30"/>
                </a:cubicBezTo>
                <a:cubicBezTo>
                  <a:pt x="44" y="32"/>
                  <a:pt x="40" y="36"/>
                  <a:pt x="37" y="36"/>
                </a:cubicBezTo>
                <a:cubicBezTo>
                  <a:pt x="36" y="36"/>
                  <a:pt x="36" y="36"/>
                  <a:pt x="36" y="36"/>
                </a:cubicBezTo>
                <a:cubicBezTo>
                  <a:pt x="36" y="36"/>
                  <a:pt x="36" y="36"/>
                  <a:pt x="36" y="36"/>
                </a:cubicBezTo>
                <a:cubicBezTo>
                  <a:pt x="33" y="36"/>
                  <a:pt x="29" y="32"/>
                  <a:pt x="26" y="30"/>
                </a:cubicBezTo>
                <a:cubicBezTo>
                  <a:pt x="20" y="26"/>
                  <a:pt x="14" y="21"/>
                  <a:pt x="7" y="17"/>
                </a:cubicBezTo>
                <a:cubicBezTo>
                  <a:pt x="5" y="15"/>
                  <a:pt x="0" y="11"/>
                  <a:pt x="0" y="7"/>
                </a:cubicBezTo>
                <a:cubicBezTo>
                  <a:pt x="0" y="3"/>
                  <a:pt x="3" y="0"/>
                  <a:pt x="7" y="0"/>
                </a:cubicBezTo>
                <a:cubicBezTo>
                  <a:pt x="66" y="0"/>
                  <a:pt x="66" y="0"/>
                  <a:pt x="66" y="0"/>
                </a:cubicBezTo>
                <a:cubicBezTo>
                  <a:pt x="70" y="0"/>
                  <a:pt x="72" y="2"/>
                  <a:pt x="72" y="6"/>
                </a:cubicBezTo>
                <a:cubicBezTo>
                  <a:pt x="72" y="11"/>
                  <a:pt x="69" y="15"/>
                  <a:pt x="66" y="17"/>
                </a:cubicBezTo>
                <a:close/>
                <a:moveTo>
                  <a:pt x="72" y="50"/>
                </a:moveTo>
                <a:cubicBezTo>
                  <a:pt x="72" y="53"/>
                  <a:pt x="70" y="56"/>
                  <a:pt x="66" y="56"/>
                </a:cubicBezTo>
                <a:cubicBezTo>
                  <a:pt x="7" y="56"/>
                  <a:pt x="7" y="56"/>
                  <a:pt x="7" y="56"/>
                </a:cubicBezTo>
                <a:cubicBezTo>
                  <a:pt x="3" y="56"/>
                  <a:pt x="0" y="53"/>
                  <a:pt x="0" y="50"/>
                </a:cubicBezTo>
                <a:cubicBezTo>
                  <a:pt x="0" y="18"/>
                  <a:pt x="0" y="18"/>
                  <a:pt x="0" y="18"/>
                </a:cubicBezTo>
                <a:cubicBezTo>
                  <a:pt x="2" y="19"/>
                  <a:pt x="3" y="20"/>
                  <a:pt x="5" y="21"/>
                </a:cubicBezTo>
                <a:cubicBezTo>
                  <a:pt x="11" y="26"/>
                  <a:pt x="18" y="30"/>
                  <a:pt x="24" y="35"/>
                </a:cubicBezTo>
                <a:cubicBezTo>
                  <a:pt x="28" y="38"/>
                  <a:pt x="32" y="41"/>
                  <a:pt x="36" y="41"/>
                </a:cubicBezTo>
                <a:cubicBezTo>
                  <a:pt x="36" y="41"/>
                  <a:pt x="36" y="41"/>
                  <a:pt x="36" y="41"/>
                </a:cubicBezTo>
                <a:cubicBezTo>
                  <a:pt x="37" y="41"/>
                  <a:pt x="37" y="41"/>
                  <a:pt x="37" y="41"/>
                </a:cubicBezTo>
                <a:cubicBezTo>
                  <a:pt x="41" y="41"/>
                  <a:pt x="45" y="38"/>
                  <a:pt x="48" y="35"/>
                </a:cubicBezTo>
                <a:cubicBezTo>
                  <a:pt x="55" y="30"/>
                  <a:pt x="62" y="26"/>
                  <a:pt x="68" y="21"/>
                </a:cubicBezTo>
                <a:cubicBezTo>
                  <a:pt x="70" y="20"/>
                  <a:pt x="71" y="19"/>
                  <a:pt x="72" y="18"/>
                </a:cubicBezTo>
                <a:lnTo>
                  <a:pt x="72" y="50"/>
                </a:lnTo>
                <a:close/>
              </a:path>
            </a:pathLst>
          </a:custGeom>
          <a:solidFill>
            <a:schemeClr val="accent6"/>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29" name="Freeform 152"/>
          <p:cNvSpPr>
            <a:spLocks noEditPoints="1"/>
          </p:cNvSpPr>
          <p:nvPr/>
        </p:nvSpPr>
        <p:spPr bwMode="auto">
          <a:xfrm>
            <a:off x="8217537" y="2078914"/>
            <a:ext cx="230188" cy="212725"/>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chemeClr val="accent6"/>
          </a:solidFill>
          <a:ln w="9525">
            <a:no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033"/>
                                        </p:tgtEl>
                                        <p:attrNameLst>
                                          <p:attrName>style.visibility</p:attrName>
                                        </p:attrNameLst>
                                      </p:cBhvr>
                                      <p:to>
                                        <p:strVal val="visible"/>
                                      </p:to>
                                    </p:set>
                                    <p:animEffect transition="in" filter="wipe(down)">
                                      <p:cBhvr>
                                        <p:cTn id="7" dur="1000"/>
                                        <p:tgtEl>
                                          <p:spTgt spid="1033"/>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64"/>
                                        </p:tgtEl>
                                        <p:attrNameLst>
                                          <p:attrName>style.visibility</p:attrName>
                                        </p:attrNameLst>
                                      </p:cBhvr>
                                      <p:to>
                                        <p:strVal val="visible"/>
                                      </p:to>
                                    </p:set>
                                    <p:anim calcmode="lin" valueType="num">
                                      <p:cBhvr>
                                        <p:cTn id="11" dur="500" fill="hold"/>
                                        <p:tgtEl>
                                          <p:spTgt spid="64"/>
                                        </p:tgtEl>
                                        <p:attrNameLst>
                                          <p:attrName>ppt_w</p:attrName>
                                        </p:attrNameLst>
                                      </p:cBhvr>
                                      <p:tavLst>
                                        <p:tav tm="0">
                                          <p:val>
                                            <p:fltVal val="0"/>
                                          </p:val>
                                        </p:tav>
                                        <p:tav tm="100000">
                                          <p:val>
                                            <p:strVal val="#ppt_w"/>
                                          </p:val>
                                        </p:tav>
                                      </p:tavLst>
                                    </p:anim>
                                    <p:anim calcmode="lin" valueType="num">
                                      <p:cBhvr>
                                        <p:cTn id="12" dur="500" fill="hold"/>
                                        <p:tgtEl>
                                          <p:spTgt spid="64"/>
                                        </p:tgtEl>
                                        <p:attrNameLst>
                                          <p:attrName>ppt_h</p:attrName>
                                        </p:attrNameLst>
                                      </p:cBhvr>
                                      <p:tavLst>
                                        <p:tav tm="0">
                                          <p:val>
                                            <p:fltVal val="0"/>
                                          </p:val>
                                        </p:tav>
                                        <p:tav tm="100000">
                                          <p:val>
                                            <p:strVal val="#ppt_h"/>
                                          </p:val>
                                        </p:tav>
                                      </p:tavLst>
                                    </p:anim>
                                    <p:animEffect transition="in" filter="fade">
                                      <p:cBhvr>
                                        <p:cTn id="13" dur="500"/>
                                        <p:tgtEl>
                                          <p:spTgt spid="64"/>
                                        </p:tgtEl>
                                      </p:cBhvr>
                                    </p:animEffect>
                                  </p:childTnLst>
                                </p:cTn>
                              </p:par>
                            </p:childTnLst>
                          </p:cTn>
                        </p:par>
                        <p:par>
                          <p:cTn id="14" fill="hold">
                            <p:stCondLst>
                              <p:cond delay="1500"/>
                            </p:stCondLst>
                            <p:childTnLst>
                              <p:par>
                                <p:cTn id="15" presetID="53" presetClass="entr" presetSubtype="16" fill="hold" grpId="0" nodeType="after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p:cTn id="17" dur="500" fill="hold"/>
                                        <p:tgtEl>
                                          <p:spTgt spid="23"/>
                                        </p:tgtEl>
                                        <p:attrNameLst>
                                          <p:attrName>ppt_w</p:attrName>
                                        </p:attrNameLst>
                                      </p:cBhvr>
                                      <p:tavLst>
                                        <p:tav tm="0">
                                          <p:val>
                                            <p:fltVal val="0"/>
                                          </p:val>
                                        </p:tav>
                                        <p:tav tm="100000">
                                          <p:val>
                                            <p:strVal val="#ppt_w"/>
                                          </p:val>
                                        </p:tav>
                                      </p:tavLst>
                                    </p:anim>
                                    <p:anim calcmode="lin" valueType="num">
                                      <p:cBhvr>
                                        <p:cTn id="18" dur="500" fill="hold"/>
                                        <p:tgtEl>
                                          <p:spTgt spid="23"/>
                                        </p:tgtEl>
                                        <p:attrNameLst>
                                          <p:attrName>ppt_h</p:attrName>
                                        </p:attrNameLst>
                                      </p:cBhvr>
                                      <p:tavLst>
                                        <p:tav tm="0">
                                          <p:val>
                                            <p:fltVal val="0"/>
                                          </p:val>
                                        </p:tav>
                                        <p:tav tm="100000">
                                          <p:val>
                                            <p:strVal val="#ppt_h"/>
                                          </p:val>
                                        </p:tav>
                                      </p:tavLst>
                                    </p:anim>
                                    <p:animEffect transition="in" filter="fade">
                                      <p:cBhvr>
                                        <p:cTn id="19" dur="500"/>
                                        <p:tgtEl>
                                          <p:spTgt spid="23"/>
                                        </p:tgtEl>
                                      </p:cBhvr>
                                    </p:animEffect>
                                  </p:childTnLst>
                                </p:cTn>
                              </p:par>
                            </p:childTnLst>
                          </p:cTn>
                        </p:par>
                        <p:par>
                          <p:cTn id="20" fill="hold">
                            <p:stCondLst>
                              <p:cond delay="2000"/>
                            </p:stCondLst>
                            <p:childTnLst>
                              <p:par>
                                <p:cTn id="21" presetID="53" presetClass="entr" presetSubtype="16" fill="hold" grpId="0" nodeType="afterEffect">
                                  <p:stCondLst>
                                    <p:cond delay="0"/>
                                  </p:stCondLst>
                                  <p:childTnLst>
                                    <p:set>
                                      <p:cBhvr>
                                        <p:cTn id="22" dur="1" fill="hold">
                                          <p:stCondLst>
                                            <p:cond delay="0"/>
                                          </p:stCondLst>
                                        </p:cTn>
                                        <p:tgtEl>
                                          <p:spTgt spid="72"/>
                                        </p:tgtEl>
                                        <p:attrNameLst>
                                          <p:attrName>style.visibility</p:attrName>
                                        </p:attrNameLst>
                                      </p:cBhvr>
                                      <p:to>
                                        <p:strVal val="visible"/>
                                      </p:to>
                                    </p:set>
                                    <p:anim calcmode="lin" valueType="num">
                                      <p:cBhvr>
                                        <p:cTn id="23" dur="500" fill="hold"/>
                                        <p:tgtEl>
                                          <p:spTgt spid="72"/>
                                        </p:tgtEl>
                                        <p:attrNameLst>
                                          <p:attrName>ppt_w</p:attrName>
                                        </p:attrNameLst>
                                      </p:cBhvr>
                                      <p:tavLst>
                                        <p:tav tm="0">
                                          <p:val>
                                            <p:fltVal val="0"/>
                                          </p:val>
                                        </p:tav>
                                        <p:tav tm="100000">
                                          <p:val>
                                            <p:strVal val="#ppt_w"/>
                                          </p:val>
                                        </p:tav>
                                      </p:tavLst>
                                    </p:anim>
                                    <p:anim calcmode="lin" valueType="num">
                                      <p:cBhvr>
                                        <p:cTn id="24" dur="500" fill="hold"/>
                                        <p:tgtEl>
                                          <p:spTgt spid="72"/>
                                        </p:tgtEl>
                                        <p:attrNameLst>
                                          <p:attrName>ppt_h</p:attrName>
                                        </p:attrNameLst>
                                      </p:cBhvr>
                                      <p:tavLst>
                                        <p:tav tm="0">
                                          <p:val>
                                            <p:fltVal val="0"/>
                                          </p:val>
                                        </p:tav>
                                        <p:tav tm="100000">
                                          <p:val>
                                            <p:strVal val="#ppt_h"/>
                                          </p:val>
                                        </p:tav>
                                      </p:tavLst>
                                    </p:anim>
                                    <p:animEffect transition="in" filter="fade">
                                      <p:cBhvr>
                                        <p:cTn id="25" dur="500"/>
                                        <p:tgtEl>
                                          <p:spTgt spid="72"/>
                                        </p:tgtEl>
                                      </p:cBhvr>
                                    </p:animEffect>
                                  </p:childTnLst>
                                </p:cTn>
                              </p:par>
                            </p:childTnLst>
                          </p:cTn>
                        </p:par>
                        <p:par>
                          <p:cTn id="26" fill="hold">
                            <p:stCondLst>
                              <p:cond delay="2500"/>
                            </p:stCondLst>
                            <p:childTnLst>
                              <p:par>
                                <p:cTn id="27" presetID="53" presetClass="entr" presetSubtype="16" fill="hold" grpId="0" nodeType="after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p:cTn id="29" dur="500" fill="hold"/>
                                        <p:tgtEl>
                                          <p:spTgt spid="22"/>
                                        </p:tgtEl>
                                        <p:attrNameLst>
                                          <p:attrName>ppt_w</p:attrName>
                                        </p:attrNameLst>
                                      </p:cBhvr>
                                      <p:tavLst>
                                        <p:tav tm="0">
                                          <p:val>
                                            <p:fltVal val="0"/>
                                          </p:val>
                                        </p:tav>
                                        <p:tav tm="100000">
                                          <p:val>
                                            <p:strVal val="#ppt_w"/>
                                          </p:val>
                                        </p:tav>
                                      </p:tavLst>
                                    </p:anim>
                                    <p:anim calcmode="lin" valueType="num">
                                      <p:cBhvr>
                                        <p:cTn id="30" dur="500" fill="hold"/>
                                        <p:tgtEl>
                                          <p:spTgt spid="22"/>
                                        </p:tgtEl>
                                        <p:attrNameLst>
                                          <p:attrName>ppt_h</p:attrName>
                                        </p:attrNameLst>
                                      </p:cBhvr>
                                      <p:tavLst>
                                        <p:tav tm="0">
                                          <p:val>
                                            <p:fltVal val="0"/>
                                          </p:val>
                                        </p:tav>
                                        <p:tav tm="100000">
                                          <p:val>
                                            <p:strVal val="#ppt_h"/>
                                          </p:val>
                                        </p:tav>
                                      </p:tavLst>
                                    </p:anim>
                                    <p:animEffect transition="in" filter="fade">
                                      <p:cBhvr>
                                        <p:cTn id="31" dur="500"/>
                                        <p:tgtEl>
                                          <p:spTgt spid="22"/>
                                        </p:tgtEl>
                                      </p:cBhvr>
                                    </p:animEffect>
                                  </p:childTnLst>
                                </p:cTn>
                              </p:par>
                            </p:childTnLst>
                          </p:cTn>
                        </p:par>
                        <p:par>
                          <p:cTn id="32" fill="hold">
                            <p:stCondLst>
                              <p:cond delay="3000"/>
                            </p:stCondLst>
                            <p:childTnLst>
                              <p:par>
                                <p:cTn id="33" presetID="53" presetClass="entr" presetSubtype="16" fill="hold" grpId="0" nodeType="afterEffect">
                                  <p:stCondLst>
                                    <p:cond delay="0"/>
                                  </p:stCondLst>
                                  <p:childTnLst>
                                    <p:set>
                                      <p:cBhvr>
                                        <p:cTn id="34" dur="1" fill="hold">
                                          <p:stCondLst>
                                            <p:cond delay="0"/>
                                          </p:stCondLst>
                                        </p:cTn>
                                        <p:tgtEl>
                                          <p:spTgt spid="66"/>
                                        </p:tgtEl>
                                        <p:attrNameLst>
                                          <p:attrName>style.visibility</p:attrName>
                                        </p:attrNameLst>
                                      </p:cBhvr>
                                      <p:to>
                                        <p:strVal val="visible"/>
                                      </p:to>
                                    </p:set>
                                    <p:anim calcmode="lin" valueType="num">
                                      <p:cBhvr>
                                        <p:cTn id="35" dur="500" fill="hold"/>
                                        <p:tgtEl>
                                          <p:spTgt spid="66"/>
                                        </p:tgtEl>
                                        <p:attrNameLst>
                                          <p:attrName>ppt_w</p:attrName>
                                        </p:attrNameLst>
                                      </p:cBhvr>
                                      <p:tavLst>
                                        <p:tav tm="0">
                                          <p:val>
                                            <p:fltVal val="0"/>
                                          </p:val>
                                        </p:tav>
                                        <p:tav tm="100000">
                                          <p:val>
                                            <p:strVal val="#ppt_w"/>
                                          </p:val>
                                        </p:tav>
                                      </p:tavLst>
                                    </p:anim>
                                    <p:anim calcmode="lin" valueType="num">
                                      <p:cBhvr>
                                        <p:cTn id="36" dur="500" fill="hold"/>
                                        <p:tgtEl>
                                          <p:spTgt spid="66"/>
                                        </p:tgtEl>
                                        <p:attrNameLst>
                                          <p:attrName>ppt_h</p:attrName>
                                        </p:attrNameLst>
                                      </p:cBhvr>
                                      <p:tavLst>
                                        <p:tav tm="0">
                                          <p:val>
                                            <p:fltVal val="0"/>
                                          </p:val>
                                        </p:tav>
                                        <p:tav tm="100000">
                                          <p:val>
                                            <p:strVal val="#ppt_h"/>
                                          </p:val>
                                        </p:tav>
                                      </p:tavLst>
                                    </p:anim>
                                    <p:animEffect transition="in" filter="fade">
                                      <p:cBhvr>
                                        <p:cTn id="37" dur="500"/>
                                        <p:tgtEl>
                                          <p:spTgt spid="66"/>
                                        </p:tgtEl>
                                      </p:cBhvr>
                                    </p:animEffect>
                                  </p:childTnLst>
                                </p:cTn>
                              </p:par>
                            </p:childTnLst>
                          </p:cTn>
                        </p:par>
                        <p:par>
                          <p:cTn id="38" fill="hold">
                            <p:stCondLst>
                              <p:cond delay="3500"/>
                            </p:stCondLst>
                            <p:childTnLst>
                              <p:par>
                                <p:cTn id="39" presetID="53" presetClass="entr" presetSubtype="16" fill="hold" grpId="0" nodeType="after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p:cTn id="41" dur="500" fill="hold"/>
                                        <p:tgtEl>
                                          <p:spTgt spid="24"/>
                                        </p:tgtEl>
                                        <p:attrNameLst>
                                          <p:attrName>ppt_w</p:attrName>
                                        </p:attrNameLst>
                                      </p:cBhvr>
                                      <p:tavLst>
                                        <p:tav tm="0">
                                          <p:val>
                                            <p:fltVal val="0"/>
                                          </p:val>
                                        </p:tav>
                                        <p:tav tm="100000">
                                          <p:val>
                                            <p:strVal val="#ppt_w"/>
                                          </p:val>
                                        </p:tav>
                                      </p:tavLst>
                                    </p:anim>
                                    <p:anim calcmode="lin" valueType="num">
                                      <p:cBhvr>
                                        <p:cTn id="42" dur="500" fill="hold"/>
                                        <p:tgtEl>
                                          <p:spTgt spid="24"/>
                                        </p:tgtEl>
                                        <p:attrNameLst>
                                          <p:attrName>ppt_h</p:attrName>
                                        </p:attrNameLst>
                                      </p:cBhvr>
                                      <p:tavLst>
                                        <p:tav tm="0">
                                          <p:val>
                                            <p:fltVal val="0"/>
                                          </p:val>
                                        </p:tav>
                                        <p:tav tm="100000">
                                          <p:val>
                                            <p:strVal val="#ppt_h"/>
                                          </p:val>
                                        </p:tav>
                                      </p:tavLst>
                                    </p:anim>
                                    <p:animEffect transition="in" filter="fade">
                                      <p:cBhvr>
                                        <p:cTn id="43" dur="500"/>
                                        <p:tgtEl>
                                          <p:spTgt spid="24"/>
                                        </p:tgtEl>
                                      </p:cBhvr>
                                    </p:animEffect>
                                  </p:childTnLst>
                                </p:cTn>
                              </p:par>
                            </p:childTnLst>
                          </p:cTn>
                        </p:par>
                        <p:par>
                          <p:cTn id="44" fill="hold">
                            <p:stCondLst>
                              <p:cond delay="4000"/>
                            </p:stCondLst>
                            <p:childTnLst>
                              <p:par>
                                <p:cTn id="45" presetID="53" presetClass="entr" presetSubtype="16" fill="hold" grpId="0" nodeType="afterEffect">
                                  <p:stCondLst>
                                    <p:cond delay="0"/>
                                  </p:stCondLst>
                                  <p:childTnLst>
                                    <p:set>
                                      <p:cBhvr>
                                        <p:cTn id="46" dur="1" fill="hold">
                                          <p:stCondLst>
                                            <p:cond delay="0"/>
                                          </p:stCondLst>
                                        </p:cTn>
                                        <p:tgtEl>
                                          <p:spTgt spid="73"/>
                                        </p:tgtEl>
                                        <p:attrNameLst>
                                          <p:attrName>style.visibility</p:attrName>
                                        </p:attrNameLst>
                                      </p:cBhvr>
                                      <p:to>
                                        <p:strVal val="visible"/>
                                      </p:to>
                                    </p:set>
                                    <p:anim calcmode="lin" valueType="num">
                                      <p:cBhvr>
                                        <p:cTn id="47" dur="500" fill="hold"/>
                                        <p:tgtEl>
                                          <p:spTgt spid="73"/>
                                        </p:tgtEl>
                                        <p:attrNameLst>
                                          <p:attrName>ppt_w</p:attrName>
                                        </p:attrNameLst>
                                      </p:cBhvr>
                                      <p:tavLst>
                                        <p:tav tm="0">
                                          <p:val>
                                            <p:fltVal val="0"/>
                                          </p:val>
                                        </p:tav>
                                        <p:tav tm="100000">
                                          <p:val>
                                            <p:strVal val="#ppt_w"/>
                                          </p:val>
                                        </p:tav>
                                      </p:tavLst>
                                    </p:anim>
                                    <p:anim calcmode="lin" valueType="num">
                                      <p:cBhvr>
                                        <p:cTn id="48" dur="500" fill="hold"/>
                                        <p:tgtEl>
                                          <p:spTgt spid="73"/>
                                        </p:tgtEl>
                                        <p:attrNameLst>
                                          <p:attrName>ppt_h</p:attrName>
                                        </p:attrNameLst>
                                      </p:cBhvr>
                                      <p:tavLst>
                                        <p:tav tm="0">
                                          <p:val>
                                            <p:fltVal val="0"/>
                                          </p:val>
                                        </p:tav>
                                        <p:tav tm="100000">
                                          <p:val>
                                            <p:strVal val="#ppt_h"/>
                                          </p:val>
                                        </p:tav>
                                      </p:tavLst>
                                    </p:anim>
                                    <p:animEffect transition="in" filter="fade">
                                      <p:cBhvr>
                                        <p:cTn id="49" dur="500"/>
                                        <p:tgtEl>
                                          <p:spTgt spid="73"/>
                                        </p:tgtEl>
                                      </p:cBhvr>
                                    </p:animEffect>
                                  </p:childTnLst>
                                </p:cTn>
                              </p:par>
                            </p:childTnLst>
                          </p:cTn>
                        </p:par>
                        <p:par>
                          <p:cTn id="50" fill="hold">
                            <p:stCondLst>
                              <p:cond delay="4500"/>
                            </p:stCondLst>
                            <p:childTnLst>
                              <p:par>
                                <p:cTn id="51" presetID="53" presetClass="entr" presetSubtype="16" fill="hold" grpId="0" nodeType="afterEffect">
                                  <p:stCondLst>
                                    <p:cond delay="0"/>
                                  </p:stCondLst>
                                  <p:childTnLst>
                                    <p:set>
                                      <p:cBhvr>
                                        <p:cTn id="52" dur="1" fill="hold">
                                          <p:stCondLst>
                                            <p:cond delay="0"/>
                                          </p:stCondLst>
                                        </p:cTn>
                                        <p:tgtEl>
                                          <p:spTgt spid="26"/>
                                        </p:tgtEl>
                                        <p:attrNameLst>
                                          <p:attrName>style.visibility</p:attrName>
                                        </p:attrNameLst>
                                      </p:cBhvr>
                                      <p:to>
                                        <p:strVal val="visible"/>
                                      </p:to>
                                    </p:set>
                                    <p:anim calcmode="lin" valueType="num">
                                      <p:cBhvr>
                                        <p:cTn id="53" dur="500" fill="hold"/>
                                        <p:tgtEl>
                                          <p:spTgt spid="26"/>
                                        </p:tgtEl>
                                        <p:attrNameLst>
                                          <p:attrName>ppt_w</p:attrName>
                                        </p:attrNameLst>
                                      </p:cBhvr>
                                      <p:tavLst>
                                        <p:tav tm="0">
                                          <p:val>
                                            <p:fltVal val="0"/>
                                          </p:val>
                                        </p:tav>
                                        <p:tav tm="100000">
                                          <p:val>
                                            <p:strVal val="#ppt_w"/>
                                          </p:val>
                                        </p:tav>
                                      </p:tavLst>
                                    </p:anim>
                                    <p:anim calcmode="lin" valueType="num">
                                      <p:cBhvr>
                                        <p:cTn id="54" dur="500" fill="hold"/>
                                        <p:tgtEl>
                                          <p:spTgt spid="26"/>
                                        </p:tgtEl>
                                        <p:attrNameLst>
                                          <p:attrName>ppt_h</p:attrName>
                                        </p:attrNameLst>
                                      </p:cBhvr>
                                      <p:tavLst>
                                        <p:tav tm="0">
                                          <p:val>
                                            <p:fltVal val="0"/>
                                          </p:val>
                                        </p:tav>
                                        <p:tav tm="100000">
                                          <p:val>
                                            <p:strVal val="#ppt_h"/>
                                          </p:val>
                                        </p:tav>
                                      </p:tavLst>
                                    </p:anim>
                                    <p:animEffect transition="in" filter="fade">
                                      <p:cBhvr>
                                        <p:cTn id="55" dur="500"/>
                                        <p:tgtEl>
                                          <p:spTgt spid="26"/>
                                        </p:tgtEl>
                                      </p:cBhvr>
                                    </p:animEffect>
                                  </p:childTnLst>
                                </p:cTn>
                              </p:par>
                            </p:childTnLst>
                          </p:cTn>
                        </p:par>
                        <p:par>
                          <p:cTn id="56" fill="hold">
                            <p:stCondLst>
                              <p:cond delay="5000"/>
                            </p:stCondLst>
                            <p:childTnLst>
                              <p:par>
                                <p:cTn id="57" presetID="53" presetClass="entr" presetSubtype="16" fill="hold" grpId="0" nodeType="afterEffect">
                                  <p:stCondLst>
                                    <p:cond delay="0"/>
                                  </p:stCondLst>
                                  <p:childTnLst>
                                    <p:set>
                                      <p:cBhvr>
                                        <p:cTn id="58" dur="1" fill="hold">
                                          <p:stCondLst>
                                            <p:cond delay="0"/>
                                          </p:stCondLst>
                                        </p:cTn>
                                        <p:tgtEl>
                                          <p:spTgt spid="69"/>
                                        </p:tgtEl>
                                        <p:attrNameLst>
                                          <p:attrName>style.visibility</p:attrName>
                                        </p:attrNameLst>
                                      </p:cBhvr>
                                      <p:to>
                                        <p:strVal val="visible"/>
                                      </p:to>
                                    </p:set>
                                    <p:anim calcmode="lin" valueType="num">
                                      <p:cBhvr>
                                        <p:cTn id="59" dur="500" fill="hold"/>
                                        <p:tgtEl>
                                          <p:spTgt spid="69"/>
                                        </p:tgtEl>
                                        <p:attrNameLst>
                                          <p:attrName>ppt_w</p:attrName>
                                        </p:attrNameLst>
                                      </p:cBhvr>
                                      <p:tavLst>
                                        <p:tav tm="0">
                                          <p:val>
                                            <p:fltVal val="0"/>
                                          </p:val>
                                        </p:tav>
                                        <p:tav tm="100000">
                                          <p:val>
                                            <p:strVal val="#ppt_w"/>
                                          </p:val>
                                        </p:tav>
                                      </p:tavLst>
                                    </p:anim>
                                    <p:anim calcmode="lin" valueType="num">
                                      <p:cBhvr>
                                        <p:cTn id="60" dur="500" fill="hold"/>
                                        <p:tgtEl>
                                          <p:spTgt spid="69"/>
                                        </p:tgtEl>
                                        <p:attrNameLst>
                                          <p:attrName>ppt_h</p:attrName>
                                        </p:attrNameLst>
                                      </p:cBhvr>
                                      <p:tavLst>
                                        <p:tav tm="0">
                                          <p:val>
                                            <p:fltVal val="0"/>
                                          </p:val>
                                        </p:tav>
                                        <p:tav tm="100000">
                                          <p:val>
                                            <p:strVal val="#ppt_h"/>
                                          </p:val>
                                        </p:tav>
                                      </p:tavLst>
                                    </p:anim>
                                    <p:animEffect transition="in" filter="fade">
                                      <p:cBhvr>
                                        <p:cTn id="61" dur="500"/>
                                        <p:tgtEl>
                                          <p:spTgt spid="69"/>
                                        </p:tgtEl>
                                      </p:cBhvr>
                                    </p:animEffect>
                                  </p:childTnLst>
                                </p:cTn>
                              </p:par>
                            </p:childTnLst>
                          </p:cTn>
                        </p:par>
                        <p:par>
                          <p:cTn id="62" fill="hold">
                            <p:stCondLst>
                              <p:cond delay="5500"/>
                            </p:stCondLst>
                            <p:childTnLst>
                              <p:par>
                                <p:cTn id="63" presetID="53" presetClass="entr" presetSubtype="16" fill="hold" grpId="0" nodeType="afterEffect">
                                  <p:stCondLst>
                                    <p:cond delay="0"/>
                                  </p:stCondLst>
                                  <p:childTnLst>
                                    <p:set>
                                      <p:cBhvr>
                                        <p:cTn id="64" dur="1" fill="hold">
                                          <p:stCondLst>
                                            <p:cond delay="0"/>
                                          </p:stCondLst>
                                        </p:cTn>
                                        <p:tgtEl>
                                          <p:spTgt spid="27"/>
                                        </p:tgtEl>
                                        <p:attrNameLst>
                                          <p:attrName>style.visibility</p:attrName>
                                        </p:attrNameLst>
                                      </p:cBhvr>
                                      <p:to>
                                        <p:strVal val="visible"/>
                                      </p:to>
                                    </p:set>
                                    <p:anim calcmode="lin" valueType="num">
                                      <p:cBhvr>
                                        <p:cTn id="65" dur="500" fill="hold"/>
                                        <p:tgtEl>
                                          <p:spTgt spid="27"/>
                                        </p:tgtEl>
                                        <p:attrNameLst>
                                          <p:attrName>ppt_w</p:attrName>
                                        </p:attrNameLst>
                                      </p:cBhvr>
                                      <p:tavLst>
                                        <p:tav tm="0">
                                          <p:val>
                                            <p:fltVal val="0"/>
                                          </p:val>
                                        </p:tav>
                                        <p:tav tm="100000">
                                          <p:val>
                                            <p:strVal val="#ppt_w"/>
                                          </p:val>
                                        </p:tav>
                                      </p:tavLst>
                                    </p:anim>
                                    <p:anim calcmode="lin" valueType="num">
                                      <p:cBhvr>
                                        <p:cTn id="66" dur="500" fill="hold"/>
                                        <p:tgtEl>
                                          <p:spTgt spid="27"/>
                                        </p:tgtEl>
                                        <p:attrNameLst>
                                          <p:attrName>ppt_h</p:attrName>
                                        </p:attrNameLst>
                                      </p:cBhvr>
                                      <p:tavLst>
                                        <p:tav tm="0">
                                          <p:val>
                                            <p:fltVal val="0"/>
                                          </p:val>
                                        </p:tav>
                                        <p:tav tm="100000">
                                          <p:val>
                                            <p:strVal val="#ppt_h"/>
                                          </p:val>
                                        </p:tav>
                                      </p:tavLst>
                                    </p:anim>
                                    <p:animEffect transition="in" filter="fade">
                                      <p:cBhvr>
                                        <p:cTn id="67" dur="500"/>
                                        <p:tgtEl>
                                          <p:spTgt spid="27"/>
                                        </p:tgtEl>
                                      </p:cBhvr>
                                    </p:animEffect>
                                  </p:childTnLst>
                                </p:cTn>
                              </p:par>
                            </p:childTnLst>
                          </p:cTn>
                        </p:par>
                        <p:par>
                          <p:cTn id="68" fill="hold">
                            <p:stCondLst>
                              <p:cond delay="6000"/>
                            </p:stCondLst>
                            <p:childTnLst>
                              <p:par>
                                <p:cTn id="69" presetID="53" presetClass="entr" presetSubtype="16" fill="hold" grpId="0" nodeType="afterEffect">
                                  <p:stCondLst>
                                    <p:cond delay="0"/>
                                  </p:stCondLst>
                                  <p:childTnLst>
                                    <p:set>
                                      <p:cBhvr>
                                        <p:cTn id="70" dur="1" fill="hold">
                                          <p:stCondLst>
                                            <p:cond delay="0"/>
                                          </p:stCondLst>
                                        </p:cTn>
                                        <p:tgtEl>
                                          <p:spTgt spid="75"/>
                                        </p:tgtEl>
                                        <p:attrNameLst>
                                          <p:attrName>style.visibility</p:attrName>
                                        </p:attrNameLst>
                                      </p:cBhvr>
                                      <p:to>
                                        <p:strVal val="visible"/>
                                      </p:to>
                                    </p:set>
                                    <p:anim calcmode="lin" valueType="num">
                                      <p:cBhvr>
                                        <p:cTn id="71" dur="500" fill="hold"/>
                                        <p:tgtEl>
                                          <p:spTgt spid="75"/>
                                        </p:tgtEl>
                                        <p:attrNameLst>
                                          <p:attrName>ppt_w</p:attrName>
                                        </p:attrNameLst>
                                      </p:cBhvr>
                                      <p:tavLst>
                                        <p:tav tm="0">
                                          <p:val>
                                            <p:fltVal val="0"/>
                                          </p:val>
                                        </p:tav>
                                        <p:tav tm="100000">
                                          <p:val>
                                            <p:strVal val="#ppt_w"/>
                                          </p:val>
                                        </p:tav>
                                      </p:tavLst>
                                    </p:anim>
                                    <p:anim calcmode="lin" valueType="num">
                                      <p:cBhvr>
                                        <p:cTn id="72" dur="500" fill="hold"/>
                                        <p:tgtEl>
                                          <p:spTgt spid="75"/>
                                        </p:tgtEl>
                                        <p:attrNameLst>
                                          <p:attrName>ppt_h</p:attrName>
                                        </p:attrNameLst>
                                      </p:cBhvr>
                                      <p:tavLst>
                                        <p:tav tm="0">
                                          <p:val>
                                            <p:fltVal val="0"/>
                                          </p:val>
                                        </p:tav>
                                        <p:tav tm="100000">
                                          <p:val>
                                            <p:strVal val="#ppt_h"/>
                                          </p:val>
                                        </p:tav>
                                      </p:tavLst>
                                    </p:anim>
                                    <p:animEffect transition="in" filter="fade">
                                      <p:cBhvr>
                                        <p:cTn id="73" dur="500"/>
                                        <p:tgtEl>
                                          <p:spTgt spid="75"/>
                                        </p:tgtEl>
                                      </p:cBhvr>
                                    </p:animEffect>
                                  </p:childTnLst>
                                </p:cTn>
                              </p:par>
                            </p:childTnLst>
                          </p:cTn>
                        </p:par>
                        <p:par>
                          <p:cTn id="74" fill="hold">
                            <p:stCondLst>
                              <p:cond delay="6500"/>
                            </p:stCondLst>
                            <p:childTnLst>
                              <p:par>
                                <p:cTn id="75" presetID="53" presetClass="entr" presetSubtype="16" fill="hold" grpId="0" nodeType="afterEffect">
                                  <p:stCondLst>
                                    <p:cond delay="0"/>
                                  </p:stCondLst>
                                  <p:childTnLst>
                                    <p:set>
                                      <p:cBhvr>
                                        <p:cTn id="76" dur="1" fill="hold">
                                          <p:stCondLst>
                                            <p:cond delay="0"/>
                                          </p:stCondLst>
                                        </p:cTn>
                                        <p:tgtEl>
                                          <p:spTgt spid="29"/>
                                        </p:tgtEl>
                                        <p:attrNameLst>
                                          <p:attrName>style.visibility</p:attrName>
                                        </p:attrNameLst>
                                      </p:cBhvr>
                                      <p:to>
                                        <p:strVal val="visible"/>
                                      </p:to>
                                    </p:set>
                                    <p:anim calcmode="lin" valueType="num">
                                      <p:cBhvr>
                                        <p:cTn id="77" dur="500" fill="hold"/>
                                        <p:tgtEl>
                                          <p:spTgt spid="29"/>
                                        </p:tgtEl>
                                        <p:attrNameLst>
                                          <p:attrName>ppt_w</p:attrName>
                                        </p:attrNameLst>
                                      </p:cBhvr>
                                      <p:tavLst>
                                        <p:tav tm="0">
                                          <p:val>
                                            <p:fltVal val="0"/>
                                          </p:val>
                                        </p:tav>
                                        <p:tav tm="100000">
                                          <p:val>
                                            <p:strVal val="#ppt_w"/>
                                          </p:val>
                                        </p:tav>
                                      </p:tavLst>
                                    </p:anim>
                                    <p:anim calcmode="lin" valueType="num">
                                      <p:cBhvr>
                                        <p:cTn id="78" dur="500" fill="hold"/>
                                        <p:tgtEl>
                                          <p:spTgt spid="29"/>
                                        </p:tgtEl>
                                        <p:attrNameLst>
                                          <p:attrName>ppt_h</p:attrName>
                                        </p:attrNameLst>
                                      </p:cBhvr>
                                      <p:tavLst>
                                        <p:tav tm="0">
                                          <p:val>
                                            <p:fltVal val="0"/>
                                          </p:val>
                                        </p:tav>
                                        <p:tav tm="100000">
                                          <p:val>
                                            <p:strVal val="#ppt_h"/>
                                          </p:val>
                                        </p:tav>
                                      </p:tavLst>
                                    </p:anim>
                                    <p:animEffect transition="in" filter="fade">
                                      <p:cBhvr>
                                        <p:cTn id="79" dur="500"/>
                                        <p:tgtEl>
                                          <p:spTgt spid="29"/>
                                        </p:tgtEl>
                                      </p:cBhvr>
                                    </p:animEffect>
                                  </p:childTnLst>
                                </p:cTn>
                              </p:par>
                            </p:childTnLst>
                          </p:cTn>
                        </p:par>
                        <p:par>
                          <p:cTn id="80" fill="hold">
                            <p:stCondLst>
                              <p:cond delay="7000"/>
                            </p:stCondLst>
                            <p:childTnLst>
                              <p:par>
                                <p:cTn id="81" presetID="53" presetClass="entr" presetSubtype="16" fill="hold" grpId="0" nodeType="afterEffect">
                                  <p:stCondLst>
                                    <p:cond delay="0"/>
                                  </p:stCondLst>
                                  <p:childTnLst>
                                    <p:set>
                                      <p:cBhvr>
                                        <p:cTn id="82" dur="1" fill="hold">
                                          <p:stCondLst>
                                            <p:cond delay="0"/>
                                          </p:stCondLst>
                                        </p:cTn>
                                        <p:tgtEl>
                                          <p:spTgt spid="74"/>
                                        </p:tgtEl>
                                        <p:attrNameLst>
                                          <p:attrName>style.visibility</p:attrName>
                                        </p:attrNameLst>
                                      </p:cBhvr>
                                      <p:to>
                                        <p:strVal val="visible"/>
                                      </p:to>
                                    </p:set>
                                    <p:anim calcmode="lin" valueType="num">
                                      <p:cBhvr>
                                        <p:cTn id="83" dur="500" fill="hold"/>
                                        <p:tgtEl>
                                          <p:spTgt spid="74"/>
                                        </p:tgtEl>
                                        <p:attrNameLst>
                                          <p:attrName>ppt_w</p:attrName>
                                        </p:attrNameLst>
                                      </p:cBhvr>
                                      <p:tavLst>
                                        <p:tav tm="0">
                                          <p:val>
                                            <p:fltVal val="0"/>
                                          </p:val>
                                        </p:tav>
                                        <p:tav tm="100000">
                                          <p:val>
                                            <p:strVal val="#ppt_w"/>
                                          </p:val>
                                        </p:tav>
                                      </p:tavLst>
                                    </p:anim>
                                    <p:anim calcmode="lin" valueType="num">
                                      <p:cBhvr>
                                        <p:cTn id="84" dur="500" fill="hold"/>
                                        <p:tgtEl>
                                          <p:spTgt spid="74"/>
                                        </p:tgtEl>
                                        <p:attrNameLst>
                                          <p:attrName>ppt_h</p:attrName>
                                        </p:attrNameLst>
                                      </p:cBhvr>
                                      <p:tavLst>
                                        <p:tav tm="0">
                                          <p:val>
                                            <p:fltVal val="0"/>
                                          </p:val>
                                        </p:tav>
                                        <p:tav tm="100000">
                                          <p:val>
                                            <p:strVal val="#ppt_h"/>
                                          </p:val>
                                        </p:tav>
                                      </p:tavLst>
                                    </p:anim>
                                    <p:animEffect transition="in" filter="fade">
                                      <p:cBhvr>
                                        <p:cTn id="85" dur="500"/>
                                        <p:tgtEl>
                                          <p:spTgt spid="74"/>
                                        </p:tgtEl>
                                      </p:cBhvr>
                                    </p:animEffect>
                                  </p:childTnLst>
                                </p:cTn>
                              </p:par>
                            </p:childTnLst>
                          </p:cTn>
                        </p:par>
                        <p:par>
                          <p:cTn id="86" fill="hold">
                            <p:stCondLst>
                              <p:cond delay="7500"/>
                            </p:stCondLst>
                            <p:childTnLst>
                              <p:par>
                                <p:cTn id="87" presetID="53" presetClass="entr" presetSubtype="16" fill="hold" grpId="0" nodeType="afterEffect">
                                  <p:stCondLst>
                                    <p:cond delay="0"/>
                                  </p:stCondLst>
                                  <p:childTnLst>
                                    <p:set>
                                      <p:cBhvr>
                                        <p:cTn id="88" dur="1" fill="hold">
                                          <p:stCondLst>
                                            <p:cond delay="0"/>
                                          </p:stCondLst>
                                        </p:cTn>
                                        <p:tgtEl>
                                          <p:spTgt spid="28"/>
                                        </p:tgtEl>
                                        <p:attrNameLst>
                                          <p:attrName>style.visibility</p:attrName>
                                        </p:attrNameLst>
                                      </p:cBhvr>
                                      <p:to>
                                        <p:strVal val="visible"/>
                                      </p:to>
                                    </p:set>
                                    <p:anim calcmode="lin" valueType="num">
                                      <p:cBhvr>
                                        <p:cTn id="89" dur="500" fill="hold"/>
                                        <p:tgtEl>
                                          <p:spTgt spid="28"/>
                                        </p:tgtEl>
                                        <p:attrNameLst>
                                          <p:attrName>ppt_w</p:attrName>
                                        </p:attrNameLst>
                                      </p:cBhvr>
                                      <p:tavLst>
                                        <p:tav tm="0">
                                          <p:val>
                                            <p:fltVal val="0"/>
                                          </p:val>
                                        </p:tav>
                                        <p:tav tm="100000">
                                          <p:val>
                                            <p:strVal val="#ppt_w"/>
                                          </p:val>
                                        </p:tav>
                                      </p:tavLst>
                                    </p:anim>
                                    <p:anim calcmode="lin" valueType="num">
                                      <p:cBhvr>
                                        <p:cTn id="90" dur="500" fill="hold"/>
                                        <p:tgtEl>
                                          <p:spTgt spid="28"/>
                                        </p:tgtEl>
                                        <p:attrNameLst>
                                          <p:attrName>ppt_h</p:attrName>
                                        </p:attrNameLst>
                                      </p:cBhvr>
                                      <p:tavLst>
                                        <p:tav tm="0">
                                          <p:val>
                                            <p:fltVal val="0"/>
                                          </p:val>
                                        </p:tav>
                                        <p:tav tm="100000">
                                          <p:val>
                                            <p:strVal val="#ppt_h"/>
                                          </p:val>
                                        </p:tav>
                                      </p:tavLst>
                                    </p:anim>
                                    <p:animEffect transition="in" filter="fade">
                                      <p:cBhvr>
                                        <p:cTn id="91" dur="500"/>
                                        <p:tgtEl>
                                          <p:spTgt spid="28"/>
                                        </p:tgtEl>
                                      </p:cBhvr>
                                    </p:animEffect>
                                  </p:childTnLst>
                                </p:cTn>
                              </p:par>
                            </p:childTnLst>
                          </p:cTn>
                        </p:par>
                        <p:par>
                          <p:cTn id="92" fill="hold">
                            <p:stCondLst>
                              <p:cond delay="8000"/>
                            </p:stCondLst>
                            <p:childTnLst>
                              <p:par>
                                <p:cTn id="93" presetID="53" presetClass="entr" presetSubtype="16" fill="hold" grpId="0" nodeType="afterEffect">
                                  <p:stCondLst>
                                    <p:cond delay="0"/>
                                  </p:stCondLst>
                                  <p:childTnLst>
                                    <p:set>
                                      <p:cBhvr>
                                        <p:cTn id="94" dur="1" fill="hold">
                                          <p:stCondLst>
                                            <p:cond delay="0"/>
                                          </p:stCondLst>
                                        </p:cTn>
                                        <p:tgtEl>
                                          <p:spTgt spid="76"/>
                                        </p:tgtEl>
                                        <p:attrNameLst>
                                          <p:attrName>style.visibility</p:attrName>
                                        </p:attrNameLst>
                                      </p:cBhvr>
                                      <p:to>
                                        <p:strVal val="visible"/>
                                      </p:to>
                                    </p:set>
                                    <p:anim calcmode="lin" valueType="num">
                                      <p:cBhvr>
                                        <p:cTn id="95" dur="500" fill="hold"/>
                                        <p:tgtEl>
                                          <p:spTgt spid="76"/>
                                        </p:tgtEl>
                                        <p:attrNameLst>
                                          <p:attrName>ppt_w</p:attrName>
                                        </p:attrNameLst>
                                      </p:cBhvr>
                                      <p:tavLst>
                                        <p:tav tm="0">
                                          <p:val>
                                            <p:fltVal val="0"/>
                                          </p:val>
                                        </p:tav>
                                        <p:tav tm="100000">
                                          <p:val>
                                            <p:strVal val="#ppt_w"/>
                                          </p:val>
                                        </p:tav>
                                      </p:tavLst>
                                    </p:anim>
                                    <p:anim calcmode="lin" valueType="num">
                                      <p:cBhvr>
                                        <p:cTn id="96" dur="500" fill="hold"/>
                                        <p:tgtEl>
                                          <p:spTgt spid="76"/>
                                        </p:tgtEl>
                                        <p:attrNameLst>
                                          <p:attrName>ppt_h</p:attrName>
                                        </p:attrNameLst>
                                      </p:cBhvr>
                                      <p:tavLst>
                                        <p:tav tm="0">
                                          <p:val>
                                            <p:fltVal val="0"/>
                                          </p:val>
                                        </p:tav>
                                        <p:tav tm="100000">
                                          <p:val>
                                            <p:strVal val="#ppt_h"/>
                                          </p:val>
                                        </p:tav>
                                      </p:tavLst>
                                    </p:anim>
                                    <p:animEffect transition="in" filter="fade">
                                      <p:cBhvr>
                                        <p:cTn id="97" dur="500"/>
                                        <p:tgtEl>
                                          <p:spTgt spid="76"/>
                                        </p:tgtEl>
                                      </p:cBhvr>
                                    </p:animEffect>
                                  </p:childTnLst>
                                </p:cTn>
                              </p:par>
                            </p:childTnLst>
                          </p:cTn>
                        </p:par>
                        <p:par>
                          <p:cTn id="98" fill="hold">
                            <p:stCondLst>
                              <p:cond delay="8500"/>
                            </p:stCondLst>
                            <p:childTnLst>
                              <p:par>
                                <p:cTn id="99" presetID="53" presetClass="entr" presetSubtype="16" fill="hold" grpId="0" nodeType="afterEffect">
                                  <p:stCondLst>
                                    <p:cond delay="0"/>
                                  </p:stCondLst>
                                  <p:childTnLst>
                                    <p:set>
                                      <p:cBhvr>
                                        <p:cTn id="100" dur="1" fill="hold">
                                          <p:stCondLst>
                                            <p:cond delay="0"/>
                                          </p:stCondLst>
                                        </p:cTn>
                                        <p:tgtEl>
                                          <p:spTgt spid="25"/>
                                        </p:tgtEl>
                                        <p:attrNameLst>
                                          <p:attrName>style.visibility</p:attrName>
                                        </p:attrNameLst>
                                      </p:cBhvr>
                                      <p:to>
                                        <p:strVal val="visible"/>
                                      </p:to>
                                    </p:set>
                                    <p:anim calcmode="lin" valueType="num">
                                      <p:cBhvr>
                                        <p:cTn id="101" dur="500" fill="hold"/>
                                        <p:tgtEl>
                                          <p:spTgt spid="25"/>
                                        </p:tgtEl>
                                        <p:attrNameLst>
                                          <p:attrName>ppt_w</p:attrName>
                                        </p:attrNameLst>
                                      </p:cBhvr>
                                      <p:tavLst>
                                        <p:tav tm="0">
                                          <p:val>
                                            <p:fltVal val="0"/>
                                          </p:val>
                                        </p:tav>
                                        <p:tav tm="100000">
                                          <p:val>
                                            <p:strVal val="#ppt_w"/>
                                          </p:val>
                                        </p:tav>
                                      </p:tavLst>
                                    </p:anim>
                                    <p:anim calcmode="lin" valueType="num">
                                      <p:cBhvr>
                                        <p:cTn id="102" dur="500" fill="hold"/>
                                        <p:tgtEl>
                                          <p:spTgt spid="25"/>
                                        </p:tgtEl>
                                        <p:attrNameLst>
                                          <p:attrName>ppt_h</p:attrName>
                                        </p:attrNameLst>
                                      </p:cBhvr>
                                      <p:tavLst>
                                        <p:tav tm="0">
                                          <p:val>
                                            <p:fltVal val="0"/>
                                          </p:val>
                                        </p:tav>
                                        <p:tav tm="100000">
                                          <p:val>
                                            <p:strVal val="#ppt_h"/>
                                          </p:val>
                                        </p:tav>
                                      </p:tavLst>
                                    </p:anim>
                                    <p:animEffect transition="in" filter="fade">
                                      <p:cBhvr>
                                        <p:cTn id="10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3" grpId="0" bldLvl="0" animBg="1"/>
      <p:bldP spid="64" grpId="0" bldLvl="0" animBg="1"/>
      <p:bldP spid="66" grpId="0" bldLvl="0" animBg="1"/>
      <p:bldP spid="69" grpId="0" bldLvl="0" animBg="1"/>
      <p:bldP spid="72" grpId="0" bldLvl="0" animBg="1"/>
      <p:bldP spid="73" grpId="0" bldLvl="0" animBg="1"/>
      <p:bldP spid="74" grpId="0" bldLvl="0" animBg="1"/>
      <p:bldP spid="75" grpId="0" bldLvl="0" animBg="1"/>
      <p:bldP spid="76" grpId="0" bldLvl="0" animBg="1"/>
      <p:bldP spid="22" grpId="0" bldLvl="0" animBg="1"/>
      <p:bldP spid="23" grpId="0" bldLvl="0" animBg="1"/>
      <p:bldP spid="24" grpId="0" bldLvl="0" animBg="1"/>
      <p:bldP spid="25" grpId="0" bldLvl="0" animBg="1"/>
      <p:bldP spid="26" grpId="0" bldLvl="0" animBg="1"/>
      <p:bldP spid="27" grpId="0" bldLvl="0" animBg="1"/>
      <p:bldP spid="28" grpId="0" bldLvl="0" animBg="1"/>
      <p:bldP spid="29"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5" name="Rectangle 2"/>
          <p:cNvSpPr>
            <a:spLocks noGrp="1" noChangeArrowheads="1"/>
          </p:cNvSpPr>
          <p:nvPr>
            <p:ph type="title" idx="4294967295"/>
          </p:nvPr>
        </p:nvSpPr>
        <p:spPr>
          <a:xfrm>
            <a:off x="0" y="205740"/>
            <a:ext cx="6172200" cy="692150"/>
          </a:xfrm>
        </p:spPr>
        <p:txBody>
          <a:bodyPr/>
          <a:lstStyle/>
          <a:p>
            <a:pPr eaLnBrk="1" hangingPunct="1"/>
            <a:r>
              <a:rPr lang="zh-CN" altLang="en-US" sz="3200" b="1">
                <a:solidFill>
                  <a:srgbClr val="000000"/>
                </a:solidFill>
                <a:latin typeface="Times New Roman" pitchFamily="18" charset="0"/>
                <a:ea typeface="楷体" charset="0"/>
                <a:cs typeface="微软雅黑"/>
              </a:rPr>
              <a:t>问题描述：最大子段和求解</a:t>
            </a:r>
          </a:p>
        </p:txBody>
      </p:sp>
      <p:pic>
        <p:nvPicPr>
          <p:cNvPr id="390148" name="Picture 4"/>
          <p:cNvPicPr>
            <a:picLocks noChangeAspect="1" noChangeArrowheads="1"/>
          </p:cNvPicPr>
          <p:nvPr/>
        </p:nvPicPr>
        <p:blipFill>
          <a:blip r:embed="rId2"/>
          <a:srcRect/>
          <a:stretch>
            <a:fillRect/>
          </a:stretch>
        </p:blipFill>
        <p:spPr bwMode="auto">
          <a:xfrm>
            <a:off x="1494235" y="1006079"/>
            <a:ext cx="5016103" cy="2150269"/>
          </a:xfrm>
          <a:prstGeom prst="rect">
            <a:avLst/>
          </a:prstGeom>
          <a:noFill/>
          <a:ln w="9525">
            <a:noFill/>
            <a:miter lim="800000"/>
            <a:headEnd/>
            <a:tailEnd/>
          </a:ln>
        </p:spPr>
      </p:pic>
      <p:pic>
        <p:nvPicPr>
          <p:cNvPr id="390149" name="Picture 5"/>
          <p:cNvPicPr>
            <a:picLocks noChangeAspect="1" noChangeArrowheads="1"/>
          </p:cNvPicPr>
          <p:nvPr/>
        </p:nvPicPr>
        <p:blipFill>
          <a:blip r:embed="rId3"/>
          <a:srcRect/>
          <a:stretch>
            <a:fillRect/>
          </a:stretch>
        </p:blipFill>
        <p:spPr bwMode="auto">
          <a:xfrm>
            <a:off x="1547813" y="3463529"/>
            <a:ext cx="5735241" cy="835819"/>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90148"/>
                                        </p:tgtEl>
                                        <p:attrNameLst>
                                          <p:attrName>style.visibility</p:attrName>
                                        </p:attrNameLst>
                                      </p:cBhvr>
                                      <p:to>
                                        <p:strVal val="visible"/>
                                      </p:to>
                                    </p:set>
                                    <p:animEffect transition="in" filter="randombar(horizontal)">
                                      <p:cBhvr>
                                        <p:cTn id="7" dur="500"/>
                                        <p:tgtEl>
                                          <p:spTgt spid="39014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90149"/>
                                        </p:tgtEl>
                                        <p:attrNameLst>
                                          <p:attrName>style.visibility</p:attrName>
                                        </p:attrNameLst>
                                      </p:cBhvr>
                                      <p:to>
                                        <p:strVal val="visible"/>
                                      </p:to>
                                    </p:set>
                                    <p:animEffect transition="in" filter="checkerboard(across)">
                                      <p:cBhvr>
                                        <p:cTn id="12" dur="500"/>
                                        <p:tgtEl>
                                          <p:spTgt spid="390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p:cNvSpPr>
          <p:nvPr>
            <p:ph type="title" idx="4294967295"/>
          </p:nvPr>
        </p:nvSpPr>
        <p:spPr>
          <a:xfrm>
            <a:off x="1576705" y="94615"/>
            <a:ext cx="6172200" cy="857250"/>
          </a:xfrm>
        </p:spPr>
        <p:txBody>
          <a:bodyPr/>
          <a:lstStyle/>
          <a:p>
            <a:r>
              <a:rPr lang="zh-CN" altLang="en-US" sz="4000" b="1">
                <a:solidFill>
                  <a:srgbClr val="000000"/>
                </a:solidFill>
                <a:latin typeface="楷体" charset="0"/>
                <a:ea typeface="楷体" charset="0"/>
              </a:rPr>
              <a:t>此题的意义</a:t>
            </a:r>
          </a:p>
        </p:txBody>
      </p:sp>
      <p:sp>
        <p:nvSpPr>
          <p:cNvPr id="284675" name="Rectangle 3"/>
          <p:cNvSpPr>
            <a:spLocks noGrp="1"/>
          </p:cNvSpPr>
          <p:nvPr>
            <p:ph type="body" idx="4294967295"/>
          </p:nvPr>
        </p:nvSpPr>
        <p:spPr>
          <a:xfrm>
            <a:off x="654685" y="951865"/>
            <a:ext cx="7924800" cy="3785235"/>
          </a:xfrm>
        </p:spPr>
        <p:txBody>
          <a:bodyPr/>
          <a:lstStyle/>
          <a:p>
            <a:r>
              <a:rPr lang="zh-CN" altLang="en-US" sz="2100" b="1">
                <a:solidFill>
                  <a:srgbClr val="000000"/>
                </a:solidFill>
                <a:latin typeface="Times New Roman" pitchFamily="18" charset="0"/>
                <a:ea typeface="楷体" charset="0"/>
              </a:rPr>
              <a:t>程序员面试题精选</a:t>
            </a:r>
            <a:r>
              <a:rPr lang="en-US" altLang="zh-CN" sz="2100" b="1">
                <a:solidFill>
                  <a:srgbClr val="000000"/>
                </a:solidFill>
                <a:latin typeface="Times New Roman" pitchFamily="18" charset="0"/>
                <a:ea typeface="楷体" charset="0"/>
              </a:rPr>
              <a:t>100</a:t>
            </a:r>
            <a:r>
              <a:rPr lang="zh-CN" altLang="en-US" sz="2100" b="1">
                <a:solidFill>
                  <a:srgbClr val="000000"/>
                </a:solidFill>
                <a:latin typeface="Times New Roman" pitchFamily="18" charset="0"/>
                <a:ea typeface="楷体" charset="0"/>
              </a:rPr>
              <a:t>题解析 之一</a:t>
            </a:r>
          </a:p>
          <a:p>
            <a:r>
              <a:rPr lang="zh-CN" altLang="en-US" sz="2100" b="1">
                <a:solidFill>
                  <a:srgbClr val="000000"/>
                </a:solidFill>
                <a:latin typeface="Times New Roman" pitchFamily="18" charset="0"/>
                <a:ea typeface="楷体" charset="0"/>
              </a:rPr>
              <a:t>这题曾被很多公司当做面试题，微软亚洲研究院曾在</a:t>
            </a:r>
            <a:r>
              <a:rPr lang="en-US" altLang="zh-CN" sz="2100" b="1">
                <a:solidFill>
                  <a:srgbClr val="000000"/>
                </a:solidFill>
                <a:latin typeface="Times New Roman" pitchFamily="18" charset="0"/>
                <a:ea typeface="楷体" charset="0"/>
              </a:rPr>
              <a:t>2006</a:t>
            </a:r>
            <a:r>
              <a:rPr lang="zh-CN" altLang="en-US" sz="2100" b="1">
                <a:solidFill>
                  <a:srgbClr val="000000"/>
                </a:solidFill>
                <a:latin typeface="Times New Roman" pitchFamily="18" charset="0"/>
                <a:ea typeface="楷体" charset="0"/>
              </a:rPr>
              <a:t>年的笔试题中也出过这道题。</a:t>
            </a:r>
          </a:p>
          <a:p>
            <a:r>
              <a:rPr lang="zh-CN" altLang="en-US" sz="2100" b="1">
                <a:solidFill>
                  <a:srgbClr val="000000"/>
                </a:solidFill>
                <a:latin typeface="Times New Roman" pitchFamily="18" charset="0"/>
                <a:ea typeface="楷体" charset="0"/>
              </a:rPr>
              <a:t>做过算法竞赛的同学应该都了解，这是一道典型的动态规划</a:t>
            </a:r>
            <a:r>
              <a:rPr lang="en-US" altLang="zh-CN" sz="2100" b="1">
                <a:solidFill>
                  <a:srgbClr val="000000"/>
                </a:solidFill>
                <a:latin typeface="Times New Roman" pitchFamily="18" charset="0"/>
                <a:ea typeface="楷体" charset="0"/>
              </a:rPr>
              <a:t>(Dynamic Programming,</a:t>
            </a:r>
            <a:r>
              <a:rPr lang="zh-CN" altLang="en-US" sz="2100" b="1">
                <a:solidFill>
                  <a:srgbClr val="000000"/>
                </a:solidFill>
                <a:latin typeface="Times New Roman" pitchFamily="18" charset="0"/>
                <a:ea typeface="楷体" charset="0"/>
              </a:rPr>
              <a:t>后面简述为</a:t>
            </a:r>
            <a:r>
              <a:rPr lang="en-US" altLang="zh-CN" sz="2100" b="1">
                <a:solidFill>
                  <a:srgbClr val="000000"/>
                </a:solidFill>
                <a:latin typeface="Times New Roman" pitchFamily="18" charset="0"/>
                <a:ea typeface="楷体" charset="0"/>
              </a:rPr>
              <a:t>DP)</a:t>
            </a:r>
            <a:r>
              <a:rPr lang="zh-CN" altLang="en-US" sz="2100" b="1">
                <a:solidFill>
                  <a:srgbClr val="000000"/>
                </a:solidFill>
                <a:latin typeface="Times New Roman" pitchFamily="18" charset="0"/>
                <a:ea typeface="楷体" charset="0"/>
              </a:rPr>
              <a:t>算法题目，最优解法的算法复杂度为</a:t>
            </a:r>
            <a:r>
              <a:rPr lang="en-US" altLang="zh-CN" sz="2100" b="1">
                <a:solidFill>
                  <a:srgbClr val="000000"/>
                </a:solidFill>
                <a:latin typeface="Times New Roman" pitchFamily="18" charset="0"/>
                <a:ea typeface="楷体" charset="0"/>
              </a:rPr>
              <a:t>O(N)</a:t>
            </a:r>
            <a:r>
              <a:rPr lang="zh-CN" altLang="en-US" sz="2100" b="1">
                <a:solidFill>
                  <a:srgbClr val="000000"/>
                </a:solidFill>
                <a:latin typeface="Times New Roman" pitchFamily="18" charset="0"/>
                <a:ea typeface="楷体" charset="0"/>
              </a:rPr>
              <a:t>。</a:t>
            </a:r>
          </a:p>
          <a:p>
            <a:r>
              <a:rPr lang="zh-CN" altLang="en-US" sz="2100" b="1">
                <a:solidFill>
                  <a:srgbClr val="0033CC"/>
                </a:solidFill>
                <a:latin typeface="Times New Roman" pitchFamily="18" charset="0"/>
                <a:ea typeface="楷体" charset="0"/>
              </a:rPr>
              <a:t>那么如果我们没有接触过</a:t>
            </a:r>
            <a:r>
              <a:rPr lang="en-US" altLang="zh-CN" sz="2100" b="1">
                <a:solidFill>
                  <a:srgbClr val="0033CC"/>
                </a:solidFill>
                <a:latin typeface="Times New Roman" pitchFamily="18" charset="0"/>
                <a:ea typeface="楷体" charset="0"/>
              </a:rPr>
              <a:t>DP</a:t>
            </a:r>
            <a:r>
              <a:rPr lang="zh-CN" altLang="en-US" sz="2100" b="1">
                <a:solidFill>
                  <a:srgbClr val="0033CC"/>
                </a:solidFill>
                <a:latin typeface="Times New Roman" pitchFamily="18" charset="0"/>
                <a:ea typeface="楷体" charset="0"/>
              </a:rPr>
              <a:t>，是不是就无法想出最优的解法？答案当然是否定的，下面我就假设你从来没接触过</a:t>
            </a:r>
            <a:r>
              <a:rPr lang="en-US" altLang="zh-CN" sz="2100" b="1">
                <a:solidFill>
                  <a:srgbClr val="0033CC"/>
                </a:solidFill>
                <a:latin typeface="Times New Roman" pitchFamily="18" charset="0"/>
                <a:ea typeface="楷体" charset="0"/>
              </a:rPr>
              <a:t>DP</a:t>
            </a:r>
            <a:r>
              <a:rPr lang="zh-CN" altLang="en-US" sz="2100" b="1">
                <a:solidFill>
                  <a:srgbClr val="0033CC"/>
                </a:solidFill>
                <a:latin typeface="Times New Roman" pitchFamily="18" charset="0"/>
                <a:ea typeface="楷体" charset="0"/>
              </a:rPr>
              <a:t>，来分析这道题目。</a:t>
            </a:r>
            <a:r>
              <a:rPr lang="zh-CN" altLang="en-US" sz="2100" b="1">
                <a:solidFill>
                  <a:srgbClr val="000000"/>
                </a:solidFill>
                <a:latin typeface="Times New Roman" pitchFamily="18" charset="0"/>
                <a:ea typeface="楷体" charset="0"/>
              </a:rPr>
              <a:t>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p:cNvSpPr>
          <p:nvPr>
            <p:ph type="title" idx="4294967295"/>
          </p:nvPr>
        </p:nvSpPr>
        <p:spPr>
          <a:xfrm>
            <a:off x="1864360" y="94615"/>
            <a:ext cx="6172200" cy="857250"/>
          </a:xfrm>
        </p:spPr>
        <p:txBody>
          <a:bodyPr/>
          <a:lstStyle/>
          <a:p>
            <a:r>
              <a:rPr lang="zh-CN" altLang="en-US" sz="3200" b="1" dirty="0">
                <a:solidFill>
                  <a:srgbClr val="000000"/>
                </a:solidFill>
                <a:latin typeface="楷体" charset="0"/>
                <a:ea typeface="楷体" charset="0"/>
              </a:rPr>
              <a:t>解法</a:t>
            </a:r>
            <a:r>
              <a:rPr lang="en-US" altLang="zh-CN" sz="3200" b="1" dirty="0">
                <a:solidFill>
                  <a:srgbClr val="000000"/>
                </a:solidFill>
                <a:latin typeface="楷体" charset="0"/>
                <a:ea typeface="楷体" charset="0"/>
              </a:rPr>
              <a:t>1</a:t>
            </a:r>
            <a:r>
              <a:rPr lang="zh-CN" altLang="en-US" sz="3200" b="1" dirty="0">
                <a:solidFill>
                  <a:srgbClr val="000000"/>
                </a:solidFill>
                <a:latin typeface="楷体" charset="0"/>
                <a:ea typeface="楷体" charset="0"/>
              </a:rPr>
              <a:t>：枚举，你一定想得到</a:t>
            </a:r>
          </a:p>
        </p:txBody>
      </p:sp>
      <p:sp>
        <p:nvSpPr>
          <p:cNvPr id="285699" name="Rectangle 3"/>
          <p:cNvSpPr>
            <a:spLocks noGrp="1"/>
          </p:cNvSpPr>
          <p:nvPr>
            <p:ph type="body" idx="4294967295"/>
          </p:nvPr>
        </p:nvSpPr>
        <p:spPr>
          <a:xfrm>
            <a:off x="251460" y="728345"/>
            <a:ext cx="8536305" cy="3514725"/>
          </a:xfrm>
        </p:spPr>
        <p:txBody>
          <a:bodyPr/>
          <a:lstStyle/>
          <a:p>
            <a:r>
              <a:rPr lang="zh-CN" altLang="en-US" b="1">
                <a:solidFill>
                  <a:srgbClr val="000000"/>
                </a:solidFill>
                <a:latin typeface="Times New Roman" pitchFamily="18" charset="0"/>
                <a:ea typeface="楷体" charset="0"/>
              </a:rPr>
              <a:t>解法一：</a:t>
            </a:r>
            <a:br>
              <a:rPr lang="zh-CN" altLang="en-US" b="1">
                <a:solidFill>
                  <a:srgbClr val="000000"/>
                </a:solidFill>
                <a:latin typeface="Times New Roman" pitchFamily="18" charset="0"/>
                <a:ea typeface="楷体" charset="0"/>
              </a:rPr>
            </a:br>
            <a:r>
              <a:rPr lang="zh-CN" altLang="en-US" b="1">
                <a:solidFill>
                  <a:srgbClr val="000000"/>
                </a:solidFill>
                <a:latin typeface="Times New Roman" pitchFamily="18" charset="0"/>
                <a:ea typeface="楷体" charset="0"/>
              </a:rPr>
              <a:t>假如题目对算法复杂度要求不严格的话，这题目是挺容易的。我看到这题目的第一反应是枚举该数组的所有子数组，分别求和，再取其中最大的子数组和。</a:t>
            </a:r>
          </a:p>
          <a:p>
            <a:r>
              <a:rPr lang="zh-CN" altLang="en-US" b="1">
                <a:solidFill>
                  <a:srgbClr val="000000"/>
                </a:solidFill>
                <a:latin typeface="Times New Roman" pitchFamily="18" charset="0"/>
                <a:ea typeface="楷体" charset="0"/>
              </a:rPr>
              <a:t>例如数组：</a:t>
            </a:r>
            <a:r>
              <a:rPr lang="en-US" altLang="zh-CN" b="1">
                <a:solidFill>
                  <a:srgbClr val="000000"/>
                </a:solidFill>
                <a:latin typeface="Times New Roman" pitchFamily="18" charset="0"/>
                <a:ea typeface="楷体" charset="0"/>
              </a:rPr>
              <a:t>1,-5, 3,4,-2,-3,10</a:t>
            </a:r>
            <a:r>
              <a:rPr lang="zh-CN" altLang="en-US" b="1">
                <a:solidFill>
                  <a:srgbClr val="000000"/>
                </a:solidFill>
                <a:latin typeface="Times New Roman" pitchFamily="18" charset="0"/>
                <a:ea typeface="楷体" charset="0"/>
              </a:rPr>
              <a:t>的所有子数组</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p:cNvSpPr>
          <p:nvPr>
            <p:ph type="title" idx="4294967295"/>
          </p:nvPr>
        </p:nvSpPr>
        <p:spPr>
          <a:xfrm>
            <a:off x="1485900" y="205979"/>
            <a:ext cx="6172200" cy="857250"/>
          </a:xfrm>
        </p:spPr>
        <p:txBody>
          <a:bodyPr/>
          <a:lstStyle/>
          <a:p>
            <a:r>
              <a:rPr lang="en-US" altLang="zh-CN" sz="4000" b="1">
                <a:solidFill>
                  <a:srgbClr val="000000"/>
                </a:solidFill>
                <a:latin typeface="Times New Roman" pitchFamily="18" charset="0"/>
                <a:ea typeface="宋体" charset="-122"/>
              </a:rPr>
              <a:t>1,-5, 3,4,-2,-3,10 </a:t>
            </a:r>
          </a:p>
        </p:txBody>
      </p:sp>
      <p:pic>
        <p:nvPicPr>
          <p:cNvPr id="286725" name="Picture 5"/>
          <p:cNvPicPr>
            <a:picLocks noChangeAspect="1" noChangeArrowheads="1"/>
          </p:cNvPicPr>
          <p:nvPr/>
        </p:nvPicPr>
        <p:blipFill>
          <a:blip r:embed="rId2"/>
          <a:srcRect/>
          <a:stretch>
            <a:fillRect/>
          </a:stretch>
        </p:blipFill>
        <p:spPr bwMode="auto">
          <a:xfrm>
            <a:off x="1439545" y="1275080"/>
            <a:ext cx="1737995" cy="2915285"/>
          </a:xfrm>
          <a:prstGeom prst="rect">
            <a:avLst/>
          </a:prstGeom>
          <a:noFill/>
        </p:spPr>
      </p:pic>
      <p:pic>
        <p:nvPicPr>
          <p:cNvPr id="286726" name="Picture 6"/>
          <p:cNvPicPr>
            <a:picLocks noChangeAspect="1" noChangeArrowheads="1"/>
          </p:cNvPicPr>
          <p:nvPr/>
        </p:nvPicPr>
        <p:blipFill>
          <a:blip r:embed="rId3"/>
          <a:srcRect/>
          <a:stretch>
            <a:fillRect/>
          </a:stretch>
        </p:blipFill>
        <p:spPr bwMode="auto">
          <a:xfrm>
            <a:off x="3437255" y="1272540"/>
            <a:ext cx="1720215" cy="2575560"/>
          </a:xfrm>
          <a:prstGeom prst="rect">
            <a:avLst/>
          </a:prstGeom>
          <a:noFill/>
        </p:spPr>
      </p:pic>
      <p:pic>
        <p:nvPicPr>
          <p:cNvPr id="286727" name="Picture 7"/>
          <p:cNvPicPr>
            <a:picLocks noChangeAspect="1" noChangeArrowheads="1"/>
          </p:cNvPicPr>
          <p:nvPr/>
        </p:nvPicPr>
        <p:blipFill>
          <a:blip r:embed="rId4"/>
          <a:srcRect/>
          <a:stretch>
            <a:fillRect/>
          </a:stretch>
        </p:blipFill>
        <p:spPr bwMode="auto">
          <a:xfrm>
            <a:off x="5652135" y="1707515"/>
            <a:ext cx="2372995" cy="1793240"/>
          </a:xfrm>
          <a:prstGeom prst="rect">
            <a:avLst/>
          </a:prstGeom>
          <a:noFill/>
        </p:spPr>
      </p:pic>
      <p:sp>
        <p:nvSpPr>
          <p:cNvPr id="286728" name="Rectangle 8"/>
          <p:cNvSpPr>
            <a:spLocks noChangeArrowheads="1"/>
          </p:cNvSpPr>
          <p:nvPr/>
        </p:nvSpPr>
        <p:spPr bwMode="auto">
          <a:xfrm>
            <a:off x="2037160" y="4415552"/>
            <a:ext cx="5292725" cy="365760"/>
          </a:xfrm>
          <a:prstGeom prst="rect">
            <a:avLst/>
          </a:prstGeom>
          <a:noFill/>
          <a:ln w="9525">
            <a:noFill/>
            <a:miter lim="800000"/>
          </a:ln>
          <a:effectLst/>
        </p:spPr>
        <p:txBody>
          <a:bodyPr wrap="none" anchor="ctr">
            <a:spAutoFit/>
          </a:bodyPr>
          <a:lstStyle/>
          <a:p>
            <a:r>
              <a:rPr lang="zh-CN" altLang="en-US" sz="1800" b="1">
                <a:solidFill>
                  <a:srgbClr val="ED4713"/>
                </a:solidFill>
              </a:rPr>
              <a:t>枚举后再对所有的子数组求和，可以得到如下代码</a:t>
            </a:r>
            <a:r>
              <a:rPr lang="zh-CN" altLang="en-US" sz="1500"/>
              <a:t>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p:cNvSpPr>
            <a:spLocks noGrp="1" noChangeArrowheads="1"/>
          </p:cNvSpPr>
          <p:nvPr>
            <p:ph type="title" idx="4294967295"/>
          </p:nvPr>
        </p:nvSpPr>
        <p:spPr>
          <a:xfrm>
            <a:off x="101600" y="94615"/>
            <a:ext cx="5928995" cy="530225"/>
          </a:xfrm>
        </p:spPr>
        <p:txBody>
          <a:bodyPr rtlCol="0">
            <a:normAutofit fontScale="90000"/>
          </a:bodyPr>
          <a:lstStyle/>
          <a:p>
            <a:pPr algn="l" eaLnBrk="1" fontAlgn="auto" hangingPunct="1">
              <a:spcAft>
                <a:spcPts val="0"/>
              </a:spcAft>
              <a:defRPr/>
            </a:pPr>
            <a:r>
              <a:rPr lang="zh-CN" altLang="en-US" b="1" dirty="0">
                <a:solidFill>
                  <a:srgbClr val="000000"/>
                </a:solidFill>
                <a:latin typeface="Times New Roman" pitchFamily="18" charset="0"/>
                <a:ea typeface="楷体" charset="0"/>
              </a:rPr>
              <a:t>简单算法：</a:t>
            </a:r>
          </a:p>
        </p:txBody>
      </p:sp>
      <p:pic>
        <p:nvPicPr>
          <p:cNvPr id="188419" name="Picture 5"/>
          <p:cNvPicPr>
            <a:picLocks noChangeAspect="1" noChangeArrowheads="1"/>
          </p:cNvPicPr>
          <p:nvPr/>
        </p:nvPicPr>
        <p:blipFill>
          <a:blip r:embed="rId3"/>
          <a:srcRect/>
          <a:stretch>
            <a:fillRect/>
          </a:stretch>
        </p:blipFill>
        <p:spPr bwMode="auto">
          <a:xfrm>
            <a:off x="914083" y="786210"/>
            <a:ext cx="3657600" cy="3364706"/>
          </a:xfrm>
          <a:prstGeom prst="rect">
            <a:avLst/>
          </a:prstGeom>
          <a:noFill/>
          <a:ln w="9525">
            <a:noFill/>
            <a:miter lim="800000"/>
            <a:headEnd/>
            <a:tailEnd/>
          </a:ln>
        </p:spPr>
      </p:pic>
      <p:pic>
        <p:nvPicPr>
          <p:cNvPr id="188420" name="Picture 6"/>
          <p:cNvPicPr>
            <a:picLocks noChangeAspect="1" noChangeArrowheads="1"/>
          </p:cNvPicPr>
          <p:nvPr/>
        </p:nvPicPr>
        <p:blipFill>
          <a:blip r:embed="rId4"/>
          <a:srcRect/>
          <a:stretch>
            <a:fillRect/>
          </a:stretch>
        </p:blipFill>
        <p:spPr bwMode="auto">
          <a:xfrm>
            <a:off x="5381625" y="951310"/>
            <a:ext cx="1478756" cy="1107281"/>
          </a:xfrm>
          <a:prstGeom prst="rect">
            <a:avLst/>
          </a:prstGeom>
          <a:noFill/>
          <a:ln w="9525">
            <a:noFill/>
            <a:miter lim="800000"/>
            <a:headEnd/>
            <a:tailEnd/>
          </a:ln>
        </p:spPr>
      </p:pic>
      <p:pic>
        <p:nvPicPr>
          <p:cNvPr id="188421" name="Picture 7"/>
          <p:cNvPicPr>
            <a:picLocks noChangeAspect="1" noChangeArrowheads="1"/>
          </p:cNvPicPr>
          <p:nvPr/>
        </p:nvPicPr>
        <p:blipFill>
          <a:blip r:embed="rId5"/>
          <a:srcRect/>
          <a:stretch>
            <a:fillRect/>
          </a:stretch>
        </p:blipFill>
        <p:spPr bwMode="auto">
          <a:xfrm>
            <a:off x="5706666" y="2139554"/>
            <a:ext cx="1157288" cy="878681"/>
          </a:xfrm>
          <a:prstGeom prst="rect">
            <a:avLst/>
          </a:prstGeom>
          <a:noFill/>
          <a:ln w="9525">
            <a:noFill/>
            <a:miter lim="800000"/>
            <a:headEnd/>
            <a:tailEnd/>
          </a:ln>
        </p:spPr>
      </p:pic>
      <p:pic>
        <p:nvPicPr>
          <p:cNvPr id="188422" name="Picture 8"/>
          <p:cNvPicPr>
            <a:picLocks noChangeAspect="1" noChangeArrowheads="1"/>
          </p:cNvPicPr>
          <p:nvPr/>
        </p:nvPicPr>
        <p:blipFill>
          <a:blip r:embed="rId6"/>
          <a:srcRect/>
          <a:stretch>
            <a:fillRect/>
          </a:stretch>
        </p:blipFill>
        <p:spPr bwMode="auto">
          <a:xfrm>
            <a:off x="6030516" y="3165872"/>
            <a:ext cx="850106" cy="614363"/>
          </a:xfrm>
          <a:prstGeom prst="rect">
            <a:avLst/>
          </a:prstGeom>
          <a:noFill/>
          <a:ln w="9525">
            <a:noFill/>
            <a:miter lim="800000"/>
            <a:headEnd/>
            <a:tailEnd/>
          </a:ln>
        </p:spPr>
      </p:pic>
      <p:sp>
        <p:nvSpPr>
          <p:cNvPr id="188424" name="Rectangle 8"/>
          <p:cNvSpPr>
            <a:spLocks noChangeArrowheads="1"/>
          </p:cNvSpPr>
          <p:nvPr/>
        </p:nvSpPr>
        <p:spPr bwMode="auto">
          <a:xfrm>
            <a:off x="101600" y="4265057"/>
            <a:ext cx="9255760" cy="640080"/>
          </a:xfrm>
          <a:prstGeom prst="rect">
            <a:avLst/>
          </a:prstGeom>
          <a:noFill/>
          <a:ln w="9525">
            <a:noFill/>
            <a:miter lim="800000"/>
          </a:ln>
          <a:effectLst/>
        </p:spPr>
        <p:txBody>
          <a:bodyPr wrap="none" anchor="ctr">
            <a:spAutoFit/>
          </a:bodyPr>
          <a:lstStyle/>
          <a:p>
            <a:r>
              <a:rPr lang="zh-CN" altLang="en-US" sz="1800" b="1">
                <a:solidFill>
                  <a:srgbClr val="ED4713"/>
                </a:solidFill>
                <a:latin typeface="Times New Roman" pitchFamily="18" charset="0"/>
                <a:ea typeface="楷体" charset="0"/>
              </a:rPr>
              <a:t>从代码中可以看出，该算法是</a:t>
            </a:r>
            <a:r>
              <a:rPr lang="en-US" altLang="zh-CN" sz="1800" b="1">
                <a:solidFill>
                  <a:srgbClr val="ED4713"/>
                </a:solidFill>
                <a:latin typeface="Times New Roman" pitchFamily="18" charset="0"/>
                <a:ea typeface="楷体" charset="0"/>
              </a:rPr>
              <a:t>O(N^3)</a:t>
            </a:r>
            <a:r>
              <a:rPr lang="zh-CN" altLang="en-US" sz="1800" b="1">
                <a:solidFill>
                  <a:srgbClr val="ED4713"/>
                </a:solidFill>
                <a:latin typeface="Times New Roman" pitchFamily="18" charset="0"/>
                <a:ea typeface="楷体" charset="0"/>
              </a:rPr>
              <a:t>的复杂度。</a:t>
            </a:r>
          </a:p>
          <a:p>
            <a:r>
              <a:rPr lang="zh-CN" altLang="en-US" sz="1800" b="1">
                <a:solidFill>
                  <a:srgbClr val="ED4713"/>
                </a:solidFill>
                <a:latin typeface="Times New Roman" pitchFamily="18" charset="0"/>
                <a:ea typeface="楷体" charset="0"/>
              </a:rPr>
              <a:t>枚举子数组的起始点</a:t>
            </a:r>
            <a:r>
              <a:rPr lang="en-US" altLang="zh-CN" sz="1800" b="1">
                <a:solidFill>
                  <a:srgbClr val="ED4713"/>
                </a:solidFill>
                <a:latin typeface="Times New Roman" pitchFamily="18" charset="0"/>
                <a:ea typeface="楷体" charset="0"/>
              </a:rPr>
              <a:t>i</a:t>
            </a:r>
            <a:r>
              <a:rPr lang="zh-CN" altLang="en-US" sz="1800" b="1">
                <a:solidFill>
                  <a:srgbClr val="ED4713"/>
                </a:solidFill>
                <a:latin typeface="Times New Roman" pitchFamily="18" charset="0"/>
                <a:ea typeface="楷体" charset="0"/>
              </a:rPr>
              <a:t>与结束点</a:t>
            </a:r>
            <a:r>
              <a:rPr lang="en-US" altLang="zh-CN" sz="1800" b="1">
                <a:solidFill>
                  <a:srgbClr val="ED4713"/>
                </a:solidFill>
                <a:latin typeface="Times New Roman" pitchFamily="18" charset="0"/>
                <a:ea typeface="楷体" charset="0"/>
              </a:rPr>
              <a:t>j</a:t>
            </a:r>
            <a:r>
              <a:rPr lang="zh-CN" altLang="en-US" sz="1800" b="1">
                <a:solidFill>
                  <a:srgbClr val="ED4713"/>
                </a:solidFill>
                <a:latin typeface="Times New Roman" pitchFamily="18" charset="0"/>
                <a:ea typeface="楷体" charset="0"/>
              </a:rPr>
              <a:t>为</a:t>
            </a:r>
            <a:r>
              <a:rPr lang="en-US" altLang="zh-CN" sz="1800" b="1">
                <a:solidFill>
                  <a:srgbClr val="ED4713"/>
                </a:solidFill>
                <a:latin typeface="Times New Roman" pitchFamily="18" charset="0"/>
                <a:ea typeface="楷体" charset="0"/>
              </a:rPr>
              <a:t>O(N^2)</a:t>
            </a:r>
            <a:r>
              <a:rPr lang="zh-CN" altLang="en-US" sz="1800" b="1">
                <a:solidFill>
                  <a:srgbClr val="ED4713"/>
                </a:solidFill>
                <a:latin typeface="Times New Roman" pitchFamily="18" charset="0"/>
                <a:ea typeface="楷体" charset="0"/>
              </a:rPr>
              <a:t>，求子数组的和为</a:t>
            </a:r>
            <a:r>
              <a:rPr lang="en-US" altLang="zh-CN" sz="1800" b="1">
                <a:solidFill>
                  <a:srgbClr val="ED4713"/>
                </a:solidFill>
                <a:latin typeface="Times New Roman" pitchFamily="18" charset="0"/>
                <a:ea typeface="楷体" charset="0"/>
              </a:rPr>
              <a:t>O(N)</a:t>
            </a:r>
            <a:r>
              <a:rPr lang="zh-CN" altLang="en-US" sz="1800" b="1">
                <a:solidFill>
                  <a:srgbClr val="ED4713"/>
                </a:solidFill>
                <a:latin typeface="Times New Roman" pitchFamily="18" charset="0"/>
                <a:ea typeface="楷体" charset="0"/>
              </a:rPr>
              <a:t>，最终复杂度为</a:t>
            </a:r>
            <a:r>
              <a:rPr lang="en-US" altLang="zh-CN" sz="1800" b="1">
                <a:solidFill>
                  <a:srgbClr val="ED4713"/>
                </a:solidFill>
                <a:latin typeface="Times New Roman" pitchFamily="18" charset="0"/>
                <a:ea typeface="楷体" charset="0"/>
              </a:rPr>
              <a:t>O(N^3)</a:t>
            </a:r>
            <a:r>
              <a:rPr lang="zh-CN" altLang="en-US" sz="1800" b="1">
                <a:solidFill>
                  <a:srgbClr val="ED4713"/>
                </a:solidFill>
                <a:latin typeface="Times New Roman" pitchFamily="18" charset="0"/>
                <a:ea typeface="楷体" charset="0"/>
              </a:rPr>
              <a:t>。</a:t>
            </a:r>
            <a:r>
              <a:rPr lang="zh-CN" altLang="en-US" sz="1800" b="1">
                <a:latin typeface="Times New Roman" pitchFamily="18" charset="0"/>
                <a:ea typeface="楷体" charset="0"/>
              </a:rPr>
              <a:t>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7" name="Rectangle 3"/>
          <p:cNvSpPr>
            <a:spLocks noGrp="1"/>
          </p:cNvSpPr>
          <p:nvPr>
            <p:ph type="body" idx="4294967295"/>
          </p:nvPr>
        </p:nvSpPr>
        <p:spPr>
          <a:xfrm>
            <a:off x="0" y="0"/>
            <a:ext cx="9029700" cy="3057525"/>
          </a:xfrm>
        </p:spPr>
        <p:txBody>
          <a:bodyPr/>
          <a:lstStyle/>
          <a:p>
            <a:r>
              <a:rPr lang="zh-CN" altLang="en-US" sz="2400" b="1">
                <a:solidFill>
                  <a:srgbClr val="000000"/>
                </a:solidFill>
                <a:latin typeface="Times New Roman" pitchFamily="18" charset="0"/>
                <a:ea typeface="楷体" charset="0"/>
              </a:rPr>
              <a:t>最直观的解法往往不是最优秀的解法，从代码中可以看出，我们在求子数组和的时候重复做了很多事，即红色的代码，这段明显可以删去。</a:t>
            </a:r>
          </a:p>
          <a:p>
            <a:r>
              <a:rPr lang="zh-CN" altLang="en-US" sz="2400" b="1">
                <a:solidFill>
                  <a:srgbClr val="000000"/>
                </a:solidFill>
                <a:latin typeface="Times New Roman" pitchFamily="18" charset="0"/>
                <a:ea typeface="楷体" charset="0"/>
              </a:rPr>
              <a:t>原因是当求以</a:t>
            </a:r>
            <a:r>
              <a:rPr lang="en-US" altLang="zh-CN" sz="2400" b="1">
                <a:solidFill>
                  <a:srgbClr val="000000"/>
                </a:solidFill>
                <a:latin typeface="Times New Roman" pitchFamily="18" charset="0"/>
                <a:ea typeface="楷体" charset="0"/>
              </a:rPr>
              <a:t>j</a:t>
            </a:r>
            <a:r>
              <a:rPr lang="zh-CN" altLang="en-US" sz="2400" b="1">
                <a:solidFill>
                  <a:srgbClr val="000000"/>
                </a:solidFill>
                <a:latin typeface="Times New Roman" pitchFamily="18" charset="0"/>
                <a:ea typeface="楷体" charset="0"/>
              </a:rPr>
              <a:t>为结尾的子数组的和时，以</a:t>
            </a:r>
            <a:r>
              <a:rPr lang="en-US" altLang="zh-CN" sz="2400" b="1">
                <a:solidFill>
                  <a:srgbClr val="000000"/>
                </a:solidFill>
                <a:latin typeface="Times New Roman" pitchFamily="18" charset="0"/>
                <a:ea typeface="楷体" charset="0"/>
              </a:rPr>
              <a:t>j-1</a:t>
            </a:r>
            <a:r>
              <a:rPr lang="zh-CN" altLang="en-US" sz="2400" b="1">
                <a:solidFill>
                  <a:srgbClr val="000000"/>
                </a:solidFill>
                <a:latin typeface="Times New Roman" pitchFamily="18" charset="0"/>
                <a:ea typeface="楷体" charset="0"/>
              </a:rPr>
              <a:t>为结尾的子数组的和已经求得，所以</a:t>
            </a:r>
            <a:r>
              <a:rPr lang="en-US" altLang="zh-CN" sz="2400" b="1">
                <a:solidFill>
                  <a:srgbClr val="000000"/>
                </a:solidFill>
                <a:latin typeface="Times New Roman" pitchFamily="18" charset="0"/>
                <a:ea typeface="楷体" charset="0"/>
              </a:rPr>
              <a:t>sum(j)</a:t>
            </a:r>
            <a:r>
              <a:rPr lang="zh-CN" altLang="en-US" sz="2400" b="1">
                <a:solidFill>
                  <a:srgbClr val="000000"/>
                </a:solidFill>
                <a:latin typeface="Times New Roman" pitchFamily="18" charset="0"/>
                <a:ea typeface="楷体" charset="0"/>
              </a:rPr>
              <a:t>就是</a:t>
            </a:r>
            <a:r>
              <a:rPr lang="en-US" altLang="zh-CN" sz="2400" b="1">
                <a:solidFill>
                  <a:srgbClr val="000000"/>
                </a:solidFill>
                <a:latin typeface="Times New Roman" pitchFamily="18" charset="0"/>
                <a:ea typeface="楷体" charset="0"/>
              </a:rPr>
              <a:t>sum(j-1)+a[j]</a:t>
            </a:r>
            <a:r>
              <a:rPr lang="zh-CN" altLang="en-US" sz="2400" b="1">
                <a:solidFill>
                  <a:srgbClr val="000000"/>
                </a:solidFill>
                <a:latin typeface="Times New Roman" pitchFamily="18" charset="0"/>
                <a:ea typeface="楷体" charset="0"/>
              </a:rPr>
              <a:t>（</a:t>
            </a:r>
            <a:r>
              <a:rPr lang="en-US" altLang="zh-CN" sz="2400" b="1">
                <a:solidFill>
                  <a:srgbClr val="000000"/>
                </a:solidFill>
                <a:latin typeface="Times New Roman" pitchFamily="18" charset="0"/>
                <a:ea typeface="楷体" charset="0"/>
              </a:rPr>
              <a:t>sum(j)</a:t>
            </a:r>
            <a:r>
              <a:rPr lang="zh-CN" altLang="en-US" sz="2400" b="1">
                <a:solidFill>
                  <a:srgbClr val="000000"/>
                </a:solidFill>
                <a:latin typeface="Times New Roman" pitchFamily="18" charset="0"/>
                <a:ea typeface="楷体" charset="0"/>
              </a:rPr>
              <a:t>代表以</a:t>
            </a:r>
            <a:r>
              <a:rPr lang="en-US" altLang="zh-CN" sz="2400" b="1">
                <a:solidFill>
                  <a:srgbClr val="000000"/>
                </a:solidFill>
                <a:latin typeface="Times New Roman" pitchFamily="18" charset="0"/>
                <a:ea typeface="楷体" charset="0"/>
              </a:rPr>
              <a:t>j</a:t>
            </a:r>
            <a:r>
              <a:rPr lang="zh-CN" altLang="en-US" sz="2400" b="1">
                <a:solidFill>
                  <a:srgbClr val="000000"/>
                </a:solidFill>
                <a:latin typeface="Times New Roman" pitchFamily="18" charset="0"/>
                <a:ea typeface="楷体" charset="0"/>
              </a:rPr>
              <a:t>为结尾的子数组的和）。 </a:t>
            </a:r>
          </a:p>
        </p:txBody>
      </p:sp>
      <p:pic>
        <p:nvPicPr>
          <p:cNvPr id="287748" name="Picture 5"/>
          <p:cNvPicPr>
            <a:picLocks noChangeAspect="1" noChangeArrowheads="1"/>
          </p:cNvPicPr>
          <p:nvPr/>
        </p:nvPicPr>
        <p:blipFill>
          <a:blip r:embed="rId2"/>
          <a:srcRect/>
          <a:stretch>
            <a:fillRect/>
          </a:stretch>
        </p:blipFill>
        <p:spPr bwMode="auto">
          <a:xfrm>
            <a:off x="539750" y="2341880"/>
            <a:ext cx="3830955" cy="2761615"/>
          </a:xfrm>
          <a:prstGeom prst="rect">
            <a:avLst/>
          </a:prstGeom>
          <a:noFill/>
          <a:ln w="9525">
            <a:noFill/>
            <a:miter lim="800000"/>
            <a:headEnd/>
            <a:tailEnd/>
          </a:ln>
        </p:spPr>
      </p:pic>
      <p:pic>
        <p:nvPicPr>
          <p:cNvPr id="4" name="Picture 6"/>
          <p:cNvPicPr>
            <a:picLocks noChangeAspect="1" noChangeArrowheads="1"/>
          </p:cNvPicPr>
          <p:nvPr/>
        </p:nvPicPr>
        <p:blipFill>
          <a:blip r:embed="rId3"/>
          <a:srcRect/>
          <a:stretch>
            <a:fillRect/>
          </a:stretch>
        </p:blipFill>
        <p:spPr bwMode="auto">
          <a:xfrm>
            <a:off x="6300314" y="2503765"/>
            <a:ext cx="1478756" cy="1107281"/>
          </a:xfrm>
          <a:prstGeom prst="rect">
            <a:avLst/>
          </a:prstGeom>
          <a:noFill/>
          <a:ln w="9525">
            <a:noFill/>
            <a:miter lim="800000"/>
            <a:headEnd/>
            <a:tailEnd/>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4"/>
          <p:cNvSpPr>
            <a:spLocks noGrp="1" noChangeArrowheads="1"/>
          </p:cNvSpPr>
          <p:nvPr>
            <p:ph type="title" idx="4294967295"/>
          </p:nvPr>
        </p:nvSpPr>
        <p:spPr>
          <a:xfrm>
            <a:off x="1485900" y="34290"/>
            <a:ext cx="6172200" cy="638175"/>
          </a:xfrm>
        </p:spPr>
        <p:txBody>
          <a:bodyPr/>
          <a:lstStyle/>
          <a:p>
            <a:pPr eaLnBrk="1" hangingPunct="1"/>
            <a:r>
              <a:rPr lang="zh-CN" altLang="en-US" sz="4000" b="1">
                <a:solidFill>
                  <a:srgbClr val="000000"/>
                </a:solidFill>
                <a:latin typeface="Times New Roman" pitchFamily="18" charset="0"/>
                <a:ea typeface="楷体" charset="0"/>
                <a:cs typeface="微软雅黑"/>
              </a:rPr>
              <a:t>解法</a:t>
            </a:r>
            <a:r>
              <a:rPr lang="en-US" altLang="zh-CN" sz="4000" b="1">
                <a:solidFill>
                  <a:srgbClr val="000000"/>
                </a:solidFill>
                <a:latin typeface="Times New Roman" pitchFamily="18" charset="0"/>
                <a:ea typeface="楷体" charset="0"/>
                <a:cs typeface="微软雅黑"/>
              </a:rPr>
              <a:t>2</a:t>
            </a:r>
            <a:r>
              <a:rPr lang="zh-CN" altLang="en-US" sz="4000" b="1">
                <a:solidFill>
                  <a:srgbClr val="000000"/>
                </a:solidFill>
                <a:latin typeface="Times New Roman" pitchFamily="18" charset="0"/>
                <a:ea typeface="楷体" charset="0"/>
                <a:cs typeface="微软雅黑"/>
              </a:rPr>
              <a:t>：技巧改进</a:t>
            </a:r>
          </a:p>
        </p:txBody>
      </p:sp>
      <p:pic>
        <p:nvPicPr>
          <p:cNvPr id="190467" name="Picture 7"/>
          <p:cNvPicPr>
            <a:picLocks noChangeAspect="1" noChangeArrowheads="1"/>
          </p:cNvPicPr>
          <p:nvPr/>
        </p:nvPicPr>
        <p:blipFill>
          <a:blip r:embed="rId2"/>
          <a:srcRect/>
          <a:stretch>
            <a:fillRect/>
          </a:stretch>
        </p:blipFill>
        <p:spPr bwMode="auto">
          <a:xfrm>
            <a:off x="3977879" y="844154"/>
            <a:ext cx="3657600" cy="3364706"/>
          </a:xfrm>
          <a:prstGeom prst="rect">
            <a:avLst/>
          </a:prstGeom>
          <a:noFill/>
          <a:ln w="9525">
            <a:noFill/>
            <a:miter lim="800000"/>
            <a:headEnd/>
            <a:tailEnd/>
          </a:ln>
        </p:spPr>
      </p:pic>
      <p:pic>
        <p:nvPicPr>
          <p:cNvPr id="190468" name="Picture 5"/>
          <p:cNvPicPr>
            <a:picLocks noChangeAspect="1" noChangeArrowheads="1"/>
          </p:cNvPicPr>
          <p:nvPr/>
        </p:nvPicPr>
        <p:blipFill>
          <a:blip r:embed="rId3"/>
          <a:srcRect/>
          <a:stretch>
            <a:fillRect/>
          </a:stretch>
        </p:blipFill>
        <p:spPr bwMode="auto">
          <a:xfrm>
            <a:off x="1547813" y="844154"/>
            <a:ext cx="2235994" cy="3364706"/>
          </a:xfrm>
          <a:prstGeom prst="rect">
            <a:avLst/>
          </a:prstGeom>
          <a:noFill/>
          <a:ln w="9525">
            <a:noFill/>
            <a:miter lim="800000"/>
            <a:headEnd/>
            <a:tailEnd/>
          </a:ln>
        </p:spPr>
      </p:pic>
      <p:pic>
        <p:nvPicPr>
          <p:cNvPr id="190469" name="Picture 6"/>
          <p:cNvPicPr>
            <a:picLocks noChangeAspect="1" noChangeArrowheads="1"/>
          </p:cNvPicPr>
          <p:nvPr/>
        </p:nvPicPr>
        <p:blipFill>
          <a:blip r:embed="rId4"/>
          <a:srcRect/>
          <a:stretch>
            <a:fillRect/>
          </a:stretch>
        </p:blipFill>
        <p:spPr bwMode="auto">
          <a:xfrm>
            <a:off x="5835809" y="4343559"/>
            <a:ext cx="1512094" cy="670322"/>
          </a:xfrm>
          <a:prstGeom prst="rect">
            <a:avLst/>
          </a:prstGeom>
          <a:noFill/>
          <a:ln w="9525">
            <a:noFill/>
            <a:miter lim="800000"/>
            <a:headEnd/>
            <a:tailEnd/>
          </a:ln>
        </p:spPr>
      </p:pic>
      <p:pic>
        <p:nvPicPr>
          <p:cNvPr id="190470" name="Picture 8"/>
          <p:cNvPicPr>
            <a:picLocks noChangeAspect="1" noChangeArrowheads="1"/>
          </p:cNvPicPr>
          <p:nvPr/>
        </p:nvPicPr>
        <p:blipFill>
          <a:blip r:embed="rId5"/>
          <a:srcRect/>
          <a:stretch>
            <a:fillRect/>
          </a:stretch>
        </p:blipFill>
        <p:spPr bwMode="auto">
          <a:xfrm>
            <a:off x="5868591" y="2895600"/>
            <a:ext cx="1478756" cy="1107281"/>
          </a:xfrm>
          <a:prstGeom prst="rect">
            <a:avLst/>
          </a:prstGeom>
          <a:noFill/>
          <a:ln w="9525">
            <a:noFill/>
            <a:miter lim="800000"/>
            <a:headEnd/>
            <a:tailEnd/>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4"/>
          <p:cNvSpPr>
            <a:spLocks noGrp="1" noChangeArrowheads="1"/>
          </p:cNvSpPr>
          <p:nvPr>
            <p:ph type="title" idx="4294967295"/>
          </p:nvPr>
        </p:nvSpPr>
        <p:spPr>
          <a:xfrm>
            <a:off x="2501265" y="94615"/>
            <a:ext cx="5389880" cy="692150"/>
          </a:xfrm>
        </p:spPr>
        <p:txBody>
          <a:bodyPr/>
          <a:lstStyle/>
          <a:p>
            <a:pPr eaLnBrk="1" hangingPunct="1"/>
            <a:r>
              <a:rPr lang="zh-CN" altLang="en-US" sz="4000" b="1">
                <a:solidFill>
                  <a:srgbClr val="000000"/>
                </a:solidFill>
                <a:latin typeface="Times New Roman" pitchFamily="18" charset="0"/>
                <a:ea typeface="楷体" charset="0"/>
                <a:cs typeface="微软雅黑"/>
              </a:rPr>
              <a:t>解法</a:t>
            </a:r>
            <a:r>
              <a:rPr lang="en-US" altLang="zh-CN" sz="4000" b="1">
                <a:solidFill>
                  <a:srgbClr val="000000"/>
                </a:solidFill>
                <a:latin typeface="Times New Roman" pitchFamily="18" charset="0"/>
                <a:ea typeface="楷体" charset="0"/>
                <a:cs typeface="微软雅黑"/>
              </a:rPr>
              <a:t>3</a:t>
            </a:r>
            <a:r>
              <a:rPr lang="zh-CN" altLang="en-US" sz="4000" b="1">
                <a:solidFill>
                  <a:srgbClr val="000000"/>
                </a:solidFill>
                <a:latin typeface="Times New Roman" pitchFamily="18" charset="0"/>
                <a:ea typeface="楷体" charset="0"/>
                <a:cs typeface="微软雅黑"/>
              </a:rPr>
              <a:t>：分治法的解决</a:t>
            </a:r>
          </a:p>
        </p:txBody>
      </p:sp>
      <p:pic>
        <p:nvPicPr>
          <p:cNvPr id="396293" name="Picture 5"/>
          <p:cNvPicPr>
            <a:picLocks noChangeAspect="1" noChangeArrowheads="1"/>
          </p:cNvPicPr>
          <p:nvPr/>
        </p:nvPicPr>
        <p:blipFill>
          <a:blip r:embed="rId2"/>
          <a:srcRect/>
          <a:stretch>
            <a:fillRect/>
          </a:stretch>
        </p:blipFill>
        <p:spPr bwMode="auto">
          <a:xfrm>
            <a:off x="1175385" y="782320"/>
            <a:ext cx="7065645" cy="1033780"/>
          </a:xfrm>
          <a:prstGeom prst="rect">
            <a:avLst/>
          </a:prstGeom>
          <a:noFill/>
          <a:ln w="9525">
            <a:noFill/>
            <a:miter lim="800000"/>
            <a:headEnd/>
            <a:tailEnd/>
          </a:ln>
        </p:spPr>
      </p:pic>
      <p:pic>
        <p:nvPicPr>
          <p:cNvPr id="396294" name="Picture 6"/>
          <p:cNvPicPr>
            <a:picLocks noChangeAspect="1" noChangeArrowheads="1"/>
          </p:cNvPicPr>
          <p:nvPr/>
        </p:nvPicPr>
        <p:blipFill>
          <a:blip r:embed="rId3"/>
          <a:srcRect/>
          <a:stretch>
            <a:fillRect/>
          </a:stretch>
        </p:blipFill>
        <p:spPr bwMode="auto">
          <a:xfrm>
            <a:off x="1495425" y="1926590"/>
            <a:ext cx="6611620" cy="1401445"/>
          </a:xfrm>
          <a:prstGeom prst="rect">
            <a:avLst/>
          </a:prstGeom>
          <a:noFill/>
          <a:ln w="9525">
            <a:noFill/>
            <a:miter lim="800000"/>
            <a:headEnd/>
            <a:tailEnd/>
          </a:ln>
        </p:spPr>
      </p:pic>
      <p:sp>
        <p:nvSpPr>
          <p:cNvPr id="191495" name="Text Box 8"/>
          <p:cNvSpPr txBox="1">
            <a:spLocks noChangeArrowheads="1"/>
          </p:cNvSpPr>
          <p:nvPr/>
        </p:nvSpPr>
        <p:spPr bwMode="auto">
          <a:xfrm>
            <a:off x="1713230" y="3493770"/>
            <a:ext cx="6181725" cy="411480"/>
          </a:xfrm>
          <a:prstGeom prst="rect">
            <a:avLst/>
          </a:prstGeom>
          <a:noFill/>
          <a:ln w="9525">
            <a:noFill/>
            <a:miter lim="800000"/>
          </a:ln>
        </p:spPr>
        <p:txBody>
          <a:bodyPr wrap="square">
            <a:spAutoFit/>
          </a:bodyPr>
          <a:lstStyle/>
          <a:p>
            <a:pPr>
              <a:spcBef>
                <a:spcPct val="50000"/>
              </a:spcBef>
            </a:pPr>
            <a:r>
              <a:rPr lang="zh-CN" altLang="en-US" sz="2100" b="1">
                <a:solidFill>
                  <a:srgbClr val="000000"/>
                </a:solidFill>
              </a:rPr>
              <a:t>请想想，此时的情形与分治法的那个例子相似？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96293"/>
                                        </p:tgtEl>
                                        <p:attrNameLst>
                                          <p:attrName>style.visibility</p:attrName>
                                        </p:attrNameLst>
                                      </p:cBhvr>
                                      <p:to>
                                        <p:strVal val="visible"/>
                                      </p:to>
                                    </p:set>
                                    <p:animEffect transition="in" filter="randombar(horizontal)">
                                      <p:cBhvr>
                                        <p:cTn id="7" dur="500"/>
                                        <p:tgtEl>
                                          <p:spTgt spid="39629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96294"/>
                                        </p:tgtEl>
                                        <p:attrNameLst>
                                          <p:attrName>style.visibility</p:attrName>
                                        </p:attrNameLst>
                                      </p:cBhvr>
                                      <p:to>
                                        <p:strVal val="visible"/>
                                      </p:to>
                                    </p:set>
                                    <p:animEffect transition="in" filter="randombar(horizontal)">
                                      <p:cBhvr>
                                        <p:cTn id="12" dur="500"/>
                                        <p:tgtEl>
                                          <p:spTgt spid="396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标题 4"/>
          <p:cNvSpPr>
            <a:spLocks noGrp="1"/>
          </p:cNvSpPr>
          <p:nvPr>
            <p:ph type="title" idx="4294967295"/>
          </p:nvPr>
        </p:nvSpPr>
        <p:spPr>
          <a:xfrm>
            <a:off x="472440" y="94615"/>
            <a:ext cx="8229600" cy="857250"/>
          </a:xfrm>
        </p:spPr>
        <p:txBody>
          <a:bodyPr/>
          <a:lstStyle/>
          <a:p>
            <a:pPr eaLnBrk="1" hangingPunct="1"/>
            <a:r>
              <a:rPr lang="en-US" altLang="zh-CN" sz="3600" b="1">
                <a:solidFill>
                  <a:srgbClr val="000000"/>
                </a:solidFill>
                <a:latin typeface="Times New Roman" pitchFamily="18" charset="0"/>
                <a:ea typeface="楷体" charset="0"/>
                <a:cs typeface="微软雅黑"/>
              </a:rPr>
              <a:t>Center = ( left + right )/2</a:t>
            </a:r>
          </a:p>
        </p:txBody>
      </p:sp>
      <p:pic>
        <p:nvPicPr>
          <p:cNvPr id="192515" name="Picture 2"/>
          <p:cNvPicPr>
            <a:picLocks noChangeAspect="1" noChangeArrowheads="1"/>
          </p:cNvPicPr>
          <p:nvPr/>
        </p:nvPicPr>
        <p:blipFill>
          <a:blip r:embed="rId2"/>
          <a:srcRect/>
          <a:stretch>
            <a:fillRect/>
          </a:stretch>
        </p:blipFill>
        <p:spPr bwMode="auto">
          <a:xfrm>
            <a:off x="118745" y="1897380"/>
            <a:ext cx="4281170" cy="1715770"/>
          </a:xfrm>
          <a:prstGeom prst="rect">
            <a:avLst/>
          </a:prstGeom>
          <a:noFill/>
          <a:ln w="9525">
            <a:noFill/>
            <a:miter lim="800000"/>
            <a:headEnd/>
            <a:tailEnd/>
          </a:ln>
        </p:spPr>
      </p:pic>
      <p:pic>
        <p:nvPicPr>
          <p:cNvPr id="192516" name="Picture 3"/>
          <p:cNvPicPr>
            <a:picLocks noChangeAspect="1" noChangeArrowheads="1"/>
          </p:cNvPicPr>
          <p:nvPr/>
        </p:nvPicPr>
        <p:blipFill>
          <a:blip r:embed="rId3"/>
          <a:srcRect/>
          <a:stretch>
            <a:fillRect/>
          </a:stretch>
        </p:blipFill>
        <p:spPr bwMode="auto">
          <a:xfrm>
            <a:off x="4514215" y="1897380"/>
            <a:ext cx="4538980" cy="1715770"/>
          </a:xfrm>
          <a:prstGeom prst="rect">
            <a:avLst/>
          </a:prstGeom>
          <a:noFill/>
          <a:ln w="9525">
            <a:noFill/>
            <a:miter lim="800000"/>
            <a:headEnd/>
            <a:tailEnd/>
          </a:ln>
        </p:spPr>
      </p:pic>
      <p:pic>
        <p:nvPicPr>
          <p:cNvPr id="192517" name="Picture 4"/>
          <p:cNvPicPr>
            <a:picLocks noChangeAspect="1" noChangeArrowheads="1"/>
          </p:cNvPicPr>
          <p:nvPr/>
        </p:nvPicPr>
        <p:blipFill>
          <a:blip r:embed="rId4"/>
          <a:srcRect/>
          <a:stretch>
            <a:fillRect/>
          </a:stretch>
        </p:blipFill>
        <p:spPr bwMode="auto">
          <a:xfrm>
            <a:off x="2250440" y="4065905"/>
            <a:ext cx="4528185" cy="734695"/>
          </a:xfrm>
          <a:prstGeom prst="rect">
            <a:avLst/>
          </a:prstGeom>
          <a:noFill/>
          <a:ln w="9525">
            <a:noFill/>
            <a:miter lim="800000"/>
            <a:headEnd/>
            <a:tailEnd/>
          </a:ln>
        </p:spPr>
      </p:pic>
      <p:pic>
        <p:nvPicPr>
          <p:cNvPr id="192518" name="Picture 5"/>
          <p:cNvPicPr>
            <a:picLocks noChangeAspect="1" noChangeArrowheads="1"/>
          </p:cNvPicPr>
          <p:nvPr/>
        </p:nvPicPr>
        <p:blipFill>
          <a:blip r:embed="rId5"/>
          <a:srcRect/>
          <a:stretch>
            <a:fillRect/>
          </a:stretch>
        </p:blipFill>
        <p:spPr bwMode="auto">
          <a:xfrm>
            <a:off x="233045" y="951865"/>
            <a:ext cx="3417570" cy="857250"/>
          </a:xfrm>
          <a:prstGeom prst="rect">
            <a:avLst/>
          </a:prstGeom>
          <a:noFill/>
          <a:ln w="9525">
            <a:noFill/>
            <a:miter lim="800000"/>
            <a:headEnd/>
            <a:tailEnd/>
          </a:ln>
        </p:spPr>
      </p:pic>
      <p:pic>
        <p:nvPicPr>
          <p:cNvPr id="192519" name="Picture 6"/>
          <p:cNvPicPr>
            <a:picLocks noChangeAspect="1" noChangeArrowheads="1"/>
          </p:cNvPicPr>
          <p:nvPr/>
        </p:nvPicPr>
        <p:blipFill>
          <a:blip r:embed="rId6"/>
          <a:srcRect/>
          <a:stretch>
            <a:fillRect/>
          </a:stretch>
        </p:blipFill>
        <p:spPr bwMode="auto">
          <a:xfrm>
            <a:off x="4873625" y="1040130"/>
            <a:ext cx="3828415" cy="972185"/>
          </a:xfrm>
          <a:prstGeom prst="rect">
            <a:avLst/>
          </a:prstGeom>
          <a:noFill/>
          <a:ln w="9525">
            <a:noFill/>
            <a:miter lim="800000"/>
            <a:headEnd/>
            <a:tailEnd/>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3538" name="Picture 4"/>
          <p:cNvPicPr>
            <a:picLocks noChangeAspect="1" noChangeArrowheads="1"/>
          </p:cNvPicPr>
          <p:nvPr/>
        </p:nvPicPr>
        <p:blipFill>
          <a:blip r:embed="rId2"/>
          <a:srcRect/>
          <a:stretch>
            <a:fillRect/>
          </a:stretch>
        </p:blipFill>
        <p:spPr bwMode="auto">
          <a:xfrm>
            <a:off x="481965" y="20320"/>
            <a:ext cx="4601210" cy="4993640"/>
          </a:xfrm>
          <a:prstGeom prst="rect">
            <a:avLst/>
          </a:prstGeom>
          <a:noFill/>
          <a:ln w="9525">
            <a:noFill/>
            <a:miter lim="800000"/>
            <a:headEnd/>
            <a:tailEnd/>
          </a:ln>
        </p:spPr>
      </p:pic>
      <p:pic>
        <p:nvPicPr>
          <p:cNvPr id="409605" name="Picture 5"/>
          <p:cNvPicPr>
            <a:picLocks noChangeAspect="1" noChangeArrowheads="1"/>
          </p:cNvPicPr>
          <p:nvPr/>
        </p:nvPicPr>
        <p:blipFill>
          <a:blip r:embed="rId3"/>
          <a:srcRect/>
          <a:stretch>
            <a:fillRect/>
          </a:stretch>
        </p:blipFill>
        <p:spPr bwMode="auto">
          <a:xfrm>
            <a:off x="6069727" y="1880474"/>
            <a:ext cx="2364581" cy="5857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605"/>
                                        </p:tgtEl>
                                        <p:attrNameLst>
                                          <p:attrName>style.visibility</p:attrName>
                                        </p:attrNameLst>
                                      </p:cBhvr>
                                      <p:to>
                                        <p:strVal val="visible"/>
                                      </p:to>
                                    </p:set>
                                    <p:animEffect transition="in" filter="randombar(horizontal)">
                                      <p:cBhvr>
                                        <p:cTn id="7" dur="500"/>
                                        <p:tgtEl>
                                          <p:spTgt spid="4096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idx="4294967295"/>
          </p:nvPr>
        </p:nvSpPr>
        <p:spPr>
          <a:xfrm>
            <a:off x="1691640" y="1073785"/>
            <a:ext cx="5420995" cy="857250"/>
          </a:xfrm>
        </p:spPr>
        <p:txBody>
          <a:bodyPr/>
          <a:lstStyle/>
          <a:p>
            <a:pPr eaLnBrk="1" hangingPunct="1"/>
            <a:r>
              <a:rPr lang="zh-CN" altLang="en-US" b="1">
                <a:solidFill>
                  <a:srgbClr val="000000"/>
                </a:solidFill>
                <a:latin typeface="Times New Roman" pitchFamily="18" charset="0"/>
                <a:ea typeface="楷体" charset="0"/>
                <a:cs typeface="微软雅黑"/>
              </a:rPr>
              <a:t>从例子中观察规律</a:t>
            </a:r>
          </a:p>
        </p:txBody>
      </p:sp>
      <p:sp>
        <p:nvSpPr>
          <p:cNvPr id="2" name="TextBox 1"/>
          <p:cNvSpPr txBox="1"/>
          <p:nvPr/>
        </p:nvSpPr>
        <p:spPr>
          <a:xfrm>
            <a:off x="2033588" y="2139554"/>
            <a:ext cx="4832747" cy="41148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a:spAutoFit/>
          </a:bodyPr>
          <a:lstStyle/>
          <a:p>
            <a:pPr>
              <a:defRPr/>
            </a:pPr>
            <a:r>
              <a:rPr lang="zh-CN" altLang="en-US" sz="2100" dirty="0"/>
              <a:t>从分支法的合并过程中，找出一般规律。</a:t>
            </a:r>
          </a:p>
        </p:txBody>
      </p:sp>
      <p:grpSp>
        <p:nvGrpSpPr>
          <p:cNvPr id="3" name="组合 2"/>
          <p:cNvGrpSpPr/>
          <p:nvPr/>
        </p:nvGrpSpPr>
        <p:grpSpPr>
          <a:xfrm>
            <a:off x="7198995" y="43697"/>
            <a:ext cx="1731645" cy="2303263"/>
            <a:chOff x="9595" y="2171"/>
            <a:chExt cx="3107" cy="4141"/>
          </a:xfrm>
        </p:grpSpPr>
        <p:sp>
          <p:nvSpPr>
            <p:cNvPr id="5125" name="Freeform 5"/>
            <p:cNvSpPr/>
            <p:nvPr/>
          </p:nvSpPr>
          <p:spPr bwMode="auto">
            <a:xfrm flipH="1">
              <a:off x="10315" y="2508"/>
              <a:ext cx="1931" cy="1198"/>
            </a:xfrm>
            <a:custGeom>
              <a:avLst/>
              <a:gdLst/>
              <a:ahLst/>
              <a:cxnLst>
                <a:cxn ang="0">
                  <a:pos x="515" y="102"/>
                </a:cxn>
                <a:cxn ang="0">
                  <a:pos x="366" y="194"/>
                </a:cxn>
                <a:cxn ang="0">
                  <a:pos x="395" y="211"/>
                </a:cxn>
                <a:cxn ang="0">
                  <a:pos x="414" y="257"/>
                </a:cxn>
                <a:cxn ang="0">
                  <a:pos x="395" y="302"/>
                </a:cxn>
                <a:cxn ang="0">
                  <a:pos x="350" y="320"/>
                </a:cxn>
                <a:cxn ang="0">
                  <a:pos x="305" y="302"/>
                </a:cxn>
                <a:cxn ang="0">
                  <a:pos x="287" y="257"/>
                </a:cxn>
                <a:cxn ang="0">
                  <a:pos x="288" y="243"/>
                </a:cxn>
                <a:cxn ang="0">
                  <a:pos x="171" y="315"/>
                </a:cxn>
                <a:cxn ang="0">
                  <a:pos x="124" y="238"/>
                </a:cxn>
                <a:cxn ang="0">
                  <a:pos x="109" y="262"/>
                </a:cxn>
                <a:cxn ang="0">
                  <a:pos x="64" y="281"/>
                </a:cxn>
                <a:cxn ang="0">
                  <a:pos x="18" y="262"/>
                </a:cxn>
                <a:cxn ang="0">
                  <a:pos x="0" y="217"/>
                </a:cxn>
                <a:cxn ang="0">
                  <a:pos x="18" y="172"/>
                </a:cxn>
                <a:cxn ang="0">
                  <a:pos x="64" y="153"/>
                </a:cxn>
                <a:cxn ang="0">
                  <a:pos x="74" y="154"/>
                </a:cxn>
                <a:cxn ang="0">
                  <a:pos x="29" y="80"/>
                </a:cxn>
                <a:cxn ang="0">
                  <a:pos x="115" y="31"/>
                </a:cxn>
                <a:cxn ang="0">
                  <a:pos x="278" y="3"/>
                </a:cxn>
                <a:cxn ang="0">
                  <a:pos x="445" y="52"/>
                </a:cxn>
                <a:cxn ang="0">
                  <a:pos x="515" y="102"/>
                </a:cxn>
              </a:cxnLst>
              <a:rect l="0" t="0" r="r" b="b"/>
              <a:pathLst>
                <a:path w="515" h="320">
                  <a:moveTo>
                    <a:pt x="515" y="102"/>
                  </a:moveTo>
                  <a:cubicBezTo>
                    <a:pt x="366" y="194"/>
                    <a:pt x="366" y="194"/>
                    <a:pt x="366" y="194"/>
                  </a:cubicBezTo>
                  <a:cubicBezTo>
                    <a:pt x="377" y="197"/>
                    <a:pt x="387" y="203"/>
                    <a:pt x="395" y="211"/>
                  </a:cubicBezTo>
                  <a:cubicBezTo>
                    <a:pt x="408" y="224"/>
                    <a:pt x="414" y="239"/>
                    <a:pt x="414" y="257"/>
                  </a:cubicBezTo>
                  <a:cubicBezTo>
                    <a:pt x="414" y="274"/>
                    <a:pt x="408" y="289"/>
                    <a:pt x="395" y="302"/>
                  </a:cubicBezTo>
                  <a:cubicBezTo>
                    <a:pt x="383" y="314"/>
                    <a:pt x="368" y="320"/>
                    <a:pt x="350" y="320"/>
                  </a:cubicBezTo>
                  <a:cubicBezTo>
                    <a:pt x="333" y="320"/>
                    <a:pt x="318" y="314"/>
                    <a:pt x="305" y="302"/>
                  </a:cubicBezTo>
                  <a:cubicBezTo>
                    <a:pt x="293" y="289"/>
                    <a:pt x="287" y="274"/>
                    <a:pt x="287" y="257"/>
                  </a:cubicBezTo>
                  <a:cubicBezTo>
                    <a:pt x="287" y="252"/>
                    <a:pt x="287" y="247"/>
                    <a:pt x="288" y="243"/>
                  </a:cubicBezTo>
                  <a:cubicBezTo>
                    <a:pt x="171" y="315"/>
                    <a:pt x="171" y="315"/>
                    <a:pt x="171" y="315"/>
                  </a:cubicBezTo>
                  <a:cubicBezTo>
                    <a:pt x="124" y="238"/>
                    <a:pt x="124" y="238"/>
                    <a:pt x="124" y="238"/>
                  </a:cubicBezTo>
                  <a:cubicBezTo>
                    <a:pt x="121" y="247"/>
                    <a:pt x="116" y="255"/>
                    <a:pt x="109" y="262"/>
                  </a:cubicBezTo>
                  <a:cubicBezTo>
                    <a:pt x="96" y="275"/>
                    <a:pt x="81" y="281"/>
                    <a:pt x="64" y="281"/>
                  </a:cubicBezTo>
                  <a:cubicBezTo>
                    <a:pt x="46" y="281"/>
                    <a:pt x="31" y="275"/>
                    <a:pt x="18" y="262"/>
                  </a:cubicBezTo>
                  <a:cubicBezTo>
                    <a:pt x="6" y="250"/>
                    <a:pt x="0" y="235"/>
                    <a:pt x="0" y="217"/>
                  </a:cubicBezTo>
                  <a:cubicBezTo>
                    <a:pt x="0" y="200"/>
                    <a:pt x="6" y="184"/>
                    <a:pt x="18" y="172"/>
                  </a:cubicBezTo>
                  <a:cubicBezTo>
                    <a:pt x="31" y="160"/>
                    <a:pt x="46" y="153"/>
                    <a:pt x="64" y="153"/>
                  </a:cubicBezTo>
                  <a:cubicBezTo>
                    <a:pt x="67" y="153"/>
                    <a:pt x="71" y="154"/>
                    <a:pt x="74" y="154"/>
                  </a:cubicBezTo>
                  <a:cubicBezTo>
                    <a:pt x="29" y="80"/>
                    <a:pt x="29" y="80"/>
                    <a:pt x="29" y="80"/>
                  </a:cubicBezTo>
                  <a:cubicBezTo>
                    <a:pt x="55" y="60"/>
                    <a:pt x="84" y="43"/>
                    <a:pt x="115" y="31"/>
                  </a:cubicBezTo>
                  <a:cubicBezTo>
                    <a:pt x="167" y="9"/>
                    <a:pt x="221" y="0"/>
                    <a:pt x="278" y="3"/>
                  </a:cubicBezTo>
                  <a:cubicBezTo>
                    <a:pt x="337" y="7"/>
                    <a:pt x="392" y="23"/>
                    <a:pt x="445" y="52"/>
                  </a:cubicBezTo>
                  <a:cubicBezTo>
                    <a:pt x="471" y="67"/>
                    <a:pt x="494" y="84"/>
                    <a:pt x="515" y="102"/>
                  </a:cubicBezTo>
                  <a:close/>
                </a:path>
              </a:pathLst>
            </a:custGeom>
            <a:solidFill>
              <a:schemeClr val="accent3"/>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6" name="Freeform 6"/>
            <p:cNvSpPr/>
            <p:nvPr/>
          </p:nvSpPr>
          <p:spPr bwMode="auto">
            <a:xfrm flipH="1">
              <a:off x="9899" y="2890"/>
              <a:ext cx="1717" cy="1929"/>
            </a:xfrm>
            <a:custGeom>
              <a:avLst/>
              <a:gdLst/>
              <a:ahLst/>
              <a:cxnLst>
                <a:cxn ang="0">
                  <a:pos x="458" y="345"/>
                </a:cxn>
                <a:cxn ang="0">
                  <a:pos x="365" y="403"/>
                </a:cxn>
                <a:cxn ang="0">
                  <a:pos x="365" y="402"/>
                </a:cxn>
                <a:cxn ang="0">
                  <a:pos x="346" y="356"/>
                </a:cxn>
                <a:cxn ang="0">
                  <a:pos x="301" y="338"/>
                </a:cxn>
                <a:cxn ang="0">
                  <a:pos x="256" y="356"/>
                </a:cxn>
                <a:cxn ang="0">
                  <a:pos x="237" y="402"/>
                </a:cxn>
                <a:cxn ang="0">
                  <a:pos x="256" y="447"/>
                </a:cxn>
                <a:cxn ang="0">
                  <a:pos x="273" y="459"/>
                </a:cxn>
                <a:cxn ang="0">
                  <a:pos x="184" y="515"/>
                </a:cxn>
                <a:cxn ang="0">
                  <a:pos x="122" y="411"/>
                </a:cxn>
                <a:cxn ang="0">
                  <a:pos x="109" y="429"/>
                </a:cxn>
                <a:cxn ang="0">
                  <a:pos x="64" y="448"/>
                </a:cxn>
                <a:cxn ang="0">
                  <a:pos x="18" y="429"/>
                </a:cxn>
                <a:cxn ang="0">
                  <a:pos x="0" y="385"/>
                </a:cxn>
                <a:cxn ang="0">
                  <a:pos x="18" y="339"/>
                </a:cxn>
                <a:cxn ang="0">
                  <a:pos x="64" y="321"/>
                </a:cxn>
                <a:cxn ang="0">
                  <a:pos x="67" y="321"/>
                </a:cxn>
                <a:cxn ang="0">
                  <a:pos x="3" y="213"/>
                </a:cxn>
                <a:cxn ang="0">
                  <a:pos x="120" y="141"/>
                </a:cxn>
                <a:cxn ang="0">
                  <a:pos x="119" y="155"/>
                </a:cxn>
                <a:cxn ang="0">
                  <a:pos x="137" y="200"/>
                </a:cxn>
                <a:cxn ang="0">
                  <a:pos x="182" y="218"/>
                </a:cxn>
                <a:cxn ang="0">
                  <a:pos x="227" y="200"/>
                </a:cxn>
                <a:cxn ang="0">
                  <a:pos x="246" y="155"/>
                </a:cxn>
                <a:cxn ang="0">
                  <a:pos x="227" y="109"/>
                </a:cxn>
                <a:cxn ang="0">
                  <a:pos x="198" y="92"/>
                </a:cxn>
                <a:cxn ang="0">
                  <a:pos x="347" y="0"/>
                </a:cxn>
                <a:cxn ang="0">
                  <a:pos x="443" y="159"/>
                </a:cxn>
                <a:cxn ang="0">
                  <a:pos x="447" y="305"/>
                </a:cxn>
                <a:cxn ang="0">
                  <a:pos x="458" y="345"/>
                </a:cxn>
              </a:cxnLst>
              <a:rect l="0" t="0" r="r" b="b"/>
              <a:pathLst>
                <a:path w="458" h="515">
                  <a:moveTo>
                    <a:pt x="458" y="345"/>
                  </a:moveTo>
                  <a:cubicBezTo>
                    <a:pt x="365" y="403"/>
                    <a:pt x="365" y="403"/>
                    <a:pt x="365" y="403"/>
                  </a:cubicBezTo>
                  <a:cubicBezTo>
                    <a:pt x="365" y="402"/>
                    <a:pt x="365" y="402"/>
                    <a:pt x="365" y="402"/>
                  </a:cubicBezTo>
                  <a:cubicBezTo>
                    <a:pt x="365" y="384"/>
                    <a:pt x="358" y="369"/>
                    <a:pt x="346" y="356"/>
                  </a:cubicBezTo>
                  <a:cubicBezTo>
                    <a:pt x="334" y="344"/>
                    <a:pt x="319" y="338"/>
                    <a:pt x="301" y="338"/>
                  </a:cubicBezTo>
                  <a:cubicBezTo>
                    <a:pt x="283" y="338"/>
                    <a:pt x="268" y="344"/>
                    <a:pt x="256" y="356"/>
                  </a:cubicBezTo>
                  <a:cubicBezTo>
                    <a:pt x="243" y="369"/>
                    <a:pt x="237" y="384"/>
                    <a:pt x="237" y="402"/>
                  </a:cubicBezTo>
                  <a:cubicBezTo>
                    <a:pt x="237" y="419"/>
                    <a:pt x="243" y="434"/>
                    <a:pt x="256" y="447"/>
                  </a:cubicBezTo>
                  <a:cubicBezTo>
                    <a:pt x="261" y="452"/>
                    <a:pt x="267" y="456"/>
                    <a:pt x="273" y="459"/>
                  </a:cubicBezTo>
                  <a:cubicBezTo>
                    <a:pt x="184" y="515"/>
                    <a:pt x="184" y="515"/>
                    <a:pt x="184" y="515"/>
                  </a:cubicBezTo>
                  <a:cubicBezTo>
                    <a:pt x="122" y="411"/>
                    <a:pt x="122" y="411"/>
                    <a:pt x="122" y="411"/>
                  </a:cubicBezTo>
                  <a:cubicBezTo>
                    <a:pt x="119" y="418"/>
                    <a:pt x="114" y="424"/>
                    <a:pt x="109" y="429"/>
                  </a:cubicBezTo>
                  <a:cubicBezTo>
                    <a:pt x="96" y="442"/>
                    <a:pt x="81" y="448"/>
                    <a:pt x="64" y="448"/>
                  </a:cubicBezTo>
                  <a:cubicBezTo>
                    <a:pt x="46" y="448"/>
                    <a:pt x="31" y="442"/>
                    <a:pt x="18" y="429"/>
                  </a:cubicBezTo>
                  <a:cubicBezTo>
                    <a:pt x="6" y="417"/>
                    <a:pt x="0" y="402"/>
                    <a:pt x="0" y="385"/>
                  </a:cubicBezTo>
                  <a:cubicBezTo>
                    <a:pt x="0" y="367"/>
                    <a:pt x="6" y="352"/>
                    <a:pt x="18" y="339"/>
                  </a:cubicBezTo>
                  <a:cubicBezTo>
                    <a:pt x="31" y="327"/>
                    <a:pt x="46" y="321"/>
                    <a:pt x="64" y="321"/>
                  </a:cubicBezTo>
                  <a:cubicBezTo>
                    <a:pt x="65" y="321"/>
                    <a:pt x="66" y="321"/>
                    <a:pt x="67" y="321"/>
                  </a:cubicBezTo>
                  <a:cubicBezTo>
                    <a:pt x="3" y="213"/>
                    <a:pt x="3" y="213"/>
                    <a:pt x="3" y="213"/>
                  </a:cubicBezTo>
                  <a:cubicBezTo>
                    <a:pt x="120" y="141"/>
                    <a:pt x="120" y="141"/>
                    <a:pt x="120" y="141"/>
                  </a:cubicBezTo>
                  <a:cubicBezTo>
                    <a:pt x="119" y="145"/>
                    <a:pt x="119" y="150"/>
                    <a:pt x="119" y="155"/>
                  </a:cubicBezTo>
                  <a:cubicBezTo>
                    <a:pt x="119" y="172"/>
                    <a:pt x="125" y="187"/>
                    <a:pt x="137" y="200"/>
                  </a:cubicBezTo>
                  <a:cubicBezTo>
                    <a:pt x="150" y="212"/>
                    <a:pt x="165" y="218"/>
                    <a:pt x="182" y="218"/>
                  </a:cubicBezTo>
                  <a:cubicBezTo>
                    <a:pt x="200" y="218"/>
                    <a:pt x="215" y="212"/>
                    <a:pt x="227" y="200"/>
                  </a:cubicBezTo>
                  <a:cubicBezTo>
                    <a:pt x="240" y="187"/>
                    <a:pt x="246" y="172"/>
                    <a:pt x="246" y="155"/>
                  </a:cubicBezTo>
                  <a:cubicBezTo>
                    <a:pt x="246" y="137"/>
                    <a:pt x="240" y="122"/>
                    <a:pt x="227" y="109"/>
                  </a:cubicBezTo>
                  <a:cubicBezTo>
                    <a:pt x="219" y="101"/>
                    <a:pt x="209" y="95"/>
                    <a:pt x="198" y="92"/>
                  </a:cubicBezTo>
                  <a:cubicBezTo>
                    <a:pt x="347" y="0"/>
                    <a:pt x="347" y="0"/>
                    <a:pt x="347" y="0"/>
                  </a:cubicBezTo>
                  <a:cubicBezTo>
                    <a:pt x="396" y="43"/>
                    <a:pt x="428" y="97"/>
                    <a:pt x="443" y="159"/>
                  </a:cubicBezTo>
                  <a:cubicBezTo>
                    <a:pt x="454" y="205"/>
                    <a:pt x="456" y="254"/>
                    <a:pt x="447" y="305"/>
                  </a:cubicBezTo>
                  <a:cubicBezTo>
                    <a:pt x="445" y="314"/>
                    <a:pt x="449" y="328"/>
                    <a:pt x="458" y="345"/>
                  </a:cubicBezTo>
                  <a:close/>
                </a:path>
              </a:pathLst>
            </a:custGeom>
            <a:solidFill>
              <a:schemeClr val="accent2"/>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7" name="Freeform 7"/>
            <p:cNvSpPr/>
            <p:nvPr/>
          </p:nvSpPr>
          <p:spPr bwMode="auto">
            <a:xfrm flipH="1">
              <a:off x="9595" y="4156"/>
              <a:ext cx="1330" cy="1422"/>
            </a:xfrm>
            <a:custGeom>
              <a:avLst/>
              <a:gdLst/>
              <a:ahLst/>
              <a:cxnLst>
                <a:cxn ang="0">
                  <a:pos x="114" y="365"/>
                </a:cxn>
                <a:cxn ang="0">
                  <a:pos x="92" y="330"/>
                </a:cxn>
                <a:cxn ang="0">
                  <a:pos x="132" y="311"/>
                </a:cxn>
                <a:cxn ang="0">
                  <a:pos x="151" y="266"/>
                </a:cxn>
                <a:cxn ang="0">
                  <a:pos x="132" y="221"/>
                </a:cxn>
                <a:cxn ang="0">
                  <a:pos x="87" y="202"/>
                </a:cxn>
                <a:cxn ang="0">
                  <a:pos x="42" y="221"/>
                </a:cxn>
                <a:cxn ang="0">
                  <a:pos x="33" y="232"/>
                </a:cxn>
                <a:cxn ang="0">
                  <a:pos x="0" y="177"/>
                </a:cxn>
                <a:cxn ang="0">
                  <a:pos x="89" y="121"/>
                </a:cxn>
                <a:cxn ang="0">
                  <a:pos x="72" y="109"/>
                </a:cxn>
                <a:cxn ang="0">
                  <a:pos x="53" y="64"/>
                </a:cxn>
                <a:cxn ang="0">
                  <a:pos x="72" y="18"/>
                </a:cxn>
                <a:cxn ang="0">
                  <a:pos x="117" y="0"/>
                </a:cxn>
                <a:cxn ang="0">
                  <a:pos x="162" y="18"/>
                </a:cxn>
                <a:cxn ang="0">
                  <a:pos x="181" y="64"/>
                </a:cxn>
                <a:cxn ang="0">
                  <a:pos x="181" y="65"/>
                </a:cxn>
                <a:cxn ang="0">
                  <a:pos x="274" y="7"/>
                </a:cxn>
                <a:cxn ang="0">
                  <a:pos x="294" y="42"/>
                </a:cxn>
                <a:cxn ang="0">
                  <a:pos x="344" y="112"/>
                </a:cxn>
                <a:cxn ang="0">
                  <a:pos x="351" y="146"/>
                </a:cxn>
                <a:cxn ang="0">
                  <a:pos x="324" y="167"/>
                </a:cxn>
                <a:cxn ang="0">
                  <a:pos x="309" y="190"/>
                </a:cxn>
                <a:cxn ang="0">
                  <a:pos x="313" y="216"/>
                </a:cxn>
                <a:cxn ang="0">
                  <a:pos x="295" y="233"/>
                </a:cxn>
                <a:cxn ang="0">
                  <a:pos x="277" y="236"/>
                </a:cxn>
                <a:cxn ang="0">
                  <a:pos x="291" y="240"/>
                </a:cxn>
                <a:cxn ang="0">
                  <a:pos x="305" y="256"/>
                </a:cxn>
                <a:cxn ang="0">
                  <a:pos x="287" y="276"/>
                </a:cxn>
                <a:cxn ang="0">
                  <a:pos x="269" y="285"/>
                </a:cxn>
                <a:cxn ang="0">
                  <a:pos x="264" y="314"/>
                </a:cxn>
                <a:cxn ang="0">
                  <a:pos x="253" y="361"/>
                </a:cxn>
                <a:cxn ang="0">
                  <a:pos x="235" y="378"/>
                </a:cxn>
                <a:cxn ang="0">
                  <a:pos x="214" y="379"/>
                </a:cxn>
                <a:cxn ang="0">
                  <a:pos x="177" y="372"/>
                </a:cxn>
                <a:cxn ang="0">
                  <a:pos x="117" y="366"/>
                </a:cxn>
                <a:cxn ang="0">
                  <a:pos x="114" y="365"/>
                </a:cxn>
              </a:cxnLst>
              <a:rect l="0" t="0" r="r" b="b"/>
              <a:pathLst>
                <a:path w="355" h="380">
                  <a:moveTo>
                    <a:pt x="114" y="365"/>
                  </a:moveTo>
                  <a:cubicBezTo>
                    <a:pt x="92" y="330"/>
                    <a:pt x="92" y="330"/>
                    <a:pt x="92" y="330"/>
                  </a:cubicBezTo>
                  <a:cubicBezTo>
                    <a:pt x="108" y="329"/>
                    <a:pt x="121" y="323"/>
                    <a:pt x="132" y="311"/>
                  </a:cubicBezTo>
                  <a:cubicBezTo>
                    <a:pt x="145" y="299"/>
                    <a:pt x="151" y="284"/>
                    <a:pt x="151" y="266"/>
                  </a:cubicBezTo>
                  <a:cubicBezTo>
                    <a:pt x="151" y="249"/>
                    <a:pt x="145" y="233"/>
                    <a:pt x="132" y="221"/>
                  </a:cubicBezTo>
                  <a:cubicBezTo>
                    <a:pt x="120" y="209"/>
                    <a:pt x="105" y="202"/>
                    <a:pt x="87" y="202"/>
                  </a:cubicBezTo>
                  <a:cubicBezTo>
                    <a:pt x="70" y="202"/>
                    <a:pt x="54" y="209"/>
                    <a:pt x="42" y="221"/>
                  </a:cubicBezTo>
                  <a:cubicBezTo>
                    <a:pt x="38" y="224"/>
                    <a:pt x="36" y="228"/>
                    <a:pt x="33" y="232"/>
                  </a:cubicBezTo>
                  <a:cubicBezTo>
                    <a:pt x="0" y="177"/>
                    <a:pt x="0" y="177"/>
                    <a:pt x="0" y="177"/>
                  </a:cubicBezTo>
                  <a:cubicBezTo>
                    <a:pt x="89" y="121"/>
                    <a:pt x="89" y="121"/>
                    <a:pt x="89" y="121"/>
                  </a:cubicBezTo>
                  <a:cubicBezTo>
                    <a:pt x="83" y="118"/>
                    <a:pt x="77" y="114"/>
                    <a:pt x="72" y="109"/>
                  </a:cubicBezTo>
                  <a:cubicBezTo>
                    <a:pt x="59" y="96"/>
                    <a:pt x="53" y="81"/>
                    <a:pt x="53" y="64"/>
                  </a:cubicBezTo>
                  <a:cubicBezTo>
                    <a:pt x="53" y="46"/>
                    <a:pt x="59" y="31"/>
                    <a:pt x="72" y="18"/>
                  </a:cubicBezTo>
                  <a:cubicBezTo>
                    <a:pt x="84" y="6"/>
                    <a:pt x="99" y="0"/>
                    <a:pt x="117" y="0"/>
                  </a:cubicBezTo>
                  <a:cubicBezTo>
                    <a:pt x="135" y="0"/>
                    <a:pt x="150" y="6"/>
                    <a:pt x="162" y="18"/>
                  </a:cubicBezTo>
                  <a:cubicBezTo>
                    <a:pt x="174" y="31"/>
                    <a:pt x="181" y="46"/>
                    <a:pt x="181" y="64"/>
                  </a:cubicBezTo>
                  <a:cubicBezTo>
                    <a:pt x="181" y="64"/>
                    <a:pt x="181" y="64"/>
                    <a:pt x="181" y="65"/>
                  </a:cubicBezTo>
                  <a:cubicBezTo>
                    <a:pt x="274" y="7"/>
                    <a:pt x="274" y="7"/>
                    <a:pt x="274" y="7"/>
                  </a:cubicBezTo>
                  <a:cubicBezTo>
                    <a:pt x="279" y="17"/>
                    <a:pt x="286" y="29"/>
                    <a:pt x="294" y="42"/>
                  </a:cubicBezTo>
                  <a:cubicBezTo>
                    <a:pt x="321" y="79"/>
                    <a:pt x="338" y="102"/>
                    <a:pt x="344" y="112"/>
                  </a:cubicBezTo>
                  <a:cubicBezTo>
                    <a:pt x="353" y="127"/>
                    <a:pt x="355" y="138"/>
                    <a:pt x="351" y="146"/>
                  </a:cubicBezTo>
                  <a:cubicBezTo>
                    <a:pt x="348" y="154"/>
                    <a:pt x="339" y="160"/>
                    <a:pt x="324" y="167"/>
                  </a:cubicBezTo>
                  <a:cubicBezTo>
                    <a:pt x="312" y="172"/>
                    <a:pt x="307" y="180"/>
                    <a:pt x="309" y="190"/>
                  </a:cubicBezTo>
                  <a:cubicBezTo>
                    <a:pt x="309" y="196"/>
                    <a:pt x="311" y="204"/>
                    <a:pt x="313" y="216"/>
                  </a:cubicBezTo>
                  <a:cubicBezTo>
                    <a:pt x="313" y="223"/>
                    <a:pt x="307" y="229"/>
                    <a:pt x="295" y="233"/>
                  </a:cubicBezTo>
                  <a:cubicBezTo>
                    <a:pt x="289" y="235"/>
                    <a:pt x="283" y="236"/>
                    <a:pt x="277" y="236"/>
                  </a:cubicBezTo>
                  <a:cubicBezTo>
                    <a:pt x="282" y="237"/>
                    <a:pt x="286" y="238"/>
                    <a:pt x="291" y="240"/>
                  </a:cubicBezTo>
                  <a:cubicBezTo>
                    <a:pt x="301" y="244"/>
                    <a:pt x="305" y="249"/>
                    <a:pt x="305" y="256"/>
                  </a:cubicBezTo>
                  <a:cubicBezTo>
                    <a:pt x="305" y="263"/>
                    <a:pt x="299" y="270"/>
                    <a:pt x="287" y="276"/>
                  </a:cubicBezTo>
                  <a:cubicBezTo>
                    <a:pt x="281" y="280"/>
                    <a:pt x="275" y="283"/>
                    <a:pt x="269" y="285"/>
                  </a:cubicBezTo>
                  <a:cubicBezTo>
                    <a:pt x="264" y="289"/>
                    <a:pt x="263" y="299"/>
                    <a:pt x="264" y="314"/>
                  </a:cubicBezTo>
                  <a:cubicBezTo>
                    <a:pt x="265" y="332"/>
                    <a:pt x="261" y="347"/>
                    <a:pt x="253" y="361"/>
                  </a:cubicBezTo>
                  <a:cubicBezTo>
                    <a:pt x="247" y="370"/>
                    <a:pt x="241" y="376"/>
                    <a:pt x="235" y="378"/>
                  </a:cubicBezTo>
                  <a:cubicBezTo>
                    <a:pt x="230" y="380"/>
                    <a:pt x="223" y="380"/>
                    <a:pt x="214" y="379"/>
                  </a:cubicBezTo>
                  <a:cubicBezTo>
                    <a:pt x="208" y="378"/>
                    <a:pt x="196" y="375"/>
                    <a:pt x="177" y="372"/>
                  </a:cubicBezTo>
                  <a:cubicBezTo>
                    <a:pt x="158" y="368"/>
                    <a:pt x="138" y="366"/>
                    <a:pt x="117" y="366"/>
                  </a:cubicBezTo>
                  <a:cubicBezTo>
                    <a:pt x="116" y="365"/>
                    <a:pt x="115" y="365"/>
                    <a:pt x="114" y="365"/>
                  </a:cubicBezTo>
                  <a:close/>
                </a:path>
              </a:pathLst>
            </a:custGeom>
            <a:solidFill>
              <a:schemeClr val="accent1"/>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8" name="Freeform 8"/>
            <p:cNvSpPr/>
            <p:nvPr/>
          </p:nvSpPr>
          <p:spPr bwMode="auto">
            <a:xfrm flipH="1">
              <a:off x="10926" y="3688"/>
              <a:ext cx="1715" cy="1821"/>
            </a:xfrm>
            <a:custGeom>
              <a:avLst/>
              <a:gdLst/>
              <a:ahLst/>
              <a:cxnLst>
                <a:cxn ang="0">
                  <a:pos x="457" y="302"/>
                </a:cxn>
                <a:cxn ang="0">
                  <a:pos x="367" y="357"/>
                </a:cxn>
                <a:cxn ang="0">
                  <a:pos x="382" y="368"/>
                </a:cxn>
                <a:cxn ang="0">
                  <a:pos x="400" y="414"/>
                </a:cxn>
                <a:cxn ang="0">
                  <a:pos x="382" y="458"/>
                </a:cxn>
                <a:cxn ang="0">
                  <a:pos x="337" y="477"/>
                </a:cxn>
                <a:cxn ang="0">
                  <a:pos x="291" y="458"/>
                </a:cxn>
                <a:cxn ang="0">
                  <a:pos x="273" y="416"/>
                </a:cxn>
                <a:cxn ang="0">
                  <a:pos x="158" y="486"/>
                </a:cxn>
                <a:cxn ang="0">
                  <a:pos x="148" y="435"/>
                </a:cxn>
                <a:cxn ang="0">
                  <a:pos x="139" y="403"/>
                </a:cxn>
                <a:cxn ang="0">
                  <a:pos x="108" y="372"/>
                </a:cxn>
                <a:cxn ang="0">
                  <a:pos x="45" y="283"/>
                </a:cxn>
                <a:cxn ang="0">
                  <a:pos x="0" y="172"/>
                </a:cxn>
                <a:cxn ang="0">
                  <a:pos x="83" y="120"/>
                </a:cxn>
                <a:cxn ang="0">
                  <a:pos x="83" y="125"/>
                </a:cxn>
                <a:cxn ang="0">
                  <a:pos x="101" y="170"/>
                </a:cxn>
                <a:cxn ang="0">
                  <a:pos x="146" y="188"/>
                </a:cxn>
                <a:cxn ang="0">
                  <a:pos x="191" y="170"/>
                </a:cxn>
                <a:cxn ang="0">
                  <a:pos x="210" y="125"/>
                </a:cxn>
                <a:cxn ang="0">
                  <a:pos x="191" y="79"/>
                </a:cxn>
                <a:cxn ang="0">
                  <a:pos x="171" y="65"/>
                </a:cxn>
                <a:cxn ang="0">
                  <a:pos x="276" y="0"/>
                </a:cxn>
                <a:cxn ang="0">
                  <a:pos x="340" y="108"/>
                </a:cxn>
                <a:cxn ang="0">
                  <a:pos x="337" y="108"/>
                </a:cxn>
                <a:cxn ang="0">
                  <a:pos x="291" y="126"/>
                </a:cxn>
                <a:cxn ang="0">
                  <a:pos x="273" y="172"/>
                </a:cxn>
                <a:cxn ang="0">
                  <a:pos x="291" y="216"/>
                </a:cxn>
                <a:cxn ang="0">
                  <a:pos x="337" y="235"/>
                </a:cxn>
                <a:cxn ang="0">
                  <a:pos x="382" y="216"/>
                </a:cxn>
                <a:cxn ang="0">
                  <a:pos x="395" y="198"/>
                </a:cxn>
                <a:cxn ang="0">
                  <a:pos x="457" y="302"/>
                </a:cxn>
              </a:cxnLst>
              <a:rect l="0" t="0" r="r" b="b"/>
              <a:pathLst>
                <a:path w="457" h="486">
                  <a:moveTo>
                    <a:pt x="457" y="302"/>
                  </a:moveTo>
                  <a:cubicBezTo>
                    <a:pt x="367" y="357"/>
                    <a:pt x="367" y="357"/>
                    <a:pt x="367" y="357"/>
                  </a:cubicBezTo>
                  <a:cubicBezTo>
                    <a:pt x="372" y="360"/>
                    <a:pt x="377" y="364"/>
                    <a:pt x="382" y="368"/>
                  </a:cubicBezTo>
                  <a:cubicBezTo>
                    <a:pt x="394" y="381"/>
                    <a:pt x="400" y="396"/>
                    <a:pt x="400" y="414"/>
                  </a:cubicBezTo>
                  <a:cubicBezTo>
                    <a:pt x="400" y="431"/>
                    <a:pt x="394" y="446"/>
                    <a:pt x="382" y="458"/>
                  </a:cubicBezTo>
                  <a:cubicBezTo>
                    <a:pt x="369" y="471"/>
                    <a:pt x="354" y="477"/>
                    <a:pt x="337" y="477"/>
                  </a:cubicBezTo>
                  <a:cubicBezTo>
                    <a:pt x="319" y="477"/>
                    <a:pt x="304" y="471"/>
                    <a:pt x="291" y="458"/>
                  </a:cubicBezTo>
                  <a:cubicBezTo>
                    <a:pt x="280" y="447"/>
                    <a:pt x="273" y="432"/>
                    <a:pt x="273" y="416"/>
                  </a:cubicBezTo>
                  <a:cubicBezTo>
                    <a:pt x="158" y="486"/>
                    <a:pt x="158" y="486"/>
                    <a:pt x="158" y="486"/>
                  </a:cubicBezTo>
                  <a:cubicBezTo>
                    <a:pt x="156" y="469"/>
                    <a:pt x="152" y="452"/>
                    <a:pt x="148" y="435"/>
                  </a:cubicBezTo>
                  <a:cubicBezTo>
                    <a:pt x="139" y="403"/>
                    <a:pt x="139" y="403"/>
                    <a:pt x="139" y="403"/>
                  </a:cubicBezTo>
                  <a:cubicBezTo>
                    <a:pt x="108" y="372"/>
                    <a:pt x="108" y="372"/>
                    <a:pt x="108" y="372"/>
                  </a:cubicBezTo>
                  <a:cubicBezTo>
                    <a:pt x="84" y="345"/>
                    <a:pt x="63" y="315"/>
                    <a:pt x="45" y="283"/>
                  </a:cubicBezTo>
                  <a:cubicBezTo>
                    <a:pt x="25" y="246"/>
                    <a:pt x="9" y="209"/>
                    <a:pt x="0" y="172"/>
                  </a:cubicBezTo>
                  <a:cubicBezTo>
                    <a:pt x="83" y="120"/>
                    <a:pt x="83" y="120"/>
                    <a:pt x="83" y="120"/>
                  </a:cubicBezTo>
                  <a:cubicBezTo>
                    <a:pt x="83" y="122"/>
                    <a:pt x="83" y="123"/>
                    <a:pt x="83" y="125"/>
                  </a:cubicBezTo>
                  <a:cubicBezTo>
                    <a:pt x="83" y="142"/>
                    <a:pt x="89" y="157"/>
                    <a:pt x="101" y="170"/>
                  </a:cubicBezTo>
                  <a:cubicBezTo>
                    <a:pt x="114" y="182"/>
                    <a:pt x="129" y="188"/>
                    <a:pt x="146" y="188"/>
                  </a:cubicBezTo>
                  <a:cubicBezTo>
                    <a:pt x="164" y="188"/>
                    <a:pt x="179" y="182"/>
                    <a:pt x="191" y="170"/>
                  </a:cubicBezTo>
                  <a:cubicBezTo>
                    <a:pt x="204" y="157"/>
                    <a:pt x="210" y="142"/>
                    <a:pt x="210" y="125"/>
                  </a:cubicBezTo>
                  <a:cubicBezTo>
                    <a:pt x="210" y="107"/>
                    <a:pt x="204" y="92"/>
                    <a:pt x="191" y="79"/>
                  </a:cubicBezTo>
                  <a:cubicBezTo>
                    <a:pt x="185" y="73"/>
                    <a:pt x="178" y="68"/>
                    <a:pt x="171" y="65"/>
                  </a:cubicBezTo>
                  <a:cubicBezTo>
                    <a:pt x="276" y="0"/>
                    <a:pt x="276" y="0"/>
                    <a:pt x="276" y="0"/>
                  </a:cubicBezTo>
                  <a:cubicBezTo>
                    <a:pt x="340" y="108"/>
                    <a:pt x="340" y="108"/>
                    <a:pt x="340" y="108"/>
                  </a:cubicBezTo>
                  <a:cubicBezTo>
                    <a:pt x="339" y="108"/>
                    <a:pt x="338" y="108"/>
                    <a:pt x="337" y="108"/>
                  </a:cubicBezTo>
                  <a:cubicBezTo>
                    <a:pt x="319" y="108"/>
                    <a:pt x="304" y="114"/>
                    <a:pt x="291" y="126"/>
                  </a:cubicBezTo>
                  <a:cubicBezTo>
                    <a:pt x="279" y="139"/>
                    <a:pt x="273" y="154"/>
                    <a:pt x="273" y="172"/>
                  </a:cubicBezTo>
                  <a:cubicBezTo>
                    <a:pt x="273" y="189"/>
                    <a:pt x="279" y="204"/>
                    <a:pt x="291" y="216"/>
                  </a:cubicBezTo>
                  <a:cubicBezTo>
                    <a:pt x="304" y="229"/>
                    <a:pt x="319" y="235"/>
                    <a:pt x="337" y="235"/>
                  </a:cubicBezTo>
                  <a:cubicBezTo>
                    <a:pt x="354" y="235"/>
                    <a:pt x="369" y="229"/>
                    <a:pt x="382" y="216"/>
                  </a:cubicBezTo>
                  <a:cubicBezTo>
                    <a:pt x="387" y="211"/>
                    <a:pt x="392" y="205"/>
                    <a:pt x="395" y="198"/>
                  </a:cubicBezTo>
                  <a:lnTo>
                    <a:pt x="457" y="302"/>
                  </a:lnTo>
                  <a:close/>
                </a:path>
              </a:pathLst>
            </a:custGeom>
            <a:solidFill>
              <a:schemeClr val="accent5"/>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9" name="Freeform 9"/>
            <p:cNvSpPr/>
            <p:nvPr/>
          </p:nvSpPr>
          <p:spPr bwMode="auto">
            <a:xfrm flipH="1">
              <a:off x="10360" y="4818"/>
              <a:ext cx="1845" cy="1494"/>
            </a:xfrm>
            <a:custGeom>
              <a:avLst/>
              <a:gdLst/>
              <a:ahLst/>
              <a:cxnLst>
                <a:cxn ang="0">
                  <a:pos x="455" y="188"/>
                </a:cxn>
                <a:cxn ang="0">
                  <a:pos x="371" y="286"/>
                </a:cxn>
                <a:cxn ang="0">
                  <a:pos x="361" y="387"/>
                </a:cxn>
                <a:cxn ang="0">
                  <a:pos x="363" y="399"/>
                </a:cxn>
                <a:cxn ang="0">
                  <a:pos x="0" y="399"/>
                </a:cxn>
                <a:cxn ang="0">
                  <a:pos x="45" y="209"/>
                </a:cxn>
                <a:cxn ang="0">
                  <a:pos x="42" y="184"/>
                </a:cxn>
                <a:cxn ang="0">
                  <a:pos x="157" y="114"/>
                </a:cxn>
                <a:cxn ang="0">
                  <a:pos x="175" y="156"/>
                </a:cxn>
                <a:cxn ang="0">
                  <a:pos x="221" y="175"/>
                </a:cxn>
                <a:cxn ang="0">
                  <a:pos x="266" y="156"/>
                </a:cxn>
                <a:cxn ang="0">
                  <a:pos x="284" y="112"/>
                </a:cxn>
                <a:cxn ang="0">
                  <a:pos x="266" y="66"/>
                </a:cxn>
                <a:cxn ang="0">
                  <a:pos x="251" y="55"/>
                </a:cxn>
                <a:cxn ang="0">
                  <a:pos x="341" y="0"/>
                </a:cxn>
                <a:cxn ang="0">
                  <a:pos x="374" y="55"/>
                </a:cxn>
                <a:cxn ang="0">
                  <a:pos x="383" y="44"/>
                </a:cxn>
                <a:cxn ang="0">
                  <a:pos x="428" y="25"/>
                </a:cxn>
                <a:cxn ang="0">
                  <a:pos x="473" y="44"/>
                </a:cxn>
                <a:cxn ang="0">
                  <a:pos x="492" y="89"/>
                </a:cxn>
                <a:cxn ang="0">
                  <a:pos x="473" y="134"/>
                </a:cxn>
                <a:cxn ang="0">
                  <a:pos x="433" y="153"/>
                </a:cxn>
                <a:cxn ang="0">
                  <a:pos x="455" y="188"/>
                </a:cxn>
              </a:cxnLst>
              <a:rect l="0" t="0" r="r" b="b"/>
              <a:pathLst>
                <a:path w="492" h="399">
                  <a:moveTo>
                    <a:pt x="455" y="188"/>
                  </a:moveTo>
                  <a:cubicBezTo>
                    <a:pt x="414" y="188"/>
                    <a:pt x="386" y="221"/>
                    <a:pt x="371" y="286"/>
                  </a:cubicBezTo>
                  <a:cubicBezTo>
                    <a:pt x="364" y="320"/>
                    <a:pt x="360" y="353"/>
                    <a:pt x="361" y="387"/>
                  </a:cubicBezTo>
                  <a:cubicBezTo>
                    <a:pt x="363" y="399"/>
                    <a:pt x="363" y="399"/>
                    <a:pt x="363" y="399"/>
                  </a:cubicBezTo>
                  <a:cubicBezTo>
                    <a:pt x="0" y="399"/>
                    <a:pt x="0" y="399"/>
                    <a:pt x="0" y="399"/>
                  </a:cubicBezTo>
                  <a:cubicBezTo>
                    <a:pt x="38" y="354"/>
                    <a:pt x="53" y="290"/>
                    <a:pt x="45" y="209"/>
                  </a:cubicBezTo>
                  <a:cubicBezTo>
                    <a:pt x="45" y="201"/>
                    <a:pt x="44" y="193"/>
                    <a:pt x="42" y="184"/>
                  </a:cubicBezTo>
                  <a:cubicBezTo>
                    <a:pt x="157" y="114"/>
                    <a:pt x="157" y="114"/>
                    <a:pt x="157" y="114"/>
                  </a:cubicBezTo>
                  <a:cubicBezTo>
                    <a:pt x="157" y="130"/>
                    <a:pt x="164" y="145"/>
                    <a:pt x="175" y="156"/>
                  </a:cubicBezTo>
                  <a:cubicBezTo>
                    <a:pt x="188" y="169"/>
                    <a:pt x="203" y="175"/>
                    <a:pt x="221" y="175"/>
                  </a:cubicBezTo>
                  <a:cubicBezTo>
                    <a:pt x="238" y="175"/>
                    <a:pt x="253" y="169"/>
                    <a:pt x="266" y="156"/>
                  </a:cubicBezTo>
                  <a:cubicBezTo>
                    <a:pt x="278" y="144"/>
                    <a:pt x="284" y="129"/>
                    <a:pt x="284" y="112"/>
                  </a:cubicBezTo>
                  <a:cubicBezTo>
                    <a:pt x="284" y="94"/>
                    <a:pt x="278" y="79"/>
                    <a:pt x="266" y="66"/>
                  </a:cubicBezTo>
                  <a:cubicBezTo>
                    <a:pt x="261" y="62"/>
                    <a:pt x="256" y="58"/>
                    <a:pt x="251" y="55"/>
                  </a:cubicBezTo>
                  <a:cubicBezTo>
                    <a:pt x="341" y="0"/>
                    <a:pt x="341" y="0"/>
                    <a:pt x="341" y="0"/>
                  </a:cubicBezTo>
                  <a:cubicBezTo>
                    <a:pt x="374" y="55"/>
                    <a:pt x="374" y="55"/>
                    <a:pt x="374" y="55"/>
                  </a:cubicBezTo>
                  <a:cubicBezTo>
                    <a:pt x="377" y="51"/>
                    <a:pt x="379" y="47"/>
                    <a:pt x="383" y="44"/>
                  </a:cubicBezTo>
                  <a:cubicBezTo>
                    <a:pt x="395" y="32"/>
                    <a:pt x="411" y="25"/>
                    <a:pt x="428" y="25"/>
                  </a:cubicBezTo>
                  <a:cubicBezTo>
                    <a:pt x="446" y="25"/>
                    <a:pt x="461" y="32"/>
                    <a:pt x="473" y="44"/>
                  </a:cubicBezTo>
                  <a:cubicBezTo>
                    <a:pt x="486" y="56"/>
                    <a:pt x="492" y="72"/>
                    <a:pt x="492" y="89"/>
                  </a:cubicBezTo>
                  <a:cubicBezTo>
                    <a:pt x="492" y="107"/>
                    <a:pt x="486" y="122"/>
                    <a:pt x="473" y="134"/>
                  </a:cubicBezTo>
                  <a:cubicBezTo>
                    <a:pt x="462" y="146"/>
                    <a:pt x="449" y="152"/>
                    <a:pt x="433" y="153"/>
                  </a:cubicBezTo>
                  <a:lnTo>
                    <a:pt x="455" y="188"/>
                  </a:lnTo>
                  <a:close/>
                </a:path>
              </a:pathLst>
            </a:custGeom>
            <a:solidFill>
              <a:schemeClr val="accent6"/>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30" name="Freeform 10"/>
            <p:cNvSpPr/>
            <p:nvPr/>
          </p:nvSpPr>
          <p:spPr bwMode="auto">
            <a:xfrm flipH="1">
              <a:off x="11604" y="2808"/>
              <a:ext cx="1098" cy="1584"/>
            </a:xfrm>
            <a:custGeom>
              <a:avLst/>
              <a:gdLst/>
              <a:ahLst/>
              <a:cxnLst>
                <a:cxn ang="0">
                  <a:pos x="17" y="407"/>
                </a:cxn>
                <a:cxn ang="0">
                  <a:pos x="18" y="207"/>
                </a:cxn>
                <a:cxn ang="0">
                  <a:pos x="101" y="47"/>
                </a:cxn>
                <a:cxn ang="0">
                  <a:pos x="151" y="0"/>
                </a:cxn>
                <a:cxn ang="0">
                  <a:pos x="196" y="74"/>
                </a:cxn>
                <a:cxn ang="0">
                  <a:pos x="186" y="73"/>
                </a:cxn>
                <a:cxn ang="0">
                  <a:pos x="140" y="92"/>
                </a:cxn>
                <a:cxn ang="0">
                  <a:pos x="122" y="137"/>
                </a:cxn>
                <a:cxn ang="0">
                  <a:pos x="140" y="182"/>
                </a:cxn>
                <a:cxn ang="0">
                  <a:pos x="186" y="201"/>
                </a:cxn>
                <a:cxn ang="0">
                  <a:pos x="231" y="182"/>
                </a:cxn>
                <a:cxn ang="0">
                  <a:pos x="246" y="158"/>
                </a:cxn>
                <a:cxn ang="0">
                  <a:pos x="293" y="235"/>
                </a:cxn>
                <a:cxn ang="0">
                  <a:pos x="188" y="300"/>
                </a:cxn>
                <a:cxn ang="0">
                  <a:pos x="208" y="314"/>
                </a:cxn>
                <a:cxn ang="0">
                  <a:pos x="227" y="360"/>
                </a:cxn>
                <a:cxn ang="0">
                  <a:pos x="208" y="405"/>
                </a:cxn>
                <a:cxn ang="0">
                  <a:pos x="163" y="423"/>
                </a:cxn>
                <a:cxn ang="0">
                  <a:pos x="118" y="405"/>
                </a:cxn>
                <a:cxn ang="0">
                  <a:pos x="100" y="360"/>
                </a:cxn>
                <a:cxn ang="0">
                  <a:pos x="100" y="355"/>
                </a:cxn>
                <a:cxn ang="0">
                  <a:pos x="17" y="407"/>
                </a:cxn>
              </a:cxnLst>
              <a:rect l="0" t="0" r="r" b="b"/>
              <a:pathLst>
                <a:path w="293" h="423">
                  <a:moveTo>
                    <a:pt x="17" y="407"/>
                  </a:moveTo>
                  <a:cubicBezTo>
                    <a:pt x="0" y="341"/>
                    <a:pt x="1" y="275"/>
                    <a:pt x="18" y="207"/>
                  </a:cubicBezTo>
                  <a:cubicBezTo>
                    <a:pt x="33" y="145"/>
                    <a:pt x="61" y="92"/>
                    <a:pt x="101" y="47"/>
                  </a:cubicBezTo>
                  <a:cubicBezTo>
                    <a:pt x="116" y="29"/>
                    <a:pt x="133" y="14"/>
                    <a:pt x="151" y="0"/>
                  </a:cubicBezTo>
                  <a:cubicBezTo>
                    <a:pt x="196" y="74"/>
                    <a:pt x="196" y="74"/>
                    <a:pt x="196" y="74"/>
                  </a:cubicBezTo>
                  <a:cubicBezTo>
                    <a:pt x="193" y="74"/>
                    <a:pt x="189" y="73"/>
                    <a:pt x="186" y="73"/>
                  </a:cubicBezTo>
                  <a:cubicBezTo>
                    <a:pt x="168" y="73"/>
                    <a:pt x="153" y="80"/>
                    <a:pt x="140" y="92"/>
                  </a:cubicBezTo>
                  <a:cubicBezTo>
                    <a:pt x="128" y="104"/>
                    <a:pt x="122" y="120"/>
                    <a:pt x="122" y="137"/>
                  </a:cubicBezTo>
                  <a:cubicBezTo>
                    <a:pt x="122" y="155"/>
                    <a:pt x="128" y="170"/>
                    <a:pt x="140" y="182"/>
                  </a:cubicBezTo>
                  <a:cubicBezTo>
                    <a:pt x="153" y="195"/>
                    <a:pt x="168" y="201"/>
                    <a:pt x="186" y="201"/>
                  </a:cubicBezTo>
                  <a:cubicBezTo>
                    <a:pt x="203" y="201"/>
                    <a:pt x="218" y="195"/>
                    <a:pt x="231" y="182"/>
                  </a:cubicBezTo>
                  <a:cubicBezTo>
                    <a:pt x="238" y="175"/>
                    <a:pt x="243" y="167"/>
                    <a:pt x="246" y="158"/>
                  </a:cubicBezTo>
                  <a:cubicBezTo>
                    <a:pt x="293" y="235"/>
                    <a:pt x="293" y="235"/>
                    <a:pt x="293" y="235"/>
                  </a:cubicBezTo>
                  <a:cubicBezTo>
                    <a:pt x="188" y="300"/>
                    <a:pt x="188" y="300"/>
                    <a:pt x="188" y="300"/>
                  </a:cubicBezTo>
                  <a:cubicBezTo>
                    <a:pt x="195" y="303"/>
                    <a:pt x="202" y="308"/>
                    <a:pt x="208" y="314"/>
                  </a:cubicBezTo>
                  <a:cubicBezTo>
                    <a:pt x="221" y="327"/>
                    <a:pt x="227" y="342"/>
                    <a:pt x="227" y="360"/>
                  </a:cubicBezTo>
                  <a:cubicBezTo>
                    <a:pt x="227" y="377"/>
                    <a:pt x="221" y="392"/>
                    <a:pt x="208" y="405"/>
                  </a:cubicBezTo>
                  <a:cubicBezTo>
                    <a:pt x="196" y="417"/>
                    <a:pt x="181" y="423"/>
                    <a:pt x="163" y="423"/>
                  </a:cubicBezTo>
                  <a:cubicBezTo>
                    <a:pt x="146" y="423"/>
                    <a:pt x="131" y="417"/>
                    <a:pt x="118" y="405"/>
                  </a:cubicBezTo>
                  <a:cubicBezTo>
                    <a:pt x="106" y="392"/>
                    <a:pt x="100" y="377"/>
                    <a:pt x="100" y="360"/>
                  </a:cubicBezTo>
                  <a:cubicBezTo>
                    <a:pt x="100" y="358"/>
                    <a:pt x="100" y="357"/>
                    <a:pt x="100" y="355"/>
                  </a:cubicBezTo>
                  <a:lnTo>
                    <a:pt x="17" y="407"/>
                  </a:lnTo>
                  <a:close/>
                </a:path>
              </a:pathLst>
            </a:custGeom>
            <a:solidFill>
              <a:schemeClr val="accent4"/>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37" name="Text Placeholder 3"/>
            <p:cNvSpPr txBox="1"/>
            <p:nvPr/>
          </p:nvSpPr>
          <p:spPr>
            <a:xfrm>
              <a:off x="9950" y="3924"/>
              <a:ext cx="449" cy="1096"/>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01</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38" name="Text Placeholder 3"/>
            <p:cNvSpPr txBox="1"/>
            <p:nvPr/>
          </p:nvSpPr>
          <p:spPr>
            <a:xfrm>
              <a:off x="11071" y="2171"/>
              <a:ext cx="449" cy="1096"/>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03</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39" name="Text Placeholder 3"/>
            <p:cNvSpPr txBox="1"/>
            <p:nvPr/>
          </p:nvSpPr>
          <p:spPr>
            <a:xfrm>
              <a:off x="12048" y="2938"/>
              <a:ext cx="449" cy="1096"/>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04</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40" name="Text Placeholder 3"/>
            <p:cNvSpPr txBox="1"/>
            <p:nvPr/>
          </p:nvSpPr>
          <p:spPr>
            <a:xfrm>
              <a:off x="10476" y="3039"/>
              <a:ext cx="449" cy="1096"/>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02</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41" name="Text Placeholder 3"/>
            <p:cNvSpPr txBox="1"/>
            <p:nvPr/>
          </p:nvSpPr>
          <p:spPr>
            <a:xfrm>
              <a:off x="11604" y="3924"/>
              <a:ext cx="449" cy="1096"/>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05</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42" name="Text Placeholder 3"/>
            <p:cNvSpPr txBox="1"/>
            <p:nvPr/>
          </p:nvSpPr>
          <p:spPr>
            <a:xfrm>
              <a:off x="11167" y="5027"/>
              <a:ext cx="449" cy="1096"/>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06</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p:cNvSpPr>
          <p:nvPr>
            <p:ph type="title" idx="4294967295"/>
          </p:nvPr>
        </p:nvSpPr>
        <p:spPr>
          <a:xfrm>
            <a:off x="1403350" y="152400"/>
            <a:ext cx="6172200" cy="857250"/>
          </a:xfrm>
        </p:spPr>
        <p:txBody>
          <a:bodyPr/>
          <a:lstStyle/>
          <a:p>
            <a:r>
              <a:rPr lang="zh-CN" altLang="en-US" sz="3600" b="1">
                <a:solidFill>
                  <a:srgbClr val="000000"/>
                </a:solidFill>
                <a:latin typeface="Times New Roman" pitchFamily="18" charset="0"/>
                <a:ea typeface="楷体" charset="0"/>
              </a:rPr>
              <a:t>解法</a:t>
            </a:r>
            <a:r>
              <a:rPr lang="en-US" altLang="zh-CN" sz="3600" b="1">
                <a:solidFill>
                  <a:srgbClr val="000000"/>
                </a:solidFill>
                <a:latin typeface="Times New Roman" pitchFamily="18" charset="0"/>
                <a:ea typeface="楷体" charset="0"/>
              </a:rPr>
              <a:t>4</a:t>
            </a:r>
            <a:r>
              <a:rPr lang="zh-CN" altLang="en-US" sz="3600" b="1">
                <a:solidFill>
                  <a:srgbClr val="000000"/>
                </a:solidFill>
                <a:latin typeface="Times New Roman" pitchFamily="18" charset="0"/>
                <a:ea typeface="楷体" charset="0"/>
              </a:rPr>
              <a:t>：妙不可言的方法</a:t>
            </a:r>
          </a:p>
        </p:txBody>
      </p:sp>
      <p:sp>
        <p:nvSpPr>
          <p:cNvPr id="289795" name="Rectangle 3"/>
          <p:cNvSpPr>
            <a:spLocks noGrp="1"/>
          </p:cNvSpPr>
          <p:nvPr>
            <p:ph type="body" idx="4294967295"/>
          </p:nvPr>
        </p:nvSpPr>
        <p:spPr>
          <a:xfrm>
            <a:off x="193675" y="900430"/>
            <a:ext cx="8558530" cy="3514725"/>
          </a:xfrm>
        </p:spPr>
        <p:txBody>
          <a:bodyPr/>
          <a:lstStyle/>
          <a:p>
            <a:r>
              <a:rPr lang="zh-CN" altLang="en-US" sz="2800" b="1" dirty="0">
                <a:solidFill>
                  <a:srgbClr val="000000"/>
                </a:solidFill>
                <a:latin typeface="Times New Roman" pitchFamily="18" charset="0"/>
                <a:ea typeface="楷体" charset="0"/>
              </a:rPr>
              <a:t>上述解法都是最基本的，下面这种解法的复杂度为</a:t>
            </a:r>
            <a:r>
              <a:rPr lang="en-US" altLang="zh-CN" sz="2800" b="1" dirty="0">
                <a:solidFill>
                  <a:srgbClr val="000000"/>
                </a:solidFill>
                <a:latin typeface="Times New Roman" pitchFamily="18" charset="0"/>
                <a:ea typeface="楷体" charset="0"/>
              </a:rPr>
              <a:t>O(N)</a:t>
            </a:r>
            <a:r>
              <a:rPr lang="zh-CN" altLang="en-US" sz="2800" b="1" dirty="0">
                <a:solidFill>
                  <a:srgbClr val="000000"/>
                </a:solidFill>
                <a:latin typeface="Times New Roman" pitchFamily="18" charset="0"/>
                <a:ea typeface="楷体" charset="0"/>
              </a:rPr>
              <a:t>。</a:t>
            </a:r>
          </a:p>
          <a:p>
            <a:r>
              <a:rPr lang="zh-CN" altLang="en-US" sz="2800" b="1" dirty="0">
                <a:solidFill>
                  <a:srgbClr val="000000"/>
                </a:solidFill>
                <a:latin typeface="Times New Roman" pitchFamily="18" charset="0"/>
                <a:ea typeface="楷体" charset="0"/>
              </a:rPr>
              <a:t>我们可以想到，当枚举起始点</a:t>
            </a:r>
            <a:r>
              <a:rPr lang="en-US" altLang="zh-CN" sz="2800" b="1" dirty="0" err="1">
                <a:solidFill>
                  <a:srgbClr val="000000"/>
                </a:solidFill>
                <a:latin typeface="Times New Roman" pitchFamily="18" charset="0"/>
                <a:ea typeface="楷体" charset="0"/>
              </a:rPr>
              <a:t>i</a:t>
            </a:r>
            <a:r>
              <a:rPr lang="zh-CN" altLang="en-US" sz="2800" b="1" dirty="0">
                <a:solidFill>
                  <a:srgbClr val="000000"/>
                </a:solidFill>
                <a:latin typeface="Times New Roman" pitchFamily="18" charset="0"/>
                <a:ea typeface="楷体" charset="0"/>
              </a:rPr>
              <a:t>与结束点</a:t>
            </a:r>
            <a:r>
              <a:rPr lang="en-US" altLang="zh-CN" sz="2800" b="1" dirty="0">
                <a:solidFill>
                  <a:srgbClr val="000000"/>
                </a:solidFill>
                <a:latin typeface="Times New Roman" pitchFamily="18" charset="0"/>
                <a:ea typeface="楷体" charset="0"/>
              </a:rPr>
              <a:t>j</a:t>
            </a:r>
            <a:r>
              <a:rPr lang="zh-CN" altLang="en-US" sz="2800" b="1" dirty="0">
                <a:solidFill>
                  <a:srgbClr val="000000"/>
                </a:solidFill>
                <a:latin typeface="Times New Roman" pitchFamily="18" charset="0"/>
                <a:ea typeface="楷体" charset="0"/>
              </a:rPr>
              <a:t>的时候，这里的复杂度就是</a:t>
            </a:r>
            <a:r>
              <a:rPr lang="en-US" altLang="zh-CN" sz="2800" b="1" dirty="0">
                <a:solidFill>
                  <a:srgbClr val="000000"/>
                </a:solidFill>
                <a:latin typeface="Times New Roman" pitchFamily="18" charset="0"/>
                <a:ea typeface="楷体" charset="0"/>
              </a:rPr>
              <a:t>O(N^2)</a:t>
            </a:r>
            <a:r>
              <a:rPr lang="zh-CN" altLang="en-US" sz="2800" b="1" dirty="0">
                <a:solidFill>
                  <a:srgbClr val="000000"/>
                </a:solidFill>
                <a:latin typeface="Times New Roman" pitchFamily="18" charset="0"/>
                <a:ea typeface="楷体" charset="0"/>
              </a:rPr>
              <a:t>。</a:t>
            </a:r>
            <a:r>
              <a:rPr lang="zh-CN" altLang="en-US" sz="2800" b="1" dirty="0">
                <a:solidFill>
                  <a:srgbClr val="FF0000"/>
                </a:solidFill>
                <a:latin typeface="Times New Roman" pitchFamily="18" charset="0"/>
                <a:ea typeface="楷体" charset="0"/>
              </a:rPr>
              <a:t>那我们可不可以只枚举起始点</a:t>
            </a:r>
            <a:r>
              <a:rPr lang="en-US" altLang="zh-CN" sz="2800" b="1" dirty="0" err="1">
                <a:solidFill>
                  <a:srgbClr val="FF0000"/>
                </a:solidFill>
                <a:latin typeface="Times New Roman" pitchFamily="18" charset="0"/>
                <a:ea typeface="楷体" charset="0"/>
              </a:rPr>
              <a:t>i</a:t>
            </a:r>
            <a:r>
              <a:rPr lang="zh-CN" altLang="en-US" sz="2800" b="1" dirty="0">
                <a:solidFill>
                  <a:srgbClr val="FF0000"/>
                </a:solidFill>
                <a:latin typeface="Times New Roman" pitchFamily="18" charset="0"/>
                <a:ea typeface="楷体" charset="0"/>
              </a:rPr>
              <a:t>，或者只枚举结束点</a:t>
            </a:r>
            <a:r>
              <a:rPr lang="en-US" altLang="zh-CN" sz="2800" b="1" dirty="0">
                <a:solidFill>
                  <a:srgbClr val="FF0000"/>
                </a:solidFill>
                <a:latin typeface="Times New Roman" pitchFamily="18" charset="0"/>
                <a:ea typeface="楷体" charset="0"/>
              </a:rPr>
              <a:t>j</a:t>
            </a:r>
            <a:r>
              <a:rPr lang="zh-CN" altLang="en-US" sz="2800" b="1" dirty="0">
                <a:solidFill>
                  <a:srgbClr val="FF0000"/>
                </a:solidFill>
                <a:latin typeface="Times New Roman" pitchFamily="18" charset="0"/>
                <a:ea typeface="楷体" charset="0"/>
              </a:rPr>
              <a:t>而最终得到最大子数组的和呢？</a:t>
            </a:r>
            <a:br>
              <a:rPr lang="zh-CN" altLang="en-US" sz="2800" b="1" dirty="0">
                <a:solidFill>
                  <a:srgbClr val="FF0000"/>
                </a:solidFill>
                <a:latin typeface="Times New Roman" pitchFamily="18" charset="0"/>
                <a:ea typeface="楷体" charset="0"/>
              </a:rPr>
            </a:br>
            <a:endParaRPr lang="zh-CN" altLang="en-US" sz="2800" b="1" dirty="0">
              <a:solidFill>
                <a:srgbClr val="FF0000"/>
              </a:solidFill>
              <a:latin typeface="Times New Roman" pitchFamily="18" charset="0"/>
              <a:ea typeface="楷体" charset="0"/>
            </a:endParaRPr>
          </a:p>
          <a:p>
            <a:r>
              <a:rPr lang="zh-CN" altLang="en-US" sz="2800" b="1" dirty="0">
                <a:solidFill>
                  <a:srgbClr val="000000"/>
                </a:solidFill>
                <a:latin typeface="Times New Roman" pitchFamily="18" charset="0"/>
                <a:ea typeface="楷体" charset="0"/>
              </a:rPr>
              <a:t>假如现在我们只枚举数组的结束点</a:t>
            </a:r>
            <a:r>
              <a:rPr lang="en-US" altLang="zh-CN" sz="2800" b="1" dirty="0">
                <a:solidFill>
                  <a:srgbClr val="000000"/>
                </a:solidFill>
                <a:latin typeface="Times New Roman" pitchFamily="18" charset="0"/>
                <a:ea typeface="楷体" charset="0"/>
              </a:rPr>
              <a:t>j</a:t>
            </a:r>
            <a:r>
              <a:rPr lang="zh-CN" altLang="en-US" sz="2800" b="1" dirty="0">
                <a:solidFill>
                  <a:srgbClr val="000000"/>
                </a:solidFill>
                <a:latin typeface="Times New Roman" pitchFamily="18" charset="0"/>
                <a:ea typeface="楷体" charset="0"/>
              </a:rPr>
              <a:t>。 </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p:cNvSpPr>
          <p:nvPr>
            <p:ph type="title" idx="4294967295"/>
          </p:nvPr>
        </p:nvSpPr>
        <p:spPr>
          <a:xfrm>
            <a:off x="0" y="205740"/>
            <a:ext cx="6172200" cy="857250"/>
          </a:xfrm>
        </p:spPr>
        <p:txBody>
          <a:bodyPr/>
          <a:lstStyle/>
          <a:p>
            <a:r>
              <a:rPr lang="zh-CN" altLang="en-US" sz="3000" b="1">
                <a:solidFill>
                  <a:srgbClr val="000000"/>
                </a:solidFill>
                <a:latin typeface="楷体" charset="0"/>
                <a:ea typeface="楷体" charset="0"/>
              </a:rPr>
              <a:t>假如现在我们只枚举数组的结束点</a:t>
            </a:r>
            <a:r>
              <a:rPr lang="en-US" altLang="zh-CN" sz="3000" b="1">
                <a:solidFill>
                  <a:srgbClr val="000000"/>
                </a:solidFill>
                <a:latin typeface="楷体" charset="0"/>
                <a:ea typeface="楷体" charset="0"/>
              </a:rPr>
              <a:t>j</a:t>
            </a:r>
          </a:p>
        </p:txBody>
      </p:sp>
      <p:pic>
        <p:nvPicPr>
          <p:cNvPr id="290820" name="Picture 4"/>
          <p:cNvPicPr>
            <a:picLocks noChangeAspect="1" noChangeArrowheads="1"/>
          </p:cNvPicPr>
          <p:nvPr/>
        </p:nvPicPr>
        <p:blipFill>
          <a:blip r:embed="rId2"/>
          <a:srcRect/>
          <a:stretch>
            <a:fillRect/>
          </a:stretch>
        </p:blipFill>
        <p:spPr bwMode="auto">
          <a:xfrm>
            <a:off x="1871663" y="1869281"/>
            <a:ext cx="4482704" cy="2920604"/>
          </a:xfrm>
          <a:prstGeom prst="rect">
            <a:avLst/>
          </a:prstGeom>
          <a:noFill/>
        </p:spPr>
      </p:pic>
      <p:pic>
        <p:nvPicPr>
          <p:cNvPr id="290821" name="Picture 5"/>
          <p:cNvPicPr>
            <a:picLocks noChangeAspect="1" noChangeArrowheads="1"/>
          </p:cNvPicPr>
          <p:nvPr/>
        </p:nvPicPr>
        <p:blipFill>
          <a:blip r:embed="rId3"/>
          <a:srcRect/>
          <a:stretch>
            <a:fillRect/>
          </a:stretch>
        </p:blipFill>
        <p:spPr bwMode="auto">
          <a:xfrm>
            <a:off x="2465785" y="1006079"/>
            <a:ext cx="3996928" cy="473869"/>
          </a:xfrm>
          <a:prstGeom prst="rect">
            <a:avLst/>
          </a:prstGeom>
          <a:noFill/>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p:cNvSpPr>
          <p:nvPr>
            <p:ph type="title" idx="4294967295"/>
          </p:nvPr>
        </p:nvSpPr>
        <p:spPr>
          <a:xfrm>
            <a:off x="0" y="205740"/>
            <a:ext cx="6172200" cy="368300"/>
          </a:xfrm>
        </p:spPr>
        <p:txBody>
          <a:bodyPr/>
          <a:lstStyle/>
          <a:p>
            <a:pPr algn="l"/>
            <a:r>
              <a:rPr lang="zh-CN" altLang="en-US" sz="3000" b="1">
                <a:solidFill>
                  <a:srgbClr val="000000"/>
                </a:solidFill>
                <a:latin typeface="Times New Roman" pitchFamily="18" charset="0"/>
                <a:ea typeface="楷体" charset="0"/>
              </a:rPr>
              <a:t>观察枚举的过程：</a:t>
            </a:r>
          </a:p>
        </p:txBody>
      </p:sp>
      <p:sp>
        <p:nvSpPr>
          <p:cNvPr id="291843" name="Rectangle 3"/>
          <p:cNvSpPr>
            <a:spLocks noGrp="1"/>
          </p:cNvSpPr>
          <p:nvPr>
            <p:ph type="body" idx="4294967295"/>
          </p:nvPr>
        </p:nvSpPr>
        <p:spPr>
          <a:xfrm>
            <a:off x="386715" y="843915"/>
            <a:ext cx="8757285" cy="2899410"/>
          </a:xfrm>
        </p:spPr>
        <p:txBody>
          <a:bodyPr/>
          <a:lstStyle/>
          <a:p>
            <a:r>
              <a:rPr lang="zh-CN" altLang="en-US" sz="2100" b="1" dirty="0">
                <a:solidFill>
                  <a:srgbClr val="000000"/>
                </a:solidFill>
                <a:latin typeface="楷体" charset="0"/>
                <a:ea typeface="楷体" charset="0"/>
              </a:rPr>
              <a:t>数组</a:t>
            </a:r>
            <a:r>
              <a:rPr lang="en-US" altLang="zh-CN" sz="2100" b="1" dirty="0">
                <a:solidFill>
                  <a:srgbClr val="000000"/>
                </a:solidFill>
                <a:latin typeface="楷体" charset="0"/>
                <a:ea typeface="楷体" charset="0"/>
              </a:rPr>
              <a:t>b[j]</a:t>
            </a:r>
            <a:r>
              <a:rPr lang="zh-CN" altLang="en-US" sz="2100" b="1" dirty="0">
                <a:solidFill>
                  <a:srgbClr val="000000"/>
                </a:solidFill>
                <a:latin typeface="楷体" charset="0"/>
                <a:ea typeface="楷体" charset="0"/>
              </a:rPr>
              <a:t>：表示以下标</a:t>
            </a:r>
            <a:r>
              <a:rPr lang="en-US" altLang="zh-CN" sz="2100" b="1" dirty="0">
                <a:solidFill>
                  <a:srgbClr val="000000"/>
                </a:solidFill>
                <a:latin typeface="楷体" charset="0"/>
                <a:ea typeface="楷体" charset="0"/>
              </a:rPr>
              <a:t>j</a:t>
            </a:r>
            <a:r>
              <a:rPr lang="zh-CN" altLang="en-US" sz="2100" b="1" dirty="0">
                <a:solidFill>
                  <a:srgbClr val="000000"/>
                </a:solidFill>
                <a:latin typeface="楷体" charset="0"/>
                <a:ea typeface="楷体" charset="0"/>
              </a:rPr>
              <a:t>结束的最大子数组的和的值。</a:t>
            </a:r>
          </a:p>
          <a:p>
            <a:r>
              <a:rPr lang="zh-CN" altLang="en-US" sz="2100" b="1" dirty="0">
                <a:solidFill>
                  <a:srgbClr val="000000"/>
                </a:solidFill>
                <a:latin typeface="楷体" charset="0"/>
                <a:ea typeface="楷体" charset="0"/>
              </a:rPr>
              <a:t>以下标</a:t>
            </a:r>
            <a:r>
              <a:rPr lang="en-US" altLang="zh-CN" sz="2100" b="1" dirty="0">
                <a:solidFill>
                  <a:srgbClr val="000000"/>
                </a:solidFill>
                <a:latin typeface="楷体" charset="0"/>
                <a:ea typeface="楷体" charset="0"/>
              </a:rPr>
              <a:t>0</a:t>
            </a:r>
            <a:r>
              <a:rPr lang="zh-CN" altLang="en-US" sz="2100" b="1" dirty="0">
                <a:solidFill>
                  <a:srgbClr val="000000"/>
                </a:solidFill>
                <a:latin typeface="楷体" charset="0"/>
                <a:ea typeface="楷体" charset="0"/>
              </a:rPr>
              <a:t>为结束的数组的最大子数组和就是该独立的元素</a:t>
            </a:r>
            <a:r>
              <a:rPr lang="en-US" altLang="zh-CN" sz="2100" b="1" dirty="0">
                <a:solidFill>
                  <a:srgbClr val="000000"/>
                </a:solidFill>
                <a:latin typeface="楷体" charset="0"/>
                <a:ea typeface="楷体" charset="0"/>
              </a:rPr>
              <a:t>1</a:t>
            </a:r>
            <a:r>
              <a:rPr lang="zh-CN" altLang="en-US" sz="2100" b="1" dirty="0">
                <a:solidFill>
                  <a:srgbClr val="000000"/>
                </a:solidFill>
                <a:latin typeface="楷体" charset="0"/>
                <a:ea typeface="楷体" charset="0"/>
              </a:rPr>
              <a:t>。即</a:t>
            </a:r>
            <a:r>
              <a:rPr lang="en-US" altLang="zh-CN" sz="2100" b="1" dirty="0">
                <a:solidFill>
                  <a:srgbClr val="000000"/>
                </a:solidFill>
                <a:latin typeface="楷体" charset="0"/>
                <a:ea typeface="楷体" charset="0"/>
              </a:rPr>
              <a:t>b[0]=1</a:t>
            </a:r>
            <a:r>
              <a:rPr lang="zh-CN" altLang="en-US" sz="2100" b="1" dirty="0">
                <a:solidFill>
                  <a:srgbClr val="000000"/>
                </a:solidFill>
                <a:latin typeface="楷体" charset="0"/>
                <a:ea typeface="楷体" charset="0"/>
              </a:rPr>
              <a:t>。</a:t>
            </a:r>
          </a:p>
          <a:p>
            <a:r>
              <a:rPr lang="zh-CN" altLang="en-US" sz="2100" b="1" dirty="0">
                <a:solidFill>
                  <a:srgbClr val="ED4713"/>
                </a:solidFill>
                <a:latin typeface="楷体" charset="0"/>
                <a:ea typeface="楷体" charset="0"/>
              </a:rPr>
              <a:t>思考？以下标</a:t>
            </a:r>
            <a:r>
              <a:rPr lang="en-US" altLang="zh-CN" sz="2100" b="1" dirty="0">
                <a:solidFill>
                  <a:srgbClr val="ED4713"/>
                </a:solidFill>
                <a:latin typeface="楷体" charset="0"/>
                <a:ea typeface="楷体" charset="0"/>
              </a:rPr>
              <a:t>1</a:t>
            </a:r>
            <a:r>
              <a:rPr lang="zh-CN" altLang="en-US" sz="2100" b="1" dirty="0">
                <a:solidFill>
                  <a:srgbClr val="ED4713"/>
                </a:solidFill>
                <a:latin typeface="楷体" charset="0"/>
                <a:ea typeface="楷体" charset="0"/>
              </a:rPr>
              <a:t>为结束的数组：</a:t>
            </a:r>
            <a:r>
              <a:rPr lang="en-US" altLang="zh-CN" sz="2100" b="1" dirty="0">
                <a:solidFill>
                  <a:srgbClr val="ED4713"/>
                </a:solidFill>
                <a:latin typeface="楷体" charset="0"/>
                <a:ea typeface="楷体" charset="0"/>
              </a:rPr>
              <a:t>1,-5</a:t>
            </a:r>
            <a:r>
              <a:rPr lang="zh-CN" altLang="en-US" sz="2100" b="1" dirty="0">
                <a:solidFill>
                  <a:srgbClr val="ED4713"/>
                </a:solidFill>
                <a:latin typeface="楷体" charset="0"/>
                <a:ea typeface="楷体" charset="0"/>
              </a:rPr>
              <a:t>的最大子数组和是什么？（注意：这里指的最大子数组必须以下标</a:t>
            </a:r>
            <a:r>
              <a:rPr lang="en-US" altLang="zh-CN" sz="2100" b="1" dirty="0">
                <a:solidFill>
                  <a:srgbClr val="ED4713"/>
                </a:solidFill>
                <a:latin typeface="楷体" charset="0"/>
                <a:ea typeface="楷体" charset="0"/>
              </a:rPr>
              <a:t>1(</a:t>
            </a:r>
            <a:r>
              <a:rPr lang="zh-CN" altLang="en-US" sz="2100" b="1" dirty="0">
                <a:solidFill>
                  <a:srgbClr val="ED4713"/>
                </a:solidFill>
                <a:latin typeface="楷体" charset="0"/>
                <a:ea typeface="楷体" charset="0"/>
              </a:rPr>
              <a:t>或者说</a:t>
            </a:r>
            <a:r>
              <a:rPr lang="en-US" altLang="zh-CN" sz="2100" b="1" dirty="0">
                <a:solidFill>
                  <a:srgbClr val="ED4713"/>
                </a:solidFill>
                <a:latin typeface="楷体" charset="0"/>
                <a:ea typeface="楷体" charset="0"/>
              </a:rPr>
              <a:t>j)</a:t>
            </a:r>
            <a:r>
              <a:rPr lang="zh-CN" altLang="en-US" sz="2100" b="1" dirty="0">
                <a:solidFill>
                  <a:srgbClr val="ED4713"/>
                </a:solidFill>
                <a:latin typeface="楷体" charset="0"/>
                <a:ea typeface="楷体" charset="0"/>
              </a:rPr>
              <a:t>结束）</a:t>
            </a:r>
            <a:r>
              <a:rPr lang="zh-CN" altLang="en-US" b="1" dirty="0">
                <a:solidFill>
                  <a:srgbClr val="ED4713"/>
                </a:solidFill>
                <a:latin typeface="楷体" charset="0"/>
                <a:ea typeface="楷体" charset="0"/>
              </a:rPr>
              <a:t> </a:t>
            </a:r>
          </a:p>
        </p:txBody>
      </p:sp>
      <p:pic>
        <p:nvPicPr>
          <p:cNvPr id="291844" name="Picture 4"/>
          <p:cNvPicPr>
            <a:picLocks noChangeAspect="1" noChangeArrowheads="1"/>
          </p:cNvPicPr>
          <p:nvPr/>
        </p:nvPicPr>
        <p:blipFill>
          <a:blip r:embed="rId2"/>
          <a:srcRect/>
          <a:stretch>
            <a:fillRect/>
          </a:stretch>
        </p:blipFill>
        <p:spPr bwMode="auto">
          <a:xfrm>
            <a:off x="827405" y="2513648"/>
            <a:ext cx="3267075" cy="2128838"/>
          </a:xfrm>
          <a:prstGeom prst="rect">
            <a:avLst/>
          </a:prstGeom>
          <a:noFill/>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p:cNvSpPr>
          <p:nvPr>
            <p:ph type="title" idx="4294967295"/>
          </p:nvPr>
        </p:nvSpPr>
        <p:spPr>
          <a:xfrm>
            <a:off x="0" y="205740"/>
            <a:ext cx="6172200" cy="368300"/>
          </a:xfrm>
        </p:spPr>
        <p:txBody>
          <a:bodyPr/>
          <a:lstStyle/>
          <a:p>
            <a:pPr algn="l"/>
            <a:r>
              <a:rPr lang="zh-CN" altLang="en-US" sz="3000" b="1">
                <a:solidFill>
                  <a:srgbClr val="000000"/>
                </a:solidFill>
                <a:latin typeface="Times New Roman" pitchFamily="18" charset="0"/>
                <a:ea typeface="楷体" charset="0"/>
              </a:rPr>
              <a:t>观察以上枚举的过程：</a:t>
            </a:r>
          </a:p>
        </p:txBody>
      </p:sp>
      <p:sp>
        <p:nvSpPr>
          <p:cNvPr id="292867" name="Rectangle 3"/>
          <p:cNvSpPr>
            <a:spLocks noGrp="1"/>
          </p:cNvSpPr>
          <p:nvPr>
            <p:ph type="body" idx="4294967295"/>
          </p:nvPr>
        </p:nvSpPr>
        <p:spPr>
          <a:xfrm>
            <a:off x="266700" y="843915"/>
            <a:ext cx="8877300" cy="2899410"/>
          </a:xfrm>
        </p:spPr>
        <p:txBody>
          <a:bodyPr/>
          <a:lstStyle/>
          <a:p>
            <a:r>
              <a:rPr lang="zh-CN" altLang="en-US" sz="1800" b="1">
                <a:solidFill>
                  <a:srgbClr val="ED4713"/>
                </a:solidFill>
                <a:latin typeface="Times New Roman" pitchFamily="18" charset="0"/>
                <a:ea typeface="楷体" charset="0"/>
              </a:rPr>
              <a:t>思考？</a:t>
            </a:r>
          </a:p>
          <a:p>
            <a:pPr lvl="1"/>
            <a:r>
              <a:rPr lang="zh-CN" altLang="en-US" sz="1500" b="1">
                <a:solidFill>
                  <a:srgbClr val="ED4713"/>
                </a:solidFill>
                <a:latin typeface="Times New Roman" pitchFamily="18" charset="0"/>
                <a:ea typeface="楷体" charset="0"/>
              </a:rPr>
              <a:t>以下标</a:t>
            </a:r>
            <a:r>
              <a:rPr lang="en-US" altLang="zh-CN" sz="1500" b="1">
                <a:solidFill>
                  <a:srgbClr val="ED4713"/>
                </a:solidFill>
                <a:latin typeface="Times New Roman" pitchFamily="18" charset="0"/>
                <a:ea typeface="楷体" charset="0"/>
              </a:rPr>
              <a:t>1</a:t>
            </a:r>
            <a:r>
              <a:rPr lang="zh-CN" altLang="en-US" sz="1500" b="1">
                <a:solidFill>
                  <a:srgbClr val="ED4713"/>
                </a:solidFill>
                <a:latin typeface="Times New Roman" pitchFamily="18" charset="0"/>
                <a:ea typeface="楷体" charset="0"/>
              </a:rPr>
              <a:t>为结束的数组：</a:t>
            </a:r>
            <a:r>
              <a:rPr lang="en-US" altLang="zh-CN" sz="1500" b="1">
                <a:solidFill>
                  <a:srgbClr val="ED4713"/>
                </a:solidFill>
                <a:latin typeface="Times New Roman" pitchFamily="18" charset="0"/>
                <a:ea typeface="楷体" charset="0"/>
              </a:rPr>
              <a:t>1,-5</a:t>
            </a:r>
            <a:r>
              <a:rPr lang="zh-CN" altLang="en-US" sz="1500" b="1">
                <a:solidFill>
                  <a:srgbClr val="ED4713"/>
                </a:solidFill>
                <a:latin typeface="Times New Roman" pitchFamily="18" charset="0"/>
                <a:ea typeface="楷体" charset="0"/>
              </a:rPr>
              <a:t>的最大子数组和是什么？（注意：这里指的最大子数组必须以下标</a:t>
            </a:r>
            <a:r>
              <a:rPr lang="en-US" altLang="zh-CN" sz="1500" b="1">
                <a:solidFill>
                  <a:srgbClr val="ED4713"/>
                </a:solidFill>
                <a:latin typeface="Times New Roman" pitchFamily="18" charset="0"/>
                <a:ea typeface="楷体" charset="0"/>
              </a:rPr>
              <a:t>1(</a:t>
            </a:r>
            <a:r>
              <a:rPr lang="zh-CN" altLang="en-US" sz="1500" b="1">
                <a:solidFill>
                  <a:srgbClr val="ED4713"/>
                </a:solidFill>
                <a:latin typeface="Times New Roman" pitchFamily="18" charset="0"/>
                <a:ea typeface="楷体" charset="0"/>
              </a:rPr>
              <a:t>或者说</a:t>
            </a:r>
            <a:r>
              <a:rPr lang="en-US" altLang="zh-CN" sz="1500" b="1">
                <a:solidFill>
                  <a:srgbClr val="ED4713"/>
                </a:solidFill>
                <a:latin typeface="Times New Roman" pitchFamily="18" charset="0"/>
                <a:ea typeface="楷体" charset="0"/>
              </a:rPr>
              <a:t>j)</a:t>
            </a:r>
            <a:r>
              <a:rPr lang="zh-CN" altLang="en-US" sz="1500" b="1">
                <a:solidFill>
                  <a:srgbClr val="ED4713"/>
                </a:solidFill>
                <a:latin typeface="Times New Roman" pitchFamily="18" charset="0"/>
                <a:ea typeface="楷体" charset="0"/>
              </a:rPr>
              <a:t>结束）</a:t>
            </a:r>
            <a:r>
              <a:rPr lang="zh-CN" altLang="en-US" sz="1800" b="1">
                <a:solidFill>
                  <a:srgbClr val="ED4713"/>
                </a:solidFill>
                <a:latin typeface="Times New Roman" pitchFamily="18" charset="0"/>
                <a:ea typeface="楷体" charset="0"/>
              </a:rPr>
              <a:t> </a:t>
            </a:r>
          </a:p>
          <a:p>
            <a:r>
              <a:rPr lang="zh-CN" altLang="en-US" sz="2100" b="1">
                <a:solidFill>
                  <a:srgbClr val="000000"/>
                </a:solidFill>
                <a:latin typeface="Times New Roman" pitchFamily="18" charset="0"/>
                <a:ea typeface="楷体" charset="0"/>
              </a:rPr>
              <a:t>答案很明确：</a:t>
            </a:r>
          </a:p>
          <a:p>
            <a:pPr lvl="1"/>
            <a:r>
              <a:rPr lang="zh-CN" altLang="en-US" sz="1800" b="1">
                <a:solidFill>
                  <a:srgbClr val="0033CC"/>
                </a:solidFill>
                <a:latin typeface="Times New Roman" pitchFamily="18" charset="0"/>
                <a:ea typeface="楷体" charset="0"/>
              </a:rPr>
              <a:t>如果以下标</a:t>
            </a:r>
            <a:r>
              <a:rPr lang="en-US" altLang="zh-CN" sz="1800" b="1">
                <a:solidFill>
                  <a:srgbClr val="0033CC"/>
                </a:solidFill>
                <a:latin typeface="Times New Roman" pitchFamily="18" charset="0"/>
                <a:ea typeface="楷体" charset="0"/>
              </a:rPr>
              <a:t>0</a:t>
            </a:r>
            <a:r>
              <a:rPr lang="zh-CN" altLang="en-US" sz="1800" b="1">
                <a:solidFill>
                  <a:srgbClr val="0033CC"/>
                </a:solidFill>
                <a:latin typeface="Times New Roman" pitchFamily="18" charset="0"/>
                <a:ea typeface="楷体" charset="0"/>
              </a:rPr>
              <a:t>结束的最大子数组的和为正数，那么</a:t>
            </a:r>
            <a:r>
              <a:rPr lang="en-US" altLang="zh-CN" sz="1800" b="1">
                <a:solidFill>
                  <a:srgbClr val="0033CC"/>
                </a:solidFill>
                <a:latin typeface="Times New Roman" pitchFamily="18" charset="0"/>
                <a:ea typeface="楷体" charset="0"/>
              </a:rPr>
              <a:t>b[1]</a:t>
            </a:r>
            <a:r>
              <a:rPr lang="zh-CN" altLang="en-US" sz="1800" b="1">
                <a:solidFill>
                  <a:srgbClr val="0033CC"/>
                </a:solidFill>
                <a:latin typeface="Times New Roman" pitchFamily="18" charset="0"/>
                <a:ea typeface="楷体" charset="0"/>
              </a:rPr>
              <a:t>就是</a:t>
            </a:r>
            <a:r>
              <a:rPr lang="en-US" altLang="zh-CN" sz="1800" b="1">
                <a:solidFill>
                  <a:srgbClr val="0033CC"/>
                </a:solidFill>
                <a:latin typeface="Times New Roman" pitchFamily="18" charset="0"/>
                <a:ea typeface="楷体" charset="0"/>
              </a:rPr>
              <a:t>b[0]+a[1]</a:t>
            </a:r>
            <a:r>
              <a:rPr lang="zh-CN" altLang="en-US" sz="1800" b="1">
                <a:solidFill>
                  <a:srgbClr val="0033CC"/>
                </a:solidFill>
                <a:latin typeface="Times New Roman" pitchFamily="18" charset="0"/>
                <a:ea typeface="楷体" charset="0"/>
              </a:rPr>
              <a:t>；如果如果以下标</a:t>
            </a:r>
            <a:r>
              <a:rPr lang="en-US" altLang="zh-CN" sz="1800" b="1">
                <a:solidFill>
                  <a:srgbClr val="0033CC"/>
                </a:solidFill>
                <a:latin typeface="Times New Roman" pitchFamily="18" charset="0"/>
                <a:ea typeface="楷体" charset="0"/>
              </a:rPr>
              <a:t>0</a:t>
            </a:r>
            <a:r>
              <a:rPr lang="zh-CN" altLang="en-US" sz="1800" b="1">
                <a:solidFill>
                  <a:srgbClr val="0033CC"/>
                </a:solidFill>
                <a:latin typeface="Times New Roman" pitchFamily="18" charset="0"/>
                <a:ea typeface="楷体" charset="0"/>
              </a:rPr>
              <a:t>结束的最大子数组的和为负数，那么</a:t>
            </a:r>
            <a:r>
              <a:rPr lang="en-US" altLang="zh-CN" sz="1800" b="1">
                <a:solidFill>
                  <a:srgbClr val="0033CC"/>
                </a:solidFill>
                <a:latin typeface="Times New Roman" pitchFamily="18" charset="0"/>
                <a:ea typeface="楷体" charset="0"/>
              </a:rPr>
              <a:t>b[1]</a:t>
            </a:r>
            <a:r>
              <a:rPr lang="zh-CN" altLang="en-US" sz="1800" b="1">
                <a:solidFill>
                  <a:srgbClr val="0033CC"/>
                </a:solidFill>
                <a:latin typeface="Times New Roman" pitchFamily="18" charset="0"/>
                <a:ea typeface="楷体" charset="0"/>
              </a:rPr>
              <a:t>就是</a:t>
            </a:r>
            <a:r>
              <a:rPr lang="en-US" altLang="zh-CN" sz="1800" b="1">
                <a:solidFill>
                  <a:srgbClr val="0033CC"/>
                </a:solidFill>
                <a:latin typeface="Times New Roman" pitchFamily="18" charset="0"/>
                <a:ea typeface="楷体" charset="0"/>
              </a:rPr>
              <a:t>a[1]</a:t>
            </a:r>
            <a:r>
              <a:rPr lang="zh-CN" altLang="en-US" sz="1800" b="1">
                <a:solidFill>
                  <a:srgbClr val="0033CC"/>
                </a:solidFill>
                <a:latin typeface="Times New Roman" pitchFamily="18" charset="0"/>
                <a:ea typeface="楷体" charset="0"/>
              </a:rPr>
              <a:t>。所以</a:t>
            </a:r>
            <a:r>
              <a:rPr lang="en-US" altLang="zh-CN" sz="1800" b="1">
                <a:solidFill>
                  <a:srgbClr val="0033CC"/>
                </a:solidFill>
                <a:latin typeface="Times New Roman" pitchFamily="18" charset="0"/>
                <a:ea typeface="楷体" charset="0"/>
              </a:rPr>
              <a:t>b[1]=b[0]+a[1]=-4</a:t>
            </a:r>
            <a:r>
              <a:rPr lang="zh-CN" altLang="en-US" sz="1800" b="1">
                <a:solidFill>
                  <a:srgbClr val="0033CC"/>
                </a:solidFill>
                <a:latin typeface="Times New Roman" pitchFamily="18" charset="0"/>
                <a:ea typeface="楷体" charset="0"/>
              </a:rPr>
              <a:t>。</a:t>
            </a:r>
            <a:r>
              <a:rPr lang="zh-CN" altLang="en-US" sz="1800" b="1">
                <a:latin typeface="Times New Roman" pitchFamily="18" charset="0"/>
                <a:ea typeface="楷体" charset="0"/>
              </a:rPr>
              <a:t> </a:t>
            </a:r>
          </a:p>
          <a:p>
            <a:pPr lvl="1"/>
            <a:r>
              <a:rPr lang="zh-CN" altLang="en-US" sz="1800" b="1">
                <a:solidFill>
                  <a:srgbClr val="000000"/>
                </a:solidFill>
                <a:latin typeface="Times New Roman" pitchFamily="18" charset="0"/>
                <a:ea typeface="楷体" charset="0"/>
              </a:rPr>
              <a:t>以下标</a:t>
            </a:r>
            <a:r>
              <a:rPr lang="en-US" altLang="zh-CN" sz="1800" b="1">
                <a:solidFill>
                  <a:srgbClr val="000000"/>
                </a:solidFill>
                <a:latin typeface="Times New Roman" pitchFamily="18" charset="0"/>
                <a:ea typeface="楷体" charset="0"/>
              </a:rPr>
              <a:t>2</a:t>
            </a:r>
            <a:r>
              <a:rPr lang="zh-CN" altLang="en-US" sz="1800" b="1">
                <a:solidFill>
                  <a:srgbClr val="000000"/>
                </a:solidFill>
                <a:latin typeface="Times New Roman" pitchFamily="18" charset="0"/>
                <a:ea typeface="楷体" charset="0"/>
              </a:rPr>
              <a:t>为结束的数组：</a:t>
            </a:r>
          </a:p>
          <a:p>
            <a:pPr lvl="1">
              <a:buFont typeface="Wingdings 2" pitchFamily="18" charset="2"/>
              <a:buNone/>
            </a:pPr>
            <a:r>
              <a:rPr lang="en-US" altLang="zh-CN" sz="1800" b="1">
                <a:solidFill>
                  <a:srgbClr val="000000"/>
                </a:solidFill>
                <a:latin typeface="Times New Roman" pitchFamily="18" charset="0"/>
                <a:ea typeface="楷体" charset="0"/>
              </a:rPr>
              <a:t>1,-5,3</a:t>
            </a:r>
            <a:r>
              <a:rPr lang="zh-CN" altLang="en-US" sz="1800" b="1">
                <a:solidFill>
                  <a:srgbClr val="000000"/>
                </a:solidFill>
                <a:latin typeface="Times New Roman" pitchFamily="18" charset="0"/>
                <a:ea typeface="楷体" charset="0"/>
              </a:rPr>
              <a:t>的最大子数组和是什么？</a:t>
            </a:r>
            <a:r>
              <a:rPr lang="zh-CN" altLang="en-US" sz="1800" b="1">
                <a:latin typeface="Times New Roman" pitchFamily="18" charset="0"/>
                <a:ea typeface="楷体" charset="0"/>
              </a:rPr>
              <a:t> </a:t>
            </a:r>
            <a:endParaRPr lang="zh-CN" altLang="en-US" sz="1800" b="1">
              <a:solidFill>
                <a:srgbClr val="ED4713"/>
              </a:solidFill>
              <a:latin typeface="Times New Roman" pitchFamily="18" charset="0"/>
              <a:ea typeface="楷体" charset="0"/>
            </a:endParaRPr>
          </a:p>
          <a:p>
            <a:pPr lvl="1"/>
            <a:endParaRPr lang="zh-CN" altLang="en-US" sz="1800" b="1">
              <a:latin typeface="Times New Roman" pitchFamily="18" charset="0"/>
              <a:ea typeface="楷体" charset="0"/>
            </a:endParaRPr>
          </a:p>
        </p:txBody>
      </p:sp>
      <p:pic>
        <p:nvPicPr>
          <p:cNvPr id="292868" name="Picture 4"/>
          <p:cNvPicPr>
            <a:picLocks noChangeAspect="1" noChangeArrowheads="1"/>
          </p:cNvPicPr>
          <p:nvPr/>
        </p:nvPicPr>
        <p:blipFill>
          <a:blip r:embed="rId2"/>
          <a:srcRect/>
          <a:stretch>
            <a:fillRect/>
          </a:stretch>
        </p:blipFill>
        <p:spPr bwMode="auto">
          <a:xfrm>
            <a:off x="5954395" y="3147775"/>
            <a:ext cx="2619375" cy="1706165"/>
          </a:xfrm>
          <a:prstGeom prst="rect">
            <a:avLst/>
          </a:prstGeom>
          <a:noFill/>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p:cNvSpPr>
          <p:nvPr>
            <p:ph type="title" idx="4294967295"/>
          </p:nvPr>
        </p:nvSpPr>
        <p:spPr>
          <a:xfrm>
            <a:off x="0" y="205740"/>
            <a:ext cx="6172200" cy="368300"/>
          </a:xfrm>
        </p:spPr>
        <p:txBody>
          <a:bodyPr/>
          <a:lstStyle/>
          <a:p>
            <a:pPr algn="l"/>
            <a:r>
              <a:rPr lang="zh-CN" altLang="en-US" sz="3000" b="1">
                <a:solidFill>
                  <a:srgbClr val="000000"/>
                </a:solidFill>
                <a:latin typeface="Times New Roman" pitchFamily="18" charset="0"/>
                <a:ea typeface="楷体" charset="0"/>
              </a:rPr>
              <a:t>观察以上枚举的过程：</a:t>
            </a:r>
          </a:p>
        </p:txBody>
      </p:sp>
      <p:sp>
        <p:nvSpPr>
          <p:cNvPr id="293891" name="Rectangle 3"/>
          <p:cNvSpPr>
            <a:spLocks noGrp="1"/>
          </p:cNvSpPr>
          <p:nvPr>
            <p:ph type="body" idx="4294967295"/>
          </p:nvPr>
        </p:nvSpPr>
        <p:spPr>
          <a:xfrm>
            <a:off x="140970" y="843915"/>
            <a:ext cx="9003030" cy="2899410"/>
          </a:xfrm>
        </p:spPr>
        <p:txBody>
          <a:bodyPr/>
          <a:lstStyle/>
          <a:p>
            <a:r>
              <a:rPr lang="zh-CN" altLang="en-US" sz="2400" b="1">
                <a:solidFill>
                  <a:srgbClr val="ED4713"/>
                </a:solidFill>
                <a:latin typeface="Times New Roman" pitchFamily="18" charset="0"/>
                <a:ea typeface="楷体" charset="0"/>
              </a:rPr>
              <a:t>思考？</a:t>
            </a:r>
          </a:p>
          <a:p>
            <a:pPr lvl="1"/>
            <a:r>
              <a:rPr lang="zh-CN" altLang="en-US" sz="2400" b="1">
                <a:solidFill>
                  <a:srgbClr val="000000"/>
                </a:solidFill>
                <a:latin typeface="Times New Roman" pitchFamily="18" charset="0"/>
                <a:ea typeface="楷体" charset="0"/>
              </a:rPr>
              <a:t>以下标</a:t>
            </a:r>
            <a:r>
              <a:rPr lang="en-US" altLang="zh-CN" sz="2400" b="1">
                <a:solidFill>
                  <a:srgbClr val="000000"/>
                </a:solidFill>
                <a:latin typeface="Times New Roman" pitchFamily="18" charset="0"/>
                <a:ea typeface="楷体" charset="0"/>
              </a:rPr>
              <a:t>2</a:t>
            </a:r>
            <a:r>
              <a:rPr lang="zh-CN" altLang="en-US" sz="2400" b="1">
                <a:solidFill>
                  <a:srgbClr val="000000"/>
                </a:solidFill>
                <a:latin typeface="Times New Roman" pitchFamily="18" charset="0"/>
                <a:ea typeface="楷体" charset="0"/>
              </a:rPr>
              <a:t>为结束的数组：</a:t>
            </a:r>
            <a:r>
              <a:rPr lang="en-US" altLang="zh-CN" sz="2400" b="1">
                <a:solidFill>
                  <a:srgbClr val="000000"/>
                </a:solidFill>
                <a:latin typeface="Times New Roman" pitchFamily="18" charset="0"/>
                <a:ea typeface="楷体" charset="0"/>
              </a:rPr>
              <a:t>1,-5,3</a:t>
            </a:r>
            <a:r>
              <a:rPr lang="zh-CN" altLang="en-US" sz="2400" b="1">
                <a:solidFill>
                  <a:srgbClr val="000000"/>
                </a:solidFill>
                <a:latin typeface="Times New Roman" pitchFamily="18" charset="0"/>
                <a:ea typeface="楷体" charset="0"/>
              </a:rPr>
              <a:t>的最大子数组和是什么？</a:t>
            </a:r>
            <a:r>
              <a:rPr lang="zh-CN" altLang="en-US" sz="2400">
                <a:solidFill>
                  <a:srgbClr val="000000"/>
                </a:solidFill>
                <a:latin typeface="Times New Roman" pitchFamily="18" charset="0"/>
                <a:ea typeface="楷体" charset="0"/>
              </a:rPr>
              <a:t> </a:t>
            </a:r>
            <a:endParaRPr lang="zh-CN" altLang="en-US" sz="2400" b="1">
              <a:solidFill>
                <a:srgbClr val="000000"/>
              </a:solidFill>
              <a:latin typeface="Times New Roman" pitchFamily="18" charset="0"/>
              <a:ea typeface="楷体" charset="0"/>
            </a:endParaRPr>
          </a:p>
          <a:p>
            <a:r>
              <a:rPr lang="zh-CN" altLang="en-US" sz="2800" b="1">
                <a:solidFill>
                  <a:srgbClr val="000000"/>
                </a:solidFill>
                <a:latin typeface="Times New Roman" pitchFamily="18" charset="0"/>
                <a:ea typeface="楷体" charset="0"/>
              </a:rPr>
              <a:t>答案很明确：</a:t>
            </a:r>
          </a:p>
          <a:p>
            <a:pPr lvl="1"/>
            <a:r>
              <a:rPr lang="zh-CN" altLang="en-US" sz="2400" b="1">
                <a:solidFill>
                  <a:srgbClr val="0033CC"/>
                </a:solidFill>
                <a:latin typeface="Times New Roman" pitchFamily="18" charset="0"/>
                <a:ea typeface="楷体" charset="0"/>
              </a:rPr>
              <a:t>如果</a:t>
            </a:r>
            <a:r>
              <a:rPr lang="en-US" altLang="zh-CN" sz="2400" b="1">
                <a:solidFill>
                  <a:srgbClr val="0033CC"/>
                </a:solidFill>
                <a:latin typeface="Times New Roman" pitchFamily="18" charset="0"/>
                <a:ea typeface="楷体" charset="0"/>
              </a:rPr>
              <a:t>b[1]&gt;0</a:t>
            </a:r>
            <a:r>
              <a:rPr lang="zh-CN" altLang="en-US" sz="2400" b="1">
                <a:solidFill>
                  <a:srgbClr val="0033CC"/>
                </a:solidFill>
                <a:latin typeface="Times New Roman" pitchFamily="18" charset="0"/>
                <a:ea typeface="楷体" charset="0"/>
              </a:rPr>
              <a:t>，则</a:t>
            </a:r>
            <a:r>
              <a:rPr lang="en-US" altLang="zh-CN" sz="2400" b="1">
                <a:solidFill>
                  <a:srgbClr val="0033CC"/>
                </a:solidFill>
                <a:latin typeface="Times New Roman" pitchFamily="18" charset="0"/>
                <a:ea typeface="楷体" charset="0"/>
              </a:rPr>
              <a:t>b[2]=b[1]+a[2]</a:t>
            </a:r>
            <a:r>
              <a:rPr lang="zh-CN" altLang="en-US" sz="2400" b="1">
                <a:solidFill>
                  <a:srgbClr val="0033CC"/>
                </a:solidFill>
                <a:latin typeface="Times New Roman" pitchFamily="18" charset="0"/>
                <a:ea typeface="楷体" charset="0"/>
              </a:rPr>
              <a:t>。</a:t>
            </a:r>
            <a:br>
              <a:rPr lang="zh-CN" altLang="en-US" sz="2400" b="1">
                <a:solidFill>
                  <a:srgbClr val="0033CC"/>
                </a:solidFill>
                <a:latin typeface="Times New Roman" pitchFamily="18" charset="0"/>
                <a:ea typeface="楷体" charset="0"/>
              </a:rPr>
            </a:br>
            <a:r>
              <a:rPr lang="zh-CN" altLang="en-US" sz="2400" b="1">
                <a:solidFill>
                  <a:srgbClr val="0033CC"/>
                </a:solidFill>
                <a:latin typeface="Times New Roman" pitchFamily="18" charset="0"/>
                <a:ea typeface="楷体" charset="0"/>
              </a:rPr>
              <a:t>否则</a:t>
            </a:r>
            <a:r>
              <a:rPr lang="en-US" altLang="zh-CN" sz="2400" b="1">
                <a:solidFill>
                  <a:srgbClr val="0033CC"/>
                </a:solidFill>
                <a:latin typeface="Times New Roman" pitchFamily="18" charset="0"/>
                <a:ea typeface="楷体" charset="0"/>
              </a:rPr>
              <a:t>b[2]=a[2]</a:t>
            </a:r>
            <a:r>
              <a:rPr lang="zh-CN" altLang="en-US" sz="2400" b="1">
                <a:solidFill>
                  <a:srgbClr val="0033CC"/>
                </a:solidFill>
                <a:latin typeface="Times New Roman" pitchFamily="18" charset="0"/>
                <a:ea typeface="楷体" charset="0"/>
              </a:rPr>
              <a:t>。</a:t>
            </a:r>
            <a:br>
              <a:rPr lang="zh-CN" altLang="en-US" sz="2400" b="1">
                <a:solidFill>
                  <a:srgbClr val="0033CC"/>
                </a:solidFill>
                <a:latin typeface="Times New Roman" pitchFamily="18" charset="0"/>
                <a:ea typeface="楷体" charset="0"/>
              </a:rPr>
            </a:br>
            <a:r>
              <a:rPr lang="zh-CN" altLang="en-US" sz="2400" b="1">
                <a:solidFill>
                  <a:srgbClr val="0033CC"/>
                </a:solidFill>
                <a:latin typeface="Times New Roman" pitchFamily="18" charset="0"/>
                <a:ea typeface="楷体" charset="0"/>
              </a:rPr>
              <a:t>所以</a:t>
            </a:r>
            <a:r>
              <a:rPr lang="en-US" altLang="zh-CN" sz="2400" b="1">
                <a:solidFill>
                  <a:srgbClr val="0033CC"/>
                </a:solidFill>
                <a:latin typeface="Times New Roman" pitchFamily="18" charset="0"/>
                <a:ea typeface="楷体" charset="0"/>
              </a:rPr>
              <a:t>b[2]=3</a:t>
            </a:r>
            <a:r>
              <a:rPr lang="zh-CN" altLang="en-US" sz="2400" b="1">
                <a:solidFill>
                  <a:srgbClr val="0033CC"/>
                </a:solidFill>
                <a:latin typeface="Times New Roman" pitchFamily="18" charset="0"/>
                <a:ea typeface="楷体" charset="0"/>
              </a:rPr>
              <a:t>。</a:t>
            </a:r>
          </a:p>
        </p:txBody>
      </p:sp>
      <p:pic>
        <p:nvPicPr>
          <p:cNvPr id="293892" name="Picture 4"/>
          <p:cNvPicPr>
            <a:picLocks noChangeAspect="1" noChangeArrowheads="1"/>
          </p:cNvPicPr>
          <p:nvPr/>
        </p:nvPicPr>
        <p:blipFill>
          <a:blip r:embed="rId2"/>
          <a:srcRect/>
          <a:stretch>
            <a:fillRect/>
          </a:stretch>
        </p:blipFill>
        <p:spPr bwMode="auto">
          <a:xfrm>
            <a:off x="4680347" y="2950369"/>
            <a:ext cx="3050381" cy="1987154"/>
          </a:xfrm>
          <a:prstGeom prst="rect">
            <a:avLst/>
          </a:prstGeom>
          <a:noFill/>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idx="4294967295"/>
          </p:nvPr>
        </p:nvSpPr>
        <p:spPr>
          <a:xfrm>
            <a:off x="0" y="93980"/>
            <a:ext cx="6172200" cy="857250"/>
          </a:xfrm>
        </p:spPr>
        <p:txBody>
          <a:bodyPr/>
          <a:lstStyle/>
          <a:p>
            <a:pPr eaLnBrk="1" hangingPunct="1"/>
            <a:r>
              <a:rPr lang="zh-CN" altLang="en-US" sz="3200" b="1">
                <a:solidFill>
                  <a:srgbClr val="000000"/>
                </a:solidFill>
                <a:latin typeface="Times New Roman" pitchFamily="18" charset="0"/>
                <a:ea typeface="楷体" charset="0"/>
                <a:cs typeface="微软雅黑"/>
              </a:rPr>
              <a:t>动态规划的求解？</a:t>
            </a:r>
          </a:p>
        </p:txBody>
      </p:sp>
      <p:pic>
        <p:nvPicPr>
          <p:cNvPr id="398340" name="Picture 4"/>
          <p:cNvPicPr>
            <a:picLocks noChangeAspect="1" noChangeArrowheads="1"/>
          </p:cNvPicPr>
          <p:nvPr/>
        </p:nvPicPr>
        <p:blipFill>
          <a:blip r:embed="rId2"/>
          <a:srcRect/>
          <a:stretch>
            <a:fillRect/>
          </a:stretch>
        </p:blipFill>
        <p:spPr bwMode="auto">
          <a:xfrm>
            <a:off x="1169194" y="951310"/>
            <a:ext cx="6805613" cy="1728788"/>
          </a:xfrm>
          <a:prstGeom prst="rect">
            <a:avLst/>
          </a:prstGeom>
          <a:noFill/>
          <a:ln w="9525">
            <a:noFill/>
            <a:miter lim="800000"/>
            <a:headEnd/>
            <a:tailEnd/>
          </a:ln>
        </p:spPr>
      </p:pic>
      <p:pic>
        <p:nvPicPr>
          <p:cNvPr id="398341" name="Picture 5"/>
          <p:cNvPicPr>
            <a:picLocks noChangeAspect="1" noChangeArrowheads="1"/>
          </p:cNvPicPr>
          <p:nvPr/>
        </p:nvPicPr>
        <p:blipFill>
          <a:blip r:embed="rId3"/>
          <a:srcRect/>
          <a:stretch>
            <a:fillRect/>
          </a:stretch>
        </p:blipFill>
        <p:spPr bwMode="auto">
          <a:xfrm>
            <a:off x="1487091" y="3003947"/>
            <a:ext cx="6162675" cy="11334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98340"/>
                                        </p:tgtEl>
                                        <p:attrNameLst>
                                          <p:attrName>style.visibility</p:attrName>
                                        </p:attrNameLst>
                                      </p:cBhvr>
                                      <p:to>
                                        <p:strVal val="visible"/>
                                      </p:to>
                                    </p:set>
                                    <p:animEffect transition="in" filter="randombar(horizontal)">
                                      <p:cBhvr>
                                        <p:cTn id="7" dur="500"/>
                                        <p:tgtEl>
                                          <p:spTgt spid="39834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98341"/>
                                        </p:tgtEl>
                                        <p:attrNameLst>
                                          <p:attrName>style.visibility</p:attrName>
                                        </p:attrNameLst>
                                      </p:cBhvr>
                                      <p:to>
                                        <p:strVal val="visible"/>
                                      </p:to>
                                    </p:set>
                                    <p:animEffect transition="in" filter="randombar(horizontal)">
                                      <p:cBhvr>
                                        <p:cTn id="12" dur="500"/>
                                        <p:tgtEl>
                                          <p:spTgt spid="398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4"/>
          <p:cNvSpPr>
            <a:spLocks noGrp="1" noChangeArrowheads="1"/>
          </p:cNvSpPr>
          <p:nvPr>
            <p:ph type="title" idx="4294967295"/>
          </p:nvPr>
        </p:nvSpPr>
        <p:spPr>
          <a:xfrm>
            <a:off x="0" y="205740"/>
            <a:ext cx="8229600" cy="857250"/>
          </a:xfrm>
        </p:spPr>
        <p:txBody>
          <a:bodyPr/>
          <a:lstStyle/>
          <a:p>
            <a:pPr eaLnBrk="1" hangingPunct="1"/>
            <a:r>
              <a:rPr lang="zh-CN" altLang="en-US" b="1">
                <a:solidFill>
                  <a:srgbClr val="000000"/>
                </a:solidFill>
                <a:latin typeface="Times New Roman" pitchFamily="18" charset="0"/>
                <a:ea typeface="楷体" charset="0"/>
                <a:cs typeface="微软雅黑"/>
              </a:rPr>
              <a:t>晕？ 看个例子吧！</a:t>
            </a:r>
          </a:p>
        </p:txBody>
      </p:sp>
      <p:pic>
        <p:nvPicPr>
          <p:cNvPr id="196611" name="Picture 5"/>
          <p:cNvPicPr>
            <a:picLocks noChangeAspect="1" noChangeArrowheads="1"/>
          </p:cNvPicPr>
          <p:nvPr/>
        </p:nvPicPr>
        <p:blipFill>
          <a:blip r:embed="rId2"/>
          <a:srcRect/>
          <a:stretch>
            <a:fillRect/>
          </a:stretch>
        </p:blipFill>
        <p:spPr bwMode="auto">
          <a:xfrm>
            <a:off x="1547813" y="1113235"/>
            <a:ext cx="6048375" cy="1724025"/>
          </a:xfrm>
          <a:prstGeom prst="rect">
            <a:avLst/>
          </a:prstGeom>
          <a:noFill/>
          <a:ln w="9525">
            <a:noFill/>
            <a:miter lim="800000"/>
            <a:headEnd/>
            <a:tailEnd/>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4"/>
          <p:cNvSpPr>
            <a:spLocks noGrp="1" noChangeArrowheads="1"/>
          </p:cNvSpPr>
          <p:nvPr>
            <p:ph type="title" idx="4294967295"/>
          </p:nvPr>
        </p:nvSpPr>
        <p:spPr>
          <a:xfrm>
            <a:off x="0" y="205740"/>
            <a:ext cx="6172200" cy="857250"/>
          </a:xfrm>
        </p:spPr>
        <p:txBody>
          <a:bodyPr/>
          <a:lstStyle/>
          <a:p>
            <a:pPr eaLnBrk="1" hangingPunct="1"/>
            <a:r>
              <a:rPr lang="zh-CN" altLang="en-US" b="1">
                <a:solidFill>
                  <a:srgbClr val="000000"/>
                </a:solidFill>
                <a:latin typeface="Times New Roman" pitchFamily="18" charset="0"/>
                <a:ea typeface="楷体" charset="0"/>
                <a:cs typeface="微软雅黑"/>
              </a:rPr>
              <a:t>算法描述和分析</a:t>
            </a:r>
          </a:p>
        </p:txBody>
      </p:sp>
      <p:pic>
        <p:nvPicPr>
          <p:cNvPr id="198659" name="Picture 5"/>
          <p:cNvPicPr>
            <a:picLocks noChangeAspect="1" noChangeArrowheads="1"/>
          </p:cNvPicPr>
          <p:nvPr/>
        </p:nvPicPr>
        <p:blipFill>
          <a:blip r:embed="rId2"/>
          <a:srcRect/>
          <a:stretch>
            <a:fillRect/>
          </a:stretch>
        </p:blipFill>
        <p:spPr bwMode="auto">
          <a:xfrm>
            <a:off x="744855" y="1148715"/>
            <a:ext cx="4216400" cy="3062605"/>
          </a:xfrm>
          <a:prstGeom prst="rect">
            <a:avLst/>
          </a:prstGeom>
          <a:noFill/>
          <a:ln w="9525">
            <a:noFill/>
            <a:miter lim="800000"/>
            <a:headEnd/>
            <a:tailEnd/>
          </a:ln>
        </p:spPr>
      </p:pic>
      <p:pic>
        <p:nvPicPr>
          <p:cNvPr id="51205" name="Picture 7"/>
          <p:cNvPicPr>
            <a:picLocks noChangeAspect="1" noChangeArrowheads="1"/>
          </p:cNvPicPr>
          <p:nvPr/>
        </p:nvPicPr>
        <p:blipFill>
          <a:blip r:embed="rId3"/>
          <a:srcRect/>
          <a:stretch>
            <a:fillRect/>
          </a:stretch>
        </p:blipFill>
        <p:spPr bwMode="auto">
          <a:xfrm>
            <a:off x="5435997" y="3205163"/>
            <a:ext cx="2893219" cy="307181"/>
          </a:xfrm>
          <a:prstGeom prst="rect">
            <a:avLst/>
          </a:prstGeom>
          <a:noFill/>
          <a:ln w="9525">
            <a:noFill/>
            <a:miter lim="800000"/>
            <a:headEnd/>
            <a:tailEnd/>
          </a:ln>
        </p:spPr>
      </p:pic>
      <p:pic>
        <p:nvPicPr>
          <p:cNvPr id="198661" name="Picture 8"/>
          <p:cNvPicPr>
            <a:picLocks noChangeAspect="1" noChangeArrowheads="1"/>
          </p:cNvPicPr>
          <p:nvPr/>
        </p:nvPicPr>
        <p:blipFill>
          <a:blip r:embed="rId4"/>
          <a:srcRect/>
          <a:stretch>
            <a:fillRect/>
          </a:stretch>
        </p:blipFill>
        <p:spPr bwMode="auto">
          <a:xfrm>
            <a:off x="4995545" y="1626235"/>
            <a:ext cx="3997960" cy="11398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1205"/>
                                        </p:tgtEl>
                                        <p:attrNameLst>
                                          <p:attrName>style.visibility</p:attrName>
                                        </p:attrNameLst>
                                      </p:cBhvr>
                                      <p:to>
                                        <p:strVal val="visible"/>
                                      </p:to>
                                    </p:set>
                                    <p:animEffect transition="in" filter="barn(inVertical)">
                                      <p:cBhvr>
                                        <p:cTn id="7" dur="500"/>
                                        <p:tgtEl>
                                          <p:spTgt spid="51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标题 1"/>
          <p:cNvSpPr>
            <a:spLocks noGrp="1"/>
          </p:cNvSpPr>
          <p:nvPr>
            <p:ph type="title" idx="4294967295"/>
          </p:nvPr>
        </p:nvSpPr>
        <p:spPr>
          <a:xfrm>
            <a:off x="654685" y="728345"/>
            <a:ext cx="7974330" cy="857250"/>
          </a:xfrm>
        </p:spPr>
        <p:txBody>
          <a:bodyPr/>
          <a:lstStyle/>
          <a:p>
            <a:pPr eaLnBrk="1" hangingPunct="1"/>
            <a:r>
              <a:rPr lang="zh-CN" altLang="en-US" b="1">
                <a:solidFill>
                  <a:srgbClr val="0033CC"/>
                </a:solidFill>
                <a:cs typeface="微软雅黑"/>
              </a:rPr>
              <a:t>你看出上述算法的精妙了吗？</a:t>
            </a:r>
          </a:p>
        </p:txBody>
      </p:sp>
      <p:grpSp>
        <p:nvGrpSpPr>
          <p:cNvPr id="2" name="组合 1"/>
          <p:cNvGrpSpPr/>
          <p:nvPr/>
        </p:nvGrpSpPr>
        <p:grpSpPr>
          <a:xfrm>
            <a:off x="3477260" y="1937903"/>
            <a:ext cx="2082800" cy="2371207"/>
            <a:chOff x="9595" y="2508"/>
            <a:chExt cx="3107" cy="3804"/>
          </a:xfrm>
        </p:grpSpPr>
        <p:sp>
          <p:nvSpPr>
            <p:cNvPr id="5125" name="Freeform 5"/>
            <p:cNvSpPr/>
            <p:nvPr/>
          </p:nvSpPr>
          <p:spPr bwMode="auto">
            <a:xfrm flipH="1">
              <a:off x="10315" y="2508"/>
              <a:ext cx="1931" cy="1198"/>
            </a:xfrm>
            <a:custGeom>
              <a:avLst/>
              <a:gdLst/>
              <a:ahLst/>
              <a:cxnLst>
                <a:cxn ang="0">
                  <a:pos x="515" y="102"/>
                </a:cxn>
                <a:cxn ang="0">
                  <a:pos x="366" y="194"/>
                </a:cxn>
                <a:cxn ang="0">
                  <a:pos x="395" y="211"/>
                </a:cxn>
                <a:cxn ang="0">
                  <a:pos x="414" y="257"/>
                </a:cxn>
                <a:cxn ang="0">
                  <a:pos x="395" y="302"/>
                </a:cxn>
                <a:cxn ang="0">
                  <a:pos x="350" y="320"/>
                </a:cxn>
                <a:cxn ang="0">
                  <a:pos x="305" y="302"/>
                </a:cxn>
                <a:cxn ang="0">
                  <a:pos x="287" y="257"/>
                </a:cxn>
                <a:cxn ang="0">
                  <a:pos x="288" y="243"/>
                </a:cxn>
                <a:cxn ang="0">
                  <a:pos x="171" y="315"/>
                </a:cxn>
                <a:cxn ang="0">
                  <a:pos x="124" y="238"/>
                </a:cxn>
                <a:cxn ang="0">
                  <a:pos x="109" y="262"/>
                </a:cxn>
                <a:cxn ang="0">
                  <a:pos x="64" y="281"/>
                </a:cxn>
                <a:cxn ang="0">
                  <a:pos x="18" y="262"/>
                </a:cxn>
                <a:cxn ang="0">
                  <a:pos x="0" y="217"/>
                </a:cxn>
                <a:cxn ang="0">
                  <a:pos x="18" y="172"/>
                </a:cxn>
                <a:cxn ang="0">
                  <a:pos x="64" y="153"/>
                </a:cxn>
                <a:cxn ang="0">
                  <a:pos x="74" y="154"/>
                </a:cxn>
                <a:cxn ang="0">
                  <a:pos x="29" y="80"/>
                </a:cxn>
                <a:cxn ang="0">
                  <a:pos x="115" y="31"/>
                </a:cxn>
                <a:cxn ang="0">
                  <a:pos x="278" y="3"/>
                </a:cxn>
                <a:cxn ang="0">
                  <a:pos x="445" y="52"/>
                </a:cxn>
                <a:cxn ang="0">
                  <a:pos x="515" y="102"/>
                </a:cxn>
              </a:cxnLst>
              <a:rect l="0" t="0" r="r" b="b"/>
              <a:pathLst>
                <a:path w="515" h="320">
                  <a:moveTo>
                    <a:pt x="515" y="102"/>
                  </a:moveTo>
                  <a:cubicBezTo>
                    <a:pt x="366" y="194"/>
                    <a:pt x="366" y="194"/>
                    <a:pt x="366" y="194"/>
                  </a:cubicBezTo>
                  <a:cubicBezTo>
                    <a:pt x="377" y="197"/>
                    <a:pt x="387" y="203"/>
                    <a:pt x="395" y="211"/>
                  </a:cubicBezTo>
                  <a:cubicBezTo>
                    <a:pt x="408" y="224"/>
                    <a:pt x="414" y="239"/>
                    <a:pt x="414" y="257"/>
                  </a:cubicBezTo>
                  <a:cubicBezTo>
                    <a:pt x="414" y="274"/>
                    <a:pt x="408" y="289"/>
                    <a:pt x="395" y="302"/>
                  </a:cubicBezTo>
                  <a:cubicBezTo>
                    <a:pt x="383" y="314"/>
                    <a:pt x="368" y="320"/>
                    <a:pt x="350" y="320"/>
                  </a:cubicBezTo>
                  <a:cubicBezTo>
                    <a:pt x="333" y="320"/>
                    <a:pt x="318" y="314"/>
                    <a:pt x="305" y="302"/>
                  </a:cubicBezTo>
                  <a:cubicBezTo>
                    <a:pt x="293" y="289"/>
                    <a:pt x="287" y="274"/>
                    <a:pt x="287" y="257"/>
                  </a:cubicBezTo>
                  <a:cubicBezTo>
                    <a:pt x="287" y="252"/>
                    <a:pt x="287" y="247"/>
                    <a:pt x="288" y="243"/>
                  </a:cubicBezTo>
                  <a:cubicBezTo>
                    <a:pt x="171" y="315"/>
                    <a:pt x="171" y="315"/>
                    <a:pt x="171" y="315"/>
                  </a:cubicBezTo>
                  <a:cubicBezTo>
                    <a:pt x="124" y="238"/>
                    <a:pt x="124" y="238"/>
                    <a:pt x="124" y="238"/>
                  </a:cubicBezTo>
                  <a:cubicBezTo>
                    <a:pt x="121" y="247"/>
                    <a:pt x="116" y="255"/>
                    <a:pt x="109" y="262"/>
                  </a:cubicBezTo>
                  <a:cubicBezTo>
                    <a:pt x="96" y="275"/>
                    <a:pt x="81" y="281"/>
                    <a:pt x="64" y="281"/>
                  </a:cubicBezTo>
                  <a:cubicBezTo>
                    <a:pt x="46" y="281"/>
                    <a:pt x="31" y="275"/>
                    <a:pt x="18" y="262"/>
                  </a:cubicBezTo>
                  <a:cubicBezTo>
                    <a:pt x="6" y="250"/>
                    <a:pt x="0" y="235"/>
                    <a:pt x="0" y="217"/>
                  </a:cubicBezTo>
                  <a:cubicBezTo>
                    <a:pt x="0" y="200"/>
                    <a:pt x="6" y="184"/>
                    <a:pt x="18" y="172"/>
                  </a:cubicBezTo>
                  <a:cubicBezTo>
                    <a:pt x="31" y="160"/>
                    <a:pt x="46" y="153"/>
                    <a:pt x="64" y="153"/>
                  </a:cubicBezTo>
                  <a:cubicBezTo>
                    <a:pt x="67" y="153"/>
                    <a:pt x="71" y="154"/>
                    <a:pt x="74" y="154"/>
                  </a:cubicBezTo>
                  <a:cubicBezTo>
                    <a:pt x="29" y="80"/>
                    <a:pt x="29" y="80"/>
                    <a:pt x="29" y="80"/>
                  </a:cubicBezTo>
                  <a:cubicBezTo>
                    <a:pt x="55" y="60"/>
                    <a:pt x="84" y="43"/>
                    <a:pt x="115" y="31"/>
                  </a:cubicBezTo>
                  <a:cubicBezTo>
                    <a:pt x="167" y="9"/>
                    <a:pt x="221" y="0"/>
                    <a:pt x="278" y="3"/>
                  </a:cubicBezTo>
                  <a:cubicBezTo>
                    <a:pt x="337" y="7"/>
                    <a:pt x="392" y="23"/>
                    <a:pt x="445" y="52"/>
                  </a:cubicBezTo>
                  <a:cubicBezTo>
                    <a:pt x="471" y="67"/>
                    <a:pt x="494" y="84"/>
                    <a:pt x="515" y="102"/>
                  </a:cubicBezTo>
                  <a:close/>
                </a:path>
              </a:pathLst>
            </a:custGeom>
            <a:solidFill>
              <a:schemeClr val="accent3"/>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6" name="Freeform 6"/>
            <p:cNvSpPr/>
            <p:nvPr/>
          </p:nvSpPr>
          <p:spPr bwMode="auto">
            <a:xfrm flipH="1">
              <a:off x="9899" y="2890"/>
              <a:ext cx="1717" cy="1929"/>
            </a:xfrm>
            <a:custGeom>
              <a:avLst/>
              <a:gdLst/>
              <a:ahLst/>
              <a:cxnLst>
                <a:cxn ang="0">
                  <a:pos x="458" y="345"/>
                </a:cxn>
                <a:cxn ang="0">
                  <a:pos x="365" y="403"/>
                </a:cxn>
                <a:cxn ang="0">
                  <a:pos x="365" y="402"/>
                </a:cxn>
                <a:cxn ang="0">
                  <a:pos x="346" y="356"/>
                </a:cxn>
                <a:cxn ang="0">
                  <a:pos x="301" y="338"/>
                </a:cxn>
                <a:cxn ang="0">
                  <a:pos x="256" y="356"/>
                </a:cxn>
                <a:cxn ang="0">
                  <a:pos x="237" y="402"/>
                </a:cxn>
                <a:cxn ang="0">
                  <a:pos x="256" y="447"/>
                </a:cxn>
                <a:cxn ang="0">
                  <a:pos x="273" y="459"/>
                </a:cxn>
                <a:cxn ang="0">
                  <a:pos x="184" y="515"/>
                </a:cxn>
                <a:cxn ang="0">
                  <a:pos x="122" y="411"/>
                </a:cxn>
                <a:cxn ang="0">
                  <a:pos x="109" y="429"/>
                </a:cxn>
                <a:cxn ang="0">
                  <a:pos x="64" y="448"/>
                </a:cxn>
                <a:cxn ang="0">
                  <a:pos x="18" y="429"/>
                </a:cxn>
                <a:cxn ang="0">
                  <a:pos x="0" y="385"/>
                </a:cxn>
                <a:cxn ang="0">
                  <a:pos x="18" y="339"/>
                </a:cxn>
                <a:cxn ang="0">
                  <a:pos x="64" y="321"/>
                </a:cxn>
                <a:cxn ang="0">
                  <a:pos x="67" y="321"/>
                </a:cxn>
                <a:cxn ang="0">
                  <a:pos x="3" y="213"/>
                </a:cxn>
                <a:cxn ang="0">
                  <a:pos x="120" y="141"/>
                </a:cxn>
                <a:cxn ang="0">
                  <a:pos x="119" y="155"/>
                </a:cxn>
                <a:cxn ang="0">
                  <a:pos x="137" y="200"/>
                </a:cxn>
                <a:cxn ang="0">
                  <a:pos x="182" y="218"/>
                </a:cxn>
                <a:cxn ang="0">
                  <a:pos x="227" y="200"/>
                </a:cxn>
                <a:cxn ang="0">
                  <a:pos x="246" y="155"/>
                </a:cxn>
                <a:cxn ang="0">
                  <a:pos x="227" y="109"/>
                </a:cxn>
                <a:cxn ang="0">
                  <a:pos x="198" y="92"/>
                </a:cxn>
                <a:cxn ang="0">
                  <a:pos x="347" y="0"/>
                </a:cxn>
                <a:cxn ang="0">
                  <a:pos x="443" y="159"/>
                </a:cxn>
                <a:cxn ang="0">
                  <a:pos x="447" y="305"/>
                </a:cxn>
                <a:cxn ang="0">
                  <a:pos x="458" y="345"/>
                </a:cxn>
              </a:cxnLst>
              <a:rect l="0" t="0" r="r" b="b"/>
              <a:pathLst>
                <a:path w="458" h="515">
                  <a:moveTo>
                    <a:pt x="458" y="345"/>
                  </a:moveTo>
                  <a:cubicBezTo>
                    <a:pt x="365" y="403"/>
                    <a:pt x="365" y="403"/>
                    <a:pt x="365" y="403"/>
                  </a:cubicBezTo>
                  <a:cubicBezTo>
                    <a:pt x="365" y="402"/>
                    <a:pt x="365" y="402"/>
                    <a:pt x="365" y="402"/>
                  </a:cubicBezTo>
                  <a:cubicBezTo>
                    <a:pt x="365" y="384"/>
                    <a:pt x="358" y="369"/>
                    <a:pt x="346" y="356"/>
                  </a:cubicBezTo>
                  <a:cubicBezTo>
                    <a:pt x="334" y="344"/>
                    <a:pt x="319" y="338"/>
                    <a:pt x="301" y="338"/>
                  </a:cubicBezTo>
                  <a:cubicBezTo>
                    <a:pt x="283" y="338"/>
                    <a:pt x="268" y="344"/>
                    <a:pt x="256" y="356"/>
                  </a:cubicBezTo>
                  <a:cubicBezTo>
                    <a:pt x="243" y="369"/>
                    <a:pt x="237" y="384"/>
                    <a:pt x="237" y="402"/>
                  </a:cubicBezTo>
                  <a:cubicBezTo>
                    <a:pt x="237" y="419"/>
                    <a:pt x="243" y="434"/>
                    <a:pt x="256" y="447"/>
                  </a:cubicBezTo>
                  <a:cubicBezTo>
                    <a:pt x="261" y="452"/>
                    <a:pt x="267" y="456"/>
                    <a:pt x="273" y="459"/>
                  </a:cubicBezTo>
                  <a:cubicBezTo>
                    <a:pt x="184" y="515"/>
                    <a:pt x="184" y="515"/>
                    <a:pt x="184" y="515"/>
                  </a:cubicBezTo>
                  <a:cubicBezTo>
                    <a:pt x="122" y="411"/>
                    <a:pt x="122" y="411"/>
                    <a:pt x="122" y="411"/>
                  </a:cubicBezTo>
                  <a:cubicBezTo>
                    <a:pt x="119" y="418"/>
                    <a:pt x="114" y="424"/>
                    <a:pt x="109" y="429"/>
                  </a:cubicBezTo>
                  <a:cubicBezTo>
                    <a:pt x="96" y="442"/>
                    <a:pt x="81" y="448"/>
                    <a:pt x="64" y="448"/>
                  </a:cubicBezTo>
                  <a:cubicBezTo>
                    <a:pt x="46" y="448"/>
                    <a:pt x="31" y="442"/>
                    <a:pt x="18" y="429"/>
                  </a:cubicBezTo>
                  <a:cubicBezTo>
                    <a:pt x="6" y="417"/>
                    <a:pt x="0" y="402"/>
                    <a:pt x="0" y="385"/>
                  </a:cubicBezTo>
                  <a:cubicBezTo>
                    <a:pt x="0" y="367"/>
                    <a:pt x="6" y="352"/>
                    <a:pt x="18" y="339"/>
                  </a:cubicBezTo>
                  <a:cubicBezTo>
                    <a:pt x="31" y="327"/>
                    <a:pt x="46" y="321"/>
                    <a:pt x="64" y="321"/>
                  </a:cubicBezTo>
                  <a:cubicBezTo>
                    <a:pt x="65" y="321"/>
                    <a:pt x="66" y="321"/>
                    <a:pt x="67" y="321"/>
                  </a:cubicBezTo>
                  <a:cubicBezTo>
                    <a:pt x="3" y="213"/>
                    <a:pt x="3" y="213"/>
                    <a:pt x="3" y="213"/>
                  </a:cubicBezTo>
                  <a:cubicBezTo>
                    <a:pt x="120" y="141"/>
                    <a:pt x="120" y="141"/>
                    <a:pt x="120" y="141"/>
                  </a:cubicBezTo>
                  <a:cubicBezTo>
                    <a:pt x="119" y="145"/>
                    <a:pt x="119" y="150"/>
                    <a:pt x="119" y="155"/>
                  </a:cubicBezTo>
                  <a:cubicBezTo>
                    <a:pt x="119" y="172"/>
                    <a:pt x="125" y="187"/>
                    <a:pt x="137" y="200"/>
                  </a:cubicBezTo>
                  <a:cubicBezTo>
                    <a:pt x="150" y="212"/>
                    <a:pt x="165" y="218"/>
                    <a:pt x="182" y="218"/>
                  </a:cubicBezTo>
                  <a:cubicBezTo>
                    <a:pt x="200" y="218"/>
                    <a:pt x="215" y="212"/>
                    <a:pt x="227" y="200"/>
                  </a:cubicBezTo>
                  <a:cubicBezTo>
                    <a:pt x="240" y="187"/>
                    <a:pt x="246" y="172"/>
                    <a:pt x="246" y="155"/>
                  </a:cubicBezTo>
                  <a:cubicBezTo>
                    <a:pt x="246" y="137"/>
                    <a:pt x="240" y="122"/>
                    <a:pt x="227" y="109"/>
                  </a:cubicBezTo>
                  <a:cubicBezTo>
                    <a:pt x="219" y="101"/>
                    <a:pt x="209" y="95"/>
                    <a:pt x="198" y="92"/>
                  </a:cubicBezTo>
                  <a:cubicBezTo>
                    <a:pt x="347" y="0"/>
                    <a:pt x="347" y="0"/>
                    <a:pt x="347" y="0"/>
                  </a:cubicBezTo>
                  <a:cubicBezTo>
                    <a:pt x="396" y="43"/>
                    <a:pt x="428" y="97"/>
                    <a:pt x="443" y="159"/>
                  </a:cubicBezTo>
                  <a:cubicBezTo>
                    <a:pt x="454" y="205"/>
                    <a:pt x="456" y="254"/>
                    <a:pt x="447" y="305"/>
                  </a:cubicBezTo>
                  <a:cubicBezTo>
                    <a:pt x="445" y="314"/>
                    <a:pt x="449" y="328"/>
                    <a:pt x="458" y="345"/>
                  </a:cubicBezTo>
                  <a:close/>
                </a:path>
              </a:pathLst>
            </a:custGeom>
            <a:solidFill>
              <a:schemeClr val="accent2"/>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7" name="Freeform 7"/>
            <p:cNvSpPr/>
            <p:nvPr/>
          </p:nvSpPr>
          <p:spPr bwMode="auto">
            <a:xfrm flipH="1">
              <a:off x="9595" y="4156"/>
              <a:ext cx="1330" cy="1422"/>
            </a:xfrm>
            <a:custGeom>
              <a:avLst/>
              <a:gdLst/>
              <a:ahLst/>
              <a:cxnLst>
                <a:cxn ang="0">
                  <a:pos x="114" y="365"/>
                </a:cxn>
                <a:cxn ang="0">
                  <a:pos x="92" y="330"/>
                </a:cxn>
                <a:cxn ang="0">
                  <a:pos x="132" y="311"/>
                </a:cxn>
                <a:cxn ang="0">
                  <a:pos x="151" y="266"/>
                </a:cxn>
                <a:cxn ang="0">
                  <a:pos x="132" y="221"/>
                </a:cxn>
                <a:cxn ang="0">
                  <a:pos x="87" y="202"/>
                </a:cxn>
                <a:cxn ang="0">
                  <a:pos x="42" y="221"/>
                </a:cxn>
                <a:cxn ang="0">
                  <a:pos x="33" y="232"/>
                </a:cxn>
                <a:cxn ang="0">
                  <a:pos x="0" y="177"/>
                </a:cxn>
                <a:cxn ang="0">
                  <a:pos x="89" y="121"/>
                </a:cxn>
                <a:cxn ang="0">
                  <a:pos x="72" y="109"/>
                </a:cxn>
                <a:cxn ang="0">
                  <a:pos x="53" y="64"/>
                </a:cxn>
                <a:cxn ang="0">
                  <a:pos x="72" y="18"/>
                </a:cxn>
                <a:cxn ang="0">
                  <a:pos x="117" y="0"/>
                </a:cxn>
                <a:cxn ang="0">
                  <a:pos x="162" y="18"/>
                </a:cxn>
                <a:cxn ang="0">
                  <a:pos x="181" y="64"/>
                </a:cxn>
                <a:cxn ang="0">
                  <a:pos x="181" y="65"/>
                </a:cxn>
                <a:cxn ang="0">
                  <a:pos x="274" y="7"/>
                </a:cxn>
                <a:cxn ang="0">
                  <a:pos x="294" y="42"/>
                </a:cxn>
                <a:cxn ang="0">
                  <a:pos x="344" y="112"/>
                </a:cxn>
                <a:cxn ang="0">
                  <a:pos x="351" y="146"/>
                </a:cxn>
                <a:cxn ang="0">
                  <a:pos x="324" y="167"/>
                </a:cxn>
                <a:cxn ang="0">
                  <a:pos x="309" y="190"/>
                </a:cxn>
                <a:cxn ang="0">
                  <a:pos x="313" y="216"/>
                </a:cxn>
                <a:cxn ang="0">
                  <a:pos x="295" y="233"/>
                </a:cxn>
                <a:cxn ang="0">
                  <a:pos x="277" y="236"/>
                </a:cxn>
                <a:cxn ang="0">
                  <a:pos x="291" y="240"/>
                </a:cxn>
                <a:cxn ang="0">
                  <a:pos x="305" y="256"/>
                </a:cxn>
                <a:cxn ang="0">
                  <a:pos x="287" y="276"/>
                </a:cxn>
                <a:cxn ang="0">
                  <a:pos x="269" y="285"/>
                </a:cxn>
                <a:cxn ang="0">
                  <a:pos x="264" y="314"/>
                </a:cxn>
                <a:cxn ang="0">
                  <a:pos x="253" y="361"/>
                </a:cxn>
                <a:cxn ang="0">
                  <a:pos x="235" y="378"/>
                </a:cxn>
                <a:cxn ang="0">
                  <a:pos x="214" y="379"/>
                </a:cxn>
                <a:cxn ang="0">
                  <a:pos x="177" y="372"/>
                </a:cxn>
                <a:cxn ang="0">
                  <a:pos x="117" y="366"/>
                </a:cxn>
                <a:cxn ang="0">
                  <a:pos x="114" y="365"/>
                </a:cxn>
              </a:cxnLst>
              <a:rect l="0" t="0" r="r" b="b"/>
              <a:pathLst>
                <a:path w="355" h="380">
                  <a:moveTo>
                    <a:pt x="114" y="365"/>
                  </a:moveTo>
                  <a:cubicBezTo>
                    <a:pt x="92" y="330"/>
                    <a:pt x="92" y="330"/>
                    <a:pt x="92" y="330"/>
                  </a:cubicBezTo>
                  <a:cubicBezTo>
                    <a:pt x="108" y="329"/>
                    <a:pt x="121" y="323"/>
                    <a:pt x="132" y="311"/>
                  </a:cubicBezTo>
                  <a:cubicBezTo>
                    <a:pt x="145" y="299"/>
                    <a:pt x="151" y="284"/>
                    <a:pt x="151" y="266"/>
                  </a:cubicBezTo>
                  <a:cubicBezTo>
                    <a:pt x="151" y="249"/>
                    <a:pt x="145" y="233"/>
                    <a:pt x="132" y="221"/>
                  </a:cubicBezTo>
                  <a:cubicBezTo>
                    <a:pt x="120" y="209"/>
                    <a:pt x="105" y="202"/>
                    <a:pt x="87" y="202"/>
                  </a:cubicBezTo>
                  <a:cubicBezTo>
                    <a:pt x="70" y="202"/>
                    <a:pt x="54" y="209"/>
                    <a:pt x="42" y="221"/>
                  </a:cubicBezTo>
                  <a:cubicBezTo>
                    <a:pt x="38" y="224"/>
                    <a:pt x="36" y="228"/>
                    <a:pt x="33" y="232"/>
                  </a:cubicBezTo>
                  <a:cubicBezTo>
                    <a:pt x="0" y="177"/>
                    <a:pt x="0" y="177"/>
                    <a:pt x="0" y="177"/>
                  </a:cubicBezTo>
                  <a:cubicBezTo>
                    <a:pt x="89" y="121"/>
                    <a:pt x="89" y="121"/>
                    <a:pt x="89" y="121"/>
                  </a:cubicBezTo>
                  <a:cubicBezTo>
                    <a:pt x="83" y="118"/>
                    <a:pt x="77" y="114"/>
                    <a:pt x="72" y="109"/>
                  </a:cubicBezTo>
                  <a:cubicBezTo>
                    <a:pt x="59" y="96"/>
                    <a:pt x="53" y="81"/>
                    <a:pt x="53" y="64"/>
                  </a:cubicBezTo>
                  <a:cubicBezTo>
                    <a:pt x="53" y="46"/>
                    <a:pt x="59" y="31"/>
                    <a:pt x="72" y="18"/>
                  </a:cubicBezTo>
                  <a:cubicBezTo>
                    <a:pt x="84" y="6"/>
                    <a:pt x="99" y="0"/>
                    <a:pt x="117" y="0"/>
                  </a:cubicBezTo>
                  <a:cubicBezTo>
                    <a:pt x="135" y="0"/>
                    <a:pt x="150" y="6"/>
                    <a:pt x="162" y="18"/>
                  </a:cubicBezTo>
                  <a:cubicBezTo>
                    <a:pt x="174" y="31"/>
                    <a:pt x="181" y="46"/>
                    <a:pt x="181" y="64"/>
                  </a:cubicBezTo>
                  <a:cubicBezTo>
                    <a:pt x="181" y="64"/>
                    <a:pt x="181" y="64"/>
                    <a:pt x="181" y="65"/>
                  </a:cubicBezTo>
                  <a:cubicBezTo>
                    <a:pt x="274" y="7"/>
                    <a:pt x="274" y="7"/>
                    <a:pt x="274" y="7"/>
                  </a:cubicBezTo>
                  <a:cubicBezTo>
                    <a:pt x="279" y="17"/>
                    <a:pt x="286" y="29"/>
                    <a:pt x="294" y="42"/>
                  </a:cubicBezTo>
                  <a:cubicBezTo>
                    <a:pt x="321" y="79"/>
                    <a:pt x="338" y="102"/>
                    <a:pt x="344" y="112"/>
                  </a:cubicBezTo>
                  <a:cubicBezTo>
                    <a:pt x="353" y="127"/>
                    <a:pt x="355" y="138"/>
                    <a:pt x="351" y="146"/>
                  </a:cubicBezTo>
                  <a:cubicBezTo>
                    <a:pt x="348" y="154"/>
                    <a:pt x="339" y="160"/>
                    <a:pt x="324" y="167"/>
                  </a:cubicBezTo>
                  <a:cubicBezTo>
                    <a:pt x="312" y="172"/>
                    <a:pt x="307" y="180"/>
                    <a:pt x="309" y="190"/>
                  </a:cubicBezTo>
                  <a:cubicBezTo>
                    <a:pt x="309" y="196"/>
                    <a:pt x="311" y="204"/>
                    <a:pt x="313" y="216"/>
                  </a:cubicBezTo>
                  <a:cubicBezTo>
                    <a:pt x="313" y="223"/>
                    <a:pt x="307" y="229"/>
                    <a:pt x="295" y="233"/>
                  </a:cubicBezTo>
                  <a:cubicBezTo>
                    <a:pt x="289" y="235"/>
                    <a:pt x="283" y="236"/>
                    <a:pt x="277" y="236"/>
                  </a:cubicBezTo>
                  <a:cubicBezTo>
                    <a:pt x="282" y="237"/>
                    <a:pt x="286" y="238"/>
                    <a:pt x="291" y="240"/>
                  </a:cubicBezTo>
                  <a:cubicBezTo>
                    <a:pt x="301" y="244"/>
                    <a:pt x="305" y="249"/>
                    <a:pt x="305" y="256"/>
                  </a:cubicBezTo>
                  <a:cubicBezTo>
                    <a:pt x="305" y="263"/>
                    <a:pt x="299" y="270"/>
                    <a:pt x="287" y="276"/>
                  </a:cubicBezTo>
                  <a:cubicBezTo>
                    <a:pt x="281" y="280"/>
                    <a:pt x="275" y="283"/>
                    <a:pt x="269" y="285"/>
                  </a:cubicBezTo>
                  <a:cubicBezTo>
                    <a:pt x="264" y="289"/>
                    <a:pt x="263" y="299"/>
                    <a:pt x="264" y="314"/>
                  </a:cubicBezTo>
                  <a:cubicBezTo>
                    <a:pt x="265" y="332"/>
                    <a:pt x="261" y="347"/>
                    <a:pt x="253" y="361"/>
                  </a:cubicBezTo>
                  <a:cubicBezTo>
                    <a:pt x="247" y="370"/>
                    <a:pt x="241" y="376"/>
                    <a:pt x="235" y="378"/>
                  </a:cubicBezTo>
                  <a:cubicBezTo>
                    <a:pt x="230" y="380"/>
                    <a:pt x="223" y="380"/>
                    <a:pt x="214" y="379"/>
                  </a:cubicBezTo>
                  <a:cubicBezTo>
                    <a:pt x="208" y="378"/>
                    <a:pt x="196" y="375"/>
                    <a:pt x="177" y="372"/>
                  </a:cubicBezTo>
                  <a:cubicBezTo>
                    <a:pt x="158" y="368"/>
                    <a:pt x="138" y="366"/>
                    <a:pt x="117" y="366"/>
                  </a:cubicBezTo>
                  <a:cubicBezTo>
                    <a:pt x="116" y="365"/>
                    <a:pt x="115" y="365"/>
                    <a:pt x="114" y="365"/>
                  </a:cubicBezTo>
                  <a:close/>
                </a:path>
              </a:pathLst>
            </a:custGeom>
            <a:solidFill>
              <a:schemeClr val="accent1"/>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8" name="Freeform 8"/>
            <p:cNvSpPr/>
            <p:nvPr/>
          </p:nvSpPr>
          <p:spPr bwMode="auto">
            <a:xfrm flipH="1">
              <a:off x="10926" y="3688"/>
              <a:ext cx="1715" cy="1821"/>
            </a:xfrm>
            <a:custGeom>
              <a:avLst/>
              <a:gdLst/>
              <a:ahLst/>
              <a:cxnLst>
                <a:cxn ang="0">
                  <a:pos x="457" y="302"/>
                </a:cxn>
                <a:cxn ang="0">
                  <a:pos x="367" y="357"/>
                </a:cxn>
                <a:cxn ang="0">
                  <a:pos x="382" y="368"/>
                </a:cxn>
                <a:cxn ang="0">
                  <a:pos x="400" y="414"/>
                </a:cxn>
                <a:cxn ang="0">
                  <a:pos x="382" y="458"/>
                </a:cxn>
                <a:cxn ang="0">
                  <a:pos x="337" y="477"/>
                </a:cxn>
                <a:cxn ang="0">
                  <a:pos x="291" y="458"/>
                </a:cxn>
                <a:cxn ang="0">
                  <a:pos x="273" y="416"/>
                </a:cxn>
                <a:cxn ang="0">
                  <a:pos x="158" y="486"/>
                </a:cxn>
                <a:cxn ang="0">
                  <a:pos x="148" y="435"/>
                </a:cxn>
                <a:cxn ang="0">
                  <a:pos x="139" y="403"/>
                </a:cxn>
                <a:cxn ang="0">
                  <a:pos x="108" y="372"/>
                </a:cxn>
                <a:cxn ang="0">
                  <a:pos x="45" y="283"/>
                </a:cxn>
                <a:cxn ang="0">
                  <a:pos x="0" y="172"/>
                </a:cxn>
                <a:cxn ang="0">
                  <a:pos x="83" y="120"/>
                </a:cxn>
                <a:cxn ang="0">
                  <a:pos x="83" y="125"/>
                </a:cxn>
                <a:cxn ang="0">
                  <a:pos x="101" y="170"/>
                </a:cxn>
                <a:cxn ang="0">
                  <a:pos x="146" y="188"/>
                </a:cxn>
                <a:cxn ang="0">
                  <a:pos x="191" y="170"/>
                </a:cxn>
                <a:cxn ang="0">
                  <a:pos x="210" y="125"/>
                </a:cxn>
                <a:cxn ang="0">
                  <a:pos x="191" y="79"/>
                </a:cxn>
                <a:cxn ang="0">
                  <a:pos x="171" y="65"/>
                </a:cxn>
                <a:cxn ang="0">
                  <a:pos x="276" y="0"/>
                </a:cxn>
                <a:cxn ang="0">
                  <a:pos x="340" y="108"/>
                </a:cxn>
                <a:cxn ang="0">
                  <a:pos x="337" y="108"/>
                </a:cxn>
                <a:cxn ang="0">
                  <a:pos x="291" y="126"/>
                </a:cxn>
                <a:cxn ang="0">
                  <a:pos x="273" y="172"/>
                </a:cxn>
                <a:cxn ang="0">
                  <a:pos x="291" y="216"/>
                </a:cxn>
                <a:cxn ang="0">
                  <a:pos x="337" y="235"/>
                </a:cxn>
                <a:cxn ang="0">
                  <a:pos x="382" y="216"/>
                </a:cxn>
                <a:cxn ang="0">
                  <a:pos x="395" y="198"/>
                </a:cxn>
                <a:cxn ang="0">
                  <a:pos x="457" y="302"/>
                </a:cxn>
              </a:cxnLst>
              <a:rect l="0" t="0" r="r" b="b"/>
              <a:pathLst>
                <a:path w="457" h="486">
                  <a:moveTo>
                    <a:pt x="457" y="302"/>
                  </a:moveTo>
                  <a:cubicBezTo>
                    <a:pt x="367" y="357"/>
                    <a:pt x="367" y="357"/>
                    <a:pt x="367" y="357"/>
                  </a:cubicBezTo>
                  <a:cubicBezTo>
                    <a:pt x="372" y="360"/>
                    <a:pt x="377" y="364"/>
                    <a:pt x="382" y="368"/>
                  </a:cubicBezTo>
                  <a:cubicBezTo>
                    <a:pt x="394" y="381"/>
                    <a:pt x="400" y="396"/>
                    <a:pt x="400" y="414"/>
                  </a:cubicBezTo>
                  <a:cubicBezTo>
                    <a:pt x="400" y="431"/>
                    <a:pt x="394" y="446"/>
                    <a:pt x="382" y="458"/>
                  </a:cubicBezTo>
                  <a:cubicBezTo>
                    <a:pt x="369" y="471"/>
                    <a:pt x="354" y="477"/>
                    <a:pt x="337" y="477"/>
                  </a:cubicBezTo>
                  <a:cubicBezTo>
                    <a:pt x="319" y="477"/>
                    <a:pt x="304" y="471"/>
                    <a:pt x="291" y="458"/>
                  </a:cubicBezTo>
                  <a:cubicBezTo>
                    <a:pt x="280" y="447"/>
                    <a:pt x="273" y="432"/>
                    <a:pt x="273" y="416"/>
                  </a:cubicBezTo>
                  <a:cubicBezTo>
                    <a:pt x="158" y="486"/>
                    <a:pt x="158" y="486"/>
                    <a:pt x="158" y="486"/>
                  </a:cubicBezTo>
                  <a:cubicBezTo>
                    <a:pt x="156" y="469"/>
                    <a:pt x="152" y="452"/>
                    <a:pt x="148" y="435"/>
                  </a:cubicBezTo>
                  <a:cubicBezTo>
                    <a:pt x="139" y="403"/>
                    <a:pt x="139" y="403"/>
                    <a:pt x="139" y="403"/>
                  </a:cubicBezTo>
                  <a:cubicBezTo>
                    <a:pt x="108" y="372"/>
                    <a:pt x="108" y="372"/>
                    <a:pt x="108" y="372"/>
                  </a:cubicBezTo>
                  <a:cubicBezTo>
                    <a:pt x="84" y="345"/>
                    <a:pt x="63" y="315"/>
                    <a:pt x="45" y="283"/>
                  </a:cubicBezTo>
                  <a:cubicBezTo>
                    <a:pt x="25" y="246"/>
                    <a:pt x="9" y="209"/>
                    <a:pt x="0" y="172"/>
                  </a:cubicBezTo>
                  <a:cubicBezTo>
                    <a:pt x="83" y="120"/>
                    <a:pt x="83" y="120"/>
                    <a:pt x="83" y="120"/>
                  </a:cubicBezTo>
                  <a:cubicBezTo>
                    <a:pt x="83" y="122"/>
                    <a:pt x="83" y="123"/>
                    <a:pt x="83" y="125"/>
                  </a:cubicBezTo>
                  <a:cubicBezTo>
                    <a:pt x="83" y="142"/>
                    <a:pt x="89" y="157"/>
                    <a:pt x="101" y="170"/>
                  </a:cubicBezTo>
                  <a:cubicBezTo>
                    <a:pt x="114" y="182"/>
                    <a:pt x="129" y="188"/>
                    <a:pt x="146" y="188"/>
                  </a:cubicBezTo>
                  <a:cubicBezTo>
                    <a:pt x="164" y="188"/>
                    <a:pt x="179" y="182"/>
                    <a:pt x="191" y="170"/>
                  </a:cubicBezTo>
                  <a:cubicBezTo>
                    <a:pt x="204" y="157"/>
                    <a:pt x="210" y="142"/>
                    <a:pt x="210" y="125"/>
                  </a:cubicBezTo>
                  <a:cubicBezTo>
                    <a:pt x="210" y="107"/>
                    <a:pt x="204" y="92"/>
                    <a:pt x="191" y="79"/>
                  </a:cubicBezTo>
                  <a:cubicBezTo>
                    <a:pt x="185" y="73"/>
                    <a:pt x="178" y="68"/>
                    <a:pt x="171" y="65"/>
                  </a:cubicBezTo>
                  <a:cubicBezTo>
                    <a:pt x="276" y="0"/>
                    <a:pt x="276" y="0"/>
                    <a:pt x="276" y="0"/>
                  </a:cubicBezTo>
                  <a:cubicBezTo>
                    <a:pt x="340" y="108"/>
                    <a:pt x="340" y="108"/>
                    <a:pt x="340" y="108"/>
                  </a:cubicBezTo>
                  <a:cubicBezTo>
                    <a:pt x="339" y="108"/>
                    <a:pt x="338" y="108"/>
                    <a:pt x="337" y="108"/>
                  </a:cubicBezTo>
                  <a:cubicBezTo>
                    <a:pt x="319" y="108"/>
                    <a:pt x="304" y="114"/>
                    <a:pt x="291" y="126"/>
                  </a:cubicBezTo>
                  <a:cubicBezTo>
                    <a:pt x="279" y="139"/>
                    <a:pt x="273" y="154"/>
                    <a:pt x="273" y="172"/>
                  </a:cubicBezTo>
                  <a:cubicBezTo>
                    <a:pt x="273" y="189"/>
                    <a:pt x="279" y="204"/>
                    <a:pt x="291" y="216"/>
                  </a:cubicBezTo>
                  <a:cubicBezTo>
                    <a:pt x="304" y="229"/>
                    <a:pt x="319" y="235"/>
                    <a:pt x="337" y="235"/>
                  </a:cubicBezTo>
                  <a:cubicBezTo>
                    <a:pt x="354" y="235"/>
                    <a:pt x="369" y="229"/>
                    <a:pt x="382" y="216"/>
                  </a:cubicBezTo>
                  <a:cubicBezTo>
                    <a:pt x="387" y="211"/>
                    <a:pt x="392" y="205"/>
                    <a:pt x="395" y="198"/>
                  </a:cubicBezTo>
                  <a:lnTo>
                    <a:pt x="457" y="302"/>
                  </a:lnTo>
                  <a:close/>
                </a:path>
              </a:pathLst>
            </a:custGeom>
            <a:solidFill>
              <a:schemeClr val="accent5"/>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9" name="Freeform 9"/>
            <p:cNvSpPr/>
            <p:nvPr/>
          </p:nvSpPr>
          <p:spPr bwMode="auto">
            <a:xfrm flipH="1">
              <a:off x="10360" y="4818"/>
              <a:ext cx="1845" cy="1494"/>
            </a:xfrm>
            <a:custGeom>
              <a:avLst/>
              <a:gdLst/>
              <a:ahLst/>
              <a:cxnLst>
                <a:cxn ang="0">
                  <a:pos x="455" y="188"/>
                </a:cxn>
                <a:cxn ang="0">
                  <a:pos x="371" y="286"/>
                </a:cxn>
                <a:cxn ang="0">
                  <a:pos x="361" y="387"/>
                </a:cxn>
                <a:cxn ang="0">
                  <a:pos x="363" y="399"/>
                </a:cxn>
                <a:cxn ang="0">
                  <a:pos x="0" y="399"/>
                </a:cxn>
                <a:cxn ang="0">
                  <a:pos x="45" y="209"/>
                </a:cxn>
                <a:cxn ang="0">
                  <a:pos x="42" y="184"/>
                </a:cxn>
                <a:cxn ang="0">
                  <a:pos x="157" y="114"/>
                </a:cxn>
                <a:cxn ang="0">
                  <a:pos x="175" y="156"/>
                </a:cxn>
                <a:cxn ang="0">
                  <a:pos x="221" y="175"/>
                </a:cxn>
                <a:cxn ang="0">
                  <a:pos x="266" y="156"/>
                </a:cxn>
                <a:cxn ang="0">
                  <a:pos x="284" y="112"/>
                </a:cxn>
                <a:cxn ang="0">
                  <a:pos x="266" y="66"/>
                </a:cxn>
                <a:cxn ang="0">
                  <a:pos x="251" y="55"/>
                </a:cxn>
                <a:cxn ang="0">
                  <a:pos x="341" y="0"/>
                </a:cxn>
                <a:cxn ang="0">
                  <a:pos x="374" y="55"/>
                </a:cxn>
                <a:cxn ang="0">
                  <a:pos x="383" y="44"/>
                </a:cxn>
                <a:cxn ang="0">
                  <a:pos x="428" y="25"/>
                </a:cxn>
                <a:cxn ang="0">
                  <a:pos x="473" y="44"/>
                </a:cxn>
                <a:cxn ang="0">
                  <a:pos x="492" y="89"/>
                </a:cxn>
                <a:cxn ang="0">
                  <a:pos x="473" y="134"/>
                </a:cxn>
                <a:cxn ang="0">
                  <a:pos x="433" y="153"/>
                </a:cxn>
                <a:cxn ang="0">
                  <a:pos x="455" y="188"/>
                </a:cxn>
              </a:cxnLst>
              <a:rect l="0" t="0" r="r" b="b"/>
              <a:pathLst>
                <a:path w="492" h="399">
                  <a:moveTo>
                    <a:pt x="455" y="188"/>
                  </a:moveTo>
                  <a:cubicBezTo>
                    <a:pt x="414" y="188"/>
                    <a:pt x="386" y="221"/>
                    <a:pt x="371" y="286"/>
                  </a:cubicBezTo>
                  <a:cubicBezTo>
                    <a:pt x="364" y="320"/>
                    <a:pt x="360" y="353"/>
                    <a:pt x="361" y="387"/>
                  </a:cubicBezTo>
                  <a:cubicBezTo>
                    <a:pt x="363" y="399"/>
                    <a:pt x="363" y="399"/>
                    <a:pt x="363" y="399"/>
                  </a:cubicBezTo>
                  <a:cubicBezTo>
                    <a:pt x="0" y="399"/>
                    <a:pt x="0" y="399"/>
                    <a:pt x="0" y="399"/>
                  </a:cubicBezTo>
                  <a:cubicBezTo>
                    <a:pt x="38" y="354"/>
                    <a:pt x="53" y="290"/>
                    <a:pt x="45" y="209"/>
                  </a:cubicBezTo>
                  <a:cubicBezTo>
                    <a:pt x="45" y="201"/>
                    <a:pt x="44" y="193"/>
                    <a:pt x="42" y="184"/>
                  </a:cubicBezTo>
                  <a:cubicBezTo>
                    <a:pt x="157" y="114"/>
                    <a:pt x="157" y="114"/>
                    <a:pt x="157" y="114"/>
                  </a:cubicBezTo>
                  <a:cubicBezTo>
                    <a:pt x="157" y="130"/>
                    <a:pt x="164" y="145"/>
                    <a:pt x="175" y="156"/>
                  </a:cubicBezTo>
                  <a:cubicBezTo>
                    <a:pt x="188" y="169"/>
                    <a:pt x="203" y="175"/>
                    <a:pt x="221" y="175"/>
                  </a:cubicBezTo>
                  <a:cubicBezTo>
                    <a:pt x="238" y="175"/>
                    <a:pt x="253" y="169"/>
                    <a:pt x="266" y="156"/>
                  </a:cubicBezTo>
                  <a:cubicBezTo>
                    <a:pt x="278" y="144"/>
                    <a:pt x="284" y="129"/>
                    <a:pt x="284" y="112"/>
                  </a:cubicBezTo>
                  <a:cubicBezTo>
                    <a:pt x="284" y="94"/>
                    <a:pt x="278" y="79"/>
                    <a:pt x="266" y="66"/>
                  </a:cubicBezTo>
                  <a:cubicBezTo>
                    <a:pt x="261" y="62"/>
                    <a:pt x="256" y="58"/>
                    <a:pt x="251" y="55"/>
                  </a:cubicBezTo>
                  <a:cubicBezTo>
                    <a:pt x="341" y="0"/>
                    <a:pt x="341" y="0"/>
                    <a:pt x="341" y="0"/>
                  </a:cubicBezTo>
                  <a:cubicBezTo>
                    <a:pt x="374" y="55"/>
                    <a:pt x="374" y="55"/>
                    <a:pt x="374" y="55"/>
                  </a:cubicBezTo>
                  <a:cubicBezTo>
                    <a:pt x="377" y="51"/>
                    <a:pt x="379" y="47"/>
                    <a:pt x="383" y="44"/>
                  </a:cubicBezTo>
                  <a:cubicBezTo>
                    <a:pt x="395" y="32"/>
                    <a:pt x="411" y="25"/>
                    <a:pt x="428" y="25"/>
                  </a:cubicBezTo>
                  <a:cubicBezTo>
                    <a:pt x="446" y="25"/>
                    <a:pt x="461" y="32"/>
                    <a:pt x="473" y="44"/>
                  </a:cubicBezTo>
                  <a:cubicBezTo>
                    <a:pt x="486" y="56"/>
                    <a:pt x="492" y="72"/>
                    <a:pt x="492" y="89"/>
                  </a:cubicBezTo>
                  <a:cubicBezTo>
                    <a:pt x="492" y="107"/>
                    <a:pt x="486" y="122"/>
                    <a:pt x="473" y="134"/>
                  </a:cubicBezTo>
                  <a:cubicBezTo>
                    <a:pt x="462" y="146"/>
                    <a:pt x="449" y="152"/>
                    <a:pt x="433" y="153"/>
                  </a:cubicBezTo>
                  <a:lnTo>
                    <a:pt x="455" y="188"/>
                  </a:lnTo>
                  <a:close/>
                </a:path>
              </a:pathLst>
            </a:custGeom>
            <a:solidFill>
              <a:schemeClr val="accent6"/>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30" name="Freeform 10"/>
            <p:cNvSpPr/>
            <p:nvPr/>
          </p:nvSpPr>
          <p:spPr bwMode="auto">
            <a:xfrm flipH="1">
              <a:off x="11604" y="2808"/>
              <a:ext cx="1098" cy="1584"/>
            </a:xfrm>
            <a:custGeom>
              <a:avLst/>
              <a:gdLst/>
              <a:ahLst/>
              <a:cxnLst>
                <a:cxn ang="0">
                  <a:pos x="17" y="407"/>
                </a:cxn>
                <a:cxn ang="0">
                  <a:pos x="18" y="207"/>
                </a:cxn>
                <a:cxn ang="0">
                  <a:pos x="101" y="47"/>
                </a:cxn>
                <a:cxn ang="0">
                  <a:pos x="151" y="0"/>
                </a:cxn>
                <a:cxn ang="0">
                  <a:pos x="196" y="74"/>
                </a:cxn>
                <a:cxn ang="0">
                  <a:pos x="186" y="73"/>
                </a:cxn>
                <a:cxn ang="0">
                  <a:pos x="140" y="92"/>
                </a:cxn>
                <a:cxn ang="0">
                  <a:pos x="122" y="137"/>
                </a:cxn>
                <a:cxn ang="0">
                  <a:pos x="140" y="182"/>
                </a:cxn>
                <a:cxn ang="0">
                  <a:pos x="186" y="201"/>
                </a:cxn>
                <a:cxn ang="0">
                  <a:pos x="231" y="182"/>
                </a:cxn>
                <a:cxn ang="0">
                  <a:pos x="246" y="158"/>
                </a:cxn>
                <a:cxn ang="0">
                  <a:pos x="293" y="235"/>
                </a:cxn>
                <a:cxn ang="0">
                  <a:pos x="188" y="300"/>
                </a:cxn>
                <a:cxn ang="0">
                  <a:pos x="208" y="314"/>
                </a:cxn>
                <a:cxn ang="0">
                  <a:pos x="227" y="360"/>
                </a:cxn>
                <a:cxn ang="0">
                  <a:pos x="208" y="405"/>
                </a:cxn>
                <a:cxn ang="0">
                  <a:pos x="163" y="423"/>
                </a:cxn>
                <a:cxn ang="0">
                  <a:pos x="118" y="405"/>
                </a:cxn>
                <a:cxn ang="0">
                  <a:pos x="100" y="360"/>
                </a:cxn>
                <a:cxn ang="0">
                  <a:pos x="100" y="355"/>
                </a:cxn>
                <a:cxn ang="0">
                  <a:pos x="17" y="407"/>
                </a:cxn>
              </a:cxnLst>
              <a:rect l="0" t="0" r="r" b="b"/>
              <a:pathLst>
                <a:path w="293" h="423">
                  <a:moveTo>
                    <a:pt x="17" y="407"/>
                  </a:moveTo>
                  <a:cubicBezTo>
                    <a:pt x="0" y="341"/>
                    <a:pt x="1" y="275"/>
                    <a:pt x="18" y="207"/>
                  </a:cubicBezTo>
                  <a:cubicBezTo>
                    <a:pt x="33" y="145"/>
                    <a:pt x="61" y="92"/>
                    <a:pt x="101" y="47"/>
                  </a:cubicBezTo>
                  <a:cubicBezTo>
                    <a:pt x="116" y="29"/>
                    <a:pt x="133" y="14"/>
                    <a:pt x="151" y="0"/>
                  </a:cubicBezTo>
                  <a:cubicBezTo>
                    <a:pt x="196" y="74"/>
                    <a:pt x="196" y="74"/>
                    <a:pt x="196" y="74"/>
                  </a:cubicBezTo>
                  <a:cubicBezTo>
                    <a:pt x="193" y="74"/>
                    <a:pt x="189" y="73"/>
                    <a:pt x="186" y="73"/>
                  </a:cubicBezTo>
                  <a:cubicBezTo>
                    <a:pt x="168" y="73"/>
                    <a:pt x="153" y="80"/>
                    <a:pt x="140" y="92"/>
                  </a:cubicBezTo>
                  <a:cubicBezTo>
                    <a:pt x="128" y="104"/>
                    <a:pt x="122" y="120"/>
                    <a:pt x="122" y="137"/>
                  </a:cubicBezTo>
                  <a:cubicBezTo>
                    <a:pt x="122" y="155"/>
                    <a:pt x="128" y="170"/>
                    <a:pt x="140" y="182"/>
                  </a:cubicBezTo>
                  <a:cubicBezTo>
                    <a:pt x="153" y="195"/>
                    <a:pt x="168" y="201"/>
                    <a:pt x="186" y="201"/>
                  </a:cubicBezTo>
                  <a:cubicBezTo>
                    <a:pt x="203" y="201"/>
                    <a:pt x="218" y="195"/>
                    <a:pt x="231" y="182"/>
                  </a:cubicBezTo>
                  <a:cubicBezTo>
                    <a:pt x="238" y="175"/>
                    <a:pt x="243" y="167"/>
                    <a:pt x="246" y="158"/>
                  </a:cubicBezTo>
                  <a:cubicBezTo>
                    <a:pt x="293" y="235"/>
                    <a:pt x="293" y="235"/>
                    <a:pt x="293" y="235"/>
                  </a:cubicBezTo>
                  <a:cubicBezTo>
                    <a:pt x="188" y="300"/>
                    <a:pt x="188" y="300"/>
                    <a:pt x="188" y="300"/>
                  </a:cubicBezTo>
                  <a:cubicBezTo>
                    <a:pt x="195" y="303"/>
                    <a:pt x="202" y="308"/>
                    <a:pt x="208" y="314"/>
                  </a:cubicBezTo>
                  <a:cubicBezTo>
                    <a:pt x="221" y="327"/>
                    <a:pt x="227" y="342"/>
                    <a:pt x="227" y="360"/>
                  </a:cubicBezTo>
                  <a:cubicBezTo>
                    <a:pt x="227" y="377"/>
                    <a:pt x="221" y="392"/>
                    <a:pt x="208" y="405"/>
                  </a:cubicBezTo>
                  <a:cubicBezTo>
                    <a:pt x="196" y="417"/>
                    <a:pt x="181" y="423"/>
                    <a:pt x="163" y="423"/>
                  </a:cubicBezTo>
                  <a:cubicBezTo>
                    <a:pt x="146" y="423"/>
                    <a:pt x="131" y="417"/>
                    <a:pt x="118" y="405"/>
                  </a:cubicBezTo>
                  <a:cubicBezTo>
                    <a:pt x="106" y="392"/>
                    <a:pt x="100" y="377"/>
                    <a:pt x="100" y="360"/>
                  </a:cubicBezTo>
                  <a:cubicBezTo>
                    <a:pt x="100" y="358"/>
                    <a:pt x="100" y="357"/>
                    <a:pt x="100" y="355"/>
                  </a:cubicBezTo>
                  <a:lnTo>
                    <a:pt x="17" y="407"/>
                  </a:lnTo>
                  <a:close/>
                </a:path>
              </a:pathLst>
            </a:custGeom>
            <a:solidFill>
              <a:schemeClr val="accent4"/>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37" name="Text Placeholder 3"/>
            <p:cNvSpPr txBox="1"/>
            <p:nvPr/>
          </p:nvSpPr>
          <p:spPr>
            <a:xfrm>
              <a:off x="9950" y="4531"/>
              <a:ext cx="449" cy="489"/>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01</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38" name="Text Placeholder 3"/>
            <p:cNvSpPr txBox="1"/>
            <p:nvPr/>
          </p:nvSpPr>
          <p:spPr>
            <a:xfrm>
              <a:off x="11071" y="2778"/>
              <a:ext cx="449" cy="489"/>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03</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39" name="Text Placeholder 3"/>
            <p:cNvSpPr txBox="1"/>
            <p:nvPr/>
          </p:nvSpPr>
          <p:spPr>
            <a:xfrm>
              <a:off x="12048" y="3545"/>
              <a:ext cx="449" cy="489"/>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04</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40" name="Text Placeholder 3"/>
            <p:cNvSpPr txBox="1"/>
            <p:nvPr/>
          </p:nvSpPr>
          <p:spPr>
            <a:xfrm>
              <a:off x="10476" y="3646"/>
              <a:ext cx="449" cy="489"/>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02</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41" name="Text Placeholder 3"/>
            <p:cNvSpPr txBox="1"/>
            <p:nvPr/>
          </p:nvSpPr>
          <p:spPr>
            <a:xfrm>
              <a:off x="11604" y="4531"/>
              <a:ext cx="449" cy="489"/>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05</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42" name="Text Placeholder 3"/>
            <p:cNvSpPr txBox="1"/>
            <p:nvPr/>
          </p:nvSpPr>
          <p:spPr>
            <a:xfrm>
              <a:off x="11167" y="5634"/>
              <a:ext cx="449" cy="489"/>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06</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gr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p:cNvSpPr>
          <p:nvPr>
            <p:ph type="title" idx="4294967295"/>
          </p:nvPr>
        </p:nvSpPr>
        <p:spPr>
          <a:xfrm>
            <a:off x="596900" y="152400"/>
            <a:ext cx="8229600" cy="762000"/>
          </a:xfrm>
        </p:spPr>
        <p:txBody>
          <a:bodyPr/>
          <a:lstStyle/>
          <a:p>
            <a:r>
              <a:rPr lang="zh-CN" altLang="en-US" sz="3600" b="1">
                <a:solidFill>
                  <a:srgbClr val="000000"/>
                </a:solidFill>
                <a:latin typeface="楷体" charset="0"/>
                <a:ea typeface="楷体" charset="0"/>
              </a:rPr>
              <a:t>妙不可言！</a:t>
            </a:r>
          </a:p>
        </p:txBody>
      </p:sp>
      <p:sp>
        <p:nvSpPr>
          <p:cNvPr id="294915" name="Rectangle 3"/>
          <p:cNvSpPr>
            <a:spLocks noGrp="1"/>
          </p:cNvSpPr>
          <p:nvPr>
            <p:ph type="body" idx="4294967295"/>
          </p:nvPr>
        </p:nvSpPr>
        <p:spPr>
          <a:xfrm>
            <a:off x="137795" y="914400"/>
            <a:ext cx="8667750" cy="3757295"/>
          </a:xfrm>
        </p:spPr>
        <p:txBody>
          <a:bodyPr/>
          <a:lstStyle/>
          <a:p>
            <a:r>
              <a:rPr lang="zh-CN" altLang="en-US" sz="2400" b="1" dirty="0">
                <a:solidFill>
                  <a:srgbClr val="000000"/>
                </a:solidFill>
                <a:latin typeface="Times New Roman" pitchFamily="18" charset="0"/>
                <a:ea typeface="楷体" charset="0"/>
              </a:rPr>
              <a:t>令人赞叹的算法复杂性！</a:t>
            </a:r>
          </a:p>
          <a:p>
            <a:pPr lvl="1"/>
            <a:r>
              <a:rPr lang="zh-CN" altLang="zh-CN" sz="2400" b="1" dirty="0">
                <a:solidFill>
                  <a:srgbClr val="FF0000"/>
                </a:solidFill>
                <a:latin typeface="Times New Roman" pitchFamily="18" charset="0"/>
                <a:ea typeface="楷体" charset="0"/>
              </a:rPr>
              <a:t>从代码中也可以看到，只有一层循环</a:t>
            </a:r>
            <a:r>
              <a:rPr lang="en-US" altLang="zh-CN" sz="2400" b="1" dirty="0" err="1">
                <a:solidFill>
                  <a:srgbClr val="FF0000"/>
                </a:solidFill>
                <a:latin typeface="Times New Roman" pitchFamily="18" charset="0"/>
                <a:ea typeface="楷体" charset="0"/>
              </a:rPr>
              <a:t>i</a:t>
            </a:r>
            <a:r>
              <a:rPr lang="zh-CN" altLang="zh-CN" sz="2400" b="1" dirty="0">
                <a:solidFill>
                  <a:srgbClr val="FF0000"/>
                </a:solidFill>
                <a:latin typeface="Times New Roman" pitchFamily="18" charset="0"/>
                <a:ea typeface="楷体" charset="0"/>
              </a:rPr>
              <a:t>，用来枚举结束的下标。</a:t>
            </a:r>
            <a:endParaRPr lang="zh-CN" altLang="zh-CN" sz="2000" b="1" dirty="0">
              <a:solidFill>
                <a:srgbClr val="FF0000"/>
              </a:solidFill>
              <a:latin typeface="Times New Roman" pitchFamily="18" charset="0"/>
              <a:ea typeface="楷体" charset="0"/>
            </a:endParaRPr>
          </a:p>
          <a:p>
            <a:r>
              <a:rPr lang="zh-CN" altLang="en-US" sz="2800" dirty="0">
                <a:solidFill>
                  <a:srgbClr val="0033CC"/>
                </a:solidFill>
                <a:latin typeface="Times New Roman" pitchFamily="18" charset="0"/>
                <a:ea typeface="楷体" charset="0"/>
              </a:rPr>
              <a:t>上面的代码中，也对空间复杂度做了小小的优化，</a:t>
            </a:r>
            <a:r>
              <a:rPr lang="en-US" altLang="zh-CN" sz="2800" dirty="0">
                <a:solidFill>
                  <a:srgbClr val="0033CC"/>
                </a:solidFill>
                <a:latin typeface="Times New Roman" pitchFamily="18" charset="0"/>
                <a:ea typeface="楷体" charset="0"/>
              </a:rPr>
              <a:t>b[]</a:t>
            </a:r>
            <a:r>
              <a:rPr lang="zh-CN" altLang="en-US" sz="2800" dirty="0">
                <a:solidFill>
                  <a:srgbClr val="0033CC"/>
                </a:solidFill>
                <a:latin typeface="Times New Roman" pitchFamily="18" charset="0"/>
                <a:ea typeface="楷体" charset="0"/>
              </a:rPr>
              <a:t>这个数组没有必要开，原因是</a:t>
            </a:r>
            <a:r>
              <a:rPr lang="en-US" altLang="zh-CN" sz="2800" dirty="0">
                <a:solidFill>
                  <a:srgbClr val="0033CC"/>
                </a:solidFill>
                <a:latin typeface="Times New Roman" pitchFamily="18" charset="0"/>
                <a:ea typeface="楷体" charset="0"/>
              </a:rPr>
              <a:t>b[j]</a:t>
            </a:r>
            <a:r>
              <a:rPr lang="zh-CN" altLang="en-US" sz="2800" dirty="0">
                <a:solidFill>
                  <a:srgbClr val="0033CC"/>
                </a:solidFill>
                <a:latin typeface="Times New Roman" pitchFamily="18" charset="0"/>
                <a:ea typeface="楷体" charset="0"/>
              </a:rPr>
              <a:t>只和</a:t>
            </a:r>
            <a:r>
              <a:rPr lang="en-US" altLang="zh-CN" sz="2800" dirty="0">
                <a:solidFill>
                  <a:srgbClr val="0033CC"/>
                </a:solidFill>
                <a:latin typeface="Times New Roman" pitchFamily="18" charset="0"/>
                <a:ea typeface="楷体" charset="0"/>
              </a:rPr>
              <a:t>b[j-1]</a:t>
            </a:r>
            <a:r>
              <a:rPr lang="zh-CN" altLang="en-US" sz="2800" dirty="0">
                <a:solidFill>
                  <a:srgbClr val="0033CC"/>
                </a:solidFill>
                <a:latin typeface="Times New Roman" pitchFamily="18" charset="0"/>
                <a:ea typeface="楷体" charset="0"/>
              </a:rPr>
              <a:t>有关系，所以用一个变量</a:t>
            </a:r>
            <a:r>
              <a:rPr lang="en-US" altLang="zh-CN" sz="2800" dirty="0">
                <a:solidFill>
                  <a:srgbClr val="0033CC"/>
                </a:solidFill>
                <a:latin typeface="Times New Roman" pitchFamily="18" charset="0"/>
                <a:ea typeface="楷体" charset="0"/>
              </a:rPr>
              <a:t>b</a:t>
            </a:r>
            <a:r>
              <a:rPr lang="zh-CN" altLang="en-US" sz="2800" dirty="0">
                <a:solidFill>
                  <a:srgbClr val="0033CC"/>
                </a:solidFill>
                <a:latin typeface="Times New Roman" pitchFamily="18" charset="0"/>
                <a:ea typeface="楷体" charset="0"/>
              </a:rPr>
              <a:t>即可。从代码中也可以看到，只有一层循环</a:t>
            </a:r>
            <a:r>
              <a:rPr lang="en-US" altLang="zh-CN" sz="2800" dirty="0" err="1">
                <a:solidFill>
                  <a:srgbClr val="0033CC"/>
                </a:solidFill>
                <a:latin typeface="Times New Roman" pitchFamily="18" charset="0"/>
                <a:ea typeface="楷体" charset="0"/>
              </a:rPr>
              <a:t>i</a:t>
            </a:r>
            <a:r>
              <a:rPr lang="zh-CN" altLang="en-US" sz="2800" dirty="0">
                <a:solidFill>
                  <a:srgbClr val="0033CC"/>
                </a:solidFill>
                <a:latin typeface="Times New Roman" pitchFamily="18" charset="0"/>
                <a:ea typeface="楷体" charset="0"/>
              </a:rPr>
              <a:t>，用来枚举结束的下标。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idx="4294967295"/>
          </p:nvPr>
        </p:nvSpPr>
        <p:spPr>
          <a:xfrm>
            <a:off x="2033905" y="382905"/>
            <a:ext cx="5420360" cy="857250"/>
          </a:xfrm>
        </p:spPr>
        <p:txBody>
          <a:bodyPr/>
          <a:lstStyle/>
          <a:p>
            <a:pPr eaLnBrk="1" hangingPunct="1"/>
            <a:r>
              <a:rPr lang="zh-CN" altLang="en-US" b="1">
                <a:solidFill>
                  <a:srgbClr val="000000"/>
                </a:solidFill>
                <a:latin typeface="Times New Roman" pitchFamily="18" charset="0"/>
                <a:ea typeface="楷体" charset="0"/>
                <a:cs typeface="微软雅黑"/>
              </a:rPr>
              <a:t>还有新思路吗？</a:t>
            </a:r>
          </a:p>
        </p:txBody>
      </p:sp>
      <p:pic>
        <p:nvPicPr>
          <p:cNvPr id="200707" name="Picture 2"/>
          <p:cNvPicPr>
            <a:picLocks noChangeAspect="1" noChangeArrowheads="1"/>
          </p:cNvPicPr>
          <p:nvPr/>
        </p:nvPicPr>
        <p:blipFill>
          <a:blip r:embed="rId3"/>
          <a:srcRect/>
          <a:stretch>
            <a:fillRect/>
          </a:stretch>
        </p:blipFill>
        <p:spPr bwMode="auto">
          <a:xfrm>
            <a:off x="2033588" y="1924050"/>
            <a:ext cx="5050631" cy="785813"/>
          </a:xfrm>
          <a:prstGeom prst="rect">
            <a:avLst/>
          </a:prstGeom>
          <a:noFill/>
          <a:ln w="9525">
            <a:noFill/>
            <a:miter lim="800000"/>
            <a:headEnd/>
            <a:tailEnd/>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标题 2"/>
          <p:cNvSpPr>
            <a:spLocks noGrp="1"/>
          </p:cNvSpPr>
          <p:nvPr>
            <p:ph type="title" idx="4294967295"/>
          </p:nvPr>
        </p:nvSpPr>
        <p:spPr>
          <a:xfrm>
            <a:off x="0" y="205740"/>
            <a:ext cx="6172200" cy="857250"/>
          </a:xfrm>
        </p:spPr>
        <p:txBody>
          <a:bodyPr/>
          <a:lstStyle/>
          <a:p>
            <a:pPr eaLnBrk="1" hangingPunct="1"/>
            <a:r>
              <a:rPr lang="zh-CN" altLang="en-US" b="1">
                <a:solidFill>
                  <a:srgbClr val="000000"/>
                </a:solidFill>
                <a:latin typeface="Times New Roman" pitchFamily="18" charset="0"/>
                <a:ea typeface="楷体" charset="0"/>
                <a:cs typeface="微软雅黑"/>
              </a:rPr>
              <a:t>不信？换个例子试试？</a:t>
            </a:r>
          </a:p>
        </p:txBody>
      </p:sp>
      <p:pic>
        <p:nvPicPr>
          <p:cNvPr id="202755" name="Picture 2"/>
          <p:cNvPicPr>
            <a:picLocks noChangeAspect="1" noChangeArrowheads="1"/>
          </p:cNvPicPr>
          <p:nvPr/>
        </p:nvPicPr>
        <p:blipFill>
          <a:blip r:embed="rId3"/>
          <a:srcRect/>
          <a:stretch>
            <a:fillRect/>
          </a:stretch>
        </p:blipFill>
        <p:spPr bwMode="auto">
          <a:xfrm>
            <a:off x="1439466" y="1707356"/>
            <a:ext cx="4591050" cy="3126581"/>
          </a:xfrm>
          <a:prstGeom prst="rect">
            <a:avLst/>
          </a:prstGeom>
          <a:noFill/>
          <a:ln w="9525">
            <a:noFill/>
            <a:miter lim="800000"/>
            <a:headEnd/>
            <a:tailEnd/>
          </a:ln>
        </p:spPr>
      </p:pic>
      <p:pic>
        <p:nvPicPr>
          <p:cNvPr id="202756" name="Picture 3"/>
          <p:cNvPicPr>
            <a:picLocks noChangeAspect="1" noChangeArrowheads="1"/>
          </p:cNvPicPr>
          <p:nvPr/>
        </p:nvPicPr>
        <p:blipFill>
          <a:blip r:embed="rId4"/>
          <a:srcRect/>
          <a:stretch>
            <a:fillRect/>
          </a:stretch>
        </p:blipFill>
        <p:spPr bwMode="auto">
          <a:xfrm>
            <a:off x="1560910" y="951310"/>
            <a:ext cx="5082778" cy="756047"/>
          </a:xfrm>
          <a:prstGeom prst="rect">
            <a:avLst/>
          </a:prstGeom>
          <a:noFill/>
          <a:ln w="9525">
            <a:noFill/>
            <a:miter lim="800000"/>
            <a:headEnd/>
            <a:tailEnd/>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988" name="Picture 4"/>
          <p:cNvPicPr>
            <a:picLocks noChangeAspect="1" noChangeArrowheads="1"/>
          </p:cNvPicPr>
          <p:nvPr/>
        </p:nvPicPr>
        <p:blipFill>
          <a:blip r:embed="rId2"/>
          <a:srcRect/>
          <a:stretch>
            <a:fillRect/>
          </a:stretch>
        </p:blipFill>
        <p:spPr bwMode="auto">
          <a:xfrm>
            <a:off x="2087166" y="250031"/>
            <a:ext cx="4629150" cy="4698206"/>
          </a:xfrm>
          <a:prstGeom prst="rect">
            <a:avLst/>
          </a:prstGeom>
          <a:noFill/>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p:cNvSpPr>
          <p:nvPr>
            <p:ph type="title" idx="4294967295"/>
          </p:nvPr>
        </p:nvSpPr>
        <p:spPr>
          <a:xfrm>
            <a:off x="355600" y="205740"/>
            <a:ext cx="8507095" cy="857250"/>
          </a:xfrm>
        </p:spPr>
        <p:txBody>
          <a:bodyPr/>
          <a:lstStyle/>
          <a:p>
            <a:pPr algn="just"/>
            <a:r>
              <a:rPr lang="zh-CN" altLang="en-US" sz="3600" b="1" dirty="0">
                <a:solidFill>
                  <a:srgbClr val="000000"/>
                </a:solidFill>
                <a:latin typeface="Times New Roman" pitchFamily="18" charset="0"/>
                <a:ea typeface="楷体" charset="0"/>
              </a:rPr>
              <a:t>扩展</a:t>
            </a:r>
            <a:r>
              <a:rPr lang="en-US" altLang="zh-CN" sz="3600" b="1" dirty="0">
                <a:solidFill>
                  <a:srgbClr val="000000"/>
                </a:solidFill>
                <a:latin typeface="Times New Roman" pitchFamily="18" charset="0"/>
                <a:ea typeface="楷体" charset="0"/>
              </a:rPr>
              <a:t>1</a:t>
            </a:r>
            <a:r>
              <a:rPr lang="zh-CN" altLang="en-US" sz="3600" b="1" dirty="0">
                <a:solidFill>
                  <a:srgbClr val="000000"/>
                </a:solidFill>
                <a:latin typeface="Times New Roman" pitchFamily="18" charset="0"/>
                <a:ea typeface="楷体" charset="0"/>
              </a:rPr>
              <a:t>：如何求最大子数组的位置？</a:t>
            </a:r>
          </a:p>
        </p:txBody>
      </p:sp>
      <p:sp>
        <p:nvSpPr>
          <p:cNvPr id="299011" name="Rectangle 3"/>
          <p:cNvSpPr>
            <a:spLocks noGrp="1"/>
          </p:cNvSpPr>
          <p:nvPr>
            <p:ph type="body" idx="4294967295"/>
          </p:nvPr>
        </p:nvSpPr>
        <p:spPr>
          <a:xfrm>
            <a:off x="367030" y="1046480"/>
            <a:ext cx="8271510" cy="3668395"/>
          </a:xfrm>
        </p:spPr>
        <p:txBody>
          <a:bodyPr/>
          <a:lstStyle/>
          <a:p>
            <a:pPr>
              <a:lnSpc>
                <a:spcPct val="90000"/>
              </a:lnSpc>
            </a:pPr>
            <a:r>
              <a:rPr lang="zh-CN" altLang="en-US" sz="2000" b="1" dirty="0">
                <a:solidFill>
                  <a:srgbClr val="000000"/>
                </a:solidFill>
                <a:latin typeface="Times New Roman" pitchFamily="18" charset="0"/>
                <a:ea typeface="楷体" charset="0"/>
              </a:rPr>
              <a:t>就是如何</a:t>
            </a:r>
            <a:r>
              <a:rPr lang="zh-CN" altLang="en-US" sz="2000" b="1" dirty="0">
                <a:solidFill>
                  <a:srgbClr val="FF0000"/>
                </a:solidFill>
                <a:latin typeface="Times New Roman" pitchFamily="18" charset="0"/>
                <a:ea typeface="楷体" charset="0"/>
              </a:rPr>
              <a:t>求最大子数组的起点下标、结束点下标</a:t>
            </a:r>
          </a:p>
          <a:p>
            <a:pPr>
              <a:lnSpc>
                <a:spcPct val="90000"/>
              </a:lnSpc>
            </a:pPr>
            <a:r>
              <a:rPr lang="zh-CN" altLang="en-US" sz="2000" b="1" dirty="0">
                <a:solidFill>
                  <a:srgbClr val="000000"/>
                </a:solidFill>
                <a:latin typeface="Times New Roman" pitchFamily="18" charset="0"/>
                <a:ea typeface="楷体" charset="0"/>
              </a:rPr>
              <a:t>求最大子数组的位置时，可能会出现一个数组中有许多和是一样的最大子数组，这里我们可以限定，优先考虑位置最靠前（起点靠前）的最大子数组，当最大子数组的起点也相同时，我们选定结束点靠前的。</a:t>
            </a:r>
          </a:p>
          <a:p>
            <a:pPr>
              <a:lnSpc>
                <a:spcPct val="90000"/>
              </a:lnSpc>
            </a:pPr>
            <a:r>
              <a:rPr lang="zh-CN" altLang="en-US" sz="2000" b="1" dirty="0">
                <a:solidFill>
                  <a:srgbClr val="000000"/>
                </a:solidFill>
                <a:latin typeface="Times New Roman" pitchFamily="18" charset="0"/>
                <a:ea typeface="楷体" charset="0"/>
              </a:rPr>
              <a:t>例如：求</a:t>
            </a:r>
            <a:r>
              <a:rPr lang="en-US" altLang="zh-CN" sz="2000" b="1" dirty="0">
                <a:solidFill>
                  <a:srgbClr val="000000"/>
                </a:solidFill>
                <a:latin typeface="Times New Roman" pitchFamily="18" charset="0"/>
                <a:ea typeface="楷体" charset="0"/>
              </a:rPr>
              <a:t>2,3,-1,1,-5,4,1</a:t>
            </a:r>
            <a:r>
              <a:rPr lang="zh-CN" altLang="en-US" sz="2000" b="1" dirty="0">
                <a:solidFill>
                  <a:srgbClr val="000000"/>
                </a:solidFill>
                <a:latin typeface="Times New Roman" pitchFamily="18" charset="0"/>
                <a:ea typeface="楷体" charset="0"/>
              </a:rPr>
              <a:t>的最大子数组的和，并求该子数组的位置：</a:t>
            </a:r>
          </a:p>
          <a:p>
            <a:pPr>
              <a:lnSpc>
                <a:spcPct val="90000"/>
              </a:lnSpc>
            </a:pPr>
            <a:r>
              <a:rPr lang="zh-CN" altLang="en-US" sz="2000" b="1" dirty="0">
                <a:solidFill>
                  <a:srgbClr val="000000"/>
                </a:solidFill>
                <a:latin typeface="Times New Roman" pitchFamily="18" charset="0"/>
                <a:ea typeface="楷体" charset="0"/>
              </a:rPr>
              <a:t>结果为：</a:t>
            </a:r>
            <a:r>
              <a:rPr lang="en-US" altLang="zh-CN" sz="2000" b="1" dirty="0">
                <a:solidFill>
                  <a:srgbClr val="000000"/>
                </a:solidFill>
                <a:latin typeface="Times New Roman" pitchFamily="18" charset="0"/>
                <a:ea typeface="楷体" charset="0"/>
              </a:rPr>
              <a:t>5 0 1</a:t>
            </a:r>
            <a:r>
              <a:rPr lang="zh-CN" altLang="en-US" sz="2000" b="1" dirty="0">
                <a:solidFill>
                  <a:srgbClr val="000000"/>
                </a:solidFill>
                <a:latin typeface="Times New Roman" pitchFamily="18" charset="0"/>
                <a:ea typeface="楷体" charset="0"/>
              </a:rPr>
              <a:t>。</a:t>
            </a:r>
          </a:p>
          <a:p>
            <a:pPr>
              <a:lnSpc>
                <a:spcPct val="90000"/>
              </a:lnSpc>
            </a:pPr>
            <a:r>
              <a:rPr lang="zh-CN" altLang="en-US" sz="2000" b="1" dirty="0">
                <a:solidFill>
                  <a:srgbClr val="000000"/>
                </a:solidFill>
                <a:latin typeface="Times New Roman" pitchFamily="18" charset="0"/>
                <a:ea typeface="楷体" charset="0"/>
              </a:rPr>
              <a:t>这里第一个整数</a:t>
            </a:r>
            <a:r>
              <a:rPr lang="en-US" altLang="zh-CN" sz="2000" b="1" dirty="0">
                <a:solidFill>
                  <a:srgbClr val="000000"/>
                </a:solidFill>
                <a:latin typeface="Times New Roman" pitchFamily="18" charset="0"/>
                <a:ea typeface="楷体" charset="0"/>
              </a:rPr>
              <a:t>5</a:t>
            </a:r>
            <a:r>
              <a:rPr lang="zh-CN" altLang="en-US" sz="2000" b="1" dirty="0">
                <a:solidFill>
                  <a:srgbClr val="000000"/>
                </a:solidFill>
                <a:latin typeface="Times New Roman" pitchFamily="18" charset="0"/>
                <a:ea typeface="楷体" charset="0"/>
              </a:rPr>
              <a:t>代表最大子数组的和，</a:t>
            </a:r>
            <a:r>
              <a:rPr lang="en-US" altLang="zh-CN" sz="2000" b="1" dirty="0">
                <a:solidFill>
                  <a:srgbClr val="000000"/>
                </a:solidFill>
                <a:latin typeface="Times New Roman" pitchFamily="18" charset="0"/>
                <a:ea typeface="楷体" charset="0"/>
              </a:rPr>
              <a:t>0</a:t>
            </a:r>
            <a:r>
              <a:rPr lang="zh-CN" altLang="en-US" sz="2000" b="1" dirty="0">
                <a:solidFill>
                  <a:srgbClr val="000000"/>
                </a:solidFill>
                <a:latin typeface="Times New Roman" pitchFamily="18" charset="0"/>
                <a:ea typeface="楷体" charset="0"/>
              </a:rPr>
              <a:t>代表最大子数组的起点下标，</a:t>
            </a:r>
            <a:r>
              <a:rPr lang="zh-CN" altLang="zh-CN" sz="2000" b="1" dirty="0">
                <a:solidFill>
                  <a:srgbClr val="000000"/>
                </a:solidFill>
                <a:latin typeface="Times New Roman" pitchFamily="18" charset="0"/>
                <a:ea typeface="楷体" charset="0"/>
              </a:rPr>
              <a:t>1</a:t>
            </a:r>
            <a:r>
              <a:rPr lang="zh-CN" altLang="en-US" sz="2000" b="1" dirty="0">
                <a:solidFill>
                  <a:srgbClr val="000000"/>
                </a:solidFill>
                <a:latin typeface="Times New Roman" pitchFamily="18" charset="0"/>
                <a:ea typeface="楷体" charset="0"/>
              </a:rPr>
              <a:t>代表最大子数组的结束点下标。虽然</a:t>
            </a:r>
            <a:r>
              <a:rPr lang="en-US" altLang="zh-CN" sz="2000" b="1" dirty="0">
                <a:solidFill>
                  <a:srgbClr val="000000"/>
                </a:solidFill>
                <a:latin typeface="Times New Roman" pitchFamily="18" charset="0"/>
                <a:ea typeface="楷体" charset="0"/>
              </a:rPr>
              <a:t>5 5 6</a:t>
            </a:r>
            <a:r>
              <a:rPr lang="zh-CN" altLang="en-US" sz="2000" b="1" dirty="0">
                <a:solidFill>
                  <a:srgbClr val="000000"/>
                </a:solidFill>
                <a:latin typeface="Times New Roman" pitchFamily="18" charset="0"/>
                <a:ea typeface="楷体" charset="0"/>
              </a:rPr>
              <a:t>也对，但是子数组的起点靠后，</a:t>
            </a:r>
            <a:r>
              <a:rPr lang="en-US" altLang="zh-CN" sz="2000" b="1" dirty="0">
                <a:solidFill>
                  <a:srgbClr val="000000"/>
                </a:solidFill>
                <a:latin typeface="Times New Roman" pitchFamily="18" charset="0"/>
                <a:ea typeface="楷体" charset="0"/>
              </a:rPr>
              <a:t>5 0 3</a:t>
            </a:r>
            <a:r>
              <a:rPr lang="zh-CN" altLang="en-US" sz="2000" b="1" dirty="0">
                <a:solidFill>
                  <a:srgbClr val="000000"/>
                </a:solidFill>
                <a:latin typeface="Times New Roman" pitchFamily="18" charset="0"/>
                <a:ea typeface="楷体" charset="0"/>
              </a:rPr>
              <a:t>也对，但是子数组的结束点靠后。 </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1749425" y="94615"/>
            <a:ext cx="6172200" cy="857250"/>
          </a:xfrm>
        </p:spPr>
        <p:txBody>
          <a:bodyPr/>
          <a:lstStyle/>
          <a:p>
            <a:r>
              <a:rPr lang="zh-CN" altLang="en-US" sz="3000" b="1" dirty="0">
                <a:solidFill>
                  <a:srgbClr val="000000"/>
                </a:solidFill>
                <a:latin typeface="Times New Roman" pitchFamily="18" charset="0"/>
                <a:ea typeface="楷体" charset="0"/>
              </a:rPr>
              <a:t>起始点与结束点下标如何来记录？</a:t>
            </a:r>
          </a:p>
        </p:txBody>
      </p:sp>
      <p:sp>
        <p:nvSpPr>
          <p:cNvPr id="4" name="内容占位符 3"/>
          <p:cNvSpPr>
            <a:spLocks noGrp="1"/>
          </p:cNvSpPr>
          <p:nvPr>
            <p:ph idx="4294967295"/>
          </p:nvPr>
        </p:nvSpPr>
        <p:spPr>
          <a:xfrm>
            <a:off x="193675" y="786130"/>
            <a:ext cx="8754110" cy="3514725"/>
          </a:xfrm>
        </p:spPr>
        <p:txBody>
          <a:bodyPr/>
          <a:lstStyle/>
          <a:p>
            <a:r>
              <a:rPr lang="zh-CN" altLang="zh-CN" sz="2800" b="1" dirty="0">
                <a:solidFill>
                  <a:srgbClr val="000000"/>
                </a:solidFill>
                <a:latin typeface="Times New Roman" pitchFamily="18" charset="0"/>
                <a:ea typeface="楷体" charset="0"/>
              </a:rPr>
              <a:t>由于我要求起始点下标、结束点下标都靠前的子数组，所以我们在动态规划的时候最好</a:t>
            </a:r>
            <a:r>
              <a:rPr lang="zh-CN" altLang="zh-CN" sz="2800" b="1" dirty="0">
                <a:solidFill>
                  <a:srgbClr val="FF0000"/>
                </a:solidFill>
                <a:latin typeface="Times New Roman" pitchFamily="18" charset="0"/>
                <a:ea typeface="楷体" charset="0"/>
              </a:rPr>
              <a:t>从后向前递推</a:t>
            </a:r>
            <a:r>
              <a:rPr lang="zh-CN" altLang="zh-CN" sz="2800" b="1" dirty="0">
                <a:solidFill>
                  <a:srgbClr val="000000"/>
                </a:solidFill>
                <a:latin typeface="Times New Roman" pitchFamily="18" charset="0"/>
                <a:ea typeface="楷体" charset="0"/>
              </a:rPr>
              <a:t>，这样</a:t>
            </a:r>
            <a:r>
              <a:rPr lang="en-US" altLang="zh-CN" sz="2800" b="1" dirty="0" err="1">
                <a:solidFill>
                  <a:srgbClr val="000000"/>
                </a:solidFill>
                <a:latin typeface="Times New Roman" pitchFamily="18" charset="0"/>
                <a:ea typeface="楷体" charset="0"/>
              </a:rPr>
              <a:t>dp</a:t>
            </a:r>
            <a:r>
              <a:rPr lang="en-US" altLang="zh-CN" sz="2800" b="1" dirty="0">
                <a:solidFill>
                  <a:srgbClr val="000000"/>
                </a:solidFill>
                <a:latin typeface="Times New Roman" pitchFamily="18" charset="0"/>
                <a:ea typeface="楷体" charset="0"/>
              </a:rPr>
              <a:t>[</a:t>
            </a:r>
            <a:r>
              <a:rPr lang="en-US" altLang="zh-CN" sz="2800" b="1" dirty="0" err="1">
                <a:solidFill>
                  <a:srgbClr val="000000"/>
                </a:solidFill>
                <a:latin typeface="Times New Roman" pitchFamily="18" charset="0"/>
                <a:ea typeface="楷体" charset="0"/>
              </a:rPr>
              <a:t>i</a:t>
            </a:r>
            <a:r>
              <a:rPr lang="en-US" altLang="zh-CN" sz="2800" b="1" dirty="0">
                <a:solidFill>
                  <a:srgbClr val="000000"/>
                </a:solidFill>
                <a:latin typeface="Times New Roman" pitchFamily="18" charset="0"/>
                <a:ea typeface="楷体" charset="0"/>
              </a:rPr>
              <a:t>]</a:t>
            </a:r>
            <a:r>
              <a:rPr lang="zh-CN" altLang="zh-CN" sz="2800" b="1" dirty="0">
                <a:solidFill>
                  <a:srgbClr val="000000"/>
                </a:solidFill>
                <a:latin typeface="Times New Roman" pitchFamily="18" charset="0"/>
                <a:ea typeface="楷体" charset="0"/>
              </a:rPr>
              <a:t>表示的值就是以下标</a:t>
            </a:r>
            <a:r>
              <a:rPr lang="en-US" altLang="zh-CN" sz="2800" b="1" dirty="0" err="1">
                <a:solidFill>
                  <a:srgbClr val="000000"/>
                </a:solidFill>
                <a:latin typeface="Times New Roman" pitchFamily="18" charset="0"/>
                <a:ea typeface="楷体" charset="0"/>
              </a:rPr>
              <a:t>i</a:t>
            </a:r>
            <a:r>
              <a:rPr lang="zh-CN" altLang="zh-CN" sz="2800" b="1" dirty="0">
                <a:solidFill>
                  <a:srgbClr val="000000"/>
                </a:solidFill>
                <a:latin typeface="Times New Roman" pitchFamily="18" charset="0"/>
                <a:ea typeface="楷体" charset="0"/>
              </a:rPr>
              <a:t>为开始的最大子数组的值，那么当</a:t>
            </a:r>
            <a:r>
              <a:rPr lang="en-US" altLang="zh-CN" sz="2800" b="1" dirty="0" err="1">
                <a:solidFill>
                  <a:srgbClr val="000000"/>
                </a:solidFill>
                <a:latin typeface="Times New Roman" pitchFamily="18" charset="0"/>
                <a:ea typeface="楷体" charset="0"/>
              </a:rPr>
              <a:t>dp</a:t>
            </a:r>
            <a:r>
              <a:rPr lang="en-US" altLang="zh-CN" sz="2800" b="1" dirty="0">
                <a:solidFill>
                  <a:srgbClr val="000000"/>
                </a:solidFill>
                <a:latin typeface="Times New Roman" pitchFamily="18" charset="0"/>
                <a:ea typeface="楷体" charset="0"/>
              </a:rPr>
              <a:t>[</a:t>
            </a:r>
            <a:r>
              <a:rPr lang="en-US" altLang="zh-CN" sz="2800" b="1" dirty="0" err="1">
                <a:solidFill>
                  <a:srgbClr val="000000"/>
                </a:solidFill>
                <a:latin typeface="Times New Roman" pitchFamily="18" charset="0"/>
                <a:ea typeface="楷体" charset="0"/>
              </a:rPr>
              <a:t>i</a:t>
            </a:r>
            <a:r>
              <a:rPr lang="en-US" altLang="zh-CN" sz="2800" b="1" dirty="0">
                <a:solidFill>
                  <a:srgbClr val="000000"/>
                </a:solidFill>
                <a:latin typeface="Times New Roman" pitchFamily="18" charset="0"/>
                <a:ea typeface="楷体" charset="0"/>
              </a:rPr>
              <a:t>]</a:t>
            </a:r>
            <a:r>
              <a:rPr lang="zh-CN" altLang="zh-CN" sz="2800" b="1" dirty="0">
                <a:solidFill>
                  <a:srgbClr val="000000"/>
                </a:solidFill>
                <a:latin typeface="Times New Roman" pitchFamily="18" charset="0"/>
                <a:ea typeface="楷体" charset="0"/>
              </a:rPr>
              <a:t>与</a:t>
            </a:r>
            <a:r>
              <a:rPr lang="en-US" altLang="zh-CN" sz="2800" b="1" dirty="0" err="1">
                <a:solidFill>
                  <a:srgbClr val="000000"/>
                </a:solidFill>
                <a:latin typeface="Times New Roman" pitchFamily="18" charset="0"/>
                <a:ea typeface="楷体" charset="0"/>
              </a:rPr>
              <a:t>dp</a:t>
            </a:r>
            <a:r>
              <a:rPr lang="en-US" altLang="zh-CN" sz="2800" b="1" dirty="0">
                <a:solidFill>
                  <a:srgbClr val="000000"/>
                </a:solidFill>
                <a:latin typeface="Times New Roman" pitchFamily="18" charset="0"/>
                <a:ea typeface="楷体" charset="0"/>
              </a:rPr>
              <a:t>[j]</a:t>
            </a:r>
            <a:r>
              <a:rPr lang="zh-CN" altLang="zh-CN" sz="2800" b="1" dirty="0">
                <a:solidFill>
                  <a:srgbClr val="000000"/>
                </a:solidFill>
                <a:latin typeface="Times New Roman" pitchFamily="18" charset="0"/>
                <a:ea typeface="楷体" charset="0"/>
              </a:rPr>
              <a:t>相同时我们选取</a:t>
            </a:r>
            <a:r>
              <a:rPr lang="en-US" altLang="zh-CN" sz="2800" b="1" dirty="0" err="1">
                <a:solidFill>
                  <a:srgbClr val="000000"/>
                </a:solidFill>
                <a:latin typeface="Times New Roman" pitchFamily="18" charset="0"/>
                <a:ea typeface="楷体" charset="0"/>
              </a:rPr>
              <a:t>i,j</a:t>
            </a:r>
            <a:r>
              <a:rPr lang="zh-CN" altLang="zh-CN" sz="2800" b="1" dirty="0">
                <a:solidFill>
                  <a:srgbClr val="000000"/>
                </a:solidFill>
                <a:latin typeface="Times New Roman" pitchFamily="18" charset="0"/>
                <a:ea typeface="楷体" charset="0"/>
              </a:rPr>
              <a:t>中较小的下标作为起点。当出现</a:t>
            </a:r>
            <a:r>
              <a:rPr lang="en-US" altLang="zh-CN" sz="2800" b="1" dirty="0">
                <a:solidFill>
                  <a:srgbClr val="FF0000"/>
                </a:solidFill>
                <a:latin typeface="Times New Roman" pitchFamily="18" charset="0"/>
                <a:ea typeface="楷体" charset="0"/>
              </a:rPr>
              <a:t>2,3,-1,1</a:t>
            </a:r>
            <a:r>
              <a:rPr lang="zh-CN" altLang="zh-CN" sz="2800" b="1" dirty="0">
                <a:solidFill>
                  <a:srgbClr val="000000"/>
                </a:solidFill>
                <a:latin typeface="Times New Roman" pitchFamily="18" charset="0"/>
                <a:ea typeface="楷体" charset="0"/>
              </a:rPr>
              <a:t>这样的情况时，我们需要选择</a:t>
            </a:r>
            <a:r>
              <a:rPr lang="en-US" altLang="zh-CN" sz="2800" b="1" dirty="0">
                <a:solidFill>
                  <a:srgbClr val="FF0000"/>
                </a:solidFill>
                <a:latin typeface="Times New Roman" pitchFamily="18" charset="0"/>
                <a:ea typeface="楷体" charset="0"/>
              </a:rPr>
              <a:t>3</a:t>
            </a:r>
            <a:r>
              <a:rPr lang="zh-CN" altLang="zh-CN" sz="2800" b="1" dirty="0">
                <a:solidFill>
                  <a:srgbClr val="000000"/>
                </a:solidFill>
                <a:latin typeface="Times New Roman" pitchFamily="18" charset="0"/>
                <a:ea typeface="楷体" charset="0"/>
              </a:rPr>
              <a:t>的下标作为结束点，考虑下面的代码：</a:t>
            </a:r>
          </a:p>
          <a:p>
            <a:endParaRPr lang="zh-CN" altLang="zh-CN" sz="2800" b="1" dirty="0">
              <a:latin typeface="Times New Roman" pitchFamily="18" charset="0"/>
              <a:ea typeface="楷体"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4681855" y="249555"/>
            <a:ext cx="4462145" cy="3024505"/>
          </a:xfrm>
        </p:spPr>
        <p:txBody>
          <a:bodyPr/>
          <a:lstStyle/>
          <a:p>
            <a:r>
              <a:rPr lang="zh-CN" altLang="zh-CN" sz="2400" b="1">
                <a:solidFill>
                  <a:srgbClr val="000000"/>
                </a:solidFill>
                <a:latin typeface="Times New Roman" pitchFamily="18" charset="0"/>
                <a:ea typeface="楷体" charset="0"/>
              </a:rPr>
              <a:t>这里</a:t>
            </a:r>
            <a:r>
              <a:rPr lang="en-US" altLang="zh-CN" sz="2400" b="1">
                <a:solidFill>
                  <a:srgbClr val="000000"/>
                </a:solidFill>
                <a:latin typeface="Times New Roman" pitchFamily="18" charset="0"/>
                <a:ea typeface="楷体" charset="0"/>
              </a:rPr>
              <a:t>tmp</a:t>
            </a:r>
            <a:r>
              <a:rPr lang="zh-CN" altLang="zh-CN" sz="2400" b="1">
                <a:solidFill>
                  <a:srgbClr val="000000"/>
                </a:solidFill>
                <a:latin typeface="Times New Roman" pitchFamily="18" charset="0"/>
                <a:ea typeface="楷体" charset="0"/>
              </a:rPr>
              <a:t>变量记录子数组的结束点，当</a:t>
            </a:r>
            <a:r>
              <a:rPr lang="en-US" altLang="zh-CN" sz="2400" b="1">
                <a:solidFill>
                  <a:srgbClr val="000000"/>
                </a:solidFill>
                <a:latin typeface="Times New Roman" pitchFamily="18" charset="0"/>
                <a:ea typeface="楷体" charset="0"/>
              </a:rPr>
              <a:t>dp[i+1]==0</a:t>
            </a:r>
            <a:r>
              <a:rPr lang="zh-CN" altLang="zh-CN" sz="2400" b="1">
                <a:solidFill>
                  <a:srgbClr val="000000"/>
                </a:solidFill>
                <a:latin typeface="Times New Roman" pitchFamily="18" charset="0"/>
                <a:ea typeface="楷体" charset="0"/>
              </a:rPr>
              <a:t>时，我们要选取</a:t>
            </a:r>
            <a:r>
              <a:rPr lang="en-US" altLang="zh-CN" sz="2400" b="1">
                <a:solidFill>
                  <a:srgbClr val="000000"/>
                </a:solidFill>
                <a:latin typeface="Times New Roman" pitchFamily="18" charset="0"/>
                <a:ea typeface="楷体" charset="0"/>
              </a:rPr>
              <a:t>i</a:t>
            </a:r>
            <a:r>
              <a:rPr lang="zh-CN" altLang="zh-CN" sz="2400" b="1">
                <a:solidFill>
                  <a:srgbClr val="000000"/>
                </a:solidFill>
                <a:latin typeface="Times New Roman" pitchFamily="18" charset="0"/>
                <a:ea typeface="楷体" charset="0"/>
              </a:rPr>
              <a:t>作为此时的子数组结束点。如上面的例子</a:t>
            </a:r>
            <a:r>
              <a:rPr lang="en-US" altLang="zh-CN" sz="2400" b="1">
                <a:solidFill>
                  <a:srgbClr val="000000"/>
                </a:solidFill>
                <a:latin typeface="Times New Roman" pitchFamily="18" charset="0"/>
                <a:ea typeface="楷体" charset="0"/>
              </a:rPr>
              <a:t>2,3,-1,1</a:t>
            </a:r>
            <a:r>
              <a:rPr lang="zh-CN" altLang="zh-CN" sz="2400" b="1">
                <a:solidFill>
                  <a:srgbClr val="000000"/>
                </a:solidFill>
                <a:latin typeface="Times New Roman" pitchFamily="18" charset="0"/>
                <a:ea typeface="楷体" charset="0"/>
              </a:rPr>
              <a:t>；当我们计算</a:t>
            </a:r>
            <a:r>
              <a:rPr lang="en-US" altLang="zh-CN" sz="2400" b="1">
                <a:solidFill>
                  <a:srgbClr val="000000"/>
                </a:solidFill>
                <a:latin typeface="Times New Roman" pitchFamily="18" charset="0"/>
                <a:ea typeface="楷体" charset="0"/>
              </a:rPr>
              <a:t>dp[1]</a:t>
            </a:r>
            <a:r>
              <a:rPr lang="zh-CN" altLang="zh-CN" sz="2400" b="1">
                <a:solidFill>
                  <a:srgbClr val="000000"/>
                </a:solidFill>
                <a:latin typeface="Times New Roman" pitchFamily="18" charset="0"/>
                <a:ea typeface="楷体" charset="0"/>
              </a:rPr>
              <a:t>时，它的结束点就是</a:t>
            </a:r>
            <a:r>
              <a:rPr lang="en-US" altLang="zh-CN" sz="2400" b="1">
                <a:solidFill>
                  <a:srgbClr val="000000"/>
                </a:solidFill>
                <a:latin typeface="Times New Roman" pitchFamily="18" charset="0"/>
                <a:ea typeface="楷体" charset="0"/>
              </a:rPr>
              <a:t>1</a:t>
            </a:r>
            <a:r>
              <a:rPr lang="zh-CN" altLang="zh-CN" sz="2400" b="1">
                <a:solidFill>
                  <a:srgbClr val="000000"/>
                </a:solidFill>
                <a:latin typeface="Times New Roman" pitchFamily="18" charset="0"/>
                <a:ea typeface="楷体" charset="0"/>
              </a:rPr>
              <a:t>，而不是</a:t>
            </a:r>
            <a:r>
              <a:rPr lang="en-US" altLang="zh-CN" sz="2400" b="1">
                <a:solidFill>
                  <a:srgbClr val="000000"/>
                </a:solidFill>
                <a:latin typeface="Times New Roman" pitchFamily="18" charset="0"/>
                <a:ea typeface="楷体" charset="0"/>
              </a:rPr>
              <a:t>dp[2]</a:t>
            </a:r>
            <a:r>
              <a:rPr lang="zh-CN" altLang="zh-CN" sz="2400" b="1">
                <a:solidFill>
                  <a:srgbClr val="000000"/>
                </a:solidFill>
                <a:latin typeface="Times New Roman" pitchFamily="18" charset="0"/>
                <a:ea typeface="楷体" charset="0"/>
              </a:rPr>
              <a:t>的结束点</a:t>
            </a:r>
            <a:r>
              <a:rPr lang="en-US" altLang="zh-CN" sz="2400" b="1">
                <a:solidFill>
                  <a:srgbClr val="000000"/>
                </a:solidFill>
                <a:latin typeface="Times New Roman" pitchFamily="18" charset="0"/>
                <a:ea typeface="楷体" charset="0"/>
              </a:rPr>
              <a:t>3</a:t>
            </a:r>
            <a:r>
              <a:rPr lang="zh-CN" altLang="zh-CN" sz="2400" b="1">
                <a:solidFill>
                  <a:srgbClr val="000000"/>
                </a:solidFill>
                <a:latin typeface="Times New Roman" pitchFamily="18" charset="0"/>
                <a:ea typeface="楷体" charset="0"/>
              </a:rPr>
              <a:t>。</a:t>
            </a:r>
            <a:endParaRPr lang="zh-CN" altLang="zh-CN" sz="2400" b="1" dirty="0">
              <a:solidFill>
                <a:srgbClr val="000000"/>
              </a:solidFill>
              <a:latin typeface="Times New Roman" pitchFamily="18" charset="0"/>
              <a:ea typeface="楷体" charset="0"/>
            </a:endParaRPr>
          </a:p>
        </p:txBody>
      </p:sp>
      <p:sp>
        <p:nvSpPr>
          <p:cNvPr id="5" name="矩形 4"/>
          <p:cNvSpPr/>
          <p:nvPr/>
        </p:nvSpPr>
        <p:spPr>
          <a:xfrm>
            <a:off x="424442" y="249492"/>
            <a:ext cx="4576818" cy="3749040"/>
          </a:xfrm>
          <a:prstGeom prst="rect">
            <a:avLst/>
          </a:prstGeom>
        </p:spPr>
        <p:txBody>
          <a:bodyPr wrap="square">
            <a:spAutoFit/>
          </a:bodyPr>
          <a:lstStyle/>
          <a:p>
            <a:r>
              <a:rPr lang="en-US" altLang="zh-CN" sz="2400" b="1" dirty="0">
                <a:solidFill>
                  <a:srgbClr val="000000"/>
                </a:solidFill>
                <a:latin typeface="Times New Roman" pitchFamily="18" charset="0"/>
              </a:rPr>
              <a:t>if(</a:t>
            </a:r>
            <a:r>
              <a:rPr lang="en-US" altLang="zh-CN" sz="2400" b="1" dirty="0" err="1">
                <a:solidFill>
                  <a:srgbClr val="000000"/>
                </a:solidFill>
                <a:latin typeface="Times New Roman" pitchFamily="18" charset="0"/>
              </a:rPr>
              <a:t>dp</a:t>
            </a:r>
            <a:r>
              <a:rPr lang="en-US" altLang="zh-CN" sz="2400" b="1" dirty="0">
                <a:solidFill>
                  <a:srgbClr val="000000"/>
                </a:solidFill>
                <a:latin typeface="Times New Roman" pitchFamily="18" charset="0"/>
              </a:rPr>
              <a:t>[i+1]&gt;0)</a:t>
            </a:r>
            <a:br>
              <a:rPr lang="en-US" altLang="zh-CN" sz="2400" b="1" dirty="0">
                <a:solidFill>
                  <a:srgbClr val="000000"/>
                </a:solidFill>
                <a:latin typeface="Times New Roman" pitchFamily="18" charset="0"/>
              </a:rPr>
            </a:br>
            <a:r>
              <a:rPr lang="en-US" altLang="zh-CN" sz="2400" b="1" dirty="0">
                <a:solidFill>
                  <a:srgbClr val="000000"/>
                </a:solidFill>
                <a:latin typeface="Times New Roman" pitchFamily="18" charset="0"/>
              </a:rPr>
              <a:t>{</a:t>
            </a:r>
            <a:br>
              <a:rPr lang="en-US" altLang="zh-CN" sz="2400" b="1" dirty="0">
                <a:solidFill>
                  <a:srgbClr val="000000"/>
                </a:solidFill>
                <a:latin typeface="Times New Roman" pitchFamily="18" charset="0"/>
              </a:rPr>
            </a:br>
            <a:r>
              <a:rPr lang="en-US" altLang="zh-CN" sz="2400" b="1" dirty="0">
                <a:solidFill>
                  <a:srgbClr val="000000"/>
                </a:solidFill>
                <a:latin typeface="Times New Roman" pitchFamily="18" charset="0"/>
              </a:rPr>
              <a:t>    </a:t>
            </a:r>
            <a:r>
              <a:rPr lang="en-US" altLang="zh-CN" sz="2400" b="1" dirty="0" err="1">
                <a:solidFill>
                  <a:srgbClr val="000000"/>
                </a:solidFill>
                <a:latin typeface="Times New Roman" pitchFamily="18" charset="0"/>
              </a:rPr>
              <a:t>dp</a:t>
            </a:r>
            <a:r>
              <a:rPr lang="en-US" altLang="zh-CN" sz="2400" b="1" dirty="0">
                <a:solidFill>
                  <a:srgbClr val="000000"/>
                </a:solidFill>
                <a:latin typeface="Times New Roman" pitchFamily="18" charset="0"/>
              </a:rPr>
              <a:t>[</a:t>
            </a:r>
            <a:r>
              <a:rPr lang="en-US" altLang="zh-CN" sz="2400" b="1" dirty="0" err="1">
                <a:solidFill>
                  <a:srgbClr val="000000"/>
                </a:solidFill>
                <a:latin typeface="Times New Roman" pitchFamily="18" charset="0"/>
              </a:rPr>
              <a:t>i</a:t>
            </a:r>
            <a:r>
              <a:rPr lang="en-US" altLang="zh-CN" sz="2400" b="1" dirty="0">
                <a:solidFill>
                  <a:srgbClr val="000000"/>
                </a:solidFill>
                <a:latin typeface="Times New Roman" pitchFamily="18" charset="0"/>
              </a:rPr>
              <a:t>]=</a:t>
            </a:r>
            <a:r>
              <a:rPr lang="en-US" altLang="zh-CN" sz="2400" b="1" dirty="0" err="1">
                <a:solidFill>
                  <a:srgbClr val="000000"/>
                </a:solidFill>
                <a:latin typeface="Times New Roman" pitchFamily="18" charset="0"/>
              </a:rPr>
              <a:t>dp</a:t>
            </a:r>
            <a:r>
              <a:rPr lang="en-US" altLang="zh-CN" sz="2400" b="1" dirty="0">
                <a:solidFill>
                  <a:srgbClr val="000000"/>
                </a:solidFill>
                <a:latin typeface="Times New Roman" pitchFamily="18" charset="0"/>
              </a:rPr>
              <a:t>[i+1]+a[</a:t>
            </a:r>
            <a:r>
              <a:rPr lang="en-US" altLang="zh-CN" sz="2400" b="1" dirty="0" err="1">
                <a:solidFill>
                  <a:srgbClr val="000000"/>
                </a:solidFill>
                <a:latin typeface="Times New Roman" pitchFamily="18" charset="0"/>
              </a:rPr>
              <a:t>i</a:t>
            </a:r>
            <a:r>
              <a:rPr lang="en-US" altLang="zh-CN" sz="2400" b="1" dirty="0">
                <a:solidFill>
                  <a:srgbClr val="000000"/>
                </a:solidFill>
                <a:latin typeface="Times New Roman" pitchFamily="18" charset="0"/>
              </a:rPr>
              <a:t>];</a:t>
            </a:r>
            <a:br>
              <a:rPr lang="en-US" altLang="zh-CN" sz="2400" b="1" dirty="0">
                <a:solidFill>
                  <a:srgbClr val="000000"/>
                </a:solidFill>
                <a:latin typeface="Times New Roman" pitchFamily="18" charset="0"/>
              </a:rPr>
            </a:br>
            <a:r>
              <a:rPr lang="en-US" altLang="zh-CN" sz="2400" b="1" dirty="0">
                <a:solidFill>
                  <a:srgbClr val="000000"/>
                </a:solidFill>
                <a:latin typeface="Times New Roman" pitchFamily="18" charset="0"/>
              </a:rPr>
              <a:t>    </a:t>
            </a:r>
            <a:r>
              <a:rPr lang="en-US" altLang="zh-CN" sz="2400" b="1" dirty="0" err="1">
                <a:solidFill>
                  <a:srgbClr val="000000"/>
                </a:solidFill>
                <a:latin typeface="Times New Roman" pitchFamily="18" charset="0"/>
              </a:rPr>
              <a:t>tmp</a:t>
            </a:r>
            <a:r>
              <a:rPr lang="en-US" altLang="zh-CN" sz="2400" b="1" dirty="0">
                <a:solidFill>
                  <a:srgbClr val="000000"/>
                </a:solidFill>
                <a:latin typeface="Times New Roman" pitchFamily="18" charset="0"/>
              </a:rPr>
              <a:t>[</a:t>
            </a:r>
            <a:r>
              <a:rPr lang="en-US" altLang="zh-CN" sz="2400" b="1" dirty="0" err="1">
                <a:solidFill>
                  <a:srgbClr val="000000"/>
                </a:solidFill>
                <a:latin typeface="Times New Roman" pitchFamily="18" charset="0"/>
              </a:rPr>
              <a:t>i</a:t>
            </a:r>
            <a:r>
              <a:rPr lang="en-US" altLang="zh-CN" sz="2400" b="1" dirty="0">
                <a:solidFill>
                  <a:srgbClr val="000000"/>
                </a:solidFill>
                <a:latin typeface="Times New Roman" pitchFamily="18" charset="0"/>
              </a:rPr>
              <a:t>]=</a:t>
            </a:r>
            <a:r>
              <a:rPr lang="en-US" altLang="zh-CN" sz="2400" b="1" dirty="0" err="1">
                <a:solidFill>
                  <a:srgbClr val="000000"/>
                </a:solidFill>
                <a:latin typeface="Times New Roman" pitchFamily="18" charset="0"/>
              </a:rPr>
              <a:t>tmp</a:t>
            </a:r>
            <a:r>
              <a:rPr lang="en-US" altLang="zh-CN" sz="2400" b="1" dirty="0">
                <a:solidFill>
                  <a:srgbClr val="000000"/>
                </a:solidFill>
                <a:latin typeface="Times New Roman" pitchFamily="18" charset="0"/>
              </a:rPr>
              <a:t>[i+1];</a:t>
            </a:r>
            <a:br>
              <a:rPr lang="en-US" altLang="zh-CN" sz="2400" b="1" dirty="0">
                <a:solidFill>
                  <a:srgbClr val="000000"/>
                </a:solidFill>
                <a:latin typeface="Times New Roman" pitchFamily="18" charset="0"/>
              </a:rPr>
            </a:br>
            <a:r>
              <a:rPr lang="en-US" altLang="zh-CN" sz="2400" b="1" dirty="0">
                <a:solidFill>
                  <a:srgbClr val="000000"/>
                </a:solidFill>
                <a:latin typeface="Times New Roman" pitchFamily="18" charset="0"/>
              </a:rPr>
              <a:t>}</a:t>
            </a:r>
            <a:br>
              <a:rPr lang="en-US" altLang="zh-CN" sz="2400" b="1" dirty="0">
                <a:solidFill>
                  <a:srgbClr val="000000"/>
                </a:solidFill>
                <a:latin typeface="Times New Roman" pitchFamily="18" charset="0"/>
              </a:rPr>
            </a:br>
            <a:r>
              <a:rPr lang="en-US" altLang="zh-CN" sz="2400" b="1" dirty="0">
                <a:solidFill>
                  <a:srgbClr val="000000"/>
                </a:solidFill>
                <a:latin typeface="Times New Roman" pitchFamily="18" charset="0"/>
              </a:rPr>
              <a:t>else</a:t>
            </a:r>
            <a:br>
              <a:rPr lang="en-US" altLang="zh-CN" sz="2400" b="1" dirty="0">
                <a:solidFill>
                  <a:srgbClr val="000000"/>
                </a:solidFill>
                <a:latin typeface="Times New Roman" pitchFamily="18" charset="0"/>
              </a:rPr>
            </a:br>
            <a:r>
              <a:rPr lang="en-US" altLang="zh-CN" sz="2400" b="1" dirty="0">
                <a:solidFill>
                  <a:srgbClr val="000000"/>
                </a:solidFill>
                <a:latin typeface="Times New Roman" pitchFamily="18" charset="0"/>
              </a:rPr>
              <a:t>{</a:t>
            </a:r>
            <a:br>
              <a:rPr lang="en-US" altLang="zh-CN" sz="2400" b="1" dirty="0">
                <a:solidFill>
                  <a:srgbClr val="000000"/>
                </a:solidFill>
                <a:latin typeface="Times New Roman" pitchFamily="18" charset="0"/>
              </a:rPr>
            </a:br>
            <a:r>
              <a:rPr lang="en-US" altLang="zh-CN" sz="2400" b="1" dirty="0">
                <a:solidFill>
                  <a:srgbClr val="000000"/>
                </a:solidFill>
                <a:latin typeface="Times New Roman" pitchFamily="18" charset="0"/>
              </a:rPr>
              <a:t>    </a:t>
            </a:r>
            <a:r>
              <a:rPr lang="en-US" altLang="zh-CN" sz="2400" b="1" dirty="0" err="1">
                <a:solidFill>
                  <a:srgbClr val="000000"/>
                </a:solidFill>
                <a:latin typeface="Times New Roman" pitchFamily="18" charset="0"/>
              </a:rPr>
              <a:t>dp</a:t>
            </a:r>
            <a:r>
              <a:rPr lang="en-US" altLang="zh-CN" sz="2400" b="1" dirty="0">
                <a:solidFill>
                  <a:srgbClr val="000000"/>
                </a:solidFill>
                <a:latin typeface="Times New Roman" pitchFamily="18" charset="0"/>
              </a:rPr>
              <a:t>[</a:t>
            </a:r>
            <a:r>
              <a:rPr lang="en-US" altLang="zh-CN" sz="2400" b="1" dirty="0" err="1">
                <a:solidFill>
                  <a:srgbClr val="000000"/>
                </a:solidFill>
                <a:latin typeface="Times New Roman" pitchFamily="18" charset="0"/>
              </a:rPr>
              <a:t>i</a:t>
            </a:r>
            <a:r>
              <a:rPr lang="en-US" altLang="zh-CN" sz="2400" b="1" dirty="0">
                <a:solidFill>
                  <a:srgbClr val="000000"/>
                </a:solidFill>
                <a:latin typeface="Times New Roman" pitchFamily="18" charset="0"/>
              </a:rPr>
              <a:t>]=a[</a:t>
            </a:r>
            <a:r>
              <a:rPr lang="en-US" altLang="zh-CN" sz="2400" b="1" dirty="0" err="1">
                <a:solidFill>
                  <a:srgbClr val="000000"/>
                </a:solidFill>
                <a:latin typeface="Times New Roman" pitchFamily="18" charset="0"/>
              </a:rPr>
              <a:t>i</a:t>
            </a:r>
            <a:r>
              <a:rPr lang="en-US" altLang="zh-CN" sz="2400" b="1" dirty="0">
                <a:solidFill>
                  <a:srgbClr val="000000"/>
                </a:solidFill>
                <a:latin typeface="Times New Roman" pitchFamily="18" charset="0"/>
              </a:rPr>
              <a:t>];</a:t>
            </a:r>
            <a:br>
              <a:rPr lang="en-US" altLang="zh-CN" sz="2400" b="1" dirty="0">
                <a:solidFill>
                  <a:srgbClr val="000000"/>
                </a:solidFill>
                <a:latin typeface="Times New Roman" pitchFamily="18" charset="0"/>
              </a:rPr>
            </a:br>
            <a:r>
              <a:rPr lang="en-US" altLang="zh-CN" sz="2400" b="1" dirty="0">
                <a:solidFill>
                  <a:srgbClr val="000000"/>
                </a:solidFill>
                <a:latin typeface="Times New Roman" pitchFamily="18" charset="0"/>
              </a:rPr>
              <a:t>    </a:t>
            </a:r>
            <a:r>
              <a:rPr lang="en-US" altLang="zh-CN" sz="2400" b="1" dirty="0" err="1">
                <a:solidFill>
                  <a:srgbClr val="000000"/>
                </a:solidFill>
                <a:latin typeface="Times New Roman" pitchFamily="18" charset="0"/>
              </a:rPr>
              <a:t>tmp</a:t>
            </a:r>
            <a:r>
              <a:rPr lang="en-US" altLang="zh-CN" sz="2400" b="1" dirty="0">
                <a:solidFill>
                  <a:srgbClr val="000000"/>
                </a:solidFill>
                <a:latin typeface="Times New Roman" pitchFamily="18" charset="0"/>
              </a:rPr>
              <a:t>[</a:t>
            </a:r>
            <a:r>
              <a:rPr lang="en-US" altLang="zh-CN" sz="2400" b="1" dirty="0" err="1">
                <a:solidFill>
                  <a:srgbClr val="000000"/>
                </a:solidFill>
                <a:latin typeface="Times New Roman" pitchFamily="18" charset="0"/>
              </a:rPr>
              <a:t>i</a:t>
            </a:r>
            <a:r>
              <a:rPr lang="en-US" altLang="zh-CN" sz="2400" b="1" dirty="0">
                <a:solidFill>
                  <a:srgbClr val="000000"/>
                </a:solidFill>
                <a:latin typeface="Times New Roman" pitchFamily="18" charset="0"/>
              </a:rPr>
              <a:t>]=</a:t>
            </a:r>
            <a:r>
              <a:rPr lang="en-US" altLang="zh-CN" sz="2400" b="1" dirty="0" err="1">
                <a:solidFill>
                  <a:srgbClr val="000000"/>
                </a:solidFill>
                <a:latin typeface="Times New Roman" pitchFamily="18" charset="0"/>
              </a:rPr>
              <a:t>i</a:t>
            </a:r>
            <a:r>
              <a:rPr lang="en-US" altLang="zh-CN" sz="2400" b="1" dirty="0">
                <a:solidFill>
                  <a:srgbClr val="000000"/>
                </a:solidFill>
                <a:latin typeface="Times New Roman" pitchFamily="18" charset="0"/>
              </a:rPr>
              <a:t>;</a:t>
            </a:r>
            <a:br>
              <a:rPr lang="en-US" altLang="zh-CN" sz="2400" b="1" dirty="0">
                <a:solidFill>
                  <a:srgbClr val="000000"/>
                </a:solidFill>
                <a:latin typeface="Times New Roman" pitchFamily="18" charset="0"/>
              </a:rPr>
            </a:br>
            <a:r>
              <a:rPr lang="en-US" altLang="zh-CN" sz="2400" b="1" dirty="0">
                <a:solidFill>
                  <a:srgbClr val="000000"/>
                </a:solidFill>
                <a:latin typeface="Times New Roman" pitchFamily="18" charset="0"/>
              </a:rPr>
              <a:t>}</a:t>
            </a:r>
          </a:p>
        </p:txBody>
      </p:sp>
      <p:sp>
        <p:nvSpPr>
          <p:cNvPr id="6" name="矩形 5"/>
          <p:cNvSpPr/>
          <p:nvPr/>
        </p:nvSpPr>
        <p:spPr>
          <a:xfrm>
            <a:off x="3016885" y="3274060"/>
            <a:ext cx="5781040" cy="579120"/>
          </a:xfrm>
          <a:prstGeom prst="rect">
            <a:avLst/>
          </a:prstGeom>
        </p:spPr>
        <p:txBody>
          <a:bodyPr wrap="square">
            <a:spAutoFit/>
          </a:bodyPr>
          <a:lstStyle/>
          <a:p>
            <a:r>
              <a:rPr lang="zh-CN" altLang="zh-CN" sz="1600" b="1" dirty="0">
                <a:solidFill>
                  <a:srgbClr val="000000"/>
                </a:solidFill>
                <a:latin typeface="Times New Roman" pitchFamily="18" charset="0"/>
                <a:ea typeface="楷体" charset="0"/>
              </a:rPr>
              <a:t>最终最大的</a:t>
            </a:r>
            <a:r>
              <a:rPr lang="en-US" altLang="zh-CN" sz="1600" b="1" dirty="0" err="1">
                <a:solidFill>
                  <a:srgbClr val="000000"/>
                </a:solidFill>
                <a:latin typeface="Times New Roman" pitchFamily="18" charset="0"/>
                <a:ea typeface="楷体" charset="0"/>
              </a:rPr>
              <a:t>dp</a:t>
            </a:r>
            <a:r>
              <a:rPr lang="en-US" altLang="zh-CN" sz="1600" b="1" dirty="0">
                <a:solidFill>
                  <a:srgbClr val="000000"/>
                </a:solidFill>
                <a:latin typeface="Times New Roman" pitchFamily="18" charset="0"/>
                <a:ea typeface="楷体" charset="0"/>
              </a:rPr>
              <a:t>[</a:t>
            </a:r>
            <a:r>
              <a:rPr lang="en-US" altLang="zh-CN" sz="1600" b="1" dirty="0" err="1">
                <a:solidFill>
                  <a:srgbClr val="000000"/>
                </a:solidFill>
                <a:latin typeface="Times New Roman" pitchFamily="18" charset="0"/>
                <a:ea typeface="楷体" charset="0"/>
              </a:rPr>
              <a:t>i</a:t>
            </a:r>
            <a:r>
              <a:rPr lang="en-US" altLang="zh-CN" sz="1600" b="1" dirty="0">
                <a:solidFill>
                  <a:srgbClr val="000000"/>
                </a:solidFill>
                <a:latin typeface="Times New Roman" pitchFamily="18" charset="0"/>
                <a:ea typeface="楷体" charset="0"/>
              </a:rPr>
              <a:t>]</a:t>
            </a:r>
            <a:r>
              <a:rPr lang="zh-CN" altLang="zh-CN" sz="1600" b="1" dirty="0">
                <a:solidFill>
                  <a:srgbClr val="000000"/>
                </a:solidFill>
                <a:latin typeface="Times New Roman" pitchFamily="18" charset="0"/>
                <a:ea typeface="楷体" charset="0"/>
              </a:rPr>
              <a:t>代表最大子数组的和，最小的</a:t>
            </a:r>
            <a:r>
              <a:rPr lang="en-US" altLang="zh-CN" sz="1600" b="1" dirty="0" err="1">
                <a:solidFill>
                  <a:srgbClr val="000000"/>
                </a:solidFill>
                <a:latin typeface="Times New Roman" pitchFamily="18" charset="0"/>
                <a:ea typeface="楷体" charset="0"/>
              </a:rPr>
              <a:t>i</a:t>
            </a:r>
            <a:r>
              <a:rPr lang="zh-CN" altLang="zh-CN" sz="1600" b="1" dirty="0">
                <a:solidFill>
                  <a:srgbClr val="000000"/>
                </a:solidFill>
                <a:latin typeface="Times New Roman" pitchFamily="18" charset="0"/>
                <a:ea typeface="楷体" charset="0"/>
              </a:rPr>
              <a:t>代表子数组的起始点，</a:t>
            </a:r>
            <a:r>
              <a:rPr lang="en-US" altLang="zh-CN" sz="1600" b="1" dirty="0" err="1">
                <a:solidFill>
                  <a:srgbClr val="000000"/>
                </a:solidFill>
                <a:latin typeface="Times New Roman" pitchFamily="18" charset="0"/>
                <a:ea typeface="楷体" charset="0"/>
              </a:rPr>
              <a:t>tmp</a:t>
            </a:r>
            <a:r>
              <a:rPr lang="en-US" altLang="zh-CN" sz="1600" b="1" dirty="0">
                <a:solidFill>
                  <a:srgbClr val="000000"/>
                </a:solidFill>
                <a:latin typeface="Times New Roman" pitchFamily="18" charset="0"/>
                <a:ea typeface="楷体" charset="0"/>
              </a:rPr>
              <a:t>[</a:t>
            </a:r>
            <a:r>
              <a:rPr lang="en-US" altLang="zh-CN" sz="1600" b="1" dirty="0" err="1">
                <a:solidFill>
                  <a:srgbClr val="000000"/>
                </a:solidFill>
                <a:latin typeface="Times New Roman" pitchFamily="18" charset="0"/>
                <a:ea typeface="楷体" charset="0"/>
              </a:rPr>
              <a:t>i</a:t>
            </a:r>
            <a:r>
              <a:rPr lang="en-US" altLang="zh-CN" sz="1600" b="1" dirty="0">
                <a:solidFill>
                  <a:srgbClr val="000000"/>
                </a:solidFill>
                <a:latin typeface="Times New Roman" pitchFamily="18" charset="0"/>
                <a:ea typeface="楷体" charset="0"/>
              </a:rPr>
              <a:t>]</a:t>
            </a:r>
            <a:r>
              <a:rPr lang="zh-CN" altLang="zh-CN" sz="1600" b="1" dirty="0">
                <a:solidFill>
                  <a:srgbClr val="000000"/>
                </a:solidFill>
                <a:latin typeface="Times New Roman" pitchFamily="18" charset="0"/>
                <a:ea typeface="楷体" charset="0"/>
              </a:rPr>
              <a:t>代表子数组的结束点。</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41630" y="122555"/>
            <a:ext cx="4932680" cy="4892040"/>
          </a:xfrm>
          <a:prstGeom prst="rect">
            <a:avLst/>
          </a:prstGeom>
        </p:spPr>
        <p:txBody>
          <a:bodyPr wrap="square">
            <a:spAutoFit/>
          </a:bodyPr>
          <a:lstStyle/>
          <a:p>
            <a:r>
              <a:rPr lang="en-US" altLang="zh-CN" sz="1500" b="1" dirty="0">
                <a:solidFill>
                  <a:srgbClr val="000000"/>
                </a:solidFill>
              </a:rPr>
              <a:t>void </a:t>
            </a:r>
            <a:r>
              <a:rPr lang="en-US" altLang="zh-CN" sz="1500" b="1" dirty="0" err="1">
                <a:solidFill>
                  <a:srgbClr val="000000"/>
                </a:solidFill>
              </a:rPr>
              <a:t>getMax</a:t>
            </a:r>
            <a:r>
              <a:rPr lang="en-US" altLang="zh-CN" sz="1500" b="1" dirty="0">
                <a:solidFill>
                  <a:srgbClr val="000000"/>
                </a:solidFill>
              </a:rPr>
              <a:t>(</a:t>
            </a:r>
            <a:r>
              <a:rPr lang="en-US" altLang="zh-CN" sz="1500" b="1" dirty="0" err="1">
                <a:solidFill>
                  <a:srgbClr val="000000"/>
                </a:solidFill>
              </a:rPr>
              <a:t>int</a:t>
            </a:r>
            <a:r>
              <a:rPr lang="en-US" altLang="zh-CN" sz="1500" b="1" dirty="0">
                <a:solidFill>
                  <a:srgbClr val="000000"/>
                </a:solidFill>
              </a:rPr>
              <a:t> a[],</a:t>
            </a:r>
            <a:r>
              <a:rPr lang="en-US" altLang="zh-CN" sz="1500" b="1" dirty="0" err="1">
                <a:solidFill>
                  <a:srgbClr val="000000"/>
                </a:solidFill>
              </a:rPr>
              <a:t>int</a:t>
            </a:r>
            <a:r>
              <a:rPr lang="en-US" altLang="zh-CN" sz="1500" b="1" dirty="0">
                <a:solidFill>
                  <a:srgbClr val="000000"/>
                </a:solidFill>
              </a:rPr>
              <a:t> n)</a:t>
            </a:r>
            <a:br>
              <a:rPr lang="en-US" altLang="zh-CN" sz="1500" b="1" dirty="0">
                <a:solidFill>
                  <a:srgbClr val="000000"/>
                </a:solidFill>
              </a:rPr>
            </a:br>
            <a:r>
              <a:rPr lang="en-US" altLang="zh-CN" sz="1500" b="1" dirty="0">
                <a:solidFill>
                  <a:srgbClr val="000000"/>
                </a:solidFill>
              </a:rPr>
              <a:t>{</a:t>
            </a:r>
            <a:br>
              <a:rPr lang="en-US" altLang="zh-CN" sz="1500" b="1" dirty="0">
                <a:solidFill>
                  <a:srgbClr val="000000"/>
                </a:solidFill>
              </a:rPr>
            </a:br>
            <a:r>
              <a:rPr lang="en-US" altLang="zh-CN" sz="1500" b="1" dirty="0">
                <a:solidFill>
                  <a:srgbClr val="000000"/>
                </a:solidFill>
              </a:rPr>
              <a:t>    </a:t>
            </a:r>
            <a:r>
              <a:rPr lang="en-US" altLang="zh-CN" sz="1500" b="1" dirty="0" err="1">
                <a:solidFill>
                  <a:srgbClr val="000000"/>
                </a:solidFill>
              </a:rPr>
              <a:t>int</a:t>
            </a:r>
            <a:r>
              <a:rPr lang="en-US" altLang="zh-CN" sz="1500" b="1" dirty="0">
                <a:solidFill>
                  <a:srgbClr val="000000"/>
                </a:solidFill>
              </a:rPr>
              <a:t> </a:t>
            </a:r>
            <a:r>
              <a:rPr lang="en-US" altLang="zh-CN" sz="1500" b="1" dirty="0" err="1">
                <a:solidFill>
                  <a:srgbClr val="000000"/>
                </a:solidFill>
              </a:rPr>
              <a:t>dp,tmp</a:t>
            </a:r>
            <a:r>
              <a:rPr lang="en-US" altLang="zh-CN" sz="1500" b="1" dirty="0">
                <a:solidFill>
                  <a:srgbClr val="000000"/>
                </a:solidFill>
              </a:rPr>
              <a:t>;</a:t>
            </a:r>
            <a:br>
              <a:rPr lang="en-US" altLang="zh-CN" sz="1500" b="1" dirty="0">
                <a:solidFill>
                  <a:srgbClr val="000000"/>
                </a:solidFill>
              </a:rPr>
            </a:br>
            <a:r>
              <a:rPr lang="en-US" altLang="zh-CN" sz="1500" b="1" dirty="0">
                <a:solidFill>
                  <a:srgbClr val="000000"/>
                </a:solidFill>
              </a:rPr>
              <a:t>    </a:t>
            </a:r>
            <a:r>
              <a:rPr lang="en-US" altLang="zh-CN" sz="1500" b="1" dirty="0" err="1">
                <a:solidFill>
                  <a:srgbClr val="000000"/>
                </a:solidFill>
              </a:rPr>
              <a:t>dp</a:t>
            </a:r>
            <a:r>
              <a:rPr lang="en-US" altLang="zh-CN" sz="1500" b="1" dirty="0">
                <a:solidFill>
                  <a:srgbClr val="000000"/>
                </a:solidFill>
              </a:rPr>
              <a:t>=Max=a[n-1];</a:t>
            </a:r>
            <a:br>
              <a:rPr lang="en-US" altLang="zh-CN" sz="1500" b="1" dirty="0">
                <a:solidFill>
                  <a:srgbClr val="000000"/>
                </a:solidFill>
              </a:rPr>
            </a:br>
            <a:r>
              <a:rPr lang="en-US" altLang="zh-CN" sz="1500" b="1" dirty="0">
                <a:solidFill>
                  <a:srgbClr val="000000"/>
                </a:solidFill>
              </a:rPr>
              <a:t>    </a:t>
            </a:r>
            <a:r>
              <a:rPr lang="en-US" altLang="zh-CN" sz="1500" b="1" dirty="0" err="1">
                <a:solidFill>
                  <a:srgbClr val="000000"/>
                </a:solidFill>
              </a:rPr>
              <a:t>tmp</a:t>
            </a:r>
            <a:r>
              <a:rPr lang="en-US" altLang="zh-CN" sz="1500" b="1" dirty="0">
                <a:solidFill>
                  <a:srgbClr val="000000"/>
                </a:solidFill>
              </a:rPr>
              <a:t>=n-1;</a:t>
            </a:r>
            <a:br>
              <a:rPr lang="en-US" altLang="zh-CN" sz="1500" b="1" dirty="0">
                <a:solidFill>
                  <a:srgbClr val="000000"/>
                </a:solidFill>
              </a:rPr>
            </a:br>
            <a:r>
              <a:rPr lang="en-US" altLang="zh-CN" sz="1500" b="1" dirty="0">
                <a:solidFill>
                  <a:srgbClr val="000000"/>
                </a:solidFill>
              </a:rPr>
              <a:t>    B=n-1;</a:t>
            </a:r>
            <a:br>
              <a:rPr lang="en-US" altLang="zh-CN" sz="1500" b="1" dirty="0">
                <a:solidFill>
                  <a:srgbClr val="000000"/>
                </a:solidFill>
              </a:rPr>
            </a:br>
            <a:r>
              <a:rPr lang="en-US" altLang="zh-CN" sz="1500" b="1" dirty="0">
                <a:solidFill>
                  <a:srgbClr val="000000"/>
                </a:solidFill>
              </a:rPr>
              <a:t>    E=n-1;</a:t>
            </a:r>
            <a:br>
              <a:rPr lang="en-US" altLang="zh-CN" sz="1500" b="1" dirty="0">
                <a:solidFill>
                  <a:srgbClr val="000000"/>
                </a:solidFill>
              </a:rPr>
            </a:br>
            <a:r>
              <a:rPr lang="en-US" altLang="zh-CN" sz="1500" b="1" dirty="0">
                <a:solidFill>
                  <a:srgbClr val="000000"/>
                </a:solidFill>
              </a:rPr>
              <a:t>    for(</a:t>
            </a:r>
            <a:r>
              <a:rPr lang="en-US" altLang="zh-CN" sz="1500" b="1" dirty="0" err="1">
                <a:solidFill>
                  <a:srgbClr val="000000"/>
                </a:solidFill>
              </a:rPr>
              <a:t>int</a:t>
            </a:r>
            <a:r>
              <a:rPr lang="en-US" altLang="zh-CN" sz="1500" b="1" dirty="0">
                <a:solidFill>
                  <a:srgbClr val="000000"/>
                </a:solidFill>
              </a:rPr>
              <a:t> </a:t>
            </a:r>
            <a:r>
              <a:rPr lang="en-US" altLang="zh-CN" sz="1500" b="1" dirty="0" err="1">
                <a:solidFill>
                  <a:srgbClr val="000000"/>
                </a:solidFill>
              </a:rPr>
              <a:t>i</a:t>
            </a:r>
            <a:r>
              <a:rPr lang="en-US" altLang="zh-CN" sz="1500" b="1" dirty="0">
                <a:solidFill>
                  <a:srgbClr val="000000"/>
                </a:solidFill>
              </a:rPr>
              <a:t>=n-2;i&gt;=0;i--)</a:t>
            </a:r>
            <a:br>
              <a:rPr lang="en-US" altLang="zh-CN" sz="1500" b="1" dirty="0">
                <a:solidFill>
                  <a:srgbClr val="000000"/>
                </a:solidFill>
              </a:rPr>
            </a:br>
            <a:r>
              <a:rPr lang="en-US" altLang="zh-CN" sz="1500" b="1" dirty="0">
                <a:solidFill>
                  <a:srgbClr val="000000"/>
                </a:solidFill>
              </a:rPr>
              <a:t>    {</a:t>
            </a:r>
            <a:br>
              <a:rPr lang="en-US" altLang="zh-CN" sz="1500" b="1" dirty="0">
                <a:solidFill>
                  <a:srgbClr val="000000"/>
                </a:solidFill>
              </a:rPr>
            </a:br>
            <a:r>
              <a:rPr lang="en-US" altLang="zh-CN" sz="1500" b="1" dirty="0">
                <a:solidFill>
                  <a:srgbClr val="000000"/>
                </a:solidFill>
              </a:rPr>
              <a:t>        if(</a:t>
            </a:r>
            <a:r>
              <a:rPr lang="en-US" altLang="zh-CN" sz="1500" b="1" dirty="0" err="1">
                <a:solidFill>
                  <a:srgbClr val="000000"/>
                </a:solidFill>
              </a:rPr>
              <a:t>dp</a:t>
            </a:r>
            <a:r>
              <a:rPr lang="en-US" altLang="zh-CN" sz="1500" b="1" dirty="0">
                <a:solidFill>
                  <a:srgbClr val="000000"/>
                </a:solidFill>
              </a:rPr>
              <a:t>&gt;0)</a:t>
            </a:r>
            <a:br>
              <a:rPr lang="en-US" altLang="zh-CN" sz="1500" b="1" dirty="0">
                <a:solidFill>
                  <a:srgbClr val="000000"/>
                </a:solidFill>
              </a:rPr>
            </a:br>
            <a:r>
              <a:rPr lang="en-US" altLang="zh-CN" sz="1500" b="1" dirty="0">
                <a:solidFill>
                  <a:srgbClr val="000000"/>
                </a:solidFill>
              </a:rPr>
              <a:t>            </a:t>
            </a:r>
            <a:r>
              <a:rPr lang="en-US" altLang="zh-CN" sz="1500" b="1" dirty="0" err="1">
                <a:solidFill>
                  <a:srgbClr val="000000"/>
                </a:solidFill>
              </a:rPr>
              <a:t>dp</a:t>
            </a:r>
            <a:r>
              <a:rPr lang="en-US" altLang="zh-CN" sz="1500" b="1" dirty="0">
                <a:solidFill>
                  <a:srgbClr val="000000"/>
                </a:solidFill>
              </a:rPr>
              <a:t>=</a:t>
            </a:r>
            <a:r>
              <a:rPr lang="en-US" altLang="zh-CN" sz="1500" b="1" dirty="0" err="1">
                <a:solidFill>
                  <a:srgbClr val="000000"/>
                </a:solidFill>
              </a:rPr>
              <a:t>dp+a</a:t>
            </a:r>
            <a:r>
              <a:rPr lang="en-US" altLang="zh-CN" sz="1500" b="1" dirty="0">
                <a:solidFill>
                  <a:srgbClr val="000000"/>
                </a:solidFill>
              </a:rPr>
              <a:t>[</a:t>
            </a:r>
            <a:r>
              <a:rPr lang="en-US" altLang="zh-CN" sz="1500" b="1" dirty="0" err="1">
                <a:solidFill>
                  <a:srgbClr val="000000"/>
                </a:solidFill>
              </a:rPr>
              <a:t>i</a:t>
            </a:r>
            <a:r>
              <a:rPr lang="en-US" altLang="zh-CN" sz="1500" b="1" dirty="0">
                <a:solidFill>
                  <a:srgbClr val="000000"/>
                </a:solidFill>
              </a:rPr>
              <a:t>];</a:t>
            </a:r>
            <a:br>
              <a:rPr lang="en-US" altLang="zh-CN" sz="1500" b="1" dirty="0">
                <a:solidFill>
                  <a:srgbClr val="000000"/>
                </a:solidFill>
              </a:rPr>
            </a:br>
            <a:r>
              <a:rPr lang="en-US" altLang="zh-CN" sz="1500" b="1" dirty="0">
                <a:solidFill>
                  <a:srgbClr val="000000"/>
                </a:solidFill>
              </a:rPr>
              <a:t>        else</a:t>
            </a:r>
            <a:br>
              <a:rPr lang="en-US" altLang="zh-CN" sz="1500" b="1" dirty="0">
                <a:solidFill>
                  <a:srgbClr val="000000"/>
                </a:solidFill>
              </a:rPr>
            </a:br>
            <a:r>
              <a:rPr lang="en-US" altLang="zh-CN" sz="1500" b="1" dirty="0">
                <a:solidFill>
                  <a:srgbClr val="000000"/>
                </a:solidFill>
              </a:rPr>
              <a:t>        {</a:t>
            </a:r>
            <a:br>
              <a:rPr lang="en-US" altLang="zh-CN" sz="1500" b="1" dirty="0">
                <a:solidFill>
                  <a:srgbClr val="000000"/>
                </a:solidFill>
              </a:rPr>
            </a:br>
            <a:r>
              <a:rPr lang="en-US" altLang="zh-CN" sz="1500" b="1" dirty="0">
                <a:solidFill>
                  <a:srgbClr val="000000"/>
                </a:solidFill>
              </a:rPr>
              <a:t>            </a:t>
            </a:r>
            <a:r>
              <a:rPr lang="en-US" altLang="zh-CN" sz="1500" b="1" dirty="0" err="1">
                <a:solidFill>
                  <a:srgbClr val="000000"/>
                </a:solidFill>
              </a:rPr>
              <a:t>dp</a:t>
            </a:r>
            <a:r>
              <a:rPr lang="en-US" altLang="zh-CN" sz="1500" b="1" dirty="0">
                <a:solidFill>
                  <a:srgbClr val="000000"/>
                </a:solidFill>
              </a:rPr>
              <a:t>=a[</a:t>
            </a:r>
            <a:r>
              <a:rPr lang="en-US" altLang="zh-CN" sz="1500" b="1" dirty="0" err="1">
                <a:solidFill>
                  <a:srgbClr val="000000"/>
                </a:solidFill>
              </a:rPr>
              <a:t>i</a:t>
            </a:r>
            <a:r>
              <a:rPr lang="en-US" altLang="zh-CN" sz="1500" b="1" dirty="0">
                <a:solidFill>
                  <a:srgbClr val="000000"/>
                </a:solidFill>
              </a:rPr>
              <a:t>];</a:t>
            </a:r>
            <a:br>
              <a:rPr lang="en-US" altLang="zh-CN" sz="1500" b="1" dirty="0">
                <a:solidFill>
                  <a:srgbClr val="000000"/>
                </a:solidFill>
              </a:rPr>
            </a:br>
            <a:r>
              <a:rPr lang="en-US" altLang="zh-CN" sz="1500" b="1" dirty="0">
                <a:solidFill>
                  <a:srgbClr val="000000"/>
                </a:solidFill>
              </a:rPr>
              <a:t>            </a:t>
            </a:r>
            <a:r>
              <a:rPr lang="en-US" altLang="zh-CN" sz="1500" b="1" dirty="0" err="1">
                <a:solidFill>
                  <a:srgbClr val="000000"/>
                </a:solidFill>
              </a:rPr>
              <a:t>tmp</a:t>
            </a:r>
            <a:r>
              <a:rPr lang="en-US" altLang="zh-CN" sz="1500" b="1" dirty="0">
                <a:solidFill>
                  <a:srgbClr val="000000"/>
                </a:solidFill>
              </a:rPr>
              <a:t>=</a:t>
            </a:r>
            <a:r>
              <a:rPr lang="en-US" altLang="zh-CN" sz="1500" b="1" dirty="0" err="1">
                <a:solidFill>
                  <a:srgbClr val="000000"/>
                </a:solidFill>
              </a:rPr>
              <a:t>i</a:t>
            </a:r>
            <a:r>
              <a:rPr lang="en-US" altLang="zh-CN" sz="1500" b="1" dirty="0">
                <a:solidFill>
                  <a:srgbClr val="000000"/>
                </a:solidFill>
              </a:rPr>
              <a:t>;</a:t>
            </a:r>
            <a:br>
              <a:rPr lang="en-US" altLang="zh-CN" sz="1500" b="1" dirty="0">
                <a:solidFill>
                  <a:srgbClr val="000000"/>
                </a:solidFill>
              </a:rPr>
            </a:br>
            <a:r>
              <a:rPr lang="en-US" altLang="zh-CN" sz="1500" b="1" dirty="0">
                <a:solidFill>
                  <a:srgbClr val="000000"/>
                </a:solidFill>
              </a:rPr>
              <a:t>        }</a:t>
            </a:r>
            <a:br>
              <a:rPr lang="en-US" altLang="zh-CN" sz="1500" b="1" dirty="0">
                <a:solidFill>
                  <a:srgbClr val="000000"/>
                </a:solidFill>
              </a:rPr>
            </a:br>
            <a:r>
              <a:rPr lang="en-US" altLang="zh-CN" sz="1500" b="1" dirty="0">
                <a:solidFill>
                  <a:srgbClr val="000000"/>
                </a:solidFill>
              </a:rPr>
              <a:t>        if(Max&lt;=</a:t>
            </a:r>
            <a:r>
              <a:rPr lang="en-US" altLang="zh-CN" sz="1500" b="1" dirty="0" err="1">
                <a:solidFill>
                  <a:srgbClr val="000000"/>
                </a:solidFill>
              </a:rPr>
              <a:t>dp</a:t>
            </a:r>
            <a:r>
              <a:rPr lang="en-US" altLang="zh-CN" sz="1500" b="1" dirty="0">
                <a:solidFill>
                  <a:srgbClr val="000000"/>
                </a:solidFill>
              </a:rPr>
              <a:t>)</a:t>
            </a:r>
            <a:br>
              <a:rPr lang="en-US" altLang="zh-CN" sz="1500" b="1" dirty="0">
                <a:solidFill>
                  <a:srgbClr val="000000"/>
                </a:solidFill>
              </a:rPr>
            </a:br>
            <a:r>
              <a:rPr lang="en-US" altLang="zh-CN" sz="1500" b="1" dirty="0">
                <a:solidFill>
                  <a:srgbClr val="000000"/>
                </a:solidFill>
              </a:rPr>
              <a:t>        {</a:t>
            </a:r>
            <a:br>
              <a:rPr lang="en-US" altLang="zh-CN" sz="1500" b="1" dirty="0">
                <a:solidFill>
                  <a:srgbClr val="000000"/>
                </a:solidFill>
              </a:rPr>
            </a:br>
            <a:r>
              <a:rPr lang="en-US" altLang="zh-CN" sz="1500" b="1" dirty="0">
                <a:solidFill>
                  <a:srgbClr val="000000"/>
                </a:solidFill>
              </a:rPr>
              <a:t>            B=</a:t>
            </a:r>
            <a:r>
              <a:rPr lang="en-US" altLang="zh-CN" sz="1500" b="1" dirty="0" err="1">
                <a:solidFill>
                  <a:srgbClr val="000000"/>
                </a:solidFill>
              </a:rPr>
              <a:t>i</a:t>
            </a:r>
            <a:r>
              <a:rPr lang="en-US" altLang="zh-CN" sz="1500" b="1" dirty="0">
                <a:solidFill>
                  <a:srgbClr val="000000"/>
                </a:solidFill>
              </a:rPr>
              <a:t>;            </a:t>
            </a:r>
            <a:br>
              <a:rPr lang="en-US" altLang="zh-CN" sz="1500" b="1" dirty="0">
                <a:solidFill>
                  <a:srgbClr val="000000"/>
                </a:solidFill>
              </a:rPr>
            </a:br>
            <a:r>
              <a:rPr lang="en-US" altLang="zh-CN" sz="1500" b="1" dirty="0">
                <a:solidFill>
                  <a:srgbClr val="000000"/>
                </a:solidFill>
              </a:rPr>
              <a:t>            E=</a:t>
            </a:r>
            <a:r>
              <a:rPr lang="en-US" altLang="zh-CN" sz="1500" b="1" dirty="0" err="1">
                <a:solidFill>
                  <a:srgbClr val="000000"/>
                </a:solidFill>
              </a:rPr>
              <a:t>tmp</a:t>
            </a:r>
            <a:r>
              <a:rPr lang="en-US" altLang="zh-CN" sz="1500" b="1" dirty="0">
                <a:solidFill>
                  <a:srgbClr val="000000"/>
                </a:solidFill>
              </a:rPr>
              <a:t>;            </a:t>
            </a:r>
            <a:br>
              <a:rPr lang="en-US" altLang="zh-CN" sz="1500" b="1" dirty="0">
                <a:solidFill>
                  <a:srgbClr val="000000"/>
                </a:solidFill>
              </a:rPr>
            </a:br>
            <a:r>
              <a:rPr lang="en-US" altLang="zh-CN" sz="1500" b="1" dirty="0">
                <a:solidFill>
                  <a:srgbClr val="000000"/>
                </a:solidFill>
              </a:rPr>
              <a:t>            Max=</a:t>
            </a:r>
            <a:r>
              <a:rPr lang="en-US" altLang="zh-CN" sz="1500" b="1" dirty="0" err="1">
                <a:solidFill>
                  <a:srgbClr val="000000"/>
                </a:solidFill>
              </a:rPr>
              <a:t>dp</a:t>
            </a:r>
            <a:r>
              <a:rPr lang="en-US" altLang="zh-CN" sz="1500" b="1" dirty="0">
                <a:solidFill>
                  <a:srgbClr val="000000"/>
                </a:solidFill>
              </a:rPr>
              <a:t>;     }   }   } </a:t>
            </a:r>
          </a:p>
        </p:txBody>
      </p:sp>
      <p:sp>
        <p:nvSpPr>
          <p:cNvPr id="6" name="矩形 5"/>
          <p:cNvSpPr/>
          <p:nvPr/>
        </p:nvSpPr>
        <p:spPr>
          <a:xfrm>
            <a:off x="4356100" y="153670"/>
            <a:ext cx="4422140" cy="3017520"/>
          </a:xfrm>
          <a:prstGeom prst="rect">
            <a:avLst/>
          </a:prstGeom>
        </p:spPr>
        <p:txBody>
          <a:bodyPr wrap="square">
            <a:spAutoFit/>
          </a:bodyPr>
          <a:lstStyle/>
          <a:p>
            <a:pPr algn="just"/>
            <a:r>
              <a:rPr lang="en-US" altLang="zh-CN" sz="2400" b="1" dirty="0" err="1">
                <a:solidFill>
                  <a:srgbClr val="000000"/>
                </a:solidFill>
                <a:latin typeface="Times New Roman" pitchFamily="18" charset="0"/>
                <a:ea typeface="楷体" charset="0"/>
              </a:rPr>
              <a:t>int</a:t>
            </a:r>
            <a:r>
              <a:rPr lang="en-US" altLang="zh-CN" sz="2400" b="1" dirty="0">
                <a:solidFill>
                  <a:srgbClr val="000000"/>
                </a:solidFill>
                <a:latin typeface="Times New Roman" pitchFamily="18" charset="0"/>
                <a:ea typeface="楷体" charset="0"/>
              </a:rPr>
              <a:t> </a:t>
            </a:r>
            <a:r>
              <a:rPr lang="en-US" altLang="zh-CN" sz="2400" b="1" dirty="0" err="1">
                <a:solidFill>
                  <a:srgbClr val="000000"/>
                </a:solidFill>
                <a:latin typeface="Times New Roman" pitchFamily="18" charset="0"/>
                <a:ea typeface="楷体" charset="0"/>
              </a:rPr>
              <a:t>B,E,Max</a:t>
            </a:r>
            <a:r>
              <a:rPr lang="en-US" altLang="zh-CN" sz="2400" b="1" dirty="0">
                <a:solidFill>
                  <a:srgbClr val="000000"/>
                </a:solidFill>
                <a:latin typeface="Times New Roman" pitchFamily="18" charset="0"/>
                <a:ea typeface="楷体" charset="0"/>
              </a:rPr>
              <a:t>;//B</a:t>
            </a:r>
            <a:r>
              <a:rPr lang="zh-CN" altLang="zh-CN" sz="2400" b="1" dirty="0">
                <a:solidFill>
                  <a:srgbClr val="000000"/>
                </a:solidFill>
                <a:latin typeface="Times New Roman" pitchFamily="18" charset="0"/>
                <a:ea typeface="楷体" charset="0"/>
              </a:rPr>
              <a:t>为子数组的起始点下标</a:t>
            </a:r>
            <a:r>
              <a:rPr lang="en-US" altLang="zh-CN" sz="2400" b="1" dirty="0">
                <a:solidFill>
                  <a:srgbClr val="000000"/>
                </a:solidFill>
                <a:latin typeface="Times New Roman" pitchFamily="18" charset="0"/>
                <a:ea typeface="楷体" charset="0"/>
              </a:rPr>
              <a:t>,E</a:t>
            </a:r>
            <a:r>
              <a:rPr lang="zh-CN" altLang="zh-CN" sz="2400" b="1" dirty="0">
                <a:solidFill>
                  <a:srgbClr val="000000"/>
                </a:solidFill>
                <a:latin typeface="Times New Roman" pitchFamily="18" charset="0"/>
                <a:ea typeface="楷体" charset="0"/>
              </a:rPr>
              <a:t>为子数组的结束点下标</a:t>
            </a:r>
            <a:br>
              <a:rPr lang="en-US" altLang="zh-CN" sz="2400" b="1" dirty="0">
                <a:solidFill>
                  <a:srgbClr val="000000"/>
                </a:solidFill>
                <a:latin typeface="Times New Roman" pitchFamily="18" charset="0"/>
                <a:ea typeface="楷体" charset="0"/>
              </a:rPr>
            </a:br>
            <a:r>
              <a:rPr lang="en-US" altLang="zh-CN" sz="2400" b="1" dirty="0">
                <a:solidFill>
                  <a:srgbClr val="000000"/>
                </a:solidFill>
                <a:latin typeface="Times New Roman" pitchFamily="18" charset="0"/>
                <a:ea typeface="楷体" charset="0"/>
              </a:rPr>
              <a:t>//Max</a:t>
            </a:r>
            <a:r>
              <a:rPr lang="zh-CN" altLang="zh-CN" sz="2400" b="1" dirty="0">
                <a:solidFill>
                  <a:srgbClr val="000000"/>
                </a:solidFill>
                <a:latin typeface="Times New Roman" pitchFamily="18" charset="0"/>
                <a:ea typeface="楷体" charset="0"/>
              </a:rPr>
              <a:t>为最大子数组的和。</a:t>
            </a:r>
            <a:br>
              <a:rPr lang="en-US" altLang="zh-CN" sz="2400" b="1" dirty="0">
                <a:solidFill>
                  <a:srgbClr val="000000"/>
                </a:solidFill>
                <a:latin typeface="Times New Roman" pitchFamily="18" charset="0"/>
                <a:ea typeface="楷体" charset="0"/>
              </a:rPr>
            </a:br>
            <a:r>
              <a:rPr lang="en-US" altLang="zh-CN" sz="2400" b="1" dirty="0">
                <a:solidFill>
                  <a:srgbClr val="000000"/>
                </a:solidFill>
                <a:latin typeface="Times New Roman" pitchFamily="18" charset="0"/>
                <a:ea typeface="楷体" charset="0"/>
              </a:rPr>
              <a:t>//</a:t>
            </a:r>
            <a:r>
              <a:rPr lang="en-US" altLang="zh-CN" sz="2400" b="1" dirty="0" err="1">
                <a:solidFill>
                  <a:srgbClr val="000000"/>
                </a:solidFill>
                <a:latin typeface="Times New Roman" pitchFamily="18" charset="0"/>
                <a:ea typeface="楷体" charset="0"/>
              </a:rPr>
              <a:t>getMax</a:t>
            </a:r>
            <a:r>
              <a:rPr lang="zh-CN" altLang="zh-CN" sz="2400" b="1" dirty="0">
                <a:solidFill>
                  <a:srgbClr val="000000"/>
                </a:solidFill>
                <a:latin typeface="Times New Roman" pitchFamily="18" charset="0"/>
                <a:ea typeface="楷体" charset="0"/>
              </a:rPr>
              <a:t>求数组</a:t>
            </a:r>
            <a:r>
              <a:rPr lang="en-US" altLang="zh-CN" sz="2400" b="1" dirty="0">
                <a:solidFill>
                  <a:srgbClr val="000000"/>
                </a:solidFill>
                <a:latin typeface="Times New Roman" pitchFamily="18" charset="0"/>
                <a:ea typeface="楷体" charset="0"/>
              </a:rPr>
              <a:t>a(</a:t>
            </a:r>
            <a:r>
              <a:rPr lang="zh-CN" altLang="zh-CN" sz="2400" b="1" dirty="0">
                <a:solidFill>
                  <a:srgbClr val="000000"/>
                </a:solidFill>
                <a:latin typeface="Times New Roman" pitchFamily="18" charset="0"/>
                <a:ea typeface="楷体" charset="0"/>
              </a:rPr>
              <a:t>元素个数为</a:t>
            </a:r>
            <a:r>
              <a:rPr lang="en-US" altLang="zh-CN" sz="2400" b="1" dirty="0">
                <a:solidFill>
                  <a:srgbClr val="000000"/>
                </a:solidFill>
                <a:latin typeface="Times New Roman" pitchFamily="18" charset="0"/>
                <a:ea typeface="楷体" charset="0"/>
              </a:rPr>
              <a:t>n,</a:t>
            </a:r>
            <a:r>
              <a:rPr lang="zh-CN" altLang="zh-CN" sz="2400" b="1" dirty="0">
                <a:solidFill>
                  <a:srgbClr val="000000"/>
                </a:solidFill>
                <a:latin typeface="Times New Roman" pitchFamily="18" charset="0"/>
                <a:ea typeface="楷体" charset="0"/>
              </a:rPr>
              <a:t>以下标</a:t>
            </a:r>
            <a:r>
              <a:rPr lang="en-US" altLang="zh-CN" sz="2400" b="1" dirty="0">
                <a:solidFill>
                  <a:srgbClr val="000000"/>
                </a:solidFill>
                <a:latin typeface="Times New Roman" pitchFamily="18" charset="0"/>
                <a:ea typeface="楷体" charset="0"/>
              </a:rPr>
              <a:t>0</a:t>
            </a:r>
            <a:r>
              <a:rPr lang="zh-CN" altLang="zh-CN" sz="2400" b="1" dirty="0">
                <a:solidFill>
                  <a:srgbClr val="000000"/>
                </a:solidFill>
                <a:latin typeface="Times New Roman" pitchFamily="18" charset="0"/>
                <a:ea typeface="楷体" charset="0"/>
              </a:rPr>
              <a:t>作为起始点</a:t>
            </a:r>
            <a:r>
              <a:rPr lang="en-US" altLang="zh-CN" sz="2400" b="1" dirty="0">
                <a:solidFill>
                  <a:srgbClr val="000000"/>
                </a:solidFill>
                <a:latin typeface="Times New Roman" pitchFamily="18" charset="0"/>
                <a:ea typeface="楷体" charset="0"/>
              </a:rPr>
              <a:t>)</a:t>
            </a:r>
            <a:r>
              <a:rPr lang="zh-CN" altLang="zh-CN" sz="2400" b="1" dirty="0">
                <a:solidFill>
                  <a:srgbClr val="000000"/>
                </a:solidFill>
                <a:latin typeface="Times New Roman" pitchFamily="18" charset="0"/>
                <a:ea typeface="楷体" charset="0"/>
              </a:rPr>
              <a:t>的最大子数组</a:t>
            </a:r>
            <a:r>
              <a:rPr lang="en-US" altLang="zh-CN" sz="2400" b="1" dirty="0">
                <a:solidFill>
                  <a:srgbClr val="000000"/>
                </a:solidFill>
                <a:latin typeface="Times New Roman" pitchFamily="18" charset="0"/>
                <a:ea typeface="楷体" charset="0"/>
              </a:rPr>
              <a:t>,</a:t>
            </a:r>
            <a:r>
              <a:rPr lang="zh-CN" altLang="zh-CN" sz="2400" b="1" dirty="0">
                <a:solidFill>
                  <a:srgbClr val="000000"/>
                </a:solidFill>
                <a:latin typeface="Times New Roman" pitchFamily="18" charset="0"/>
                <a:ea typeface="楷体" charset="0"/>
              </a:rPr>
              <a:t>外加起点下标与</a:t>
            </a:r>
            <a:br>
              <a:rPr lang="en-US" altLang="zh-CN" sz="2400" b="1" dirty="0">
                <a:solidFill>
                  <a:srgbClr val="000000"/>
                </a:solidFill>
                <a:latin typeface="Times New Roman" pitchFamily="18" charset="0"/>
                <a:ea typeface="楷体" charset="0"/>
              </a:rPr>
            </a:br>
            <a:r>
              <a:rPr lang="en-US" altLang="zh-CN" sz="2400" b="1" dirty="0">
                <a:solidFill>
                  <a:srgbClr val="000000"/>
                </a:solidFill>
                <a:latin typeface="Times New Roman" pitchFamily="18" charset="0"/>
                <a:ea typeface="楷体" charset="0"/>
              </a:rPr>
              <a:t>//</a:t>
            </a:r>
            <a:r>
              <a:rPr lang="zh-CN" altLang="zh-CN" sz="2400" b="1" dirty="0">
                <a:solidFill>
                  <a:srgbClr val="000000"/>
                </a:solidFill>
                <a:latin typeface="Times New Roman" pitchFamily="18" charset="0"/>
                <a:ea typeface="楷体" charset="0"/>
              </a:rPr>
              <a:t>结束点下标。</a:t>
            </a:r>
          </a:p>
        </p:txBody>
      </p:sp>
      <p:sp>
        <p:nvSpPr>
          <p:cNvPr id="7" name="矩形 6"/>
          <p:cNvSpPr/>
          <p:nvPr/>
        </p:nvSpPr>
        <p:spPr>
          <a:xfrm>
            <a:off x="3430905" y="3320415"/>
            <a:ext cx="5347335" cy="640080"/>
          </a:xfrm>
          <a:prstGeom prst="rect">
            <a:avLst/>
          </a:prstGeom>
        </p:spPr>
        <p:txBody>
          <a:bodyPr wrap="square">
            <a:spAutoFit/>
          </a:bodyPr>
          <a:lstStyle/>
          <a:p>
            <a:pPr algn="just"/>
            <a:r>
              <a:rPr lang="zh-CN" altLang="zh-CN" sz="1800" b="1" dirty="0">
                <a:solidFill>
                  <a:srgbClr val="FF0000"/>
                </a:solidFill>
                <a:latin typeface="Times New Roman" pitchFamily="18" charset="0"/>
                <a:ea typeface="楷体" charset="0"/>
              </a:rPr>
              <a:t>由于</a:t>
            </a:r>
            <a:r>
              <a:rPr lang="en-US" altLang="zh-CN" sz="1800" b="1" dirty="0" err="1">
                <a:solidFill>
                  <a:srgbClr val="FF0000"/>
                </a:solidFill>
                <a:latin typeface="Times New Roman" pitchFamily="18" charset="0"/>
                <a:ea typeface="楷体" charset="0"/>
              </a:rPr>
              <a:t>dp</a:t>
            </a:r>
            <a:r>
              <a:rPr lang="en-US" altLang="zh-CN" sz="1800" b="1" dirty="0">
                <a:solidFill>
                  <a:srgbClr val="FF0000"/>
                </a:solidFill>
                <a:latin typeface="Times New Roman" pitchFamily="18" charset="0"/>
                <a:ea typeface="楷体" charset="0"/>
              </a:rPr>
              <a:t>[</a:t>
            </a:r>
            <a:r>
              <a:rPr lang="en-US" altLang="zh-CN" sz="1800" b="1" dirty="0" err="1">
                <a:solidFill>
                  <a:srgbClr val="FF0000"/>
                </a:solidFill>
                <a:latin typeface="Times New Roman" pitchFamily="18" charset="0"/>
                <a:ea typeface="楷体" charset="0"/>
              </a:rPr>
              <a:t>i</a:t>
            </a:r>
            <a:r>
              <a:rPr lang="en-US" altLang="zh-CN" sz="1800" b="1" dirty="0">
                <a:solidFill>
                  <a:srgbClr val="FF0000"/>
                </a:solidFill>
                <a:latin typeface="Times New Roman" pitchFamily="18" charset="0"/>
                <a:ea typeface="楷体" charset="0"/>
              </a:rPr>
              <a:t>]</a:t>
            </a:r>
            <a:r>
              <a:rPr lang="zh-CN" altLang="zh-CN" sz="1800" b="1" dirty="0">
                <a:solidFill>
                  <a:srgbClr val="FF0000"/>
                </a:solidFill>
                <a:latin typeface="Times New Roman" pitchFamily="18" charset="0"/>
                <a:ea typeface="楷体" charset="0"/>
              </a:rPr>
              <a:t>只与</a:t>
            </a:r>
            <a:r>
              <a:rPr lang="en-US" altLang="zh-CN" sz="1800" b="1" dirty="0" err="1">
                <a:solidFill>
                  <a:srgbClr val="FF0000"/>
                </a:solidFill>
                <a:latin typeface="Times New Roman" pitchFamily="18" charset="0"/>
                <a:ea typeface="楷体" charset="0"/>
              </a:rPr>
              <a:t>dp</a:t>
            </a:r>
            <a:r>
              <a:rPr lang="en-US" altLang="zh-CN" sz="1800" b="1" dirty="0">
                <a:solidFill>
                  <a:srgbClr val="FF0000"/>
                </a:solidFill>
                <a:latin typeface="Times New Roman" pitchFamily="18" charset="0"/>
                <a:ea typeface="楷体" charset="0"/>
              </a:rPr>
              <a:t>[i+1]</a:t>
            </a:r>
            <a:r>
              <a:rPr lang="zh-CN" altLang="zh-CN" sz="1800" b="1" dirty="0">
                <a:solidFill>
                  <a:srgbClr val="FF0000"/>
                </a:solidFill>
                <a:latin typeface="Times New Roman" pitchFamily="18" charset="0"/>
                <a:ea typeface="楷体" charset="0"/>
              </a:rPr>
              <a:t>有关系，</a:t>
            </a:r>
            <a:r>
              <a:rPr lang="en-US" altLang="zh-CN" sz="1800" b="1" dirty="0" err="1">
                <a:solidFill>
                  <a:srgbClr val="FF0000"/>
                </a:solidFill>
                <a:latin typeface="Times New Roman" pitchFamily="18" charset="0"/>
                <a:ea typeface="楷体" charset="0"/>
              </a:rPr>
              <a:t>tmp</a:t>
            </a:r>
            <a:r>
              <a:rPr lang="en-US" altLang="zh-CN" sz="1800" b="1" dirty="0">
                <a:solidFill>
                  <a:srgbClr val="FF0000"/>
                </a:solidFill>
                <a:latin typeface="Times New Roman" pitchFamily="18" charset="0"/>
                <a:ea typeface="楷体" charset="0"/>
              </a:rPr>
              <a:t>[</a:t>
            </a:r>
            <a:r>
              <a:rPr lang="en-US" altLang="zh-CN" sz="1800" b="1" dirty="0" err="1">
                <a:solidFill>
                  <a:srgbClr val="FF0000"/>
                </a:solidFill>
                <a:latin typeface="Times New Roman" pitchFamily="18" charset="0"/>
                <a:ea typeface="楷体" charset="0"/>
              </a:rPr>
              <a:t>i</a:t>
            </a:r>
            <a:r>
              <a:rPr lang="en-US" altLang="zh-CN" sz="1800" b="1" dirty="0">
                <a:solidFill>
                  <a:srgbClr val="FF0000"/>
                </a:solidFill>
                <a:latin typeface="Times New Roman" pitchFamily="18" charset="0"/>
                <a:ea typeface="楷体" charset="0"/>
              </a:rPr>
              <a:t>]</a:t>
            </a:r>
            <a:r>
              <a:rPr lang="zh-CN" altLang="zh-CN" sz="1800" b="1" dirty="0">
                <a:solidFill>
                  <a:srgbClr val="FF0000"/>
                </a:solidFill>
                <a:latin typeface="Times New Roman" pitchFamily="18" charset="0"/>
                <a:ea typeface="楷体" charset="0"/>
              </a:rPr>
              <a:t>只与</a:t>
            </a:r>
            <a:r>
              <a:rPr lang="en-US" altLang="zh-CN" sz="1800" b="1" dirty="0" err="1">
                <a:solidFill>
                  <a:srgbClr val="FF0000"/>
                </a:solidFill>
                <a:latin typeface="Times New Roman" pitchFamily="18" charset="0"/>
                <a:ea typeface="楷体" charset="0"/>
              </a:rPr>
              <a:t>tmp</a:t>
            </a:r>
            <a:r>
              <a:rPr lang="en-US" altLang="zh-CN" sz="1800" b="1" dirty="0">
                <a:solidFill>
                  <a:srgbClr val="FF0000"/>
                </a:solidFill>
                <a:latin typeface="Times New Roman" pitchFamily="18" charset="0"/>
                <a:ea typeface="楷体" charset="0"/>
              </a:rPr>
              <a:t>[i+1]</a:t>
            </a:r>
            <a:r>
              <a:rPr lang="zh-CN" altLang="zh-CN" sz="1800" b="1" dirty="0">
                <a:solidFill>
                  <a:srgbClr val="FF0000"/>
                </a:solidFill>
                <a:latin typeface="Times New Roman" pitchFamily="18" charset="0"/>
                <a:ea typeface="楷体" charset="0"/>
              </a:rPr>
              <a:t>有关系，所以我们可以省略数组，改为变量</a:t>
            </a:r>
            <a:r>
              <a:rPr lang="en-US" altLang="zh-CN" sz="1800" b="1" dirty="0" err="1">
                <a:solidFill>
                  <a:srgbClr val="FF0000"/>
                </a:solidFill>
                <a:latin typeface="Times New Roman" pitchFamily="18" charset="0"/>
                <a:ea typeface="楷体" charset="0"/>
              </a:rPr>
              <a:t>dp,tmp</a:t>
            </a:r>
            <a:r>
              <a:rPr lang="zh-CN" altLang="zh-CN" sz="1800" b="1" dirty="0">
                <a:solidFill>
                  <a:srgbClr val="FF0000"/>
                </a:solidFill>
                <a:latin typeface="Times New Roman" pitchFamily="18" charset="0"/>
                <a:ea typeface="楷体" charset="0"/>
              </a:rPr>
              <a:t>。</a:t>
            </a:r>
            <a:endParaRPr lang="zh-CN" altLang="en-US" sz="1800" b="1" dirty="0">
              <a:solidFill>
                <a:srgbClr val="FF0000"/>
              </a:solidFill>
              <a:latin typeface="Times New Roman" pitchFamily="18" charset="0"/>
              <a:ea typeface="楷体"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749425" y="36830"/>
            <a:ext cx="6172200" cy="857250"/>
          </a:xfrm>
        </p:spPr>
        <p:txBody>
          <a:bodyPr/>
          <a:lstStyle/>
          <a:p>
            <a:r>
              <a:rPr lang="zh-CN" altLang="en-US" sz="3600" b="1" dirty="0">
                <a:solidFill>
                  <a:srgbClr val="000000"/>
                </a:solidFill>
                <a:latin typeface="Times New Roman" pitchFamily="18" charset="0"/>
                <a:ea typeface="楷体" charset="0"/>
              </a:rPr>
              <a:t>本题后续</a:t>
            </a:r>
          </a:p>
        </p:txBody>
      </p:sp>
      <p:sp>
        <p:nvSpPr>
          <p:cNvPr id="3" name="内容占位符 2"/>
          <p:cNvSpPr>
            <a:spLocks noGrp="1"/>
          </p:cNvSpPr>
          <p:nvPr>
            <p:ph idx="4294967295"/>
          </p:nvPr>
        </p:nvSpPr>
        <p:spPr>
          <a:xfrm>
            <a:off x="251460" y="894080"/>
            <a:ext cx="8491855" cy="3514725"/>
          </a:xfrm>
        </p:spPr>
        <p:txBody>
          <a:bodyPr/>
          <a:lstStyle/>
          <a:p>
            <a:r>
              <a:rPr lang="zh-CN" altLang="zh-CN" sz="2800" b="1" dirty="0">
                <a:solidFill>
                  <a:srgbClr val="000000"/>
                </a:solidFill>
                <a:latin typeface="Times New Roman" pitchFamily="18" charset="0"/>
                <a:ea typeface="楷体" charset="0"/>
              </a:rPr>
              <a:t>如果同学有兴趣想完整的测试这道题，可以使用杭州电子科技大学的</a:t>
            </a:r>
            <a:r>
              <a:rPr lang="en-US" altLang="zh-CN" sz="2800" b="1" dirty="0" err="1">
                <a:solidFill>
                  <a:srgbClr val="000000"/>
                </a:solidFill>
                <a:latin typeface="Times New Roman" pitchFamily="18" charset="0"/>
                <a:ea typeface="楷体" charset="0"/>
              </a:rPr>
              <a:t>acm</a:t>
            </a:r>
            <a:r>
              <a:rPr lang="zh-CN" altLang="zh-CN" sz="2800" b="1" dirty="0">
                <a:solidFill>
                  <a:srgbClr val="000000"/>
                </a:solidFill>
                <a:latin typeface="Times New Roman" pitchFamily="18" charset="0"/>
                <a:ea typeface="楷体" charset="0"/>
              </a:rPr>
              <a:t>测试平台的</a:t>
            </a:r>
            <a:r>
              <a:rPr lang="en-US" altLang="zh-CN" sz="2800" b="1" dirty="0">
                <a:solidFill>
                  <a:srgbClr val="000000"/>
                </a:solidFill>
                <a:latin typeface="Times New Roman" pitchFamily="18" charset="0"/>
                <a:ea typeface="楷体" charset="0"/>
              </a:rPr>
              <a:t>1003</a:t>
            </a:r>
            <a:r>
              <a:rPr lang="zh-CN" altLang="zh-CN" sz="2800" b="1" dirty="0">
                <a:solidFill>
                  <a:srgbClr val="000000"/>
                </a:solidFill>
                <a:latin typeface="Times New Roman" pitchFamily="18" charset="0"/>
                <a:ea typeface="楷体" charset="0"/>
              </a:rPr>
              <a:t>号题目，链接如下：</a:t>
            </a:r>
          </a:p>
          <a:p>
            <a:r>
              <a:rPr lang="en-US" altLang="zh-CN" sz="2800" b="1" dirty="0">
                <a:solidFill>
                  <a:srgbClr val="000000"/>
                </a:solidFill>
                <a:latin typeface="Times New Roman" pitchFamily="18" charset="0"/>
                <a:ea typeface="楷体" charset="0"/>
              </a:rPr>
              <a:t>http://acm.hdu.edu.cn/showproblem.php?pid=1003</a:t>
            </a:r>
          </a:p>
          <a:p>
            <a:r>
              <a:rPr lang="zh-CN" altLang="zh-CN" sz="2800" b="1" dirty="0">
                <a:solidFill>
                  <a:srgbClr val="000000"/>
                </a:solidFill>
                <a:latin typeface="Times New Roman" pitchFamily="18" charset="0"/>
                <a:ea typeface="楷体" charset="0"/>
              </a:rPr>
              <a:t>注意</a:t>
            </a:r>
            <a:r>
              <a:rPr lang="en-US" altLang="zh-CN" sz="2800" b="1" dirty="0">
                <a:solidFill>
                  <a:srgbClr val="000000"/>
                </a:solidFill>
                <a:latin typeface="Times New Roman" pitchFamily="18" charset="0"/>
                <a:ea typeface="楷体" charset="0"/>
              </a:rPr>
              <a:t>hdu1003</a:t>
            </a:r>
            <a:r>
              <a:rPr lang="zh-CN" altLang="zh-CN" sz="2800" b="1" dirty="0">
                <a:solidFill>
                  <a:srgbClr val="000000"/>
                </a:solidFill>
                <a:latin typeface="Times New Roman" pitchFamily="18" charset="0"/>
                <a:ea typeface="楷体" charset="0"/>
              </a:rPr>
              <a:t>这道题的下标从</a:t>
            </a:r>
            <a:r>
              <a:rPr lang="en-US" altLang="zh-CN" sz="2800" b="1" dirty="0">
                <a:solidFill>
                  <a:srgbClr val="000000"/>
                </a:solidFill>
                <a:latin typeface="Times New Roman" pitchFamily="18" charset="0"/>
                <a:ea typeface="楷体" charset="0"/>
              </a:rPr>
              <a:t>1</a:t>
            </a:r>
            <a:r>
              <a:rPr lang="zh-CN" altLang="zh-CN" sz="2800" b="1" dirty="0">
                <a:solidFill>
                  <a:srgbClr val="000000"/>
                </a:solidFill>
                <a:latin typeface="Times New Roman" pitchFamily="18" charset="0"/>
                <a:ea typeface="楷体" charset="0"/>
              </a:rPr>
              <a:t>开始。</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p:cNvSpPr>
          <p:nvPr>
            <p:ph type="title" idx="4294967295"/>
          </p:nvPr>
        </p:nvSpPr>
        <p:spPr>
          <a:xfrm>
            <a:off x="1518920" y="205740"/>
            <a:ext cx="6172200" cy="857250"/>
          </a:xfrm>
        </p:spPr>
        <p:txBody>
          <a:bodyPr/>
          <a:lstStyle/>
          <a:p>
            <a:r>
              <a:rPr lang="zh-CN" altLang="en-US" sz="3600" b="1">
                <a:solidFill>
                  <a:srgbClr val="000000"/>
                </a:solidFill>
                <a:latin typeface="Times New Roman" pitchFamily="18" charset="0"/>
                <a:ea typeface="楷体" charset="0"/>
              </a:rPr>
              <a:t>更上一层楼</a:t>
            </a:r>
          </a:p>
        </p:txBody>
      </p:sp>
      <p:sp>
        <p:nvSpPr>
          <p:cNvPr id="300035" name="Rectangle 3"/>
          <p:cNvSpPr>
            <a:spLocks noGrp="1"/>
          </p:cNvSpPr>
          <p:nvPr>
            <p:ph type="body" idx="4294967295"/>
          </p:nvPr>
        </p:nvSpPr>
        <p:spPr>
          <a:xfrm>
            <a:off x="942975" y="1062990"/>
            <a:ext cx="7454265" cy="3514725"/>
          </a:xfrm>
        </p:spPr>
        <p:txBody>
          <a:bodyPr/>
          <a:lstStyle/>
          <a:p>
            <a:pPr>
              <a:buFont typeface="Wingdings 2" pitchFamily="18" charset="2"/>
              <a:buNone/>
            </a:pPr>
            <a:r>
              <a:rPr lang="en-US" altLang="zh-CN" sz="2100" b="1">
                <a:solidFill>
                  <a:srgbClr val="000000"/>
                </a:solidFill>
                <a:latin typeface="Times New Roman" pitchFamily="18" charset="0"/>
                <a:ea typeface="楷体" charset="0"/>
              </a:rPr>
              <a:t>1.</a:t>
            </a:r>
            <a:r>
              <a:rPr lang="zh-CN" altLang="en-US" sz="2100" b="1">
                <a:solidFill>
                  <a:srgbClr val="000000"/>
                </a:solidFill>
                <a:latin typeface="Times New Roman" pitchFamily="18" charset="0"/>
                <a:ea typeface="楷体" charset="0"/>
              </a:rPr>
              <a:t>将问题拓展到两段和，一个数组的两段最大子数组的和。例如</a:t>
            </a:r>
            <a:r>
              <a:rPr lang="en-US" altLang="zh-CN" sz="2100" b="1">
                <a:solidFill>
                  <a:srgbClr val="000000"/>
                </a:solidFill>
                <a:latin typeface="Times New Roman" pitchFamily="18" charset="0"/>
                <a:ea typeface="楷体" charset="0"/>
              </a:rPr>
              <a:t>1,-2,2,3,-4</a:t>
            </a:r>
            <a:r>
              <a:rPr lang="zh-CN" altLang="en-US" sz="2100" b="1">
                <a:solidFill>
                  <a:srgbClr val="000000"/>
                </a:solidFill>
                <a:latin typeface="Times New Roman" pitchFamily="18" charset="0"/>
                <a:ea typeface="楷体" charset="0"/>
              </a:rPr>
              <a:t>结果就是</a:t>
            </a:r>
            <a:r>
              <a:rPr lang="en-US" altLang="zh-CN" sz="2100" b="1">
                <a:solidFill>
                  <a:srgbClr val="000000"/>
                </a:solidFill>
                <a:latin typeface="Times New Roman" pitchFamily="18" charset="0"/>
                <a:ea typeface="楷体" charset="0"/>
              </a:rPr>
              <a:t>6</a:t>
            </a:r>
            <a:r>
              <a:rPr lang="zh-CN" altLang="en-US" sz="2100" b="1">
                <a:solidFill>
                  <a:srgbClr val="000000"/>
                </a:solidFill>
                <a:latin typeface="Times New Roman" pitchFamily="18" charset="0"/>
                <a:ea typeface="楷体" charset="0"/>
              </a:rPr>
              <a:t>。第一段就是</a:t>
            </a:r>
            <a:r>
              <a:rPr lang="en-US" altLang="zh-CN" sz="2100" b="1">
                <a:solidFill>
                  <a:srgbClr val="000000"/>
                </a:solidFill>
                <a:latin typeface="Times New Roman" pitchFamily="18" charset="0"/>
                <a:ea typeface="楷体" charset="0"/>
              </a:rPr>
              <a:t>1</a:t>
            </a:r>
            <a:r>
              <a:rPr lang="zh-CN" altLang="en-US" sz="2100" b="1">
                <a:solidFill>
                  <a:srgbClr val="000000"/>
                </a:solidFill>
                <a:latin typeface="Times New Roman" pitchFamily="18" charset="0"/>
                <a:ea typeface="楷体" charset="0"/>
              </a:rPr>
              <a:t>，第二段就是</a:t>
            </a:r>
            <a:r>
              <a:rPr lang="en-US" altLang="zh-CN" sz="2100" b="1">
                <a:solidFill>
                  <a:srgbClr val="000000"/>
                </a:solidFill>
                <a:latin typeface="Times New Roman" pitchFamily="18" charset="0"/>
                <a:ea typeface="楷体" charset="0"/>
              </a:rPr>
              <a:t>2,3</a:t>
            </a:r>
            <a:r>
              <a:rPr lang="zh-CN" altLang="en-US" sz="2100" b="1">
                <a:solidFill>
                  <a:srgbClr val="000000"/>
                </a:solidFill>
                <a:latin typeface="Times New Roman" pitchFamily="18" charset="0"/>
                <a:ea typeface="楷体" charset="0"/>
              </a:rPr>
              <a:t>。</a:t>
            </a:r>
          </a:p>
          <a:p>
            <a:pPr>
              <a:buFont typeface="Wingdings 2" pitchFamily="18" charset="2"/>
              <a:buNone/>
            </a:pPr>
            <a:r>
              <a:rPr lang="en-US" altLang="zh-CN" sz="2100" b="1">
                <a:solidFill>
                  <a:srgbClr val="000000"/>
                </a:solidFill>
                <a:latin typeface="Times New Roman" pitchFamily="18" charset="0"/>
                <a:ea typeface="楷体" charset="0"/>
              </a:rPr>
              <a:t>2.</a:t>
            </a:r>
            <a:r>
              <a:rPr lang="zh-CN" altLang="en-US" sz="2100" b="1">
                <a:solidFill>
                  <a:srgbClr val="000000"/>
                </a:solidFill>
                <a:latin typeface="Times New Roman" pitchFamily="18" charset="0"/>
                <a:ea typeface="楷体" charset="0"/>
              </a:rPr>
              <a:t>将问题拓展到一个循环数组，就是一个圈，下标为</a:t>
            </a:r>
            <a:r>
              <a:rPr lang="en-US" altLang="zh-CN" sz="2100" b="1">
                <a:solidFill>
                  <a:srgbClr val="000000"/>
                </a:solidFill>
                <a:latin typeface="Times New Roman" pitchFamily="18" charset="0"/>
                <a:ea typeface="楷体" charset="0"/>
              </a:rPr>
              <a:t>n-1</a:t>
            </a:r>
            <a:r>
              <a:rPr lang="zh-CN" altLang="en-US" sz="2100" b="1">
                <a:solidFill>
                  <a:srgbClr val="000000"/>
                </a:solidFill>
                <a:latin typeface="Times New Roman" pitchFamily="18" charset="0"/>
                <a:ea typeface="楷体" charset="0"/>
              </a:rPr>
              <a:t>的元素后面的元素下标为</a:t>
            </a:r>
            <a:r>
              <a:rPr lang="en-US" altLang="zh-CN" sz="2100" b="1">
                <a:solidFill>
                  <a:srgbClr val="000000"/>
                </a:solidFill>
                <a:latin typeface="Times New Roman" pitchFamily="18" charset="0"/>
                <a:ea typeface="楷体" charset="0"/>
              </a:rPr>
              <a:t>0</a:t>
            </a:r>
            <a:r>
              <a:rPr lang="zh-CN" altLang="en-US" sz="2100" b="1">
                <a:solidFill>
                  <a:srgbClr val="000000"/>
                </a:solidFill>
                <a:latin typeface="Times New Roman" pitchFamily="18" charset="0"/>
                <a:ea typeface="楷体" charset="0"/>
              </a:rPr>
              <a:t>，求这样的数组的最大子数组的和。</a:t>
            </a:r>
          </a:p>
          <a:p>
            <a:pPr>
              <a:buFont typeface="Wingdings 2" pitchFamily="18" charset="2"/>
              <a:buNone/>
            </a:pPr>
            <a:r>
              <a:rPr lang="en-US" altLang="zh-CN" sz="2100" b="1">
                <a:solidFill>
                  <a:srgbClr val="000000"/>
                </a:solidFill>
                <a:latin typeface="Times New Roman" pitchFamily="18" charset="0"/>
                <a:ea typeface="楷体" charset="0"/>
              </a:rPr>
              <a:t>3.</a:t>
            </a:r>
            <a:r>
              <a:rPr lang="zh-CN" altLang="en-US" sz="2100" b="1">
                <a:solidFill>
                  <a:srgbClr val="000000"/>
                </a:solidFill>
                <a:latin typeface="Times New Roman" pitchFamily="18" charset="0"/>
                <a:ea typeface="楷体" charset="0"/>
              </a:rPr>
              <a:t>加入限制条件</a:t>
            </a:r>
            <a:r>
              <a:rPr lang="en-US" altLang="zh-CN" sz="2100" b="1">
                <a:solidFill>
                  <a:srgbClr val="000000"/>
                </a:solidFill>
                <a:latin typeface="Times New Roman" pitchFamily="18" charset="0"/>
                <a:ea typeface="楷体" charset="0"/>
              </a:rPr>
              <a:t>m</a:t>
            </a:r>
            <a:r>
              <a:rPr lang="zh-CN" altLang="en-US" sz="2100" b="1">
                <a:solidFill>
                  <a:srgbClr val="000000"/>
                </a:solidFill>
                <a:latin typeface="Times New Roman" pitchFamily="18" charset="0"/>
                <a:ea typeface="楷体" charset="0"/>
              </a:rPr>
              <a:t>，</a:t>
            </a:r>
            <a:r>
              <a:rPr lang="en-US" altLang="zh-CN" sz="2100" b="1">
                <a:solidFill>
                  <a:srgbClr val="000000"/>
                </a:solidFill>
                <a:latin typeface="Times New Roman" pitchFamily="18" charset="0"/>
                <a:ea typeface="楷体" charset="0"/>
              </a:rPr>
              <a:t>m</a:t>
            </a:r>
            <a:r>
              <a:rPr lang="zh-CN" altLang="en-US" sz="2100" b="1">
                <a:solidFill>
                  <a:srgbClr val="000000"/>
                </a:solidFill>
                <a:latin typeface="Times New Roman" pitchFamily="18" charset="0"/>
                <a:ea typeface="楷体" charset="0"/>
              </a:rPr>
              <a:t>代表子数组的最大长度，即求长度不超过</a:t>
            </a:r>
            <a:r>
              <a:rPr lang="en-US" altLang="zh-CN" sz="2100" b="1">
                <a:solidFill>
                  <a:srgbClr val="000000"/>
                </a:solidFill>
                <a:latin typeface="Times New Roman" pitchFamily="18" charset="0"/>
                <a:ea typeface="楷体" charset="0"/>
              </a:rPr>
              <a:t>m</a:t>
            </a:r>
            <a:r>
              <a:rPr lang="zh-CN" altLang="en-US" sz="2100" b="1">
                <a:solidFill>
                  <a:srgbClr val="000000"/>
                </a:solidFill>
                <a:latin typeface="Times New Roman" pitchFamily="18" charset="0"/>
                <a:ea typeface="楷体" charset="0"/>
              </a:rPr>
              <a:t>的最大子数组的和。</a:t>
            </a:r>
          </a:p>
          <a:p>
            <a:pPr>
              <a:buFont typeface="Wingdings 2" pitchFamily="18" charset="2"/>
              <a:buNone/>
            </a:pPr>
            <a:r>
              <a:rPr lang="en-US" altLang="zh-CN" sz="2100" b="1">
                <a:solidFill>
                  <a:srgbClr val="000000"/>
                </a:solidFill>
                <a:latin typeface="Times New Roman" pitchFamily="18" charset="0"/>
                <a:ea typeface="楷体" charset="0"/>
              </a:rPr>
              <a:t>4.</a:t>
            </a:r>
            <a:r>
              <a:rPr lang="zh-CN" altLang="en-US" sz="2100" b="1">
                <a:solidFill>
                  <a:srgbClr val="000000"/>
                </a:solidFill>
                <a:latin typeface="Times New Roman" pitchFamily="18" charset="0"/>
                <a:ea typeface="楷体" charset="0"/>
              </a:rPr>
              <a:t>将问题拓展到二维，求一个矩阵的最大子矩阵的和 </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4"/>
          <p:cNvSpPr>
            <a:spLocks noGrp="1" noChangeArrowheads="1"/>
          </p:cNvSpPr>
          <p:nvPr>
            <p:ph type="title" idx="4294967295"/>
          </p:nvPr>
        </p:nvSpPr>
        <p:spPr>
          <a:xfrm>
            <a:off x="0" y="205740"/>
            <a:ext cx="8229600" cy="857250"/>
          </a:xfrm>
        </p:spPr>
        <p:txBody>
          <a:bodyPr/>
          <a:lstStyle/>
          <a:p>
            <a:pPr eaLnBrk="1" hangingPunct="1"/>
            <a:r>
              <a:rPr lang="zh-CN" altLang="en-US" sz="3200" b="1">
                <a:solidFill>
                  <a:srgbClr val="000000"/>
                </a:solidFill>
                <a:latin typeface="Times New Roman" pitchFamily="18" charset="0"/>
                <a:ea typeface="楷体" charset="0"/>
                <a:cs typeface="微软雅黑"/>
              </a:rPr>
              <a:t>最大子矩阵推广</a:t>
            </a:r>
          </a:p>
        </p:txBody>
      </p:sp>
      <p:pic>
        <p:nvPicPr>
          <p:cNvPr id="203779" name="Picture 5"/>
          <p:cNvPicPr>
            <a:picLocks noChangeAspect="1" noChangeArrowheads="1"/>
          </p:cNvPicPr>
          <p:nvPr/>
        </p:nvPicPr>
        <p:blipFill>
          <a:blip r:embed="rId2"/>
          <a:srcRect/>
          <a:stretch>
            <a:fillRect/>
          </a:stretch>
        </p:blipFill>
        <p:spPr bwMode="auto">
          <a:xfrm>
            <a:off x="1818085" y="951310"/>
            <a:ext cx="5099447" cy="2164556"/>
          </a:xfrm>
          <a:prstGeom prst="rect">
            <a:avLst/>
          </a:prstGeom>
          <a:noFill/>
          <a:ln w="9525">
            <a:noFill/>
            <a:miter lim="800000"/>
            <a:headEnd/>
            <a:tailEnd/>
          </a:ln>
        </p:spPr>
      </p:pic>
      <p:pic>
        <p:nvPicPr>
          <p:cNvPr id="203780" name="Picture 6"/>
          <p:cNvPicPr>
            <a:picLocks noChangeAspect="1" noChangeArrowheads="1"/>
          </p:cNvPicPr>
          <p:nvPr/>
        </p:nvPicPr>
        <p:blipFill>
          <a:blip r:embed="rId3"/>
          <a:srcRect/>
          <a:stretch>
            <a:fillRect/>
          </a:stretch>
        </p:blipFill>
        <p:spPr bwMode="auto">
          <a:xfrm>
            <a:off x="1818085" y="3543300"/>
            <a:ext cx="5070872" cy="721519"/>
          </a:xfrm>
          <a:prstGeom prst="rect">
            <a:avLst/>
          </a:prstGeom>
          <a:noFill/>
          <a:ln w="9525">
            <a:noFill/>
            <a:miter lim="800000"/>
            <a:headEnd/>
            <a:tailEnd/>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02" name="Picture 5"/>
          <p:cNvPicPr>
            <a:picLocks noChangeAspect="1" noChangeArrowheads="1"/>
          </p:cNvPicPr>
          <p:nvPr/>
        </p:nvPicPr>
        <p:blipFill>
          <a:blip r:embed="rId2"/>
          <a:srcRect/>
          <a:stretch>
            <a:fillRect/>
          </a:stretch>
        </p:blipFill>
        <p:spPr bwMode="auto">
          <a:xfrm>
            <a:off x="366395" y="267335"/>
            <a:ext cx="6922770" cy="3825240"/>
          </a:xfrm>
          <a:prstGeom prst="rect">
            <a:avLst/>
          </a:prstGeom>
          <a:noFill/>
          <a:ln w="9525">
            <a:noFill/>
            <a:miter lim="800000"/>
            <a:headEnd/>
            <a:tailEnd/>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691640" y="497840"/>
            <a:ext cx="5829300" cy="1021080"/>
          </a:xfrm>
        </p:spPr>
        <p:txBody>
          <a:bodyPr rtlCol="0">
            <a:normAutofit fontScale="90000"/>
          </a:bodyPr>
          <a:lstStyle/>
          <a:p>
            <a:pPr eaLnBrk="1" fontAlgn="auto" hangingPunct="1">
              <a:spcAft>
                <a:spcPts val="0"/>
              </a:spcAft>
              <a:defRPr/>
            </a:pPr>
            <a:r>
              <a:rPr lang="zh-CN" altLang="en-US" b="1" dirty="0">
                <a:solidFill>
                  <a:srgbClr val="000000"/>
                </a:solidFill>
                <a:latin typeface="Times New Roman" pitchFamily="18" charset="0"/>
                <a:ea typeface="楷体" charset="0"/>
              </a:rPr>
              <a:t>简单点：</a:t>
            </a:r>
            <a:br>
              <a:rPr lang="en-US" altLang="zh-CN" dirty="0">
                <a:latin typeface="Times New Roman" pitchFamily="18" charset="0"/>
                <a:ea typeface="楷体" charset="0"/>
              </a:rPr>
            </a:br>
            <a:r>
              <a:rPr lang="zh-CN" altLang="en-US" b="1" dirty="0">
                <a:solidFill>
                  <a:srgbClr val="FF0000"/>
                </a:solidFill>
                <a:latin typeface="Times New Roman" pitchFamily="18" charset="0"/>
                <a:ea typeface="楷体" charset="0"/>
              </a:rPr>
              <a:t>求序列的最大两个子段和</a:t>
            </a:r>
          </a:p>
        </p:txBody>
      </p:sp>
      <p:grpSp>
        <p:nvGrpSpPr>
          <p:cNvPr id="4" name="组合 3"/>
          <p:cNvGrpSpPr/>
          <p:nvPr/>
        </p:nvGrpSpPr>
        <p:grpSpPr>
          <a:xfrm>
            <a:off x="3477260" y="1937903"/>
            <a:ext cx="2082800" cy="2371207"/>
            <a:chOff x="9595" y="2508"/>
            <a:chExt cx="3107" cy="3804"/>
          </a:xfrm>
        </p:grpSpPr>
        <p:sp>
          <p:nvSpPr>
            <p:cNvPr id="5125" name="Freeform 5"/>
            <p:cNvSpPr/>
            <p:nvPr/>
          </p:nvSpPr>
          <p:spPr bwMode="auto">
            <a:xfrm flipH="1">
              <a:off x="10315" y="2508"/>
              <a:ext cx="1931" cy="1198"/>
            </a:xfrm>
            <a:custGeom>
              <a:avLst/>
              <a:gdLst/>
              <a:ahLst/>
              <a:cxnLst>
                <a:cxn ang="0">
                  <a:pos x="515" y="102"/>
                </a:cxn>
                <a:cxn ang="0">
                  <a:pos x="366" y="194"/>
                </a:cxn>
                <a:cxn ang="0">
                  <a:pos x="395" y="211"/>
                </a:cxn>
                <a:cxn ang="0">
                  <a:pos x="414" y="257"/>
                </a:cxn>
                <a:cxn ang="0">
                  <a:pos x="395" y="302"/>
                </a:cxn>
                <a:cxn ang="0">
                  <a:pos x="350" y="320"/>
                </a:cxn>
                <a:cxn ang="0">
                  <a:pos x="305" y="302"/>
                </a:cxn>
                <a:cxn ang="0">
                  <a:pos x="287" y="257"/>
                </a:cxn>
                <a:cxn ang="0">
                  <a:pos x="288" y="243"/>
                </a:cxn>
                <a:cxn ang="0">
                  <a:pos x="171" y="315"/>
                </a:cxn>
                <a:cxn ang="0">
                  <a:pos x="124" y="238"/>
                </a:cxn>
                <a:cxn ang="0">
                  <a:pos x="109" y="262"/>
                </a:cxn>
                <a:cxn ang="0">
                  <a:pos x="64" y="281"/>
                </a:cxn>
                <a:cxn ang="0">
                  <a:pos x="18" y="262"/>
                </a:cxn>
                <a:cxn ang="0">
                  <a:pos x="0" y="217"/>
                </a:cxn>
                <a:cxn ang="0">
                  <a:pos x="18" y="172"/>
                </a:cxn>
                <a:cxn ang="0">
                  <a:pos x="64" y="153"/>
                </a:cxn>
                <a:cxn ang="0">
                  <a:pos x="74" y="154"/>
                </a:cxn>
                <a:cxn ang="0">
                  <a:pos x="29" y="80"/>
                </a:cxn>
                <a:cxn ang="0">
                  <a:pos x="115" y="31"/>
                </a:cxn>
                <a:cxn ang="0">
                  <a:pos x="278" y="3"/>
                </a:cxn>
                <a:cxn ang="0">
                  <a:pos x="445" y="52"/>
                </a:cxn>
                <a:cxn ang="0">
                  <a:pos x="515" y="102"/>
                </a:cxn>
              </a:cxnLst>
              <a:rect l="0" t="0" r="r" b="b"/>
              <a:pathLst>
                <a:path w="515" h="320">
                  <a:moveTo>
                    <a:pt x="515" y="102"/>
                  </a:moveTo>
                  <a:cubicBezTo>
                    <a:pt x="366" y="194"/>
                    <a:pt x="366" y="194"/>
                    <a:pt x="366" y="194"/>
                  </a:cubicBezTo>
                  <a:cubicBezTo>
                    <a:pt x="377" y="197"/>
                    <a:pt x="387" y="203"/>
                    <a:pt x="395" y="211"/>
                  </a:cubicBezTo>
                  <a:cubicBezTo>
                    <a:pt x="408" y="224"/>
                    <a:pt x="414" y="239"/>
                    <a:pt x="414" y="257"/>
                  </a:cubicBezTo>
                  <a:cubicBezTo>
                    <a:pt x="414" y="274"/>
                    <a:pt x="408" y="289"/>
                    <a:pt x="395" y="302"/>
                  </a:cubicBezTo>
                  <a:cubicBezTo>
                    <a:pt x="383" y="314"/>
                    <a:pt x="368" y="320"/>
                    <a:pt x="350" y="320"/>
                  </a:cubicBezTo>
                  <a:cubicBezTo>
                    <a:pt x="333" y="320"/>
                    <a:pt x="318" y="314"/>
                    <a:pt x="305" y="302"/>
                  </a:cubicBezTo>
                  <a:cubicBezTo>
                    <a:pt x="293" y="289"/>
                    <a:pt x="287" y="274"/>
                    <a:pt x="287" y="257"/>
                  </a:cubicBezTo>
                  <a:cubicBezTo>
                    <a:pt x="287" y="252"/>
                    <a:pt x="287" y="247"/>
                    <a:pt x="288" y="243"/>
                  </a:cubicBezTo>
                  <a:cubicBezTo>
                    <a:pt x="171" y="315"/>
                    <a:pt x="171" y="315"/>
                    <a:pt x="171" y="315"/>
                  </a:cubicBezTo>
                  <a:cubicBezTo>
                    <a:pt x="124" y="238"/>
                    <a:pt x="124" y="238"/>
                    <a:pt x="124" y="238"/>
                  </a:cubicBezTo>
                  <a:cubicBezTo>
                    <a:pt x="121" y="247"/>
                    <a:pt x="116" y="255"/>
                    <a:pt x="109" y="262"/>
                  </a:cubicBezTo>
                  <a:cubicBezTo>
                    <a:pt x="96" y="275"/>
                    <a:pt x="81" y="281"/>
                    <a:pt x="64" y="281"/>
                  </a:cubicBezTo>
                  <a:cubicBezTo>
                    <a:pt x="46" y="281"/>
                    <a:pt x="31" y="275"/>
                    <a:pt x="18" y="262"/>
                  </a:cubicBezTo>
                  <a:cubicBezTo>
                    <a:pt x="6" y="250"/>
                    <a:pt x="0" y="235"/>
                    <a:pt x="0" y="217"/>
                  </a:cubicBezTo>
                  <a:cubicBezTo>
                    <a:pt x="0" y="200"/>
                    <a:pt x="6" y="184"/>
                    <a:pt x="18" y="172"/>
                  </a:cubicBezTo>
                  <a:cubicBezTo>
                    <a:pt x="31" y="160"/>
                    <a:pt x="46" y="153"/>
                    <a:pt x="64" y="153"/>
                  </a:cubicBezTo>
                  <a:cubicBezTo>
                    <a:pt x="67" y="153"/>
                    <a:pt x="71" y="154"/>
                    <a:pt x="74" y="154"/>
                  </a:cubicBezTo>
                  <a:cubicBezTo>
                    <a:pt x="29" y="80"/>
                    <a:pt x="29" y="80"/>
                    <a:pt x="29" y="80"/>
                  </a:cubicBezTo>
                  <a:cubicBezTo>
                    <a:pt x="55" y="60"/>
                    <a:pt x="84" y="43"/>
                    <a:pt x="115" y="31"/>
                  </a:cubicBezTo>
                  <a:cubicBezTo>
                    <a:pt x="167" y="9"/>
                    <a:pt x="221" y="0"/>
                    <a:pt x="278" y="3"/>
                  </a:cubicBezTo>
                  <a:cubicBezTo>
                    <a:pt x="337" y="7"/>
                    <a:pt x="392" y="23"/>
                    <a:pt x="445" y="52"/>
                  </a:cubicBezTo>
                  <a:cubicBezTo>
                    <a:pt x="471" y="67"/>
                    <a:pt x="494" y="84"/>
                    <a:pt x="515" y="102"/>
                  </a:cubicBezTo>
                  <a:close/>
                </a:path>
              </a:pathLst>
            </a:custGeom>
            <a:solidFill>
              <a:schemeClr val="accent3"/>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6" name="Freeform 6"/>
            <p:cNvSpPr/>
            <p:nvPr/>
          </p:nvSpPr>
          <p:spPr bwMode="auto">
            <a:xfrm flipH="1">
              <a:off x="9899" y="2890"/>
              <a:ext cx="1717" cy="1929"/>
            </a:xfrm>
            <a:custGeom>
              <a:avLst/>
              <a:gdLst/>
              <a:ahLst/>
              <a:cxnLst>
                <a:cxn ang="0">
                  <a:pos x="458" y="345"/>
                </a:cxn>
                <a:cxn ang="0">
                  <a:pos x="365" y="403"/>
                </a:cxn>
                <a:cxn ang="0">
                  <a:pos x="365" y="402"/>
                </a:cxn>
                <a:cxn ang="0">
                  <a:pos x="346" y="356"/>
                </a:cxn>
                <a:cxn ang="0">
                  <a:pos x="301" y="338"/>
                </a:cxn>
                <a:cxn ang="0">
                  <a:pos x="256" y="356"/>
                </a:cxn>
                <a:cxn ang="0">
                  <a:pos x="237" y="402"/>
                </a:cxn>
                <a:cxn ang="0">
                  <a:pos x="256" y="447"/>
                </a:cxn>
                <a:cxn ang="0">
                  <a:pos x="273" y="459"/>
                </a:cxn>
                <a:cxn ang="0">
                  <a:pos x="184" y="515"/>
                </a:cxn>
                <a:cxn ang="0">
                  <a:pos x="122" y="411"/>
                </a:cxn>
                <a:cxn ang="0">
                  <a:pos x="109" y="429"/>
                </a:cxn>
                <a:cxn ang="0">
                  <a:pos x="64" y="448"/>
                </a:cxn>
                <a:cxn ang="0">
                  <a:pos x="18" y="429"/>
                </a:cxn>
                <a:cxn ang="0">
                  <a:pos x="0" y="385"/>
                </a:cxn>
                <a:cxn ang="0">
                  <a:pos x="18" y="339"/>
                </a:cxn>
                <a:cxn ang="0">
                  <a:pos x="64" y="321"/>
                </a:cxn>
                <a:cxn ang="0">
                  <a:pos x="67" y="321"/>
                </a:cxn>
                <a:cxn ang="0">
                  <a:pos x="3" y="213"/>
                </a:cxn>
                <a:cxn ang="0">
                  <a:pos x="120" y="141"/>
                </a:cxn>
                <a:cxn ang="0">
                  <a:pos x="119" y="155"/>
                </a:cxn>
                <a:cxn ang="0">
                  <a:pos x="137" y="200"/>
                </a:cxn>
                <a:cxn ang="0">
                  <a:pos x="182" y="218"/>
                </a:cxn>
                <a:cxn ang="0">
                  <a:pos x="227" y="200"/>
                </a:cxn>
                <a:cxn ang="0">
                  <a:pos x="246" y="155"/>
                </a:cxn>
                <a:cxn ang="0">
                  <a:pos x="227" y="109"/>
                </a:cxn>
                <a:cxn ang="0">
                  <a:pos x="198" y="92"/>
                </a:cxn>
                <a:cxn ang="0">
                  <a:pos x="347" y="0"/>
                </a:cxn>
                <a:cxn ang="0">
                  <a:pos x="443" y="159"/>
                </a:cxn>
                <a:cxn ang="0">
                  <a:pos x="447" y="305"/>
                </a:cxn>
                <a:cxn ang="0">
                  <a:pos x="458" y="345"/>
                </a:cxn>
              </a:cxnLst>
              <a:rect l="0" t="0" r="r" b="b"/>
              <a:pathLst>
                <a:path w="458" h="515">
                  <a:moveTo>
                    <a:pt x="458" y="345"/>
                  </a:moveTo>
                  <a:cubicBezTo>
                    <a:pt x="365" y="403"/>
                    <a:pt x="365" y="403"/>
                    <a:pt x="365" y="403"/>
                  </a:cubicBezTo>
                  <a:cubicBezTo>
                    <a:pt x="365" y="402"/>
                    <a:pt x="365" y="402"/>
                    <a:pt x="365" y="402"/>
                  </a:cubicBezTo>
                  <a:cubicBezTo>
                    <a:pt x="365" y="384"/>
                    <a:pt x="358" y="369"/>
                    <a:pt x="346" y="356"/>
                  </a:cubicBezTo>
                  <a:cubicBezTo>
                    <a:pt x="334" y="344"/>
                    <a:pt x="319" y="338"/>
                    <a:pt x="301" y="338"/>
                  </a:cubicBezTo>
                  <a:cubicBezTo>
                    <a:pt x="283" y="338"/>
                    <a:pt x="268" y="344"/>
                    <a:pt x="256" y="356"/>
                  </a:cubicBezTo>
                  <a:cubicBezTo>
                    <a:pt x="243" y="369"/>
                    <a:pt x="237" y="384"/>
                    <a:pt x="237" y="402"/>
                  </a:cubicBezTo>
                  <a:cubicBezTo>
                    <a:pt x="237" y="419"/>
                    <a:pt x="243" y="434"/>
                    <a:pt x="256" y="447"/>
                  </a:cubicBezTo>
                  <a:cubicBezTo>
                    <a:pt x="261" y="452"/>
                    <a:pt x="267" y="456"/>
                    <a:pt x="273" y="459"/>
                  </a:cubicBezTo>
                  <a:cubicBezTo>
                    <a:pt x="184" y="515"/>
                    <a:pt x="184" y="515"/>
                    <a:pt x="184" y="515"/>
                  </a:cubicBezTo>
                  <a:cubicBezTo>
                    <a:pt x="122" y="411"/>
                    <a:pt x="122" y="411"/>
                    <a:pt x="122" y="411"/>
                  </a:cubicBezTo>
                  <a:cubicBezTo>
                    <a:pt x="119" y="418"/>
                    <a:pt x="114" y="424"/>
                    <a:pt x="109" y="429"/>
                  </a:cubicBezTo>
                  <a:cubicBezTo>
                    <a:pt x="96" y="442"/>
                    <a:pt x="81" y="448"/>
                    <a:pt x="64" y="448"/>
                  </a:cubicBezTo>
                  <a:cubicBezTo>
                    <a:pt x="46" y="448"/>
                    <a:pt x="31" y="442"/>
                    <a:pt x="18" y="429"/>
                  </a:cubicBezTo>
                  <a:cubicBezTo>
                    <a:pt x="6" y="417"/>
                    <a:pt x="0" y="402"/>
                    <a:pt x="0" y="385"/>
                  </a:cubicBezTo>
                  <a:cubicBezTo>
                    <a:pt x="0" y="367"/>
                    <a:pt x="6" y="352"/>
                    <a:pt x="18" y="339"/>
                  </a:cubicBezTo>
                  <a:cubicBezTo>
                    <a:pt x="31" y="327"/>
                    <a:pt x="46" y="321"/>
                    <a:pt x="64" y="321"/>
                  </a:cubicBezTo>
                  <a:cubicBezTo>
                    <a:pt x="65" y="321"/>
                    <a:pt x="66" y="321"/>
                    <a:pt x="67" y="321"/>
                  </a:cubicBezTo>
                  <a:cubicBezTo>
                    <a:pt x="3" y="213"/>
                    <a:pt x="3" y="213"/>
                    <a:pt x="3" y="213"/>
                  </a:cubicBezTo>
                  <a:cubicBezTo>
                    <a:pt x="120" y="141"/>
                    <a:pt x="120" y="141"/>
                    <a:pt x="120" y="141"/>
                  </a:cubicBezTo>
                  <a:cubicBezTo>
                    <a:pt x="119" y="145"/>
                    <a:pt x="119" y="150"/>
                    <a:pt x="119" y="155"/>
                  </a:cubicBezTo>
                  <a:cubicBezTo>
                    <a:pt x="119" y="172"/>
                    <a:pt x="125" y="187"/>
                    <a:pt x="137" y="200"/>
                  </a:cubicBezTo>
                  <a:cubicBezTo>
                    <a:pt x="150" y="212"/>
                    <a:pt x="165" y="218"/>
                    <a:pt x="182" y="218"/>
                  </a:cubicBezTo>
                  <a:cubicBezTo>
                    <a:pt x="200" y="218"/>
                    <a:pt x="215" y="212"/>
                    <a:pt x="227" y="200"/>
                  </a:cubicBezTo>
                  <a:cubicBezTo>
                    <a:pt x="240" y="187"/>
                    <a:pt x="246" y="172"/>
                    <a:pt x="246" y="155"/>
                  </a:cubicBezTo>
                  <a:cubicBezTo>
                    <a:pt x="246" y="137"/>
                    <a:pt x="240" y="122"/>
                    <a:pt x="227" y="109"/>
                  </a:cubicBezTo>
                  <a:cubicBezTo>
                    <a:pt x="219" y="101"/>
                    <a:pt x="209" y="95"/>
                    <a:pt x="198" y="92"/>
                  </a:cubicBezTo>
                  <a:cubicBezTo>
                    <a:pt x="347" y="0"/>
                    <a:pt x="347" y="0"/>
                    <a:pt x="347" y="0"/>
                  </a:cubicBezTo>
                  <a:cubicBezTo>
                    <a:pt x="396" y="43"/>
                    <a:pt x="428" y="97"/>
                    <a:pt x="443" y="159"/>
                  </a:cubicBezTo>
                  <a:cubicBezTo>
                    <a:pt x="454" y="205"/>
                    <a:pt x="456" y="254"/>
                    <a:pt x="447" y="305"/>
                  </a:cubicBezTo>
                  <a:cubicBezTo>
                    <a:pt x="445" y="314"/>
                    <a:pt x="449" y="328"/>
                    <a:pt x="458" y="345"/>
                  </a:cubicBezTo>
                  <a:close/>
                </a:path>
              </a:pathLst>
            </a:custGeom>
            <a:solidFill>
              <a:schemeClr val="accent2"/>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7" name="Freeform 7"/>
            <p:cNvSpPr/>
            <p:nvPr/>
          </p:nvSpPr>
          <p:spPr bwMode="auto">
            <a:xfrm flipH="1">
              <a:off x="9595" y="4156"/>
              <a:ext cx="1330" cy="1422"/>
            </a:xfrm>
            <a:custGeom>
              <a:avLst/>
              <a:gdLst/>
              <a:ahLst/>
              <a:cxnLst>
                <a:cxn ang="0">
                  <a:pos x="114" y="365"/>
                </a:cxn>
                <a:cxn ang="0">
                  <a:pos x="92" y="330"/>
                </a:cxn>
                <a:cxn ang="0">
                  <a:pos x="132" y="311"/>
                </a:cxn>
                <a:cxn ang="0">
                  <a:pos x="151" y="266"/>
                </a:cxn>
                <a:cxn ang="0">
                  <a:pos x="132" y="221"/>
                </a:cxn>
                <a:cxn ang="0">
                  <a:pos x="87" y="202"/>
                </a:cxn>
                <a:cxn ang="0">
                  <a:pos x="42" y="221"/>
                </a:cxn>
                <a:cxn ang="0">
                  <a:pos x="33" y="232"/>
                </a:cxn>
                <a:cxn ang="0">
                  <a:pos x="0" y="177"/>
                </a:cxn>
                <a:cxn ang="0">
                  <a:pos x="89" y="121"/>
                </a:cxn>
                <a:cxn ang="0">
                  <a:pos x="72" y="109"/>
                </a:cxn>
                <a:cxn ang="0">
                  <a:pos x="53" y="64"/>
                </a:cxn>
                <a:cxn ang="0">
                  <a:pos x="72" y="18"/>
                </a:cxn>
                <a:cxn ang="0">
                  <a:pos x="117" y="0"/>
                </a:cxn>
                <a:cxn ang="0">
                  <a:pos x="162" y="18"/>
                </a:cxn>
                <a:cxn ang="0">
                  <a:pos x="181" y="64"/>
                </a:cxn>
                <a:cxn ang="0">
                  <a:pos x="181" y="65"/>
                </a:cxn>
                <a:cxn ang="0">
                  <a:pos x="274" y="7"/>
                </a:cxn>
                <a:cxn ang="0">
                  <a:pos x="294" y="42"/>
                </a:cxn>
                <a:cxn ang="0">
                  <a:pos x="344" y="112"/>
                </a:cxn>
                <a:cxn ang="0">
                  <a:pos x="351" y="146"/>
                </a:cxn>
                <a:cxn ang="0">
                  <a:pos x="324" y="167"/>
                </a:cxn>
                <a:cxn ang="0">
                  <a:pos x="309" y="190"/>
                </a:cxn>
                <a:cxn ang="0">
                  <a:pos x="313" y="216"/>
                </a:cxn>
                <a:cxn ang="0">
                  <a:pos x="295" y="233"/>
                </a:cxn>
                <a:cxn ang="0">
                  <a:pos x="277" y="236"/>
                </a:cxn>
                <a:cxn ang="0">
                  <a:pos x="291" y="240"/>
                </a:cxn>
                <a:cxn ang="0">
                  <a:pos x="305" y="256"/>
                </a:cxn>
                <a:cxn ang="0">
                  <a:pos x="287" y="276"/>
                </a:cxn>
                <a:cxn ang="0">
                  <a:pos x="269" y="285"/>
                </a:cxn>
                <a:cxn ang="0">
                  <a:pos x="264" y="314"/>
                </a:cxn>
                <a:cxn ang="0">
                  <a:pos x="253" y="361"/>
                </a:cxn>
                <a:cxn ang="0">
                  <a:pos x="235" y="378"/>
                </a:cxn>
                <a:cxn ang="0">
                  <a:pos x="214" y="379"/>
                </a:cxn>
                <a:cxn ang="0">
                  <a:pos x="177" y="372"/>
                </a:cxn>
                <a:cxn ang="0">
                  <a:pos x="117" y="366"/>
                </a:cxn>
                <a:cxn ang="0">
                  <a:pos x="114" y="365"/>
                </a:cxn>
              </a:cxnLst>
              <a:rect l="0" t="0" r="r" b="b"/>
              <a:pathLst>
                <a:path w="355" h="380">
                  <a:moveTo>
                    <a:pt x="114" y="365"/>
                  </a:moveTo>
                  <a:cubicBezTo>
                    <a:pt x="92" y="330"/>
                    <a:pt x="92" y="330"/>
                    <a:pt x="92" y="330"/>
                  </a:cubicBezTo>
                  <a:cubicBezTo>
                    <a:pt x="108" y="329"/>
                    <a:pt x="121" y="323"/>
                    <a:pt x="132" y="311"/>
                  </a:cubicBezTo>
                  <a:cubicBezTo>
                    <a:pt x="145" y="299"/>
                    <a:pt x="151" y="284"/>
                    <a:pt x="151" y="266"/>
                  </a:cubicBezTo>
                  <a:cubicBezTo>
                    <a:pt x="151" y="249"/>
                    <a:pt x="145" y="233"/>
                    <a:pt x="132" y="221"/>
                  </a:cubicBezTo>
                  <a:cubicBezTo>
                    <a:pt x="120" y="209"/>
                    <a:pt x="105" y="202"/>
                    <a:pt x="87" y="202"/>
                  </a:cubicBezTo>
                  <a:cubicBezTo>
                    <a:pt x="70" y="202"/>
                    <a:pt x="54" y="209"/>
                    <a:pt x="42" y="221"/>
                  </a:cubicBezTo>
                  <a:cubicBezTo>
                    <a:pt x="38" y="224"/>
                    <a:pt x="36" y="228"/>
                    <a:pt x="33" y="232"/>
                  </a:cubicBezTo>
                  <a:cubicBezTo>
                    <a:pt x="0" y="177"/>
                    <a:pt x="0" y="177"/>
                    <a:pt x="0" y="177"/>
                  </a:cubicBezTo>
                  <a:cubicBezTo>
                    <a:pt x="89" y="121"/>
                    <a:pt x="89" y="121"/>
                    <a:pt x="89" y="121"/>
                  </a:cubicBezTo>
                  <a:cubicBezTo>
                    <a:pt x="83" y="118"/>
                    <a:pt x="77" y="114"/>
                    <a:pt x="72" y="109"/>
                  </a:cubicBezTo>
                  <a:cubicBezTo>
                    <a:pt x="59" y="96"/>
                    <a:pt x="53" y="81"/>
                    <a:pt x="53" y="64"/>
                  </a:cubicBezTo>
                  <a:cubicBezTo>
                    <a:pt x="53" y="46"/>
                    <a:pt x="59" y="31"/>
                    <a:pt x="72" y="18"/>
                  </a:cubicBezTo>
                  <a:cubicBezTo>
                    <a:pt x="84" y="6"/>
                    <a:pt x="99" y="0"/>
                    <a:pt x="117" y="0"/>
                  </a:cubicBezTo>
                  <a:cubicBezTo>
                    <a:pt x="135" y="0"/>
                    <a:pt x="150" y="6"/>
                    <a:pt x="162" y="18"/>
                  </a:cubicBezTo>
                  <a:cubicBezTo>
                    <a:pt x="174" y="31"/>
                    <a:pt x="181" y="46"/>
                    <a:pt x="181" y="64"/>
                  </a:cubicBezTo>
                  <a:cubicBezTo>
                    <a:pt x="181" y="64"/>
                    <a:pt x="181" y="64"/>
                    <a:pt x="181" y="65"/>
                  </a:cubicBezTo>
                  <a:cubicBezTo>
                    <a:pt x="274" y="7"/>
                    <a:pt x="274" y="7"/>
                    <a:pt x="274" y="7"/>
                  </a:cubicBezTo>
                  <a:cubicBezTo>
                    <a:pt x="279" y="17"/>
                    <a:pt x="286" y="29"/>
                    <a:pt x="294" y="42"/>
                  </a:cubicBezTo>
                  <a:cubicBezTo>
                    <a:pt x="321" y="79"/>
                    <a:pt x="338" y="102"/>
                    <a:pt x="344" y="112"/>
                  </a:cubicBezTo>
                  <a:cubicBezTo>
                    <a:pt x="353" y="127"/>
                    <a:pt x="355" y="138"/>
                    <a:pt x="351" y="146"/>
                  </a:cubicBezTo>
                  <a:cubicBezTo>
                    <a:pt x="348" y="154"/>
                    <a:pt x="339" y="160"/>
                    <a:pt x="324" y="167"/>
                  </a:cubicBezTo>
                  <a:cubicBezTo>
                    <a:pt x="312" y="172"/>
                    <a:pt x="307" y="180"/>
                    <a:pt x="309" y="190"/>
                  </a:cubicBezTo>
                  <a:cubicBezTo>
                    <a:pt x="309" y="196"/>
                    <a:pt x="311" y="204"/>
                    <a:pt x="313" y="216"/>
                  </a:cubicBezTo>
                  <a:cubicBezTo>
                    <a:pt x="313" y="223"/>
                    <a:pt x="307" y="229"/>
                    <a:pt x="295" y="233"/>
                  </a:cubicBezTo>
                  <a:cubicBezTo>
                    <a:pt x="289" y="235"/>
                    <a:pt x="283" y="236"/>
                    <a:pt x="277" y="236"/>
                  </a:cubicBezTo>
                  <a:cubicBezTo>
                    <a:pt x="282" y="237"/>
                    <a:pt x="286" y="238"/>
                    <a:pt x="291" y="240"/>
                  </a:cubicBezTo>
                  <a:cubicBezTo>
                    <a:pt x="301" y="244"/>
                    <a:pt x="305" y="249"/>
                    <a:pt x="305" y="256"/>
                  </a:cubicBezTo>
                  <a:cubicBezTo>
                    <a:pt x="305" y="263"/>
                    <a:pt x="299" y="270"/>
                    <a:pt x="287" y="276"/>
                  </a:cubicBezTo>
                  <a:cubicBezTo>
                    <a:pt x="281" y="280"/>
                    <a:pt x="275" y="283"/>
                    <a:pt x="269" y="285"/>
                  </a:cubicBezTo>
                  <a:cubicBezTo>
                    <a:pt x="264" y="289"/>
                    <a:pt x="263" y="299"/>
                    <a:pt x="264" y="314"/>
                  </a:cubicBezTo>
                  <a:cubicBezTo>
                    <a:pt x="265" y="332"/>
                    <a:pt x="261" y="347"/>
                    <a:pt x="253" y="361"/>
                  </a:cubicBezTo>
                  <a:cubicBezTo>
                    <a:pt x="247" y="370"/>
                    <a:pt x="241" y="376"/>
                    <a:pt x="235" y="378"/>
                  </a:cubicBezTo>
                  <a:cubicBezTo>
                    <a:pt x="230" y="380"/>
                    <a:pt x="223" y="380"/>
                    <a:pt x="214" y="379"/>
                  </a:cubicBezTo>
                  <a:cubicBezTo>
                    <a:pt x="208" y="378"/>
                    <a:pt x="196" y="375"/>
                    <a:pt x="177" y="372"/>
                  </a:cubicBezTo>
                  <a:cubicBezTo>
                    <a:pt x="158" y="368"/>
                    <a:pt x="138" y="366"/>
                    <a:pt x="117" y="366"/>
                  </a:cubicBezTo>
                  <a:cubicBezTo>
                    <a:pt x="116" y="365"/>
                    <a:pt x="115" y="365"/>
                    <a:pt x="114" y="365"/>
                  </a:cubicBezTo>
                  <a:close/>
                </a:path>
              </a:pathLst>
            </a:custGeom>
            <a:solidFill>
              <a:schemeClr val="accent1"/>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8" name="Freeform 8"/>
            <p:cNvSpPr/>
            <p:nvPr/>
          </p:nvSpPr>
          <p:spPr bwMode="auto">
            <a:xfrm flipH="1">
              <a:off x="10926" y="3688"/>
              <a:ext cx="1715" cy="1821"/>
            </a:xfrm>
            <a:custGeom>
              <a:avLst/>
              <a:gdLst/>
              <a:ahLst/>
              <a:cxnLst>
                <a:cxn ang="0">
                  <a:pos x="457" y="302"/>
                </a:cxn>
                <a:cxn ang="0">
                  <a:pos x="367" y="357"/>
                </a:cxn>
                <a:cxn ang="0">
                  <a:pos x="382" y="368"/>
                </a:cxn>
                <a:cxn ang="0">
                  <a:pos x="400" y="414"/>
                </a:cxn>
                <a:cxn ang="0">
                  <a:pos x="382" y="458"/>
                </a:cxn>
                <a:cxn ang="0">
                  <a:pos x="337" y="477"/>
                </a:cxn>
                <a:cxn ang="0">
                  <a:pos x="291" y="458"/>
                </a:cxn>
                <a:cxn ang="0">
                  <a:pos x="273" y="416"/>
                </a:cxn>
                <a:cxn ang="0">
                  <a:pos x="158" y="486"/>
                </a:cxn>
                <a:cxn ang="0">
                  <a:pos x="148" y="435"/>
                </a:cxn>
                <a:cxn ang="0">
                  <a:pos x="139" y="403"/>
                </a:cxn>
                <a:cxn ang="0">
                  <a:pos x="108" y="372"/>
                </a:cxn>
                <a:cxn ang="0">
                  <a:pos x="45" y="283"/>
                </a:cxn>
                <a:cxn ang="0">
                  <a:pos x="0" y="172"/>
                </a:cxn>
                <a:cxn ang="0">
                  <a:pos x="83" y="120"/>
                </a:cxn>
                <a:cxn ang="0">
                  <a:pos x="83" y="125"/>
                </a:cxn>
                <a:cxn ang="0">
                  <a:pos x="101" y="170"/>
                </a:cxn>
                <a:cxn ang="0">
                  <a:pos x="146" y="188"/>
                </a:cxn>
                <a:cxn ang="0">
                  <a:pos x="191" y="170"/>
                </a:cxn>
                <a:cxn ang="0">
                  <a:pos x="210" y="125"/>
                </a:cxn>
                <a:cxn ang="0">
                  <a:pos x="191" y="79"/>
                </a:cxn>
                <a:cxn ang="0">
                  <a:pos x="171" y="65"/>
                </a:cxn>
                <a:cxn ang="0">
                  <a:pos x="276" y="0"/>
                </a:cxn>
                <a:cxn ang="0">
                  <a:pos x="340" y="108"/>
                </a:cxn>
                <a:cxn ang="0">
                  <a:pos x="337" y="108"/>
                </a:cxn>
                <a:cxn ang="0">
                  <a:pos x="291" y="126"/>
                </a:cxn>
                <a:cxn ang="0">
                  <a:pos x="273" y="172"/>
                </a:cxn>
                <a:cxn ang="0">
                  <a:pos x="291" y="216"/>
                </a:cxn>
                <a:cxn ang="0">
                  <a:pos x="337" y="235"/>
                </a:cxn>
                <a:cxn ang="0">
                  <a:pos x="382" y="216"/>
                </a:cxn>
                <a:cxn ang="0">
                  <a:pos x="395" y="198"/>
                </a:cxn>
                <a:cxn ang="0">
                  <a:pos x="457" y="302"/>
                </a:cxn>
              </a:cxnLst>
              <a:rect l="0" t="0" r="r" b="b"/>
              <a:pathLst>
                <a:path w="457" h="486">
                  <a:moveTo>
                    <a:pt x="457" y="302"/>
                  </a:moveTo>
                  <a:cubicBezTo>
                    <a:pt x="367" y="357"/>
                    <a:pt x="367" y="357"/>
                    <a:pt x="367" y="357"/>
                  </a:cubicBezTo>
                  <a:cubicBezTo>
                    <a:pt x="372" y="360"/>
                    <a:pt x="377" y="364"/>
                    <a:pt x="382" y="368"/>
                  </a:cubicBezTo>
                  <a:cubicBezTo>
                    <a:pt x="394" y="381"/>
                    <a:pt x="400" y="396"/>
                    <a:pt x="400" y="414"/>
                  </a:cubicBezTo>
                  <a:cubicBezTo>
                    <a:pt x="400" y="431"/>
                    <a:pt x="394" y="446"/>
                    <a:pt x="382" y="458"/>
                  </a:cubicBezTo>
                  <a:cubicBezTo>
                    <a:pt x="369" y="471"/>
                    <a:pt x="354" y="477"/>
                    <a:pt x="337" y="477"/>
                  </a:cubicBezTo>
                  <a:cubicBezTo>
                    <a:pt x="319" y="477"/>
                    <a:pt x="304" y="471"/>
                    <a:pt x="291" y="458"/>
                  </a:cubicBezTo>
                  <a:cubicBezTo>
                    <a:pt x="280" y="447"/>
                    <a:pt x="273" y="432"/>
                    <a:pt x="273" y="416"/>
                  </a:cubicBezTo>
                  <a:cubicBezTo>
                    <a:pt x="158" y="486"/>
                    <a:pt x="158" y="486"/>
                    <a:pt x="158" y="486"/>
                  </a:cubicBezTo>
                  <a:cubicBezTo>
                    <a:pt x="156" y="469"/>
                    <a:pt x="152" y="452"/>
                    <a:pt x="148" y="435"/>
                  </a:cubicBezTo>
                  <a:cubicBezTo>
                    <a:pt x="139" y="403"/>
                    <a:pt x="139" y="403"/>
                    <a:pt x="139" y="403"/>
                  </a:cubicBezTo>
                  <a:cubicBezTo>
                    <a:pt x="108" y="372"/>
                    <a:pt x="108" y="372"/>
                    <a:pt x="108" y="372"/>
                  </a:cubicBezTo>
                  <a:cubicBezTo>
                    <a:pt x="84" y="345"/>
                    <a:pt x="63" y="315"/>
                    <a:pt x="45" y="283"/>
                  </a:cubicBezTo>
                  <a:cubicBezTo>
                    <a:pt x="25" y="246"/>
                    <a:pt x="9" y="209"/>
                    <a:pt x="0" y="172"/>
                  </a:cubicBezTo>
                  <a:cubicBezTo>
                    <a:pt x="83" y="120"/>
                    <a:pt x="83" y="120"/>
                    <a:pt x="83" y="120"/>
                  </a:cubicBezTo>
                  <a:cubicBezTo>
                    <a:pt x="83" y="122"/>
                    <a:pt x="83" y="123"/>
                    <a:pt x="83" y="125"/>
                  </a:cubicBezTo>
                  <a:cubicBezTo>
                    <a:pt x="83" y="142"/>
                    <a:pt x="89" y="157"/>
                    <a:pt x="101" y="170"/>
                  </a:cubicBezTo>
                  <a:cubicBezTo>
                    <a:pt x="114" y="182"/>
                    <a:pt x="129" y="188"/>
                    <a:pt x="146" y="188"/>
                  </a:cubicBezTo>
                  <a:cubicBezTo>
                    <a:pt x="164" y="188"/>
                    <a:pt x="179" y="182"/>
                    <a:pt x="191" y="170"/>
                  </a:cubicBezTo>
                  <a:cubicBezTo>
                    <a:pt x="204" y="157"/>
                    <a:pt x="210" y="142"/>
                    <a:pt x="210" y="125"/>
                  </a:cubicBezTo>
                  <a:cubicBezTo>
                    <a:pt x="210" y="107"/>
                    <a:pt x="204" y="92"/>
                    <a:pt x="191" y="79"/>
                  </a:cubicBezTo>
                  <a:cubicBezTo>
                    <a:pt x="185" y="73"/>
                    <a:pt x="178" y="68"/>
                    <a:pt x="171" y="65"/>
                  </a:cubicBezTo>
                  <a:cubicBezTo>
                    <a:pt x="276" y="0"/>
                    <a:pt x="276" y="0"/>
                    <a:pt x="276" y="0"/>
                  </a:cubicBezTo>
                  <a:cubicBezTo>
                    <a:pt x="340" y="108"/>
                    <a:pt x="340" y="108"/>
                    <a:pt x="340" y="108"/>
                  </a:cubicBezTo>
                  <a:cubicBezTo>
                    <a:pt x="339" y="108"/>
                    <a:pt x="338" y="108"/>
                    <a:pt x="337" y="108"/>
                  </a:cubicBezTo>
                  <a:cubicBezTo>
                    <a:pt x="319" y="108"/>
                    <a:pt x="304" y="114"/>
                    <a:pt x="291" y="126"/>
                  </a:cubicBezTo>
                  <a:cubicBezTo>
                    <a:pt x="279" y="139"/>
                    <a:pt x="273" y="154"/>
                    <a:pt x="273" y="172"/>
                  </a:cubicBezTo>
                  <a:cubicBezTo>
                    <a:pt x="273" y="189"/>
                    <a:pt x="279" y="204"/>
                    <a:pt x="291" y="216"/>
                  </a:cubicBezTo>
                  <a:cubicBezTo>
                    <a:pt x="304" y="229"/>
                    <a:pt x="319" y="235"/>
                    <a:pt x="337" y="235"/>
                  </a:cubicBezTo>
                  <a:cubicBezTo>
                    <a:pt x="354" y="235"/>
                    <a:pt x="369" y="229"/>
                    <a:pt x="382" y="216"/>
                  </a:cubicBezTo>
                  <a:cubicBezTo>
                    <a:pt x="387" y="211"/>
                    <a:pt x="392" y="205"/>
                    <a:pt x="395" y="198"/>
                  </a:cubicBezTo>
                  <a:lnTo>
                    <a:pt x="457" y="302"/>
                  </a:lnTo>
                  <a:close/>
                </a:path>
              </a:pathLst>
            </a:custGeom>
            <a:solidFill>
              <a:schemeClr val="accent5"/>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29" name="Freeform 9"/>
            <p:cNvSpPr/>
            <p:nvPr/>
          </p:nvSpPr>
          <p:spPr bwMode="auto">
            <a:xfrm flipH="1">
              <a:off x="10360" y="4818"/>
              <a:ext cx="1845" cy="1494"/>
            </a:xfrm>
            <a:custGeom>
              <a:avLst/>
              <a:gdLst/>
              <a:ahLst/>
              <a:cxnLst>
                <a:cxn ang="0">
                  <a:pos x="455" y="188"/>
                </a:cxn>
                <a:cxn ang="0">
                  <a:pos x="371" y="286"/>
                </a:cxn>
                <a:cxn ang="0">
                  <a:pos x="361" y="387"/>
                </a:cxn>
                <a:cxn ang="0">
                  <a:pos x="363" y="399"/>
                </a:cxn>
                <a:cxn ang="0">
                  <a:pos x="0" y="399"/>
                </a:cxn>
                <a:cxn ang="0">
                  <a:pos x="45" y="209"/>
                </a:cxn>
                <a:cxn ang="0">
                  <a:pos x="42" y="184"/>
                </a:cxn>
                <a:cxn ang="0">
                  <a:pos x="157" y="114"/>
                </a:cxn>
                <a:cxn ang="0">
                  <a:pos x="175" y="156"/>
                </a:cxn>
                <a:cxn ang="0">
                  <a:pos x="221" y="175"/>
                </a:cxn>
                <a:cxn ang="0">
                  <a:pos x="266" y="156"/>
                </a:cxn>
                <a:cxn ang="0">
                  <a:pos x="284" y="112"/>
                </a:cxn>
                <a:cxn ang="0">
                  <a:pos x="266" y="66"/>
                </a:cxn>
                <a:cxn ang="0">
                  <a:pos x="251" y="55"/>
                </a:cxn>
                <a:cxn ang="0">
                  <a:pos x="341" y="0"/>
                </a:cxn>
                <a:cxn ang="0">
                  <a:pos x="374" y="55"/>
                </a:cxn>
                <a:cxn ang="0">
                  <a:pos x="383" y="44"/>
                </a:cxn>
                <a:cxn ang="0">
                  <a:pos x="428" y="25"/>
                </a:cxn>
                <a:cxn ang="0">
                  <a:pos x="473" y="44"/>
                </a:cxn>
                <a:cxn ang="0">
                  <a:pos x="492" y="89"/>
                </a:cxn>
                <a:cxn ang="0">
                  <a:pos x="473" y="134"/>
                </a:cxn>
                <a:cxn ang="0">
                  <a:pos x="433" y="153"/>
                </a:cxn>
                <a:cxn ang="0">
                  <a:pos x="455" y="188"/>
                </a:cxn>
              </a:cxnLst>
              <a:rect l="0" t="0" r="r" b="b"/>
              <a:pathLst>
                <a:path w="492" h="399">
                  <a:moveTo>
                    <a:pt x="455" y="188"/>
                  </a:moveTo>
                  <a:cubicBezTo>
                    <a:pt x="414" y="188"/>
                    <a:pt x="386" y="221"/>
                    <a:pt x="371" y="286"/>
                  </a:cubicBezTo>
                  <a:cubicBezTo>
                    <a:pt x="364" y="320"/>
                    <a:pt x="360" y="353"/>
                    <a:pt x="361" y="387"/>
                  </a:cubicBezTo>
                  <a:cubicBezTo>
                    <a:pt x="363" y="399"/>
                    <a:pt x="363" y="399"/>
                    <a:pt x="363" y="399"/>
                  </a:cubicBezTo>
                  <a:cubicBezTo>
                    <a:pt x="0" y="399"/>
                    <a:pt x="0" y="399"/>
                    <a:pt x="0" y="399"/>
                  </a:cubicBezTo>
                  <a:cubicBezTo>
                    <a:pt x="38" y="354"/>
                    <a:pt x="53" y="290"/>
                    <a:pt x="45" y="209"/>
                  </a:cubicBezTo>
                  <a:cubicBezTo>
                    <a:pt x="45" y="201"/>
                    <a:pt x="44" y="193"/>
                    <a:pt x="42" y="184"/>
                  </a:cubicBezTo>
                  <a:cubicBezTo>
                    <a:pt x="157" y="114"/>
                    <a:pt x="157" y="114"/>
                    <a:pt x="157" y="114"/>
                  </a:cubicBezTo>
                  <a:cubicBezTo>
                    <a:pt x="157" y="130"/>
                    <a:pt x="164" y="145"/>
                    <a:pt x="175" y="156"/>
                  </a:cubicBezTo>
                  <a:cubicBezTo>
                    <a:pt x="188" y="169"/>
                    <a:pt x="203" y="175"/>
                    <a:pt x="221" y="175"/>
                  </a:cubicBezTo>
                  <a:cubicBezTo>
                    <a:pt x="238" y="175"/>
                    <a:pt x="253" y="169"/>
                    <a:pt x="266" y="156"/>
                  </a:cubicBezTo>
                  <a:cubicBezTo>
                    <a:pt x="278" y="144"/>
                    <a:pt x="284" y="129"/>
                    <a:pt x="284" y="112"/>
                  </a:cubicBezTo>
                  <a:cubicBezTo>
                    <a:pt x="284" y="94"/>
                    <a:pt x="278" y="79"/>
                    <a:pt x="266" y="66"/>
                  </a:cubicBezTo>
                  <a:cubicBezTo>
                    <a:pt x="261" y="62"/>
                    <a:pt x="256" y="58"/>
                    <a:pt x="251" y="55"/>
                  </a:cubicBezTo>
                  <a:cubicBezTo>
                    <a:pt x="341" y="0"/>
                    <a:pt x="341" y="0"/>
                    <a:pt x="341" y="0"/>
                  </a:cubicBezTo>
                  <a:cubicBezTo>
                    <a:pt x="374" y="55"/>
                    <a:pt x="374" y="55"/>
                    <a:pt x="374" y="55"/>
                  </a:cubicBezTo>
                  <a:cubicBezTo>
                    <a:pt x="377" y="51"/>
                    <a:pt x="379" y="47"/>
                    <a:pt x="383" y="44"/>
                  </a:cubicBezTo>
                  <a:cubicBezTo>
                    <a:pt x="395" y="32"/>
                    <a:pt x="411" y="25"/>
                    <a:pt x="428" y="25"/>
                  </a:cubicBezTo>
                  <a:cubicBezTo>
                    <a:pt x="446" y="25"/>
                    <a:pt x="461" y="32"/>
                    <a:pt x="473" y="44"/>
                  </a:cubicBezTo>
                  <a:cubicBezTo>
                    <a:pt x="486" y="56"/>
                    <a:pt x="492" y="72"/>
                    <a:pt x="492" y="89"/>
                  </a:cubicBezTo>
                  <a:cubicBezTo>
                    <a:pt x="492" y="107"/>
                    <a:pt x="486" y="122"/>
                    <a:pt x="473" y="134"/>
                  </a:cubicBezTo>
                  <a:cubicBezTo>
                    <a:pt x="462" y="146"/>
                    <a:pt x="449" y="152"/>
                    <a:pt x="433" y="153"/>
                  </a:cubicBezTo>
                  <a:lnTo>
                    <a:pt x="455" y="188"/>
                  </a:lnTo>
                  <a:close/>
                </a:path>
              </a:pathLst>
            </a:custGeom>
            <a:solidFill>
              <a:schemeClr val="accent6"/>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5130" name="Freeform 10"/>
            <p:cNvSpPr/>
            <p:nvPr/>
          </p:nvSpPr>
          <p:spPr bwMode="auto">
            <a:xfrm flipH="1">
              <a:off x="11604" y="2808"/>
              <a:ext cx="1098" cy="1584"/>
            </a:xfrm>
            <a:custGeom>
              <a:avLst/>
              <a:gdLst/>
              <a:ahLst/>
              <a:cxnLst>
                <a:cxn ang="0">
                  <a:pos x="17" y="407"/>
                </a:cxn>
                <a:cxn ang="0">
                  <a:pos x="18" y="207"/>
                </a:cxn>
                <a:cxn ang="0">
                  <a:pos x="101" y="47"/>
                </a:cxn>
                <a:cxn ang="0">
                  <a:pos x="151" y="0"/>
                </a:cxn>
                <a:cxn ang="0">
                  <a:pos x="196" y="74"/>
                </a:cxn>
                <a:cxn ang="0">
                  <a:pos x="186" y="73"/>
                </a:cxn>
                <a:cxn ang="0">
                  <a:pos x="140" y="92"/>
                </a:cxn>
                <a:cxn ang="0">
                  <a:pos x="122" y="137"/>
                </a:cxn>
                <a:cxn ang="0">
                  <a:pos x="140" y="182"/>
                </a:cxn>
                <a:cxn ang="0">
                  <a:pos x="186" y="201"/>
                </a:cxn>
                <a:cxn ang="0">
                  <a:pos x="231" y="182"/>
                </a:cxn>
                <a:cxn ang="0">
                  <a:pos x="246" y="158"/>
                </a:cxn>
                <a:cxn ang="0">
                  <a:pos x="293" y="235"/>
                </a:cxn>
                <a:cxn ang="0">
                  <a:pos x="188" y="300"/>
                </a:cxn>
                <a:cxn ang="0">
                  <a:pos x="208" y="314"/>
                </a:cxn>
                <a:cxn ang="0">
                  <a:pos x="227" y="360"/>
                </a:cxn>
                <a:cxn ang="0">
                  <a:pos x="208" y="405"/>
                </a:cxn>
                <a:cxn ang="0">
                  <a:pos x="163" y="423"/>
                </a:cxn>
                <a:cxn ang="0">
                  <a:pos x="118" y="405"/>
                </a:cxn>
                <a:cxn ang="0">
                  <a:pos x="100" y="360"/>
                </a:cxn>
                <a:cxn ang="0">
                  <a:pos x="100" y="355"/>
                </a:cxn>
                <a:cxn ang="0">
                  <a:pos x="17" y="407"/>
                </a:cxn>
              </a:cxnLst>
              <a:rect l="0" t="0" r="r" b="b"/>
              <a:pathLst>
                <a:path w="293" h="423">
                  <a:moveTo>
                    <a:pt x="17" y="407"/>
                  </a:moveTo>
                  <a:cubicBezTo>
                    <a:pt x="0" y="341"/>
                    <a:pt x="1" y="275"/>
                    <a:pt x="18" y="207"/>
                  </a:cubicBezTo>
                  <a:cubicBezTo>
                    <a:pt x="33" y="145"/>
                    <a:pt x="61" y="92"/>
                    <a:pt x="101" y="47"/>
                  </a:cubicBezTo>
                  <a:cubicBezTo>
                    <a:pt x="116" y="29"/>
                    <a:pt x="133" y="14"/>
                    <a:pt x="151" y="0"/>
                  </a:cubicBezTo>
                  <a:cubicBezTo>
                    <a:pt x="196" y="74"/>
                    <a:pt x="196" y="74"/>
                    <a:pt x="196" y="74"/>
                  </a:cubicBezTo>
                  <a:cubicBezTo>
                    <a:pt x="193" y="74"/>
                    <a:pt x="189" y="73"/>
                    <a:pt x="186" y="73"/>
                  </a:cubicBezTo>
                  <a:cubicBezTo>
                    <a:pt x="168" y="73"/>
                    <a:pt x="153" y="80"/>
                    <a:pt x="140" y="92"/>
                  </a:cubicBezTo>
                  <a:cubicBezTo>
                    <a:pt x="128" y="104"/>
                    <a:pt x="122" y="120"/>
                    <a:pt x="122" y="137"/>
                  </a:cubicBezTo>
                  <a:cubicBezTo>
                    <a:pt x="122" y="155"/>
                    <a:pt x="128" y="170"/>
                    <a:pt x="140" y="182"/>
                  </a:cubicBezTo>
                  <a:cubicBezTo>
                    <a:pt x="153" y="195"/>
                    <a:pt x="168" y="201"/>
                    <a:pt x="186" y="201"/>
                  </a:cubicBezTo>
                  <a:cubicBezTo>
                    <a:pt x="203" y="201"/>
                    <a:pt x="218" y="195"/>
                    <a:pt x="231" y="182"/>
                  </a:cubicBezTo>
                  <a:cubicBezTo>
                    <a:pt x="238" y="175"/>
                    <a:pt x="243" y="167"/>
                    <a:pt x="246" y="158"/>
                  </a:cubicBezTo>
                  <a:cubicBezTo>
                    <a:pt x="293" y="235"/>
                    <a:pt x="293" y="235"/>
                    <a:pt x="293" y="235"/>
                  </a:cubicBezTo>
                  <a:cubicBezTo>
                    <a:pt x="188" y="300"/>
                    <a:pt x="188" y="300"/>
                    <a:pt x="188" y="300"/>
                  </a:cubicBezTo>
                  <a:cubicBezTo>
                    <a:pt x="195" y="303"/>
                    <a:pt x="202" y="308"/>
                    <a:pt x="208" y="314"/>
                  </a:cubicBezTo>
                  <a:cubicBezTo>
                    <a:pt x="221" y="327"/>
                    <a:pt x="227" y="342"/>
                    <a:pt x="227" y="360"/>
                  </a:cubicBezTo>
                  <a:cubicBezTo>
                    <a:pt x="227" y="377"/>
                    <a:pt x="221" y="392"/>
                    <a:pt x="208" y="405"/>
                  </a:cubicBezTo>
                  <a:cubicBezTo>
                    <a:pt x="196" y="417"/>
                    <a:pt x="181" y="423"/>
                    <a:pt x="163" y="423"/>
                  </a:cubicBezTo>
                  <a:cubicBezTo>
                    <a:pt x="146" y="423"/>
                    <a:pt x="131" y="417"/>
                    <a:pt x="118" y="405"/>
                  </a:cubicBezTo>
                  <a:cubicBezTo>
                    <a:pt x="106" y="392"/>
                    <a:pt x="100" y="377"/>
                    <a:pt x="100" y="360"/>
                  </a:cubicBezTo>
                  <a:cubicBezTo>
                    <a:pt x="100" y="358"/>
                    <a:pt x="100" y="357"/>
                    <a:pt x="100" y="355"/>
                  </a:cubicBezTo>
                  <a:lnTo>
                    <a:pt x="17" y="407"/>
                  </a:lnTo>
                  <a:close/>
                </a:path>
              </a:pathLst>
            </a:custGeom>
            <a:solidFill>
              <a:schemeClr val="accent4"/>
            </a:solidFill>
            <a:ln w="19050">
              <a:solidFill>
                <a:schemeClr val="bg1"/>
              </a:solidFill>
              <a:round/>
            </a:ln>
          </p:spPr>
          <p:txBody>
            <a:bodyPr vert="horz" wrap="square" lIns="91440" tIns="45720" rIns="91440" bIns="45720" numCol="1" anchor="t" anchorCtr="0" compatLnSpc="1"/>
            <a:lstStyle/>
            <a:p>
              <a:endParaRPr lang="en-US">
                <a:latin typeface="Arial" pitchFamily="34" charset="0"/>
                <a:ea typeface="微软雅黑" pitchFamily="34" charset="-122"/>
                <a:sym typeface="Arial" pitchFamily="34" charset="0"/>
              </a:endParaRPr>
            </a:p>
          </p:txBody>
        </p:sp>
        <p:sp>
          <p:nvSpPr>
            <p:cNvPr id="37" name="Text Placeholder 3"/>
            <p:cNvSpPr txBox="1"/>
            <p:nvPr/>
          </p:nvSpPr>
          <p:spPr>
            <a:xfrm>
              <a:off x="9950" y="4531"/>
              <a:ext cx="449" cy="489"/>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01</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38" name="Text Placeholder 3"/>
            <p:cNvSpPr txBox="1"/>
            <p:nvPr/>
          </p:nvSpPr>
          <p:spPr>
            <a:xfrm>
              <a:off x="11071" y="2778"/>
              <a:ext cx="449" cy="489"/>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03</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39" name="Text Placeholder 3"/>
            <p:cNvSpPr txBox="1"/>
            <p:nvPr/>
          </p:nvSpPr>
          <p:spPr>
            <a:xfrm>
              <a:off x="12048" y="3545"/>
              <a:ext cx="449" cy="489"/>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04</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40" name="Text Placeholder 3"/>
            <p:cNvSpPr txBox="1"/>
            <p:nvPr/>
          </p:nvSpPr>
          <p:spPr>
            <a:xfrm>
              <a:off x="10476" y="3646"/>
              <a:ext cx="449" cy="489"/>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02</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41" name="Text Placeholder 3"/>
            <p:cNvSpPr txBox="1"/>
            <p:nvPr/>
          </p:nvSpPr>
          <p:spPr>
            <a:xfrm>
              <a:off x="11604" y="4531"/>
              <a:ext cx="449" cy="489"/>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05</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sp>
          <p:nvSpPr>
            <p:cNvPr id="42" name="Text Placeholder 3"/>
            <p:cNvSpPr txBox="1"/>
            <p:nvPr/>
          </p:nvSpPr>
          <p:spPr>
            <a:xfrm>
              <a:off x="11167" y="5634"/>
              <a:ext cx="449" cy="489"/>
            </a:xfrm>
            <a:prstGeom prst="rect">
              <a:avLst/>
            </a:prstGeom>
          </p:spPr>
          <p:txBody>
            <a:bodyPr wrap="squar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defTabSz="914400" eaLnBrk="1" fontAlgn="auto" latinLnBrk="0" hangingPunct="1">
                <a:lnSpc>
                  <a:spcPct val="100000"/>
                </a:lnSpc>
                <a:spcBef>
                  <a:spcPct val="20000"/>
                </a:spcBef>
                <a:spcAft>
                  <a:spcPts val="0"/>
                </a:spcAft>
                <a:buClrTx/>
                <a:buSzTx/>
                <a:buFont typeface="Arial" pitchFamily="34" charset="0"/>
                <a:buNone/>
                <a:defRPr/>
              </a:pPr>
              <a:r>
                <a:rPr lang="en-US" sz="2000" dirty="0">
                  <a:solidFill>
                    <a:schemeClr val="bg1"/>
                  </a:solidFill>
                  <a:latin typeface="Arial" pitchFamily="34" charset="0"/>
                  <a:ea typeface="微软雅黑" pitchFamily="34" charset="-122"/>
                  <a:sym typeface="Arial" pitchFamily="34" charset="0"/>
                </a:rPr>
                <a:t>06</a:t>
              </a:r>
              <a:endParaRPr kumimoji="0" lang="en-US" sz="2000" b="1" i="0" u="none" strike="noStrike" kern="1200" cap="none" spc="0" normalizeH="0" baseline="0" noProof="0" dirty="0">
                <a:ln>
                  <a:noFill/>
                </a:ln>
                <a:solidFill>
                  <a:schemeClr val="bg1"/>
                </a:solidFill>
                <a:effectLst/>
                <a:uLnTx/>
                <a:uFillTx/>
                <a:latin typeface="Arial" pitchFamily="34" charset="0"/>
                <a:ea typeface="微软雅黑" pitchFamily="34" charset="-122"/>
                <a:sym typeface="Arial" pitchFamily="34" charset="0"/>
              </a:endParaRPr>
            </a:p>
          </p:txBody>
        </p:sp>
      </p:gr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标题 2"/>
          <p:cNvSpPr>
            <a:spLocks noGrp="1"/>
          </p:cNvSpPr>
          <p:nvPr>
            <p:ph type="title" idx="4294967295"/>
          </p:nvPr>
        </p:nvSpPr>
        <p:spPr>
          <a:xfrm>
            <a:off x="424180" y="152400"/>
            <a:ext cx="8558530" cy="857250"/>
          </a:xfrm>
        </p:spPr>
        <p:txBody>
          <a:bodyPr/>
          <a:lstStyle/>
          <a:p>
            <a:r>
              <a:rPr lang="zh-CN" altLang="en-US" sz="2800" b="1">
                <a:solidFill>
                  <a:srgbClr val="000000"/>
                </a:solidFill>
                <a:latin typeface="Times New Roman" pitchFamily="18" charset="0"/>
                <a:ea typeface="楷体" charset="0"/>
                <a:cs typeface="微软雅黑"/>
              </a:rPr>
              <a:t>求解：</a:t>
            </a:r>
            <a:br>
              <a:rPr lang="en-US" altLang="zh-CN" sz="2800" b="1">
                <a:solidFill>
                  <a:srgbClr val="000000"/>
                </a:solidFill>
                <a:latin typeface="Times New Roman" pitchFamily="18" charset="0"/>
                <a:ea typeface="楷体" charset="0"/>
                <a:cs typeface="微软雅黑"/>
              </a:rPr>
            </a:br>
            <a:r>
              <a:rPr lang="zh-CN" altLang="zh-CN" sz="2800" b="1">
                <a:solidFill>
                  <a:srgbClr val="000000"/>
                </a:solidFill>
                <a:latin typeface="Times New Roman" pitchFamily="18" charset="0"/>
                <a:ea typeface="楷体" charset="0"/>
                <a:cs typeface="微软雅黑"/>
              </a:rPr>
              <a:t>一个数组的两段最大子数组的和</a:t>
            </a:r>
          </a:p>
        </p:txBody>
      </p:sp>
      <p:sp>
        <p:nvSpPr>
          <p:cNvPr id="207874" name="内容占位符 3"/>
          <p:cNvSpPr>
            <a:spLocks noGrp="1"/>
          </p:cNvSpPr>
          <p:nvPr>
            <p:ph idx="4294967295"/>
          </p:nvPr>
        </p:nvSpPr>
        <p:spPr>
          <a:xfrm>
            <a:off x="424180" y="1217930"/>
            <a:ext cx="8569325" cy="3514725"/>
          </a:xfrm>
        </p:spPr>
        <p:txBody>
          <a:bodyPr/>
          <a:lstStyle/>
          <a:p>
            <a:r>
              <a:rPr lang="zh-CN" altLang="zh-CN" sz="2800" b="1">
                <a:solidFill>
                  <a:srgbClr val="000000"/>
                </a:solidFill>
                <a:latin typeface="Times New Roman" pitchFamily="18" charset="0"/>
                <a:ea typeface="楷体" charset="0"/>
              </a:rPr>
              <a:t>例如</a:t>
            </a:r>
            <a:r>
              <a:rPr lang="zh-CN" altLang="en-US" sz="2800" b="1">
                <a:solidFill>
                  <a:srgbClr val="000000"/>
                </a:solidFill>
                <a:latin typeface="Times New Roman" pitchFamily="18" charset="0"/>
                <a:ea typeface="楷体" charset="0"/>
              </a:rPr>
              <a:t>：</a:t>
            </a:r>
          </a:p>
          <a:p>
            <a:pPr lvl="1"/>
            <a:r>
              <a:rPr lang="en-US" altLang="zh-CN" sz="2400" b="1">
                <a:solidFill>
                  <a:srgbClr val="000000"/>
                </a:solidFill>
                <a:latin typeface="Times New Roman" pitchFamily="18" charset="0"/>
                <a:ea typeface="楷体" charset="0"/>
              </a:rPr>
              <a:t>1,-2,2,3,-4</a:t>
            </a:r>
            <a:r>
              <a:rPr lang="zh-CN" altLang="zh-CN" sz="2400" b="1">
                <a:solidFill>
                  <a:srgbClr val="000000"/>
                </a:solidFill>
                <a:latin typeface="Times New Roman" pitchFamily="18" charset="0"/>
                <a:ea typeface="楷体" charset="0"/>
              </a:rPr>
              <a:t>结果就是</a:t>
            </a:r>
            <a:r>
              <a:rPr lang="en-US" altLang="zh-CN" sz="2400" b="1">
                <a:solidFill>
                  <a:srgbClr val="000000"/>
                </a:solidFill>
                <a:latin typeface="Times New Roman" pitchFamily="18" charset="0"/>
                <a:ea typeface="楷体" charset="0"/>
              </a:rPr>
              <a:t>6</a:t>
            </a:r>
            <a:r>
              <a:rPr lang="zh-CN" altLang="zh-CN" sz="2400" b="1">
                <a:solidFill>
                  <a:srgbClr val="000000"/>
                </a:solidFill>
                <a:latin typeface="Times New Roman" pitchFamily="18" charset="0"/>
                <a:ea typeface="楷体" charset="0"/>
              </a:rPr>
              <a:t>。第一段就是</a:t>
            </a:r>
            <a:r>
              <a:rPr lang="en-US" altLang="zh-CN" sz="2400" b="1">
                <a:solidFill>
                  <a:srgbClr val="000000"/>
                </a:solidFill>
                <a:latin typeface="Times New Roman" pitchFamily="18" charset="0"/>
                <a:ea typeface="楷体" charset="0"/>
              </a:rPr>
              <a:t>1</a:t>
            </a:r>
            <a:r>
              <a:rPr lang="zh-CN" altLang="zh-CN" sz="2400" b="1">
                <a:solidFill>
                  <a:srgbClr val="000000"/>
                </a:solidFill>
                <a:latin typeface="Times New Roman" pitchFamily="18" charset="0"/>
                <a:ea typeface="楷体" charset="0"/>
              </a:rPr>
              <a:t>，第二段就是</a:t>
            </a:r>
            <a:r>
              <a:rPr lang="en-US" altLang="zh-CN" sz="2400" b="1">
                <a:solidFill>
                  <a:srgbClr val="000000"/>
                </a:solidFill>
                <a:latin typeface="Times New Roman" pitchFamily="18" charset="0"/>
                <a:ea typeface="楷体" charset="0"/>
              </a:rPr>
              <a:t>2,3</a:t>
            </a:r>
            <a:r>
              <a:rPr lang="zh-CN" altLang="zh-CN" sz="2400" b="1">
                <a:solidFill>
                  <a:srgbClr val="000000"/>
                </a:solidFill>
                <a:latin typeface="Times New Roman" pitchFamily="18" charset="0"/>
                <a:ea typeface="楷体" charset="0"/>
              </a:rPr>
              <a:t>。</a:t>
            </a:r>
          </a:p>
          <a:p>
            <a:r>
              <a:rPr lang="zh-CN" altLang="zh-CN" sz="2800" b="1">
                <a:solidFill>
                  <a:srgbClr val="000000"/>
                </a:solidFill>
                <a:latin typeface="Times New Roman" pitchFamily="18" charset="0"/>
                <a:ea typeface="楷体" charset="0"/>
              </a:rPr>
              <a:t>已知整数序列</a:t>
            </a:r>
            <a:r>
              <a:rPr lang="en-US" altLang="zh-CN" sz="2800" b="1">
                <a:solidFill>
                  <a:srgbClr val="000000"/>
                </a:solidFill>
                <a:latin typeface="Times New Roman" pitchFamily="18" charset="0"/>
                <a:ea typeface="楷体" charset="0"/>
              </a:rPr>
              <a:t>(</a:t>
            </a:r>
            <a:r>
              <a:rPr lang="zh-CN" altLang="zh-CN" sz="2800" b="1">
                <a:solidFill>
                  <a:srgbClr val="000000"/>
                </a:solidFill>
                <a:latin typeface="Times New Roman" pitchFamily="18" charset="0"/>
                <a:ea typeface="楷体" charset="0"/>
              </a:rPr>
              <a:t>数组</a:t>
            </a:r>
            <a:r>
              <a:rPr lang="en-US" altLang="zh-CN" sz="2800" b="1">
                <a:solidFill>
                  <a:srgbClr val="000000"/>
                </a:solidFill>
                <a:latin typeface="Times New Roman" pitchFamily="18" charset="0"/>
                <a:ea typeface="楷体" charset="0"/>
              </a:rPr>
              <a:t>) A={a1, a2,..., an}, </a:t>
            </a:r>
            <a:r>
              <a:rPr lang="zh-CN" altLang="zh-CN" sz="2800" b="1">
                <a:solidFill>
                  <a:srgbClr val="000000"/>
                </a:solidFill>
                <a:latin typeface="Times New Roman" pitchFamily="18" charset="0"/>
                <a:ea typeface="楷体" charset="0"/>
              </a:rPr>
              <a:t>定义函数</a:t>
            </a:r>
            <a:r>
              <a:rPr lang="en-US" altLang="zh-CN" sz="2800" b="1">
                <a:solidFill>
                  <a:srgbClr val="000000"/>
                </a:solidFill>
                <a:latin typeface="Times New Roman" pitchFamily="18" charset="0"/>
                <a:ea typeface="楷体" charset="0"/>
              </a:rPr>
              <a:t>d(A) </a:t>
            </a:r>
            <a:r>
              <a:rPr lang="zh-CN" altLang="zh-CN" sz="2800" b="1">
                <a:solidFill>
                  <a:srgbClr val="000000"/>
                </a:solidFill>
                <a:latin typeface="Times New Roman" pitchFamily="18" charset="0"/>
                <a:ea typeface="楷体" charset="0"/>
              </a:rPr>
              <a:t>如</a:t>
            </a:r>
            <a:r>
              <a:rPr lang="zh-CN" altLang="en-US" sz="2800" b="1">
                <a:solidFill>
                  <a:srgbClr val="000000"/>
                </a:solidFill>
                <a:latin typeface="Times New Roman" pitchFamily="18" charset="0"/>
                <a:ea typeface="楷体" charset="0"/>
              </a:rPr>
              <a:t>：</a:t>
            </a:r>
          </a:p>
          <a:p>
            <a:endParaRPr lang="zh-CN" altLang="en-US" sz="2800" b="1">
              <a:solidFill>
                <a:srgbClr val="000000"/>
              </a:solidFill>
              <a:latin typeface="Times New Roman" pitchFamily="18" charset="0"/>
              <a:ea typeface="楷体" charset="0"/>
            </a:endParaRPr>
          </a:p>
        </p:txBody>
      </p:sp>
      <p:pic>
        <p:nvPicPr>
          <p:cNvPr id="207876" name="Picture 2"/>
          <p:cNvPicPr>
            <a:picLocks noChangeAspect="1" noChangeArrowheads="1"/>
          </p:cNvPicPr>
          <p:nvPr/>
        </p:nvPicPr>
        <p:blipFill>
          <a:blip r:embed="rId2"/>
          <a:srcRect/>
          <a:stretch>
            <a:fillRect/>
          </a:stretch>
        </p:blipFill>
        <p:spPr bwMode="auto">
          <a:xfrm>
            <a:off x="1864043" y="2975134"/>
            <a:ext cx="4957763" cy="1133475"/>
          </a:xfrm>
          <a:prstGeom prst="rect">
            <a:avLst/>
          </a:prstGeom>
          <a:noFill/>
          <a:ln w="9525">
            <a:noFill/>
            <a:miter lim="800000"/>
            <a:headEnd/>
            <a:tailEnd/>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标题 6"/>
          <p:cNvSpPr>
            <a:spLocks noGrp="1"/>
          </p:cNvSpPr>
          <p:nvPr>
            <p:ph type="title" idx="4294967295"/>
          </p:nvPr>
        </p:nvSpPr>
        <p:spPr>
          <a:xfrm>
            <a:off x="1806575" y="36830"/>
            <a:ext cx="6172200" cy="857250"/>
          </a:xfrm>
        </p:spPr>
        <p:txBody>
          <a:bodyPr/>
          <a:lstStyle/>
          <a:p>
            <a:r>
              <a:rPr lang="zh-CN" altLang="en-US" sz="3600" b="1">
                <a:solidFill>
                  <a:srgbClr val="000000"/>
                </a:solidFill>
                <a:latin typeface="Times New Roman" pitchFamily="18" charset="0"/>
                <a:ea typeface="楷体" charset="0"/>
                <a:cs typeface="微软雅黑"/>
              </a:rPr>
              <a:t>算法分析：</a:t>
            </a:r>
          </a:p>
        </p:txBody>
      </p:sp>
      <p:graphicFrame>
        <p:nvGraphicFramePr>
          <p:cNvPr id="5" name="内容占位符 4"/>
          <p:cNvGraphicFramePr>
            <a:graphicFrameLocks noGrp="1"/>
          </p:cNvGraphicFramePr>
          <p:nvPr>
            <p:ph idx="4294967295"/>
          </p:nvPr>
        </p:nvGraphicFramePr>
        <p:xfrm>
          <a:off x="1494155" y="894080"/>
          <a:ext cx="6172200" cy="365760"/>
        </p:xfrm>
        <a:graphic>
          <a:graphicData uri="http://schemas.openxmlformats.org/drawingml/2006/table">
            <a:tbl>
              <a:tblPr>
                <a:tableStyleId>{5C22544A-7EE6-4342-B048-85BDC9FD1C3A}</a:tableStyleId>
              </a:tblPr>
              <a:tblGrid>
                <a:gridCol w="617220">
                  <a:extLst>
                    <a:ext uri="{9D8B030D-6E8A-4147-A177-3AD203B41FA5}">
                      <a16:colId xmlns:a16="http://schemas.microsoft.com/office/drawing/2014/main" val="20000"/>
                    </a:ext>
                  </a:extLst>
                </a:gridCol>
                <a:gridCol w="617220">
                  <a:extLst>
                    <a:ext uri="{9D8B030D-6E8A-4147-A177-3AD203B41FA5}">
                      <a16:colId xmlns:a16="http://schemas.microsoft.com/office/drawing/2014/main" val="20001"/>
                    </a:ext>
                  </a:extLst>
                </a:gridCol>
                <a:gridCol w="617220">
                  <a:extLst>
                    <a:ext uri="{9D8B030D-6E8A-4147-A177-3AD203B41FA5}">
                      <a16:colId xmlns:a16="http://schemas.microsoft.com/office/drawing/2014/main" val="20002"/>
                    </a:ext>
                  </a:extLst>
                </a:gridCol>
                <a:gridCol w="617220">
                  <a:extLst>
                    <a:ext uri="{9D8B030D-6E8A-4147-A177-3AD203B41FA5}">
                      <a16:colId xmlns:a16="http://schemas.microsoft.com/office/drawing/2014/main" val="20003"/>
                    </a:ext>
                  </a:extLst>
                </a:gridCol>
                <a:gridCol w="617220">
                  <a:extLst>
                    <a:ext uri="{9D8B030D-6E8A-4147-A177-3AD203B41FA5}">
                      <a16:colId xmlns:a16="http://schemas.microsoft.com/office/drawing/2014/main" val="20004"/>
                    </a:ext>
                  </a:extLst>
                </a:gridCol>
                <a:gridCol w="617220">
                  <a:extLst>
                    <a:ext uri="{9D8B030D-6E8A-4147-A177-3AD203B41FA5}">
                      <a16:colId xmlns:a16="http://schemas.microsoft.com/office/drawing/2014/main" val="20005"/>
                    </a:ext>
                  </a:extLst>
                </a:gridCol>
                <a:gridCol w="617220">
                  <a:extLst>
                    <a:ext uri="{9D8B030D-6E8A-4147-A177-3AD203B41FA5}">
                      <a16:colId xmlns:a16="http://schemas.microsoft.com/office/drawing/2014/main" val="20006"/>
                    </a:ext>
                  </a:extLst>
                </a:gridCol>
                <a:gridCol w="617220">
                  <a:extLst>
                    <a:ext uri="{9D8B030D-6E8A-4147-A177-3AD203B41FA5}">
                      <a16:colId xmlns:a16="http://schemas.microsoft.com/office/drawing/2014/main" val="20007"/>
                    </a:ext>
                  </a:extLst>
                </a:gridCol>
                <a:gridCol w="617220">
                  <a:extLst>
                    <a:ext uri="{9D8B030D-6E8A-4147-A177-3AD203B41FA5}">
                      <a16:colId xmlns:a16="http://schemas.microsoft.com/office/drawing/2014/main" val="20008"/>
                    </a:ext>
                  </a:extLst>
                </a:gridCol>
                <a:gridCol w="617220">
                  <a:extLst>
                    <a:ext uri="{9D8B030D-6E8A-4147-A177-3AD203B41FA5}">
                      <a16:colId xmlns:a16="http://schemas.microsoft.com/office/drawing/2014/main" val="20009"/>
                    </a:ext>
                  </a:extLst>
                </a:gridCol>
              </a:tblGrid>
              <a:tr h="365760">
                <a:tc>
                  <a:txBody>
                    <a:bodyPr/>
                    <a:lstStyle/>
                    <a:p>
                      <a:pPr algn="l">
                        <a:spcAft>
                          <a:spcPts val="960"/>
                        </a:spcAft>
                      </a:pPr>
                      <a:r>
                        <a:rPr lang="en-US" sz="2400" b="1" kern="0">
                          <a:effectLst/>
                        </a:rPr>
                        <a:t>1</a:t>
                      </a:r>
                      <a:endParaRPr lang="zh-CN" sz="2400" b="1" kern="100">
                        <a:effectLst/>
                        <a:latin typeface="Times New Roman"/>
                        <a:ea typeface="宋体"/>
                      </a:endParaRPr>
                    </a:p>
                  </a:txBody>
                  <a:tcPr marL="0" marR="0" marT="0" marB="0"/>
                </a:tc>
                <a:tc>
                  <a:txBody>
                    <a:bodyPr/>
                    <a:lstStyle/>
                    <a:p>
                      <a:pPr algn="l">
                        <a:spcAft>
                          <a:spcPts val="960"/>
                        </a:spcAft>
                      </a:pPr>
                      <a:r>
                        <a:rPr lang="en-US" sz="2400" b="1" kern="0">
                          <a:effectLst/>
                        </a:rPr>
                        <a:t>-1</a:t>
                      </a:r>
                      <a:endParaRPr lang="zh-CN" sz="2400" b="1" kern="100">
                        <a:effectLst/>
                        <a:latin typeface="Times New Roman"/>
                        <a:ea typeface="宋体"/>
                      </a:endParaRPr>
                    </a:p>
                  </a:txBody>
                  <a:tcPr marL="0" marR="0" marT="0" marB="0"/>
                </a:tc>
                <a:tc>
                  <a:txBody>
                    <a:bodyPr/>
                    <a:lstStyle/>
                    <a:p>
                      <a:pPr algn="l">
                        <a:spcAft>
                          <a:spcPts val="960"/>
                        </a:spcAft>
                      </a:pPr>
                      <a:r>
                        <a:rPr lang="en-US" sz="2400" b="1" kern="0">
                          <a:effectLst/>
                        </a:rPr>
                        <a:t>2</a:t>
                      </a:r>
                      <a:endParaRPr lang="zh-CN" sz="2400" b="1" kern="100">
                        <a:effectLst/>
                        <a:latin typeface="Times New Roman"/>
                        <a:ea typeface="宋体"/>
                      </a:endParaRPr>
                    </a:p>
                  </a:txBody>
                  <a:tcPr marL="0" marR="0" marT="0" marB="0"/>
                </a:tc>
                <a:tc>
                  <a:txBody>
                    <a:bodyPr/>
                    <a:lstStyle/>
                    <a:p>
                      <a:pPr algn="l">
                        <a:spcAft>
                          <a:spcPts val="960"/>
                        </a:spcAft>
                      </a:pPr>
                      <a:r>
                        <a:rPr lang="en-US" sz="2400" b="1" kern="0">
                          <a:effectLst/>
                        </a:rPr>
                        <a:t>2</a:t>
                      </a:r>
                      <a:endParaRPr lang="zh-CN" sz="2400" b="1" kern="100">
                        <a:effectLst/>
                        <a:latin typeface="Times New Roman"/>
                        <a:ea typeface="宋体"/>
                      </a:endParaRPr>
                    </a:p>
                  </a:txBody>
                  <a:tcPr marL="0" marR="0" marT="0" marB="0"/>
                </a:tc>
                <a:tc>
                  <a:txBody>
                    <a:bodyPr/>
                    <a:lstStyle/>
                    <a:p>
                      <a:pPr algn="l">
                        <a:spcAft>
                          <a:spcPts val="960"/>
                        </a:spcAft>
                      </a:pPr>
                      <a:r>
                        <a:rPr lang="en-US" sz="2400" b="1" kern="0">
                          <a:effectLst/>
                        </a:rPr>
                        <a:t>3</a:t>
                      </a:r>
                      <a:endParaRPr lang="zh-CN" sz="2400" b="1" kern="100">
                        <a:effectLst/>
                        <a:latin typeface="Times New Roman"/>
                        <a:ea typeface="宋体"/>
                      </a:endParaRPr>
                    </a:p>
                  </a:txBody>
                  <a:tcPr marL="0" marR="0" marT="0" marB="0"/>
                </a:tc>
                <a:tc>
                  <a:txBody>
                    <a:bodyPr/>
                    <a:lstStyle/>
                    <a:p>
                      <a:pPr algn="l">
                        <a:spcAft>
                          <a:spcPts val="960"/>
                        </a:spcAft>
                      </a:pPr>
                      <a:r>
                        <a:rPr lang="en-US" sz="2400" b="1" kern="0">
                          <a:effectLst/>
                        </a:rPr>
                        <a:t>-3</a:t>
                      </a:r>
                      <a:endParaRPr lang="zh-CN" sz="2400" b="1" kern="100">
                        <a:effectLst/>
                        <a:latin typeface="Times New Roman"/>
                        <a:ea typeface="宋体"/>
                      </a:endParaRPr>
                    </a:p>
                  </a:txBody>
                  <a:tcPr marL="0" marR="0" marT="0" marB="0"/>
                </a:tc>
                <a:tc>
                  <a:txBody>
                    <a:bodyPr/>
                    <a:lstStyle/>
                    <a:p>
                      <a:pPr algn="l">
                        <a:spcAft>
                          <a:spcPts val="960"/>
                        </a:spcAft>
                      </a:pPr>
                      <a:r>
                        <a:rPr lang="en-US" sz="2400" b="1" kern="0">
                          <a:effectLst/>
                        </a:rPr>
                        <a:t>4</a:t>
                      </a:r>
                      <a:endParaRPr lang="zh-CN" sz="2400" b="1" kern="100">
                        <a:effectLst/>
                        <a:latin typeface="Times New Roman"/>
                        <a:ea typeface="宋体"/>
                      </a:endParaRPr>
                    </a:p>
                  </a:txBody>
                  <a:tcPr marL="0" marR="0" marT="0" marB="0"/>
                </a:tc>
                <a:tc>
                  <a:txBody>
                    <a:bodyPr/>
                    <a:lstStyle/>
                    <a:p>
                      <a:pPr algn="l">
                        <a:spcAft>
                          <a:spcPts val="960"/>
                        </a:spcAft>
                      </a:pPr>
                      <a:r>
                        <a:rPr lang="en-US" sz="2400" b="1" kern="0">
                          <a:effectLst/>
                        </a:rPr>
                        <a:t>-4</a:t>
                      </a:r>
                      <a:endParaRPr lang="zh-CN" sz="2400" b="1" kern="100">
                        <a:effectLst/>
                        <a:latin typeface="Times New Roman"/>
                        <a:ea typeface="宋体"/>
                      </a:endParaRPr>
                    </a:p>
                  </a:txBody>
                  <a:tcPr marL="0" marR="0" marT="0" marB="0"/>
                </a:tc>
                <a:tc>
                  <a:txBody>
                    <a:bodyPr/>
                    <a:lstStyle/>
                    <a:p>
                      <a:pPr algn="l">
                        <a:spcAft>
                          <a:spcPts val="960"/>
                        </a:spcAft>
                      </a:pPr>
                      <a:r>
                        <a:rPr lang="en-US" sz="2400" b="1" kern="0">
                          <a:effectLst/>
                        </a:rPr>
                        <a:t>5</a:t>
                      </a:r>
                      <a:endParaRPr lang="zh-CN" sz="2400" b="1" kern="100">
                        <a:effectLst/>
                        <a:latin typeface="Times New Roman"/>
                        <a:ea typeface="宋体"/>
                      </a:endParaRPr>
                    </a:p>
                  </a:txBody>
                  <a:tcPr marL="0" marR="0" marT="0" marB="0"/>
                </a:tc>
                <a:tc>
                  <a:txBody>
                    <a:bodyPr/>
                    <a:lstStyle/>
                    <a:p>
                      <a:pPr algn="l">
                        <a:spcAft>
                          <a:spcPts val="960"/>
                        </a:spcAft>
                      </a:pPr>
                      <a:r>
                        <a:rPr lang="en-US" sz="2400" b="1" kern="0" dirty="0">
                          <a:effectLst/>
                        </a:rPr>
                        <a:t>-5</a:t>
                      </a:r>
                      <a:endParaRPr lang="zh-CN" sz="2400" b="1" kern="100" dirty="0">
                        <a:effectLst/>
                        <a:latin typeface="Times New Roman"/>
                        <a:ea typeface="宋体"/>
                      </a:endParaRPr>
                    </a:p>
                  </a:txBody>
                  <a:tcPr marL="0" marR="0" marT="0" marB="0"/>
                </a:tc>
                <a:extLst>
                  <a:ext uri="{0D108BD9-81ED-4DB2-BD59-A6C34878D82A}">
                    <a16:rowId xmlns:a16="http://schemas.microsoft.com/office/drawing/2014/main" val="10000"/>
                  </a:ext>
                </a:extLst>
              </a:tr>
            </a:tbl>
          </a:graphicData>
        </a:graphic>
      </p:graphicFrame>
      <p:sp>
        <p:nvSpPr>
          <p:cNvPr id="208923" name="矩形 8"/>
          <p:cNvSpPr>
            <a:spLocks noChangeArrowheads="1"/>
          </p:cNvSpPr>
          <p:nvPr/>
        </p:nvSpPr>
        <p:spPr bwMode="auto">
          <a:xfrm>
            <a:off x="694690" y="1537335"/>
            <a:ext cx="7838440" cy="2011680"/>
          </a:xfrm>
          <a:prstGeom prst="rect">
            <a:avLst/>
          </a:prstGeom>
          <a:noFill/>
          <a:ln w="9525">
            <a:noFill/>
            <a:miter lim="800000"/>
          </a:ln>
        </p:spPr>
        <p:txBody>
          <a:bodyPr wrap="square">
            <a:spAutoFit/>
          </a:bodyPr>
          <a:lstStyle/>
          <a:p>
            <a:r>
              <a:rPr lang="zh-CN" altLang="en-US" sz="2100" b="1">
                <a:solidFill>
                  <a:srgbClr val="000000"/>
                </a:solidFill>
                <a:latin typeface="Times New Roman" pitchFamily="18" charset="0"/>
                <a:ea typeface="楷体" charset="0"/>
              </a:rPr>
              <a:t>设：</a:t>
            </a:r>
          </a:p>
          <a:p>
            <a:r>
              <a:rPr lang="en-US" altLang="zh-CN" sz="2100" b="1">
                <a:solidFill>
                  <a:srgbClr val="000000"/>
                </a:solidFill>
                <a:latin typeface="Times New Roman" pitchFamily="18" charset="0"/>
                <a:ea typeface="楷体" charset="0"/>
              </a:rPr>
              <a:t>dp1[i]</a:t>
            </a:r>
            <a:r>
              <a:rPr lang="zh-CN" altLang="en-US" sz="2100" b="1">
                <a:solidFill>
                  <a:srgbClr val="000000"/>
                </a:solidFill>
                <a:latin typeface="Times New Roman" pitchFamily="18" charset="0"/>
                <a:ea typeface="楷体" charset="0"/>
              </a:rPr>
              <a:t>代表以下标</a:t>
            </a:r>
            <a:r>
              <a:rPr lang="en-US" altLang="zh-CN" sz="2100" b="1">
                <a:solidFill>
                  <a:srgbClr val="000000"/>
                </a:solidFill>
                <a:latin typeface="Times New Roman" pitchFamily="18" charset="0"/>
                <a:ea typeface="楷体" charset="0"/>
              </a:rPr>
              <a:t>i</a:t>
            </a:r>
            <a:r>
              <a:rPr lang="zh-CN" altLang="en-US" sz="2100" b="1">
                <a:solidFill>
                  <a:srgbClr val="000000"/>
                </a:solidFill>
                <a:latin typeface="Times New Roman" pitchFamily="18" charset="0"/>
                <a:ea typeface="楷体" charset="0"/>
              </a:rPr>
              <a:t>结束的最大子数组的值，</a:t>
            </a:r>
          </a:p>
          <a:p>
            <a:r>
              <a:rPr lang="en-US" altLang="zh-CN" sz="2100" b="1">
                <a:solidFill>
                  <a:srgbClr val="000000"/>
                </a:solidFill>
                <a:latin typeface="Times New Roman" pitchFamily="18" charset="0"/>
                <a:ea typeface="楷体" charset="0"/>
              </a:rPr>
              <a:t>max1[i]</a:t>
            </a:r>
            <a:r>
              <a:rPr lang="zh-CN" altLang="en-US" sz="2100" b="1">
                <a:solidFill>
                  <a:srgbClr val="000000"/>
                </a:solidFill>
                <a:latin typeface="Times New Roman" pitchFamily="18" charset="0"/>
                <a:ea typeface="楷体" charset="0"/>
              </a:rPr>
              <a:t>代表</a:t>
            </a:r>
            <a:r>
              <a:rPr lang="en-US" altLang="zh-CN" sz="2100" b="1">
                <a:solidFill>
                  <a:srgbClr val="000000"/>
                </a:solidFill>
                <a:latin typeface="Times New Roman" pitchFamily="18" charset="0"/>
                <a:ea typeface="楷体" charset="0"/>
              </a:rPr>
              <a:t>dp1[0]~dp1[i]</a:t>
            </a:r>
            <a:r>
              <a:rPr lang="zh-CN" altLang="en-US" sz="2100" b="1">
                <a:solidFill>
                  <a:srgbClr val="000000"/>
                </a:solidFill>
                <a:latin typeface="Times New Roman" pitchFamily="18" charset="0"/>
                <a:ea typeface="楷体" charset="0"/>
              </a:rPr>
              <a:t>最大的那个值；</a:t>
            </a:r>
          </a:p>
          <a:p>
            <a:r>
              <a:rPr lang="zh-CN" altLang="en-US" sz="2100" b="1">
                <a:solidFill>
                  <a:srgbClr val="000000"/>
                </a:solidFill>
                <a:latin typeface="Times New Roman" pitchFamily="18" charset="0"/>
                <a:ea typeface="楷体" charset="0"/>
              </a:rPr>
              <a:t>设</a:t>
            </a:r>
          </a:p>
          <a:p>
            <a:r>
              <a:rPr lang="en-US" altLang="zh-CN" sz="2100" b="1">
                <a:solidFill>
                  <a:srgbClr val="000000"/>
                </a:solidFill>
                <a:latin typeface="Times New Roman" pitchFamily="18" charset="0"/>
                <a:ea typeface="楷体" charset="0"/>
              </a:rPr>
              <a:t>dp2[i]</a:t>
            </a:r>
            <a:r>
              <a:rPr lang="zh-CN" altLang="en-US" sz="2100" b="1">
                <a:solidFill>
                  <a:srgbClr val="000000"/>
                </a:solidFill>
                <a:latin typeface="Times New Roman" pitchFamily="18" charset="0"/>
                <a:ea typeface="楷体" charset="0"/>
              </a:rPr>
              <a:t>代表以下标</a:t>
            </a:r>
            <a:r>
              <a:rPr lang="en-US" altLang="zh-CN" sz="2100" b="1">
                <a:solidFill>
                  <a:srgbClr val="000000"/>
                </a:solidFill>
                <a:latin typeface="Times New Roman" pitchFamily="18" charset="0"/>
                <a:ea typeface="楷体" charset="0"/>
              </a:rPr>
              <a:t>i</a:t>
            </a:r>
            <a:r>
              <a:rPr lang="zh-CN" altLang="en-US" sz="2100" b="1">
                <a:solidFill>
                  <a:srgbClr val="000000"/>
                </a:solidFill>
                <a:latin typeface="Times New Roman" pitchFamily="18" charset="0"/>
                <a:ea typeface="楷体" charset="0"/>
              </a:rPr>
              <a:t>开始的最大子数组的值，</a:t>
            </a:r>
          </a:p>
          <a:p>
            <a:r>
              <a:rPr lang="en-US" altLang="zh-CN" sz="2100" b="1">
                <a:solidFill>
                  <a:srgbClr val="000000"/>
                </a:solidFill>
                <a:latin typeface="Times New Roman" pitchFamily="18" charset="0"/>
                <a:ea typeface="楷体" charset="0"/>
              </a:rPr>
              <a:t>max2[i]</a:t>
            </a:r>
            <a:r>
              <a:rPr lang="zh-CN" altLang="en-US" sz="2100" b="1">
                <a:solidFill>
                  <a:srgbClr val="000000"/>
                </a:solidFill>
                <a:latin typeface="Times New Roman" pitchFamily="18" charset="0"/>
                <a:ea typeface="楷体" charset="0"/>
              </a:rPr>
              <a:t>代表</a:t>
            </a:r>
            <a:r>
              <a:rPr lang="en-US" altLang="zh-CN" sz="2100" b="1">
                <a:solidFill>
                  <a:srgbClr val="000000"/>
                </a:solidFill>
                <a:latin typeface="Times New Roman" pitchFamily="18" charset="0"/>
                <a:ea typeface="楷体" charset="0"/>
              </a:rPr>
              <a:t>dp1[i]~dp1[n-1]</a:t>
            </a:r>
            <a:r>
              <a:rPr lang="zh-CN" altLang="en-US" sz="2100" b="1">
                <a:solidFill>
                  <a:srgbClr val="000000"/>
                </a:solidFill>
                <a:latin typeface="Times New Roman" pitchFamily="18" charset="0"/>
                <a:ea typeface="楷体" charset="0"/>
              </a:rPr>
              <a:t>中最大的那个值。</a:t>
            </a:r>
          </a:p>
        </p:txBody>
      </p:sp>
      <p:sp>
        <p:nvSpPr>
          <p:cNvPr id="208924" name="矩形 9"/>
          <p:cNvSpPr>
            <a:spLocks noChangeArrowheads="1"/>
          </p:cNvSpPr>
          <p:nvPr/>
        </p:nvSpPr>
        <p:spPr bwMode="auto">
          <a:xfrm>
            <a:off x="692150" y="3713480"/>
            <a:ext cx="7596505" cy="1097280"/>
          </a:xfrm>
          <a:prstGeom prst="rect">
            <a:avLst/>
          </a:prstGeom>
          <a:noFill/>
          <a:ln w="9525">
            <a:noFill/>
            <a:miter lim="800000"/>
          </a:ln>
        </p:spPr>
        <p:txBody>
          <a:bodyPr wrap="square">
            <a:spAutoFit/>
          </a:bodyPr>
          <a:lstStyle/>
          <a:p>
            <a:r>
              <a:rPr lang="zh-CN" altLang="zh-CN" sz="1600" b="1">
                <a:solidFill>
                  <a:srgbClr val="FF0000"/>
                </a:solidFill>
                <a:latin typeface="Times New Roman" pitchFamily="18" charset="0"/>
                <a:ea typeface="楷体" charset="0"/>
              </a:rPr>
              <a:t>例如，</a:t>
            </a:r>
            <a:r>
              <a:rPr lang="en-US" altLang="zh-CN" sz="1600" b="1">
                <a:solidFill>
                  <a:srgbClr val="FF0000"/>
                </a:solidFill>
                <a:latin typeface="Times New Roman" pitchFamily="18" charset="0"/>
                <a:ea typeface="楷体" charset="0"/>
              </a:rPr>
              <a:t>max1[6]</a:t>
            </a:r>
            <a:r>
              <a:rPr lang="zh-CN" altLang="zh-CN" sz="1600" b="1">
                <a:solidFill>
                  <a:srgbClr val="FF0000"/>
                </a:solidFill>
                <a:latin typeface="Times New Roman" pitchFamily="18" charset="0"/>
                <a:ea typeface="楷体" charset="0"/>
              </a:rPr>
              <a:t>就是</a:t>
            </a:r>
            <a:r>
              <a:rPr lang="en-US" altLang="zh-CN" sz="1600" b="1">
                <a:solidFill>
                  <a:srgbClr val="FF0000"/>
                </a:solidFill>
                <a:latin typeface="Times New Roman" pitchFamily="18" charset="0"/>
                <a:ea typeface="楷体" charset="0"/>
              </a:rPr>
              <a:t>dp[6]</a:t>
            </a:r>
            <a:r>
              <a:rPr lang="zh-CN" altLang="zh-CN" sz="1600" b="1">
                <a:solidFill>
                  <a:srgbClr val="FF0000"/>
                </a:solidFill>
                <a:latin typeface="Times New Roman" pitchFamily="18" charset="0"/>
                <a:ea typeface="楷体" charset="0"/>
              </a:rPr>
              <a:t>即</a:t>
            </a:r>
            <a:r>
              <a:rPr lang="en-US" altLang="zh-CN" sz="1600" b="1">
                <a:solidFill>
                  <a:srgbClr val="FF0000"/>
                </a:solidFill>
                <a:latin typeface="Times New Roman" pitchFamily="18" charset="0"/>
                <a:ea typeface="楷体" charset="0"/>
              </a:rPr>
              <a:t>{2,2,3,-3,4}</a:t>
            </a:r>
            <a:r>
              <a:rPr lang="zh-CN" altLang="zh-CN" sz="1600" b="1">
                <a:solidFill>
                  <a:srgbClr val="FF0000"/>
                </a:solidFill>
                <a:latin typeface="Times New Roman" pitchFamily="18" charset="0"/>
                <a:ea typeface="楷体" charset="0"/>
              </a:rPr>
              <a:t>；</a:t>
            </a:r>
            <a:r>
              <a:rPr lang="en-US" altLang="zh-CN" sz="1600" b="1">
                <a:solidFill>
                  <a:srgbClr val="FF0000"/>
                </a:solidFill>
                <a:latin typeface="Times New Roman" pitchFamily="18" charset="0"/>
                <a:ea typeface="楷体" charset="0"/>
              </a:rPr>
              <a:t>max2[7]</a:t>
            </a:r>
            <a:r>
              <a:rPr lang="zh-CN" altLang="zh-CN" sz="1600" b="1">
                <a:solidFill>
                  <a:srgbClr val="FF0000"/>
                </a:solidFill>
                <a:latin typeface="Times New Roman" pitchFamily="18" charset="0"/>
                <a:ea typeface="楷体" charset="0"/>
              </a:rPr>
              <a:t>就是</a:t>
            </a:r>
            <a:r>
              <a:rPr lang="en-US" altLang="zh-CN" sz="1600" b="1">
                <a:solidFill>
                  <a:srgbClr val="FF0000"/>
                </a:solidFill>
                <a:latin typeface="Times New Roman" pitchFamily="18" charset="0"/>
                <a:ea typeface="楷体" charset="0"/>
              </a:rPr>
              <a:t>dp[8]</a:t>
            </a:r>
            <a:r>
              <a:rPr lang="zh-CN" altLang="zh-CN" sz="1600" b="1">
                <a:solidFill>
                  <a:srgbClr val="FF0000"/>
                </a:solidFill>
                <a:latin typeface="Times New Roman" pitchFamily="18" charset="0"/>
                <a:ea typeface="楷体" charset="0"/>
              </a:rPr>
              <a:t>即</a:t>
            </a:r>
            <a:r>
              <a:rPr lang="en-US" altLang="zh-CN" sz="1600" b="1">
                <a:solidFill>
                  <a:srgbClr val="FF0000"/>
                </a:solidFill>
                <a:latin typeface="Times New Roman" pitchFamily="18" charset="0"/>
                <a:ea typeface="楷体" charset="0"/>
              </a:rPr>
              <a:t>{5}</a:t>
            </a:r>
            <a:r>
              <a:rPr lang="zh-CN" altLang="zh-CN" sz="1800" b="1">
                <a:solidFill>
                  <a:srgbClr val="FF0000"/>
                </a:solidFill>
                <a:latin typeface="Times New Roman" pitchFamily="18" charset="0"/>
                <a:ea typeface="楷体" charset="0"/>
              </a:rPr>
              <a:t>，</a:t>
            </a:r>
          </a:p>
          <a:p>
            <a:r>
              <a:rPr lang="zh-CN" altLang="zh-CN" sz="1600" b="1">
                <a:solidFill>
                  <a:srgbClr val="FF0000"/>
                </a:solidFill>
                <a:latin typeface="Times New Roman" pitchFamily="18" charset="0"/>
                <a:ea typeface="楷体" charset="0"/>
              </a:rPr>
              <a:t>所以上面那个例子求出的解就是</a:t>
            </a:r>
            <a:r>
              <a:rPr lang="en-US" altLang="zh-CN" sz="1600" b="1">
                <a:solidFill>
                  <a:srgbClr val="FF0000"/>
                </a:solidFill>
                <a:latin typeface="Times New Roman" pitchFamily="18" charset="0"/>
                <a:ea typeface="楷体" charset="0"/>
              </a:rPr>
              <a:t>max1[6]+max2[7]</a:t>
            </a:r>
            <a:r>
              <a:rPr lang="zh-CN" altLang="zh-CN" sz="1600" b="1">
                <a:solidFill>
                  <a:srgbClr val="FF0000"/>
                </a:solidFill>
                <a:latin typeface="Times New Roman" pitchFamily="18" charset="0"/>
                <a:ea typeface="楷体" charset="0"/>
              </a:rPr>
              <a:t>。而为何是</a:t>
            </a:r>
            <a:r>
              <a:rPr lang="en-US" altLang="zh-CN" sz="1600" b="1">
                <a:solidFill>
                  <a:srgbClr val="FF0000"/>
                </a:solidFill>
                <a:latin typeface="Times New Roman" pitchFamily="18" charset="0"/>
                <a:ea typeface="楷体" charset="0"/>
              </a:rPr>
              <a:t>max1[6]+max2[7]</a:t>
            </a:r>
            <a:r>
              <a:rPr lang="zh-CN" altLang="zh-CN" sz="1600" b="1">
                <a:solidFill>
                  <a:srgbClr val="FF0000"/>
                </a:solidFill>
                <a:latin typeface="Times New Roman" pitchFamily="18" charset="0"/>
                <a:ea typeface="楷体" charset="0"/>
              </a:rPr>
              <a:t>，是因为在</a:t>
            </a:r>
            <a:r>
              <a:rPr lang="en-US" altLang="zh-CN" sz="1600" b="1">
                <a:solidFill>
                  <a:srgbClr val="FF0000"/>
                </a:solidFill>
                <a:latin typeface="Times New Roman" pitchFamily="18" charset="0"/>
                <a:ea typeface="楷体" charset="0"/>
              </a:rPr>
              <a:t>max1[i]+max2[i+1](i=0~n-2)</a:t>
            </a:r>
            <a:r>
              <a:rPr lang="zh-CN" altLang="zh-CN" sz="1600" b="1">
                <a:solidFill>
                  <a:srgbClr val="FF0000"/>
                </a:solidFill>
                <a:latin typeface="Times New Roman" pitchFamily="18" charset="0"/>
                <a:ea typeface="楷体" charset="0"/>
              </a:rPr>
              <a:t>中，它最大。我们只需要枚举这两段的分界点</a:t>
            </a:r>
            <a:r>
              <a:rPr lang="en-US" altLang="zh-CN" sz="1600" b="1">
                <a:solidFill>
                  <a:srgbClr val="FF0000"/>
                </a:solidFill>
                <a:latin typeface="Times New Roman" pitchFamily="18" charset="0"/>
                <a:ea typeface="楷体" charset="0"/>
              </a:rPr>
              <a:t>i</a:t>
            </a:r>
            <a:r>
              <a:rPr lang="zh-CN" altLang="zh-CN" sz="1600" b="1">
                <a:solidFill>
                  <a:srgbClr val="FF0000"/>
                </a:solidFill>
                <a:latin typeface="Times New Roman" pitchFamily="18" charset="0"/>
                <a:ea typeface="楷体" charset="0"/>
              </a:rPr>
              <a:t>，</a:t>
            </a:r>
            <a:r>
              <a:rPr lang="en-US" altLang="zh-CN" sz="1600" b="1">
                <a:solidFill>
                  <a:srgbClr val="FF0000"/>
                </a:solidFill>
                <a:latin typeface="Times New Roman" pitchFamily="18" charset="0"/>
                <a:ea typeface="楷体" charset="0"/>
              </a:rPr>
              <a:t>0&lt;=i&lt;=n-2</a:t>
            </a:r>
            <a:r>
              <a:rPr lang="zh-CN" altLang="zh-CN" sz="1600" b="1">
                <a:solidFill>
                  <a:srgbClr val="FF0000"/>
                </a:solidFill>
                <a:latin typeface="Times New Roman" pitchFamily="18" charset="0"/>
                <a:ea typeface="楷体" charset="0"/>
              </a:rPr>
              <a:t>，就可以了。</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标题 1"/>
          <p:cNvSpPr>
            <a:spLocks noGrp="1"/>
          </p:cNvSpPr>
          <p:nvPr>
            <p:ph type="title" idx="4294967295"/>
          </p:nvPr>
        </p:nvSpPr>
        <p:spPr>
          <a:xfrm>
            <a:off x="0" y="143510"/>
            <a:ext cx="6172200" cy="1285875"/>
          </a:xfrm>
        </p:spPr>
        <p:txBody>
          <a:bodyPr/>
          <a:lstStyle/>
          <a:p>
            <a:pPr algn="just"/>
            <a:r>
              <a:rPr lang="zh-CN" altLang="zh-CN" sz="3200" b="1">
                <a:solidFill>
                  <a:srgbClr val="000000"/>
                </a:solidFill>
                <a:latin typeface="Times New Roman" pitchFamily="18" charset="0"/>
                <a:ea typeface="楷体" charset="0"/>
                <a:cs typeface="微软雅黑"/>
              </a:rPr>
              <a:t>最后得出方法：</a:t>
            </a:r>
          </a:p>
        </p:txBody>
      </p:sp>
      <p:sp>
        <p:nvSpPr>
          <p:cNvPr id="209922" name="内容占位符 2"/>
          <p:cNvSpPr>
            <a:spLocks noGrp="1"/>
          </p:cNvSpPr>
          <p:nvPr>
            <p:ph idx="4294967295"/>
          </p:nvPr>
        </p:nvSpPr>
        <p:spPr>
          <a:xfrm>
            <a:off x="309245" y="1016635"/>
            <a:ext cx="8535035" cy="3308350"/>
          </a:xfrm>
        </p:spPr>
        <p:txBody>
          <a:bodyPr/>
          <a:lstStyle/>
          <a:p>
            <a:r>
              <a:rPr lang="zh-CN" altLang="zh-CN" b="1">
                <a:solidFill>
                  <a:srgbClr val="000000"/>
                </a:solidFill>
                <a:latin typeface="Times New Roman" pitchFamily="18" charset="0"/>
                <a:ea typeface="楷体" charset="0"/>
              </a:rPr>
              <a:t>利用</a:t>
            </a:r>
            <a:r>
              <a:rPr lang="zh-CN" altLang="en-US" b="1">
                <a:solidFill>
                  <a:srgbClr val="000000"/>
                </a:solidFill>
                <a:latin typeface="Times New Roman" pitchFamily="18" charset="0"/>
                <a:ea typeface="楷体" charset="0"/>
              </a:rPr>
              <a:t>标准动态规划</a:t>
            </a:r>
            <a:r>
              <a:rPr lang="zh-CN" altLang="zh-CN" b="1">
                <a:solidFill>
                  <a:srgbClr val="000000"/>
                </a:solidFill>
                <a:latin typeface="Times New Roman" pitchFamily="18" charset="0"/>
                <a:ea typeface="楷体" charset="0"/>
              </a:rPr>
              <a:t>求最大子</a:t>
            </a:r>
            <a:r>
              <a:rPr lang="zh-CN" altLang="en-US" b="1">
                <a:solidFill>
                  <a:srgbClr val="000000"/>
                </a:solidFill>
                <a:latin typeface="Times New Roman" pitchFamily="18" charset="0"/>
                <a:ea typeface="楷体" charset="0"/>
              </a:rPr>
              <a:t>子段</a:t>
            </a:r>
            <a:r>
              <a:rPr lang="zh-CN" altLang="zh-CN" b="1">
                <a:solidFill>
                  <a:srgbClr val="000000"/>
                </a:solidFill>
                <a:latin typeface="Times New Roman" pitchFamily="18" charset="0"/>
                <a:ea typeface="楷体" charset="0"/>
              </a:rPr>
              <a:t>和的方法，求出</a:t>
            </a:r>
            <a:r>
              <a:rPr lang="en-US" altLang="zh-CN" b="1">
                <a:solidFill>
                  <a:srgbClr val="000000"/>
                </a:solidFill>
                <a:latin typeface="Times New Roman" pitchFamily="18" charset="0"/>
                <a:ea typeface="楷体" charset="0"/>
              </a:rPr>
              <a:t>dp1[]</a:t>
            </a:r>
            <a:r>
              <a:rPr lang="zh-CN" altLang="zh-CN" b="1">
                <a:solidFill>
                  <a:srgbClr val="000000"/>
                </a:solidFill>
                <a:latin typeface="Times New Roman" pitchFamily="18" charset="0"/>
                <a:ea typeface="楷体" charset="0"/>
              </a:rPr>
              <a:t>、</a:t>
            </a:r>
            <a:r>
              <a:rPr lang="en-US" altLang="zh-CN" b="1">
                <a:solidFill>
                  <a:srgbClr val="000000"/>
                </a:solidFill>
                <a:latin typeface="Times New Roman" pitchFamily="18" charset="0"/>
                <a:ea typeface="楷体" charset="0"/>
              </a:rPr>
              <a:t>dp2[]</a:t>
            </a:r>
            <a:r>
              <a:rPr lang="zh-CN" altLang="zh-CN" b="1">
                <a:solidFill>
                  <a:srgbClr val="000000"/>
                </a:solidFill>
                <a:latin typeface="Times New Roman" pitchFamily="18" charset="0"/>
                <a:ea typeface="楷体" charset="0"/>
              </a:rPr>
              <a:t>、</a:t>
            </a:r>
            <a:r>
              <a:rPr lang="en-US" altLang="zh-CN" b="1">
                <a:solidFill>
                  <a:srgbClr val="000000"/>
                </a:solidFill>
                <a:latin typeface="Times New Roman" pitchFamily="18" charset="0"/>
                <a:ea typeface="楷体" charset="0"/>
              </a:rPr>
              <a:t>max1[]</a:t>
            </a:r>
            <a:r>
              <a:rPr lang="zh-CN" altLang="zh-CN" b="1">
                <a:solidFill>
                  <a:srgbClr val="000000"/>
                </a:solidFill>
                <a:latin typeface="Times New Roman" pitchFamily="18" charset="0"/>
                <a:ea typeface="楷体" charset="0"/>
              </a:rPr>
              <a:t>、</a:t>
            </a:r>
            <a:r>
              <a:rPr lang="en-US" altLang="zh-CN" b="1">
                <a:solidFill>
                  <a:srgbClr val="000000"/>
                </a:solidFill>
                <a:latin typeface="Times New Roman" pitchFamily="18" charset="0"/>
                <a:ea typeface="楷体" charset="0"/>
              </a:rPr>
              <a:t>max2[]</a:t>
            </a:r>
            <a:r>
              <a:rPr lang="zh-CN" altLang="zh-CN" b="1">
                <a:solidFill>
                  <a:srgbClr val="000000"/>
                </a:solidFill>
                <a:latin typeface="Times New Roman" pitchFamily="18" charset="0"/>
                <a:ea typeface="楷体" charset="0"/>
              </a:rPr>
              <a:t>；</a:t>
            </a:r>
          </a:p>
          <a:p>
            <a:r>
              <a:rPr lang="zh-CN" altLang="zh-CN" b="1">
                <a:solidFill>
                  <a:srgbClr val="000000"/>
                </a:solidFill>
                <a:latin typeface="Times New Roman" pitchFamily="18" charset="0"/>
                <a:ea typeface="楷体" charset="0"/>
              </a:rPr>
              <a:t>枚举出</a:t>
            </a:r>
            <a:r>
              <a:rPr lang="en-US" altLang="zh-CN" b="1">
                <a:solidFill>
                  <a:srgbClr val="000000"/>
                </a:solidFill>
                <a:latin typeface="Times New Roman" pitchFamily="18" charset="0"/>
                <a:ea typeface="楷体" charset="0"/>
              </a:rPr>
              <a:t>max1[i]+max2[i+1](i=0~n-2)</a:t>
            </a:r>
            <a:r>
              <a:rPr lang="zh-CN" altLang="zh-CN" b="1">
                <a:solidFill>
                  <a:srgbClr val="000000"/>
                </a:solidFill>
                <a:latin typeface="Times New Roman" pitchFamily="18" charset="0"/>
                <a:ea typeface="楷体" charset="0"/>
              </a:rPr>
              <a:t>中，最大的那个数，就是结果。</a:t>
            </a:r>
            <a:br>
              <a:rPr lang="zh-CN" altLang="zh-CN" b="1">
                <a:solidFill>
                  <a:srgbClr val="000000"/>
                </a:solidFill>
                <a:latin typeface="Times New Roman" pitchFamily="18" charset="0"/>
                <a:ea typeface="楷体" charset="0"/>
              </a:rPr>
            </a:br>
            <a:endParaRPr lang="zh-CN" altLang="zh-CN" b="1">
              <a:solidFill>
                <a:srgbClr val="000000"/>
              </a:solidFill>
              <a:latin typeface="Times New Roman" pitchFamily="18" charset="0"/>
              <a:ea typeface="楷体"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0945" name="Picture 6"/>
          <p:cNvPicPr>
            <a:picLocks noChangeAspect="1" noChangeArrowheads="1"/>
          </p:cNvPicPr>
          <p:nvPr/>
        </p:nvPicPr>
        <p:blipFill>
          <a:blip r:embed="rId2"/>
          <a:srcRect/>
          <a:stretch>
            <a:fillRect/>
          </a:stretch>
        </p:blipFill>
        <p:spPr bwMode="auto">
          <a:xfrm>
            <a:off x="4731544" y="1115616"/>
            <a:ext cx="3243263" cy="2614613"/>
          </a:xfrm>
          <a:prstGeom prst="rect">
            <a:avLst/>
          </a:prstGeom>
          <a:noFill/>
          <a:ln w="9525">
            <a:noFill/>
            <a:miter lim="800000"/>
            <a:headEnd/>
            <a:tailEnd/>
          </a:ln>
        </p:spPr>
      </p:pic>
      <p:pic>
        <p:nvPicPr>
          <p:cNvPr id="210946" name="Picture 7"/>
          <p:cNvPicPr>
            <a:picLocks noChangeAspect="1" noChangeArrowheads="1"/>
          </p:cNvPicPr>
          <p:nvPr/>
        </p:nvPicPr>
        <p:blipFill>
          <a:blip r:embed="rId3"/>
          <a:srcRect/>
          <a:stretch>
            <a:fillRect/>
          </a:stretch>
        </p:blipFill>
        <p:spPr bwMode="auto">
          <a:xfrm>
            <a:off x="2578894" y="3730229"/>
            <a:ext cx="3979069" cy="1300163"/>
          </a:xfrm>
          <a:prstGeom prst="rect">
            <a:avLst/>
          </a:prstGeom>
          <a:noFill/>
          <a:ln w="9525">
            <a:noFill/>
            <a:miter lim="800000"/>
            <a:headEnd/>
            <a:tailEnd/>
          </a:ln>
        </p:spPr>
      </p:pic>
      <p:pic>
        <p:nvPicPr>
          <p:cNvPr id="210947" name="Picture 10"/>
          <p:cNvPicPr>
            <a:picLocks noChangeAspect="1" noChangeArrowheads="1"/>
          </p:cNvPicPr>
          <p:nvPr/>
        </p:nvPicPr>
        <p:blipFill>
          <a:blip r:embed="rId4"/>
          <a:srcRect/>
          <a:stretch>
            <a:fillRect/>
          </a:stretch>
        </p:blipFill>
        <p:spPr bwMode="auto">
          <a:xfrm>
            <a:off x="2992041" y="195263"/>
            <a:ext cx="3479006" cy="835819"/>
          </a:xfrm>
          <a:prstGeom prst="rect">
            <a:avLst/>
          </a:prstGeom>
          <a:noFill/>
          <a:ln w="9525">
            <a:noFill/>
            <a:miter lim="800000"/>
            <a:headEnd/>
            <a:tailEnd/>
          </a:ln>
        </p:spPr>
      </p:pic>
      <p:pic>
        <p:nvPicPr>
          <p:cNvPr id="210948" name="Picture 11"/>
          <p:cNvPicPr>
            <a:picLocks noChangeAspect="1" noChangeArrowheads="1"/>
          </p:cNvPicPr>
          <p:nvPr/>
        </p:nvPicPr>
        <p:blipFill>
          <a:blip r:embed="rId5"/>
          <a:srcRect/>
          <a:stretch>
            <a:fillRect/>
          </a:stretch>
        </p:blipFill>
        <p:spPr bwMode="auto">
          <a:xfrm>
            <a:off x="1871663" y="1122760"/>
            <a:ext cx="3000375" cy="2607469"/>
          </a:xfrm>
          <a:prstGeom prst="rect">
            <a:avLst/>
          </a:prstGeom>
          <a:noFill/>
          <a:ln w="9525">
            <a:noFill/>
            <a:miter lim="800000"/>
            <a:headEnd/>
            <a:tailEnd/>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2" name="Rectangle 4"/>
          <p:cNvSpPr>
            <a:spLocks noGrp="1" noChangeArrowheads="1"/>
          </p:cNvSpPr>
          <p:nvPr>
            <p:ph type="ctrTitle" idx="4294967295"/>
          </p:nvPr>
        </p:nvSpPr>
        <p:spPr>
          <a:xfrm>
            <a:off x="0" y="1257300"/>
            <a:ext cx="5829300" cy="1153795"/>
          </a:xfrm>
        </p:spPr>
        <p:txBody>
          <a:bodyPr rtlCol="0">
            <a:noAutofit/>
          </a:bodyPr>
          <a:lstStyle/>
          <a:p>
            <a:pPr eaLnBrk="1" fontAlgn="auto" hangingPunct="1">
              <a:spcAft>
                <a:spcPts val="0"/>
              </a:spcAft>
              <a:defRPr/>
            </a:pPr>
            <a:r>
              <a:rPr lang="zh-CN" altLang="en-US" sz="3450" b="1">
                <a:solidFill>
                  <a:srgbClr val="000000"/>
                </a:solidFill>
                <a:effectLst>
                  <a:outerShdw blurRad="38100" dist="38100" dir="2700000" algn="tl">
                    <a:srgbClr val="C0C0C0"/>
                  </a:outerShdw>
                </a:effectLst>
                <a:ea typeface="黑体" pitchFamily="2" charset="-122"/>
              </a:rPr>
              <a:t>凸多边形最优三角剖分</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ChangeArrowheads="1"/>
          </p:cNvSpPr>
          <p:nvPr/>
        </p:nvSpPr>
        <p:spPr bwMode="auto">
          <a:xfrm>
            <a:off x="2087166" y="0"/>
            <a:ext cx="4806553" cy="596504"/>
          </a:xfrm>
          <a:prstGeom prst="rect">
            <a:avLst/>
          </a:prstGeom>
          <a:noFill/>
          <a:ln>
            <a:noFill/>
          </a:ln>
          <a:effectLst/>
        </p:spPr>
        <p:txBody>
          <a:bodyPr anchor="b"/>
          <a:lstStyle/>
          <a:p>
            <a:pPr>
              <a:defRPr/>
            </a:pPr>
            <a:r>
              <a:rPr lang="zh-CN" altLang="en-US" sz="2850" b="1">
                <a:solidFill>
                  <a:srgbClr val="000066"/>
                </a:solidFill>
                <a:effectLst>
                  <a:outerShdw blurRad="38100" dist="38100" dir="2700000" algn="tl">
                    <a:srgbClr val="C0C0C0"/>
                  </a:outerShdw>
                </a:effectLst>
                <a:latin typeface="Garamond" pitchFamily="18" charset="0"/>
                <a:ea typeface="黑体" pitchFamily="2" charset="-122"/>
              </a:rPr>
              <a:t>凸多边形最优三角剖分</a:t>
            </a:r>
            <a:endParaRPr lang="ja-JP" altLang="en-US" sz="2850" b="1">
              <a:solidFill>
                <a:srgbClr val="000066"/>
              </a:solidFill>
              <a:effectLst>
                <a:outerShdw blurRad="38100" dist="38100" dir="2700000" algn="tl">
                  <a:srgbClr val="C0C0C0"/>
                </a:outerShdw>
              </a:effectLst>
              <a:latin typeface="Garamond" pitchFamily="18" charset="0"/>
              <a:ea typeface="黑体" pitchFamily="2" charset="-122"/>
            </a:endParaRPr>
          </a:p>
        </p:txBody>
      </p:sp>
      <p:sp>
        <p:nvSpPr>
          <p:cNvPr id="212995" name="Text Box 3"/>
          <p:cNvSpPr txBox="1">
            <a:spLocks noChangeArrowheads="1"/>
          </p:cNvSpPr>
          <p:nvPr/>
        </p:nvSpPr>
        <p:spPr bwMode="auto">
          <a:xfrm>
            <a:off x="648970" y="627380"/>
            <a:ext cx="7903845" cy="2529840"/>
          </a:xfrm>
          <a:prstGeom prst="rect">
            <a:avLst/>
          </a:prstGeom>
          <a:noFill/>
          <a:ln w="9525">
            <a:noFill/>
            <a:miter lim="800000"/>
          </a:ln>
        </p:spPr>
        <p:txBody>
          <a:bodyPr wrap="square">
            <a:spAutoFit/>
          </a:bodyPr>
          <a:lstStyle/>
          <a:p>
            <a:pPr>
              <a:buFontTx/>
              <a:buChar char="•"/>
            </a:pPr>
            <a:r>
              <a:rPr lang="zh-CN" altLang="en-US" b="1">
                <a:solidFill>
                  <a:srgbClr val="000000"/>
                </a:solidFill>
                <a:ea typeface="楷体_GB2312"/>
                <a:cs typeface="楷体_GB2312"/>
              </a:rPr>
              <a:t>用多边形顶点的逆时针序列表示凸多边形，即</a:t>
            </a:r>
            <a:r>
              <a:rPr lang="en-US" altLang="zh-CN" b="1">
                <a:solidFill>
                  <a:srgbClr val="000000"/>
                </a:solidFill>
                <a:ea typeface="楷体_GB2312"/>
                <a:cs typeface="楷体_GB2312"/>
              </a:rPr>
              <a:t>P={v</a:t>
            </a:r>
            <a:r>
              <a:rPr lang="en-US" altLang="zh-CN" b="1" baseline="-25000">
                <a:solidFill>
                  <a:srgbClr val="000000"/>
                </a:solidFill>
                <a:ea typeface="楷体_GB2312"/>
                <a:cs typeface="楷体_GB2312"/>
              </a:rPr>
              <a:t>0</a:t>
            </a:r>
            <a:r>
              <a:rPr lang="en-US" altLang="zh-CN" b="1">
                <a:solidFill>
                  <a:srgbClr val="000000"/>
                </a:solidFill>
                <a:ea typeface="楷体_GB2312"/>
                <a:cs typeface="楷体_GB2312"/>
              </a:rPr>
              <a:t>,v</a:t>
            </a:r>
            <a:r>
              <a:rPr lang="en-US" altLang="zh-CN" b="1" baseline="-25000">
                <a:solidFill>
                  <a:srgbClr val="000000"/>
                </a:solidFill>
                <a:ea typeface="楷体_GB2312"/>
                <a:cs typeface="楷体_GB2312"/>
              </a:rPr>
              <a:t>1</a:t>
            </a:r>
            <a:r>
              <a:rPr lang="en-US" altLang="zh-CN" b="1">
                <a:solidFill>
                  <a:srgbClr val="000000"/>
                </a:solidFill>
                <a:ea typeface="楷体_GB2312"/>
                <a:cs typeface="楷体_GB2312"/>
              </a:rPr>
              <a:t>,…,v</a:t>
            </a:r>
            <a:r>
              <a:rPr lang="en-US" altLang="zh-CN" b="1" baseline="-25000">
                <a:solidFill>
                  <a:srgbClr val="000000"/>
                </a:solidFill>
                <a:ea typeface="楷体_GB2312"/>
                <a:cs typeface="楷体_GB2312"/>
              </a:rPr>
              <a:t>n-1</a:t>
            </a:r>
            <a:r>
              <a:rPr lang="en-US" altLang="zh-CN" b="1">
                <a:solidFill>
                  <a:srgbClr val="000000"/>
                </a:solidFill>
                <a:ea typeface="楷体_GB2312"/>
                <a:cs typeface="楷体_GB2312"/>
              </a:rPr>
              <a:t>}</a:t>
            </a:r>
            <a:r>
              <a:rPr lang="zh-CN" altLang="en-US" b="1">
                <a:solidFill>
                  <a:srgbClr val="000000"/>
                </a:solidFill>
                <a:ea typeface="楷体_GB2312"/>
                <a:cs typeface="楷体_GB2312"/>
              </a:rPr>
              <a:t>表示具有</a:t>
            </a:r>
            <a:r>
              <a:rPr lang="en-US" altLang="zh-CN" b="1">
                <a:solidFill>
                  <a:srgbClr val="000000"/>
                </a:solidFill>
                <a:ea typeface="楷体_GB2312"/>
                <a:cs typeface="楷体_GB2312"/>
              </a:rPr>
              <a:t>n</a:t>
            </a:r>
            <a:r>
              <a:rPr lang="zh-CN" altLang="en-US" b="1">
                <a:solidFill>
                  <a:srgbClr val="000000"/>
                </a:solidFill>
                <a:ea typeface="楷体_GB2312"/>
                <a:cs typeface="楷体_GB2312"/>
              </a:rPr>
              <a:t>条边的凸多边形。</a:t>
            </a:r>
          </a:p>
          <a:p>
            <a:pPr>
              <a:buFontTx/>
              <a:buChar char="•"/>
            </a:pPr>
            <a:r>
              <a:rPr lang="zh-CN" altLang="en-US" b="1">
                <a:solidFill>
                  <a:srgbClr val="000000"/>
                </a:solidFill>
                <a:ea typeface="楷体_GB2312"/>
                <a:cs typeface="楷体_GB2312"/>
              </a:rPr>
              <a:t>若</a:t>
            </a:r>
            <a:r>
              <a:rPr lang="en-US" altLang="zh-CN" b="1">
                <a:solidFill>
                  <a:srgbClr val="000000"/>
                </a:solidFill>
                <a:ea typeface="楷体_GB2312"/>
                <a:cs typeface="楷体_GB2312"/>
              </a:rPr>
              <a:t>v</a:t>
            </a:r>
            <a:r>
              <a:rPr lang="en-US" altLang="zh-CN" b="1" baseline="-25000">
                <a:solidFill>
                  <a:srgbClr val="000000"/>
                </a:solidFill>
                <a:ea typeface="楷体_GB2312"/>
                <a:cs typeface="楷体_GB2312"/>
              </a:rPr>
              <a:t>i</a:t>
            </a:r>
            <a:r>
              <a:rPr lang="zh-CN" altLang="en-US" b="1">
                <a:solidFill>
                  <a:srgbClr val="000000"/>
                </a:solidFill>
                <a:ea typeface="楷体_GB2312"/>
                <a:cs typeface="楷体_GB2312"/>
              </a:rPr>
              <a:t>与</a:t>
            </a:r>
            <a:r>
              <a:rPr lang="en-US" altLang="zh-CN" b="1">
                <a:solidFill>
                  <a:srgbClr val="000000"/>
                </a:solidFill>
                <a:ea typeface="楷体_GB2312"/>
                <a:cs typeface="楷体_GB2312"/>
              </a:rPr>
              <a:t>v</a:t>
            </a:r>
            <a:r>
              <a:rPr lang="en-US" altLang="zh-CN" b="1" baseline="-25000">
                <a:solidFill>
                  <a:srgbClr val="000000"/>
                </a:solidFill>
                <a:ea typeface="楷体_GB2312"/>
                <a:cs typeface="楷体_GB2312"/>
              </a:rPr>
              <a:t>j</a:t>
            </a:r>
            <a:r>
              <a:rPr lang="zh-CN" altLang="en-US" b="1">
                <a:solidFill>
                  <a:srgbClr val="000000"/>
                </a:solidFill>
                <a:ea typeface="楷体_GB2312"/>
                <a:cs typeface="楷体_GB2312"/>
              </a:rPr>
              <a:t>是多边形上不相邻的</a:t>
            </a:r>
            <a:r>
              <a:rPr lang="en-US" altLang="zh-CN" b="1">
                <a:solidFill>
                  <a:srgbClr val="000000"/>
                </a:solidFill>
                <a:ea typeface="楷体_GB2312"/>
                <a:cs typeface="楷体_GB2312"/>
              </a:rPr>
              <a:t>2</a:t>
            </a:r>
            <a:r>
              <a:rPr lang="zh-CN" altLang="en-US" b="1">
                <a:solidFill>
                  <a:srgbClr val="000000"/>
                </a:solidFill>
                <a:ea typeface="楷体_GB2312"/>
                <a:cs typeface="楷体_GB2312"/>
              </a:rPr>
              <a:t>个顶点，则线段</a:t>
            </a:r>
            <a:r>
              <a:rPr lang="en-US" altLang="zh-CN" b="1">
                <a:solidFill>
                  <a:srgbClr val="000000"/>
                </a:solidFill>
                <a:ea typeface="楷体_GB2312"/>
                <a:cs typeface="楷体_GB2312"/>
              </a:rPr>
              <a:t>v</a:t>
            </a:r>
            <a:r>
              <a:rPr lang="en-US" altLang="zh-CN" b="1" baseline="-25000">
                <a:solidFill>
                  <a:srgbClr val="000000"/>
                </a:solidFill>
                <a:ea typeface="楷体_GB2312"/>
                <a:cs typeface="楷体_GB2312"/>
              </a:rPr>
              <a:t>i</a:t>
            </a:r>
            <a:r>
              <a:rPr lang="en-US" altLang="zh-CN" b="1">
                <a:solidFill>
                  <a:srgbClr val="000000"/>
                </a:solidFill>
                <a:ea typeface="楷体_GB2312"/>
                <a:cs typeface="楷体_GB2312"/>
              </a:rPr>
              <a:t>v</a:t>
            </a:r>
            <a:r>
              <a:rPr lang="en-US" altLang="zh-CN" b="1" baseline="-25000">
                <a:solidFill>
                  <a:srgbClr val="000000"/>
                </a:solidFill>
                <a:ea typeface="楷体_GB2312"/>
                <a:cs typeface="楷体_GB2312"/>
              </a:rPr>
              <a:t>j</a:t>
            </a:r>
            <a:r>
              <a:rPr lang="zh-CN" altLang="en-US" b="1">
                <a:solidFill>
                  <a:srgbClr val="000000"/>
                </a:solidFill>
                <a:ea typeface="楷体_GB2312"/>
                <a:cs typeface="楷体_GB2312"/>
              </a:rPr>
              <a:t>称为多边形的一条弦。弦将多边形分割成</a:t>
            </a:r>
            <a:r>
              <a:rPr lang="en-US" altLang="zh-CN" b="1">
                <a:solidFill>
                  <a:srgbClr val="000000"/>
                </a:solidFill>
                <a:ea typeface="楷体_GB2312"/>
                <a:cs typeface="楷体_GB2312"/>
              </a:rPr>
              <a:t>2</a:t>
            </a:r>
            <a:r>
              <a:rPr lang="zh-CN" altLang="en-US" b="1">
                <a:solidFill>
                  <a:srgbClr val="000000"/>
                </a:solidFill>
                <a:ea typeface="楷体_GB2312"/>
                <a:cs typeface="楷体_GB2312"/>
              </a:rPr>
              <a:t>个多边形</a:t>
            </a:r>
            <a:r>
              <a:rPr lang="en-US" altLang="zh-CN" b="1">
                <a:solidFill>
                  <a:srgbClr val="000000"/>
                </a:solidFill>
                <a:ea typeface="楷体_GB2312"/>
                <a:cs typeface="楷体_GB2312"/>
              </a:rPr>
              <a:t>{v</a:t>
            </a:r>
            <a:r>
              <a:rPr lang="en-US" altLang="zh-CN" b="1" baseline="-25000">
                <a:solidFill>
                  <a:srgbClr val="000000"/>
                </a:solidFill>
                <a:ea typeface="楷体_GB2312"/>
                <a:cs typeface="楷体_GB2312"/>
              </a:rPr>
              <a:t>i</a:t>
            </a:r>
            <a:r>
              <a:rPr lang="en-US" altLang="zh-CN" b="1">
                <a:solidFill>
                  <a:srgbClr val="000000"/>
                </a:solidFill>
                <a:ea typeface="楷体_GB2312"/>
                <a:cs typeface="楷体_GB2312"/>
              </a:rPr>
              <a:t>,v</a:t>
            </a:r>
            <a:r>
              <a:rPr lang="en-US" altLang="zh-CN" b="1" baseline="-25000">
                <a:solidFill>
                  <a:srgbClr val="000000"/>
                </a:solidFill>
                <a:ea typeface="楷体_GB2312"/>
                <a:cs typeface="楷体_GB2312"/>
              </a:rPr>
              <a:t>i+1</a:t>
            </a:r>
            <a:r>
              <a:rPr lang="en-US" altLang="zh-CN" b="1">
                <a:solidFill>
                  <a:srgbClr val="000000"/>
                </a:solidFill>
                <a:ea typeface="楷体_GB2312"/>
                <a:cs typeface="楷体_GB2312"/>
              </a:rPr>
              <a:t>,…,v</a:t>
            </a:r>
            <a:r>
              <a:rPr lang="en-US" altLang="zh-CN" b="1" baseline="-25000">
                <a:solidFill>
                  <a:srgbClr val="000000"/>
                </a:solidFill>
                <a:ea typeface="楷体_GB2312"/>
                <a:cs typeface="楷体_GB2312"/>
              </a:rPr>
              <a:t>j</a:t>
            </a:r>
            <a:r>
              <a:rPr lang="en-US" altLang="zh-CN" b="1">
                <a:solidFill>
                  <a:srgbClr val="000000"/>
                </a:solidFill>
                <a:ea typeface="楷体_GB2312"/>
                <a:cs typeface="楷体_GB2312"/>
              </a:rPr>
              <a:t>}</a:t>
            </a:r>
            <a:r>
              <a:rPr lang="zh-CN" altLang="en-US" b="1">
                <a:solidFill>
                  <a:srgbClr val="000000"/>
                </a:solidFill>
                <a:ea typeface="楷体_GB2312"/>
                <a:cs typeface="楷体_GB2312"/>
              </a:rPr>
              <a:t>和</a:t>
            </a:r>
            <a:r>
              <a:rPr lang="en-US" altLang="zh-CN" b="1">
                <a:solidFill>
                  <a:srgbClr val="000000"/>
                </a:solidFill>
                <a:ea typeface="楷体_GB2312"/>
                <a:cs typeface="楷体_GB2312"/>
              </a:rPr>
              <a:t>{v</a:t>
            </a:r>
            <a:r>
              <a:rPr lang="en-US" altLang="zh-CN" b="1" baseline="-25000">
                <a:solidFill>
                  <a:srgbClr val="000000"/>
                </a:solidFill>
                <a:ea typeface="楷体_GB2312"/>
                <a:cs typeface="楷体_GB2312"/>
              </a:rPr>
              <a:t>j</a:t>
            </a:r>
            <a:r>
              <a:rPr lang="en-US" altLang="zh-CN" b="1">
                <a:solidFill>
                  <a:srgbClr val="000000"/>
                </a:solidFill>
                <a:ea typeface="楷体_GB2312"/>
                <a:cs typeface="楷体_GB2312"/>
              </a:rPr>
              <a:t>,v</a:t>
            </a:r>
            <a:r>
              <a:rPr lang="en-US" altLang="zh-CN" b="1" baseline="-25000">
                <a:solidFill>
                  <a:srgbClr val="000000"/>
                </a:solidFill>
                <a:ea typeface="楷体_GB2312"/>
                <a:cs typeface="楷体_GB2312"/>
              </a:rPr>
              <a:t>j+1</a:t>
            </a:r>
            <a:r>
              <a:rPr lang="en-US" altLang="zh-CN" b="1">
                <a:solidFill>
                  <a:srgbClr val="000000"/>
                </a:solidFill>
                <a:ea typeface="楷体_GB2312"/>
                <a:cs typeface="楷体_GB2312"/>
              </a:rPr>
              <a:t>,…v</a:t>
            </a:r>
            <a:r>
              <a:rPr lang="en-US" altLang="zh-CN" b="1" baseline="-25000">
                <a:solidFill>
                  <a:srgbClr val="000000"/>
                </a:solidFill>
                <a:ea typeface="楷体_GB2312"/>
                <a:cs typeface="楷体_GB2312"/>
              </a:rPr>
              <a:t>i</a:t>
            </a:r>
            <a:r>
              <a:rPr lang="en-US" altLang="zh-CN" b="1">
                <a:solidFill>
                  <a:srgbClr val="000000"/>
                </a:solidFill>
                <a:ea typeface="楷体_GB2312"/>
                <a:cs typeface="楷体_GB2312"/>
              </a:rPr>
              <a:t>}</a:t>
            </a:r>
            <a:r>
              <a:rPr lang="zh-CN" altLang="en-US" b="1">
                <a:solidFill>
                  <a:srgbClr val="000000"/>
                </a:solidFill>
                <a:ea typeface="楷体_GB2312"/>
                <a:cs typeface="楷体_GB2312"/>
              </a:rPr>
              <a:t>。</a:t>
            </a:r>
          </a:p>
          <a:p>
            <a:pPr>
              <a:buFontTx/>
              <a:buChar char="•"/>
            </a:pPr>
            <a:r>
              <a:rPr lang="zh-CN" altLang="en-US" b="1">
                <a:solidFill>
                  <a:srgbClr val="000000"/>
                </a:solidFill>
                <a:ea typeface="黑体" pitchFamily="2" charset="-122"/>
              </a:rPr>
              <a:t>多边形的三角剖分</a:t>
            </a:r>
            <a:r>
              <a:rPr lang="zh-CN" altLang="en-US" b="1">
                <a:solidFill>
                  <a:srgbClr val="000000"/>
                </a:solidFill>
                <a:ea typeface="楷体_GB2312"/>
                <a:cs typeface="楷体_GB2312"/>
              </a:rPr>
              <a:t>是将多边形分割成互不相交的三角形的弦的集合</a:t>
            </a:r>
            <a:r>
              <a:rPr lang="en-US" altLang="zh-CN" b="1">
                <a:solidFill>
                  <a:srgbClr val="000000"/>
                </a:solidFill>
                <a:ea typeface="楷体_GB2312"/>
                <a:cs typeface="楷体_GB2312"/>
              </a:rPr>
              <a:t>T</a:t>
            </a:r>
            <a:r>
              <a:rPr lang="zh-CN" altLang="en-US" b="1">
                <a:solidFill>
                  <a:srgbClr val="000000"/>
                </a:solidFill>
                <a:ea typeface="楷体_GB2312"/>
                <a:cs typeface="楷体_GB2312"/>
              </a:rPr>
              <a:t>。</a:t>
            </a:r>
          </a:p>
          <a:p>
            <a:pPr>
              <a:buFontTx/>
              <a:buChar char="•"/>
            </a:pPr>
            <a:r>
              <a:rPr lang="zh-CN" altLang="en-US" b="1">
                <a:solidFill>
                  <a:srgbClr val="000000"/>
                </a:solidFill>
                <a:latin typeface="黑体" pitchFamily="2" charset="-122"/>
                <a:ea typeface="黑体" pitchFamily="2" charset="-122"/>
              </a:rPr>
              <a:t>给定凸多边形</a:t>
            </a:r>
            <a:r>
              <a:rPr lang="en-US" altLang="zh-CN" b="1">
                <a:solidFill>
                  <a:srgbClr val="000000"/>
                </a:solidFill>
                <a:latin typeface="黑体" pitchFamily="2" charset="-122"/>
                <a:ea typeface="黑体" pitchFamily="2" charset="-122"/>
              </a:rPr>
              <a:t>P</a:t>
            </a:r>
            <a:r>
              <a:rPr lang="zh-CN" altLang="en-US" b="1">
                <a:solidFill>
                  <a:srgbClr val="000000"/>
                </a:solidFill>
                <a:latin typeface="黑体" pitchFamily="2" charset="-122"/>
                <a:ea typeface="黑体" pitchFamily="2" charset="-122"/>
              </a:rPr>
              <a:t>，以及定义在由多边形的边和弦组成的三角形上的权函数</a:t>
            </a:r>
            <a:r>
              <a:rPr lang="en-US" altLang="zh-CN" b="1">
                <a:solidFill>
                  <a:srgbClr val="000000"/>
                </a:solidFill>
                <a:latin typeface="黑体" pitchFamily="2" charset="-122"/>
                <a:ea typeface="黑体" pitchFamily="2" charset="-122"/>
              </a:rPr>
              <a:t>w</a:t>
            </a:r>
            <a:r>
              <a:rPr lang="zh-CN" altLang="en-US" b="1">
                <a:solidFill>
                  <a:srgbClr val="000000"/>
                </a:solidFill>
                <a:latin typeface="黑体" pitchFamily="2" charset="-122"/>
                <a:ea typeface="黑体" pitchFamily="2" charset="-122"/>
              </a:rPr>
              <a:t>。要求确定该凸多边形的三角剖分，使得即该三角剖分中诸三角形上权之和为最小。 </a:t>
            </a:r>
          </a:p>
        </p:txBody>
      </p:sp>
      <p:pic>
        <p:nvPicPr>
          <p:cNvPr id="212996" name="Picture 4" descr="t33"/>
          <p:cNvPicPr>
            <a:picLocks noChangeAspect="1" noChangeArrowheads="1"/>
          </p:cNvPicPr>
          <p:nvPr/>
        </p:nvPicPr>
        <p:blipFill>
          <a:blip r:embed="rId2"/>
          <a:srcRect/>
          <a:stretch>
            <a:fillRect/>
          </a:stretch>
        </p:blipFill>
        <p:spPr bwMode="auto">
          <a:xfrm>
            <a:off x="2519363" y="3436144"/>
            <a:ext cx="3564731" cy="1428750"/>
          </a:xfrm>
          <a:prstGeom prst="rect">
            <a:avLst/>
          </a:prstGeom>
          <a:noFill/>
          <a:ln w="9525">
            <a:noFill/>
            <a:miter lim="800000"/>
            <a:headEnd/>
            <a:tailEnd/>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4018" name="Picture 2" descr="t34"/>
          <p:cNvPicPr>
            <a:picLocks noChangeAspect="1" noChangeArrowheads="1"/>
          </p:cNvPicPr>
          <p:nvPr/>
        </p:nvPicPr>
        <p:blipFill>
          <a:blip r:embed="rId2"/>
          <a:srcRect/>
          <a:stretch>
            <a:fillRect/>
          </a:stretch>
        </p:blipFill>
        <p:spPr bwMode="auto">
          <a:xfrm>
            <a:off x="2316217" y="2933173"/>
            <a:ext cx="4727070" cy="2196914"/>
          </a:xfrm>
          <a:prstGeom prst="rect">
            <a:avLst/>
          </a:prstGeom>
          <a:noFill/>
          <a:ln w="9525">
            <a:noFill/>
            <a:miter lim="800000"/>
            <a:headEnd/>
            <a:tailEnd/>
          </a:ln>
        </p:spPr>
      </p:pic>
      <p:sp>
        <p:nvSpPr>
          <p:cNvPr id="306179" name="Rectangle 3"/>
          <p:cNvSpPr>
            <a:spLocks noChangeArrowheads="1"/>
          </p:cNvSpPr>
          <p:nvPr/>
        </p:nvSpPr>
        <p:spPr bwMode="auto">
          <a:xfrm>
            <a:off x="1925241" y="0"/>
            <a:ext cx="5509022" cy="596504"/>
          </a:xfrm>
          <a:prstGeom prst="rect">
            <a:avLst/>
          </a:prstGeom>
          <a:noFill/>
          <a:ln>
            <a:noFill/>
          </a:ln>
          <a:effectLst/>
        </p:spPr>
        <p:txBody>
          <a:bodyPr anchor="b"/>
          <a:lstStyle/>
          <a:p>
            <a:pPr>
              <a:defRPr/>
            </a:pPr>
            <a:r>
              <a:rPr lang="zh-CN" altLang="en-US" sz="2850" b="1">
                <a:solidFill>
                  <a:srgbClr val="000066"/>
                </a:solidFill>
                <a:effectLst>
                  <a:outerShdw blurRad="38100" dist="38100" dir="2700000" algn="tl">
                    <a:srgbClr val="C0C0C0"/>
                  </a:outerShdw>
                </a:effectLst>
                <a:latin typeface="Times New Roman" pitchFamily="18" charset="0"/>
                <a:ea typeface="楷体" charset="0"/>
              </a:rPr>
              <a:t>三角剖分的结构及其相关问题</a:t>
            </a:r>
            <a:endParaRPr lang="ja-JP" altLang="en-US" sz="2850" b="1">
              <a:solidFill>
                <a:srgbClr val="000066"/>
              </a:solidFill>
              <a:effectLst>
                <a:outerShdw blurRad="38100" dist="38100" dir="2700000" algn="tl">
                  <a:srgbClr val="C0C0C0"/>
                </a:outerShdw>
              </a:effectLst>
              <a:latin typeface="Times New Roman" pitchFamily="18" charset="0"/>
              <a:ea typeface="楷体" charset="0"/>
            </a:endParaRPr>
          </a:p>
        </p:txBody>
      </p:sp>
      <p:sp>
        <p:nvSpPr>
          <p:cNvPr id="214020" name="Text Box 4"/>
          <p:cNvSpPr txBox="1">
            <a:spLocks noChangeArrowheads="1"/>
          </p:cNvSpPr>
          <p:nvPr/>
        </p:nvSpPr>
        <p:spPr bwMode="auto">
          <a:xfrm>
            <a:off x="882015" y="627380"/>
            <a:ext cx="7811135" cy="2225040"/>
          </a:xfrm>
          <a:prstGeom prst="rect">
            <a:avLst/>
          </a:prstGeom>
          <a:gradFill>
            <a:gsLst>
              <a:gs pos="10000">
                <a:srgbClr val="012D86"/>
              </a:gs>
              <a:gs pos="100000">
                <a:srgbClr val="0E2557"/>
              </a:gs>
            </a:gsLst>
            <a:lin ang="3960000" scaled="0"/>
          </a:gradFill>
          <a:ln w="28575" cmpd="sng">
            <a:solidFill>
              <a:schemeClr val="accent1"/>
            </a:solidFill>
            <a:prstDash val="solid"/>
            <a:miter lim="800000"/>
          </a:ln>
        </p:spPr>
        <p:txBody>
          <a:bodyPr wrap="square">
            <a:spAutoFit/>
          </a:bodyPr>
          <a:lstStyle/>
          <a:p>
            <a:pPr>
              <a:buFontTx/>
              <a:buChar char="•"/>
            </a:pPr>
            <a:r>
              <a:rPr lang="zh-CN" altLang="en-US" b="1">
                <a:solidFill>
                  <a:schemeClr val="bg1"/>
                </a:solidFill>
                <a:latin typeface="Times New Roman" pitchFamily="18" charset="0"/>
                <a:ea typeface="楷体" charset="0"/>
                <a:cs typeface="楷体_GB2312"/>
              </a:rPr>
              <a:t>一个表达式的完全加括号方式相应于一棵完全二叉树，称为表达式的语法树。例如，完全加括号的矩阵连乘积</a:t>
            </a:r>
            <a:r>
              <a:rPr lang="en-US" altLang="zh-CN" b="1">
                <a:solidFill>
                  <a:schemeClr val="bg1"/>
                </a:solidFill>
                <a:latin typeface="Times New Roman" pitchFamily="18" charset="0"/>
                <a:ea typeface="楷体" charset="0"/>
                <a:cs typeface="楷体_GB2312"/>
              </a:rPr>
              <a:t>((A</a:t>
            </a:r>
            <a:r>
              <a:rPr lang="en-US" altLang="zh-CN" b="1" baseline="-25000">
                <a:solidFill>
                  <a:schemeClr val="bg1"/>
                </a:solidFill>
                <a:latin typeface="Times New Roman" pitchFamily="18" charset="0"/>
                <a:ea typeface="楷体" charset="0"/>
                <a:cs typeface="楷体_GB2312"/>
              </a:rPr>
              <a:t>1</a:t>
            </a:r>
            <a:r>
              <a:rPr lang="en-US" altLang="zh-CN" b="1">
                <a:solidFill>
                  <a:schemeClr val="bg1"/>
                </a:solidFill>
                <a:latin typeface="Times New Roman" pitchFamily="18" charset="0"/>
                <a:ea typeface="楷体" charset="0"/>
                <a:cs typeface="楷体_GB2312"/>
              </a:rPr>
              <a:t>(A</a:t>
            </a:r>
            <a:r>
              <a:rPr lang="en-US" altLang="zh-CN" b="1" baseline="-25000">
                <a:solidFill>
                  <a:schemeClr val="bg1"/>
                </a:solidFill>
                <a:latin typeface="Times New Roman" pitchFamily="18" charset="0"/>
                <a:ea typeface="楷体" charset="0"/>
                <a:cs typeface="楷体_GB2312"/>
              </a:rPr>
              <a:t>2</a:t>
            </a:r>
            <a:r>
              <a:rPr lang="en-US" altLang="zh-CN" b="1">
                <a:solidFill>
                  <a:schemeClr val="bg1"/>
                </a:solidFill>
                <a:latin typeface="Times New Roman" pitchFamily="18" charset="0"/>
                <a:ea typeface="楷体" charset="0"/>
                <a:cs typeface="楷体_GB2312"/>
              </a:rPr>
              <a:t>A</a:t>
            </a:r>
            <a:r>
              <a:rPr lang="en-US" altLang="zh-CN" b="1" baseline="-25000">
                <a:solidFill>
                  <a:schemeClr val="bg1"/>
                </a:solidFill>
                <a:latin typeface="Times New Roman" pitchFamily="18" charset="0"/>
                <a:ea typeface="楷体" charset="0"/>
                <a:cs typeface="楷体_GB2312"/>
              </a:rPr>
              <a:t>3</a:t>
            </a:r>
            <a:r>
              <a:rPr lang="en-US" altLang="zh-CN" b="1">
                <a:solidFill>
                  <a:schemeClr val="bg1"/>
                </a:solidFill>
                <a:latin typeface="Times New Roman" pitchFamily="18" charset="0"/>
                <a:ea typeface="楷体" charset="0"/>
                <a:cs typeface="楷体_GB2312"/>
              </a:rPr>
              <a:t>))(A</a:t>
            </a:r>
            <a:r>
              <a:rPr lang="en-US" altLang="zh-CN" b="1" baseline="-25000">
                <a:solidFill>
                  <a:schemeClr val="bg1"/>
                </a:solidFill>
                <a:latin typeface="Times New Roman" pitchFamily="18" charset="0"/>
                <a:ea typeface="楷体" charset="0"/>
                <a:cs typeface="楷体_GB2312"/>
              </a:rPr>
              <a:t>4</a:t>
            </a:r>
            <a:r>
              <a:rPr lang="en-US" altLang="zh-CN" b="1">
                <a:solidFill>
                  <a:schemeClr val="bg1"/>
                </a:solidFill>
                <a:latin typeface="Times New Roman" pitchFamily="18" charset="0"/>
                <a:ea typeface="楷体" charset="0"/>
                <a:cs typeface="楷体_GB2312"/>
              </a:rPr>
              <a:t>(A</a:t>
            </a:r>
            <a:r>
              <a:rPr lang="en-US" altLang="zh-CN" b="1" baseline="-25000">
                <a:solidFill>
                  <a:schemeClr val="bg1"/>
                </a:solidFill>
                <a:latin typeface="Times New Roman" pitchFamily="18" charset="0"/>
                <a:ea typeface="楷体" charset="0"/>
                <a:cs typeface="楷体_GB2312"/>
              </a:rPr>
              <a:t>5</a:t>
            </a:r>
            <a:r>
              <a:rPr lang="en-US" altLang="zh-CN" b="1">
                <a:solidFill>
                  <a:schemeClr val="bg1"/>
                </a:solidFill>
                <a:latin typeface="Times New Roman" pitchFamily="18" charset="0"/>
                <a:ea typeface="楷体" charset="0"/>
                <a:cs typeface="楷体_GB2312"/>
              </a:rPr>
              <a:t>A</a:t>
            </a:r>
            <a:r>
              <a:rPr lang="en-US" altLang="zh-CN" b="1" baseline="-25000">
                <a:solidFill>
                  <a:schemeClr val="bg1"/>
                </a:solidFill>
                <a:latin typeface="Times New Roman" pitchFamily="18" charset="0"/>
                <a:ea typeface="楷体" charset="0"/>
                <a:cs typeface="楷体_GB2312"/>
              </a:rPr>
              <a:t>6</a:t>
            </a:r>
            <a:r>
              <a:rPr lang="en-US" altLang="zh-CN" b="1">
                <a:solidFill>
                  <a:schemeClr val="bg1"/>
                </a:solidFill>
                <a:latin typeface="Times New Roman" pitchFamily="18" charset="0"/>
                <a:ea typeface="楷体" charset="0"/>
                <a:cs typeface="楷体_GB2312"/>
              </a:rPr>
              <a:t>)))</a:t>
            </a:r>
            <a:r>
              <a:rPr lang="zh-CN" altLang="en-US" b="1">
                <a:solidFill>
                  <a:schemeClr val="bg1"/>
                </a:solidFill>
                <a:latin typeface="Times New Roman" pitchFamily="18" charset="0"/>
                <a:ea typeface="楷体" charset="0"/>
                <a:cs typeface="楷体_GB2312"/>
              </a:rPr>
              <a:t>所相应的语法树如图</a:t>
            </a:r>
            <a:r>
              <a:rPr lang="en-US" altLang="zh-CN" b="1">
                <a:solidFill>
                  <a:schemeClr val="bg1"/>
                </a:solidFill>
                <a:latin typeface="Times New Roman" pitchFamily="18" charset="0"/>
                <a:ea typeface="楷体" charset="0"/>
                <a:cs typeface="楷体_GB2312"/>
              </a:rPr>
              <a:t> (a)</a:t>
            </a:r>
            <a:r>
              <a:rPr lang="zh-CN" altLang="en-US" b="1">
                <a:solidFill>
                  <a:schemeClr val="bg1"/>
                </a:solidFill>
                <a:latin typeface="Times New Roman" pitchFamily="18" charset="0"/>
                <a:ea typeface="楷体" charset="0"/>
                <a:cs typeface="楷体_GB2312"/>
              </a:rPr>
              <a:t>所示。</a:t>
            </a:r>
          </a:p>
          <a:p>
            <a:pPr>
              <a:buFontTx/>
              <a:buChar char="•"/>
            </a:pPr>
            <a:r>
              <a:rPr lang="zh-CN" altLang="en-US" b="1">
                <a:solidFill>
                  <a:schemeClr val="bg1"/>
                </a:solidFill>
                <a:latin typeface="Times New Roman" pitchFamily="18" charset="0"/>
                <a:ea typeface="楷体" charset="0"/>
                <a:cs typeface="楷体_GB2312"/>
              </a:rPr>
              <a:t>凸多边形</a:t>
            </a:r>
            <a:r>
              <a:rPr lang="en-US" altLang="zh-CN" b="1">
                <a:solidFill>
                  <a:schemeClr val="bg1"/>
                </a:solidFill>
                <a:latin typeface="Times New Roman" pitchFamily="18" charset="0"/>
                <a:ea typeface="楷体" charset="0"/>
                <a:cs typeface="楷体_GB2312"/>
              </a:rPr>
              <a:t>{v</a:t>
            </a:r>
            <a:r>
              <a:rPr lang="en-US" altLang="zh-CN" b="1" baseline="-25000">
                <a:solidFill>
                  <a:schemeClr val="bg1"/>
                </a:solidFill>
                <a:latin typeface="Times New Roman" pitchFamily="18" charset="0"/>
                <a:ea typeface="楷体" charset="0"/>
                <a:cs typeface="楷体_GB2312"/>
              </a:rPr>
              <a:t>0</a:t>
            </a:r>
            <a:r>
              <a:rPr lang="en-US" altLang="zh-CN" b="1">
                <a:solidFill>
                  <a:schemeClr val="bg1"/>
                </a:solidFill>
                <a:latin typeface="Times New Roman" pitchFamily="18" charset="0"/>
                <a:ea typeface="楷体" charset="0"/>
                <a:cs typeface="楷体_GB2312"/>
              </a:rPr>
              <a:t>,v</a:t>
            </a:r>
            <a:r>
              <a:rPr lang="en-US" altLang="zh-CN" b="1" baseline="-25000">
                <a:solidFill>
                  <a:schemeClr val="bg1"/>
                </a:solidFill>
                <a:latin typeface="Times New Roman" pitchFamily="18" charset="0"/>
                <a:ea typeface="楷体" charset="0"/>
                <a:cs typeface="楷体_GB2312"/>
              </a:rPr>
              <a:t>1</a:t>
            </a:r>
            <a:r>
              <a:rPr lang="en-US" altLang="zh-CN" b="1">
                <a:solidFill>
                  <a:schemeClr val="bg1"/>
                </a:solidFill>
                <a:latin typeface="Times New Roman" pitchFamily="18" charset="0"/>
                <a:ea typeface="楷体" charset="0"/>
                <a:cs typeface="楷体_GB2312"/>
              </a:rPr>
              <a:t>,…v</a:t>
            </a:r>
            <a:r>
              <a:rPr lang="en-US" altLang="zh-CN" b="1" baseline="-25000">
                <a:solidFill>
                  <a:schemeClr val="bg1"/>
                </a:solidFill>
                <a:latin typeface="Times New Roman" pitchFamily="18" charset="0"/>
                <a:ea typeface="楷体" charset="0"/>
                <a:cs typeface="楷体_GB2312"/>
              </a:rPr>
              <a:t>n-1</a:t>
            </a:r>
            <a:r>
              <a:rPr lang="en-US" altLang="zh-CN" b="1">
                <a:solidFill>
                  <a:schemeClr val="bg1"/>
                </a:solidFill>
                <a:latin typeface="Times New Roman" pitchFamily="18" charset="0"/>
                <a:ea typeface="楷体" charset="0"/>
                <a:cs typeface="楷体_GB2312"/>
              </a:rPr>
              <a:t>}</a:t>
            </a:r>
            <a:r>
              <a:rPr lang="zh-CN" altLang="en-US" b="1">
                <a:solidFill>
                  <a:schemeClr val="bg1"/>
                </a:solidFill>
                <a:latin typeface="Times New Roman" pitchFamily="18" charset="0"/>
                <a:ea typeface="楷体" charset="0"/>
                <a:cs typeface="楷体_GB2312"/>
              </a:rPr>
              <a:t>的三角剖分也可以用语法树表示。例如，图</a:t>
            </a:r>
            <a:r>
              <a:rPr lang="en-US" altLang="zh-CN" b="1">
                <a:solidFill>
                  <a:schemeClr val="bg1"/>
                </a:solidFill>
                <a:latin typeface="Times New Roman" pitchFamily="18" charset="0"/>
                <a:ea typeface="楷体" charset="0"/>
                <a:cs typeface="楷体_GB2312"/>
              </a:rPr>
              <a:t> (b)</a:t>
            </a:r>
            <a:r>
              <a:rPr lang="zh-CN" altLang="en-US" b="1">
                <a:solidFill>
                  <a:schemeClr val="bg1"/>
                </a:solidFill>
                <a:latin typeface="Times New Roman" pitchFamily="18" charset="0"/>
                <a:ea typeface="楷体" charset="0"/>
                <a:cs typeface="楷体_GB2312"/>
              </a:rPr>
              <a:t>中凸多边形的三角剖分可用图</a:t>
            </a:r>
            <a:r>
              <a:rPr lang="en-US" altLang="zh-CN" b="1">
                <a:solidFill>
                  <a:schemeClr val="bg1"/>
                </a:solidFill>
                <a:latin typeface="Times New Roman" pitchFamily="18" charset="0"/>
                <a:ea typeface="楷体" charset="0"/>
                <a:cs typeface="楷体_GB2312"/>
              </a:rPr>
              <a:t> (a)</a:t>
            </a:r>
            <a:r>
              <a:rPr lang="zh-CN" altLang="en-US" b="1">
                <a:solidFill>
                  <a:schemeClr val="bg1"/>
                </a:solidFill>
                <a:latin typeface="Times New Roman" pitchFamily="18" charset="0"/>
                <a:ea typeface="楷体" charset="0"/>
                <a:cs typeface="楷体_GB2312"/>
              </a:rPr>
              <a:t>所示的语法树表示。 </a:t>
            </a:r>
          </a:p>
          <a:p>
            <a:pPr>
              <a:buFontTx/>
              <a:buChar char="•"/>
            </a:pPr>
            <a:r>
              <a:rPr lang="zh-CN" altLang="en-US" b="1">
                <a:solidFill>
                  <a:schemeClr val="bg1"/>
                </a:solidFill>
                <a:latin typeface="Times New Roman" pitchFamily="18" charset="0"/>
                <a:ea typeface="楷体" charset="0"/>
                <a:cs typeface="楷体_GB2312"/>
              </a:rPr>
              <a:t>矩阵连乘积中的每个矩阵</a:t>
            </a:r>
            <a:r>
              <a:rPr lang="en-US" altLang="zh-CN" b="1">
                <a:solidFill>
                  <a:schemeClr val="bg1"/>
                </a:solidFill>
                <a:latin typeface="Times New Roman" pitchFamily="18" charset="0"/>
                <a:ea typeface="楷体" charset="0"/>
                <a:cs typeface="楷体_GB2312"/>
              </a:rPr>
              <a:t>A</a:t>
            </a:r>
            <a:r>
              <a:rPr lang="en-US" altLang="zh-CN" b="1" baseline="-25000">
                <a:solidFill>
                  <a:schemeClr val="bg1"/>
                </a:solidFill>
                <a:latin typeface="Times New Roman" pitchFamily="18" charset="0"/>
                <a:ea typeface="楷体" charset="0"/>
                <a:cs typeface="楷体_GB2312"/>
              </a:rPr>
              <a:t>i</a:t>
            </a:r>
            <a:r>
              <a:rPr lang="zh-CN" altLang="en-US" b="1">
                <a:solidFill>
                  <a:schemeClr val="bg1"/>
                </a:solidFill>
                <a:latin typeface="Times New Roman" pitchFamily="18" charset="0"/>
                <a:ea typeface="楷体" charset="0"/>
                <a:cs typeface="楷体_GB2312"/>
              </a:rPr>
              <a:t>对应于凸</a:t>
            </a:r>
            <a:r>
              <a:rPr lang="en-US" altLang="zh-CN" b="1">
                <a:solidFill>
                  <a:schemeClr val="bg1"/>
                </a:solidFill>
                <a:latin typeface="Times New Roman" pitchFamily="18" charset="0"/>
                <a:ea typeface="楷体" charset="0"/>
                <a:cs typeface="楷体_GB2312"/>
              </a:rPr>
              <a:t>(n+1)</a:t>
            </a:r>
            <a:r>
              <a:rPr lang="zh-CN" altLang="en-US" b="1">
                <a:solidFill>
                  <a:schemeClr val="bg1"/>
                </a:solidFill>
                <a:latin typeface="Times New Roman" pitchFamily="18" charset="0"/>
                <a:ea typeface="楷体" charset="0"/>
                <a:cs typeface="楷体_GB2312"/>
              </a:rPr>
              <a:t>边形中的一条边</a:t>
            </a:r>
            <a:r>
              <a:rPr lang="en-US" altLang="zh-CN" b="1">
                <a:solidFill>
                  <a:schemeClr val="bg1"/>
                </a:solidFill>
                <a:latin typeface="Times New Roman" pitchFamily="18" charset="0"/>
                <a:ea typeface="楷体" charset="0"/>
                <a:cs typeface="楷体_GB2312"/>
              </a:rPr>
              <a:t>v</a:t>
            </a:r>
            <a:r>
              <a:rPr lang="en-US" altLang="zh-CN" b="1" baseline="-25000">
                <a:solidFill>
                  <a:schemeClr val="bg1"/>
                </a:solidFill>
                <a:latin typeface="Times New Roman" pitchFamily="18" charset="0"/>
                <a:ea typeface="楷体" charset="0"/>
                <a:cs typeface="楷体_GB2312"/>
              </a:rPr>
              <a:t>i-1</a:t>
            </a:r>
            <a:r>
              <a:rPr lang="en-US" altLang="zh-CN" b="1">
                <a:solidFill>
                  <a:schemeClr val="bg1"/>
                </a:solidFill>
                <a:latin typeface="Times New Roman" pitchFamily="18" charset="0"/>
                <a:ea typeface="楷体" charset="0"/>
                <a:cs typeface="楷体_GB2312"/>
              </a:rPr>
              <a:t>v</a:t>
            </a:r>
            <a:r>
              <a:rPr lang="en-US" altLang="zh-CN" b="1" baseline="-25000">
                <a:solidFill>
                  <a:schemeClr val="bg1"/>
                </a:solidFill>
                <a:latin typeface="Times New Roman" pitchFamily="18" charset="0"/>
                <a:ea typeface="楷体" charset="0"/>
                <a:cs typeface="楷体_GB2312"/>
              </a:rPr>
              <a:t>i</a:t>
            </a:r>
            <a:r>
              <a:rPr lang="zh-CN" altLang="en-US" b="1">
                <a:solidFill>
                  <a:schemeClr val="bg1"/>
                </a:solidFill>
                <a:latin typeface="Times New Roman" pitchFamily="18" charset="0"/>
                <a:ea typeface="楷体" charset="0"/>
                <a:cs typeface="楷体_GB2312"/>
              </a:rPr>
              <a:t>。三角剖分中的一条弦</a:t>
            </a:r>
            <a:r>
              <a:rPr lang="en-US" altLang="zh-CN" b="1">
                <a:solidFill>
                  <a:schemeClr val="bg1"/>
                </a:solidFill>
                <a:latin typeface="Times New Roman" pitchFamily="18" charset="0"/>
                <a:ea typeface="楷体" charset="0"/>
                <a:cs typeface="楷体_GB2312"/>
              </a:rPr>
              <a:t>v</a:t>
            </a:r>
            <a:r>
              <a:rPr lang="en-US" altLang="zh-CN" b="1" baseline="-25000">
                <a:solidFill>
                  <a:schemeClr val="bg1"/>
                </a:solidFill>
                <a:latin typeface="Times New Roman" pitchFamily="18" charset="0"/>
                <a:ea typeface="楷体" charset="0"/>
                <a:cs typeface="楷体_GB2312"/>
              </a:rPr>
              <a:t>i</a:t>
            </a:r>
            <a:r>
              <a:rPr lang="en-US" altLang="zh-CN" b="1">
                <a:solidFill>
                  <a:schemeClr val="bg1"/>
                </a:solidFill>
                <a:latin typeface="Times New Roman" pitchFamily="18" charset="0"/>
                <a:ea typeface="楷体" charset="0"/>
                <a:cs typeface="楷体_GB2312"/>
              </a:rPr>
              <a:t>v</a:t>
            </a:r>
            <a:r>
              <a:rPr lang="en-US" altLang="zh-CN" b="1" baseline="-25000">
                <a:solidFill>
                  <a:schemeClr val="bg1"/>
                </a:solidFill>
                <a:latin typeface="Times New Roman" pitchFamily="18" charset="0"/>
                <a:ea typeface="楷体" charset="0"/>
                <a:cs typeface="楷体_GB2312"/>
              </a:rPr>
              <a:t>j</a:t>
            </a:r>
            <a:r>
              <a:rPr lang="zh-CN" altLang="en-US" b="1">
                <a:solidFill>
                  <a:schemeClr val="bg1"/>
                </a:solidFill>
                <a:latin typeface="Times New Roman" pitchFamily="18" charset="0"/>
                <a:ea typeface="楷体" charset="0"/>
                <a:cs typeface="楷体_GB2312"/>
              </a:rPr>
              <a:t>，</a:t>
            </a:r>
            <a:r>
              <a:rPr lang="en-US" altLang="zh-CN" b="1">
                <a:solidFill>
                  <a:schemeClr val="bg1"/>
                </a:solidFill>
                <a:latin typeface="Times New Roman" pitchFamily="18" charset="0"/>
                <a:ea typeface="楷体" charset="0"/>
                <a:cs typeface="楷体_GB2312"/>
              </a:rPr>
              <a:t>i&lt;j</a:t>
            </a:r>
            <a:r>
              <a:rPr lang="zh-CN" altLang="en-US" b="1">
                <a:solidFill>
                  <a:schemeClr val="bg1"/>
                </a:solidFill>
                <a:latin typeface="Times New Roman" pitchFamily="18" charset="0"/>
                <a:ea typeface="楷体" charset="0"/>
                <a:cs typeface="楷体_GB2312"/>
              </a:rPr>
              <a:t>，对应于矩阵连乘积</a:t>
            </a:r>
            <a:r>
              <a:rPr lang="en-US" altLang="zh-CN" b="1">
                <a:solidFill>
                  <a:schemeClr val="bg1"/>
                </a:solidFill>
                <a:latin typeface="Times New Roman" pitchFamily="18" charset="0"/>
                <a:ea typeface="楷体" charset="0"/>
                <a:cs typeface="楷体_GB2312"/>
              </a:rPr>
              <a:t>A[i+1:j]</a:t>
            </a:r>
            <a:r>
              <a:rPr lang="zh-CN" altLang="en-US" b="1">
                <a:solidFill>
                  <a:schemeClr val="bg1"/>
                </a:solidFill>
                <a:latin typeface="Times New Roman" pitchFamily="18" charset="0"/>
                <a:ea typeface="楷体" charset="0"/>
                <a:cs typeface="楷体_GB2312"/>
              </a:rPr>
              <a:t>。</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ChangeArrowheads="1"/>
          </p:cNvSpPr>
          <p:nvPr/>
        </p:nvSpPr>
        <p:spPr bwMode="auto">
          <a:xfrm>
            <a:off x="1749346" y="36830"/>
            <a:ext cx="5509022" cy="596504"/>
          </a:xfrm>
          <a:prstGeom prst="rect">
            <a:avLst/>
          </a:prstGeom>
          <a:noFill/>
          <a:ln>
            <a:noFill/>
          </a:ln>
          <a:effectLst/>
        </p:spPr>
        <p:txBody>
          <a:bodyPr anchor="b"/>
          <a:lstStyle/>
          <a:p>
            <a:pPr>
              <a:defRPr/>
            </a:pPr>
            <a:r>
              <a:rPr lang="zh-CN" altLang="en-US" sz="3200" b="1">
                <a:solidFill>
                  <a:srgbClr val="000066"/>
                </a:solidFill>
                <a:effectLst>
                  <a:outerShdw blurRad="38100" dist="38100" dir="2700000" algn="tl">
                    <a:srgbClr val="C0C0C0"/>
                  </a:outerShdw>
                </a:effectLst>
                <a:latin typeface="Times New Roman" pitchFamily="18" charset="0"/>
                <a:ea typeface="楷体" charset="0"/>
              </a:rPr>
              <a:t>最优子结构性质</a:t>
            </a:r>
          </a:p>
        </p:txBody>
      </p:sp>
      <p:sp>
        <p:nvSpPr>
          <p:cNvPr id="215043" name="Text Box 3"/>
          <p:cNvSpPr txBox="1">
            <a:spLocks noChangeArrowheads="1"/>
          </p:cNvSpPr>
          <p:nvPr/>
        </p:nvSpPr>
        <p:spPr bwMode="auto">
          <a:xfrm>
            <a:off x="481965" y="786130"/>
            <a:ext cx="8295346" cy="4401205"/>
          </a:xfrm>
          <a:prstGeom prst="rect">
            <a:avLst/>
          </a:prstGeom>
          <a:gradFill>
            <a:gsLst>
              <a:gs pos="0">
                <a:srgbClr val="012D86"/>
              </a:gs>
              <a:gs pos="100000">
                <a:srgbClr val="0E2557"/>
              </a:gs>
            </a:gsLst>
            <a:lin ang="3960000" scaled="0"/>
          </a:gradFill>
          <a:ln w="28575" cmpd="sng">
            <a:solidFill>
              <a:schemeClr val="accent1"/>
            </a:solidFill>
            <a:prstDash val="solid"/>
            <a:miter lim="800000"/>
          </a:ln>
        </p:spPr>
        <p:txBody>
          <a:bodyPr wrap="square">
            <a:spAutoFit/>
          </a:bodyPr>
          <a:lstStyle/>
          <a:p>
            <a:r>
              <a:rPr lang="zh-CN" altLang="en-US" sz="2800" b="1" dirty="0">
                <a:solidFill>
                  <a:schemeClr val="bg1"/>
                </a:solidFill>
                <a:latin typeface="Times New Roman" pitchFamily="18" charset="0"/>
                <a:ea typeface="楷体" charset="0"/>
                <a:cs typeface="楷体_GB2312"/>
              </a:rPr>
              <a:t>凸多边形的最优三角剖分问题有最优子结构性质：</a:t>
            </a:r>
          </a:p>
          <a:p>
            <a:pPr marL="457200" indent="-457200">
              <a:buFont typeface="Wingdings" panose="05000000000000000000" pitchFamily="2" charset="2"/>
              <a:buChar char="Ø"/>
            </a:pPr>
            <a:r>
              <a:rPr lang="zh-CN" altLang="en-US" sz="2800" b="1" dirty="0">
                <a:solidFill>
                  <a:schemeClr val="bg1"/>
                </a:solidFill>
                <a:latin typeface="Times New Roman" pitchFamily="18" charset="0"/>
                <a:ea typeface="楷体" charset="0"/>
                <a:cs typeface="楷体_GB2312"/>
              </a:rPr>
              <a:t>若凸</a:t>
            </a:r>
            <a:r>
              <a:rPr lang="en-US" altLang="zh-CN" sz="2800" b="1" dirty="0">
                <a:solidFill>
                  <a:schemeClr val="bg1"/>
                </a:solidFill>
                <a:latin typeface="Times New Roman" pitchFamily="18" charset="0"/>
                <a:ea typeface="楷体" charset="0"/>
                <a:cs typeface="楷体_GB2312"/>
              </a:rPr>
              <a:t>(n+1)</a:t>
            </a:r>
            <a:r>
              <a:rPr lang="zh-CN" altLang="en-US" sz="2800" b="1" dirty="0">
                <a:solidFill>
                  <a:schemeClr val="bg1"/>
                </a:solidFill>
                <a:latin typeface="Times New Roman" pitchFamily="18" charset="0"/>
                <a:ea typeface="楷体" charset="0"/>
                <a:cs typeface="楷体_GB2312"/>
              </a:rPr>
              <a:t>边形</a:t>
            </a:r>
            <a:r>
              <a:rPr lang="en-US" altLang="zh-CN" sz="2800" b="1" dirty="0">
                <a:solidFill>
                  <a:schemeClr val="bg1"/>
                </a:solidFill>
                <a:latin typeface="Times New Roman" pitchFamily="18" charset="0"/>
                <a:ea typeface="楷体" charset="0"/>
                <a:cs typeface="楷体_GB2312"/>
              </a:rPr>
              <a:t>P={v</a:t>
            </a:r>
            <a:r>
              <a:rPr lang="en-US" altLang="zh-CN" sz="2800" b="1" baseline="-25000" dirty="0">
                <a:solidFill>
                  <a:schemeClr val="bg1"/>
                </a:solidFill>
                <a:latin typeface="Times New Roman" pitchFamily="18" charset="0"/>
                <a:ea typeface="楷体" charset="0"/>
                <a:cs typeface="楷体_GB2312"/>
              </a:rPr>
              <a:t>0</a:t>
            </a:r>
            <a:r>
              <a:rPr lang="en-US" altLang="zh-CN" sz="2800" b="1" dirty="0">
                <a:solidFill>
                  <a:schemeClr val="bg1"/>
                </a:solidFill>
                <a:latin typeface="Times New Roman" pitchFamily="18" charset="0"/>
                <a:ea typeface="楷体" charset="0"/>
                <a:cs typeface="楷体_GB2312"/>
              </a:rPr>
              <a:t>,v</a:t>
            </a:r>
            <a:r>
              <a:rPr lang="en-US" altLang="zh-CN" sz="2800" b="1" baseline="-25000" dirty="0">
                <a:solidFill>
                  <a:schemeClr val="bg1"/>
                </a:solidFill>
                <a:latin typeface="Times New Roman" pitchFamily="18" charset="0"/>
                <a:ea typeface="楷体" charset="0"/>
                <a:cs typeface="楷体_GB2312"/>
              </a:rPr>
              <a:t>1</a:t>
            </a:r>
            <a:r>
              <a:rPr lang="en-US" altLang="zh-CN" sz="2800" b="1" dirty="0">
                <a:solidFill>
                  <a:schemeClr val="bg1"/>
                </a:solidFill>
                <a:latin typeface="Times New Roman" pitchFamily="18" charset="0"/>
                <a:ea typeface="楷体" charset="0"/>
                <a:cs typeface="楷体_GB2312"/>
              </a:rPr>
              <a:t>,…,v</a:t>
            </a:r>
            <a:r>
              <a:rPr lang="en-US" altLang="zh-CN" sz="2800" b="1" baseline="-25000" dirty="0">
                <a:solidFill>
                  <a:schemeClr val="bg1"/>
                </a:solidFill>
                <a:latin typeface="Times New Roman" pitchFamily="18" charset="0"/>
                <a:ea typeface="楷体" charset="0"/>
                <a:cs typeface="楷体_GB2312"/>
              </a:rPr>
              <a:t>n-1</a:t>
            </a:r>
            <a:r>
              <a:rPr lang="en-US" altLang="zh-CN" sz="2800" b="1" dirty="0">
                <a:solidFill>
                  <a:schemeClr val="bg1"/>
                </a:solidFill>
                <a:latin typeface="Times New Roman" pitchFamily="18" charset="0"/>
                <a:ea typeface="楷体" charset="0"/>
                <a:cs typeface="楷体_GB2312"/>
              </a:rPr>
              <a:t>}</a:t>
            </a:r>
            <a:r>
              <a:rPr lang="zh-CN" altLang="en-US" sz="2800" b="1" dirty="0">
                <a:solidFill>
                  <a:schemeClr val="bg1"/>
                </a:solidFill>
                <a:latin typeface="Times New Roman" pitchFamily="18" charset="0"/>
                <a:ea typeface="楷体" charset="0"/>
                <a:cs typeface="楷体_GB2312"/>
              </a:rPr>
              <a:t>的最优三角剖分</a:t>
            </a:r>
            <a:r>
              <a:rPr lang="en-US" altLang="zh-CN" sz="2800" b="1" dirty="0">
                <a:solidFill>
                  <a:schemeClr val="bg1"/>
                </a:solidFill>
                <a:latin typeface="Times New Roman" pitchFamily="18" charset="0"/>
                <a:ea typeface="楷体" charset="0"/>
                <a:cs typeface="楷体_GB2312"/>
              </a:rPr>
              <a:t>T</a:t>
            </a:r>
            <a:r>
              <a:rPr lang="zh-CN" altLang="en-US" sz="2800" b="1" dirty="0">
                <a:solidFill>
                  <a:schemeClr val="bg1"/>
                </a:solidFill>
                <a:latin typeface="Times New Roman" pitchFamily="18" charset="0"/>
                <a:ea typeface="楷体" charset="0"/>
                <a:cs typeface="楷体_GB2312"/>
              </a:rPr>
              <a:t>包含三角形</a:t>
            </a:r>
            <a:r>
              <a:rPr lang="en-US" altLang="zh-CN" sz="2800" b="1" dirty="0">
                <a:solidFill>
                  <a:schemeClr val="bg1"/>
                </a:solidFill>
                <a:latin typeface="Times New Roman" pitchFamily="18" charset="0"/>
                <a:ea typeface="楷体" charset="0"/>
                <a:cs typeface="楷体_GB2312"/>
              </a:rPr>
              <a:t>v</a:t>
            </a:r>
            <a:r>
              <a:rPr lang="en-US" altLang="zh-CN" sz="2800" b="1" baseline="-25000" dirty="0">
                <a:solidFill>
                  <a:schemeClr val="bg1"/>
                </a:solidFill>
                <a:latin typeface="Times New Roman" pitchFamily="18" charset="0"/>
                <a:ea typeface="楷体" charset="0"/>
                <a:cs typeface="楷体_GB2312"/>
              </a:rPr>
              <a:t>0</a:t>
            </a:r>
            <a:r>
              <a:rPr lang="en-US" altLang="zh-CN" sz="2800" b="1" dirty="0">
                <a:solidFill>
                  <a:schemeClr val="bg1"/>
                </a:solidFill>
                <a:latin typeface="Times New Roman" pitchFamily="18" charset="0"/>
                <a:ea typeface="楷体" charset="0"/>
                <a:cs typeface="楷体_GB2312"/>
              </a:rPr>
              <a:t>v</a:t>
            </a:r>
            <a:r>
              <a:rPr lang="en-US" altLang="zh-CN" sz="2800" b="1" baseline="-25000" dirty="0">
                <a:solidFill>
                  <a:schemeClr val="bg1"/>
                </a:solidFill>
                <a:latin typeface="Times New Roman" pitchFamily="18" charset="0"/>
                <a:ea typeface="楷体" charset="0"/>
                <a:cs typeface="楷体_GB2312"/>
              </a:rPr>
              <a:t>k</a:t>
            </a:r>
            <a:r>
              <a:rPr lang="en-US" altLang="zh-CN" sz="2800" b="1" dirty="0">
                <a:solidFill>
                  <a:schemeClr val="bg1"/>
                </a:solidFill>
                <a:latin typeface="Times New Roman" pitchFamily="18" charset="0"/>
                <a:ea typeface="楷体" charset="0"/>
                <a:cs typeface="楷体_GB2312"/>
              </a:rPr>
              <a:t>v</a:t>
            </a:r>
            <a:r>
              <a:rPr lang="en-US" altLang="zh-CN" sz="2800" b="1" baseline="-25000" dirty="0">
                <a:solidFill>
                  <a:schemeClr val="bg1"/>
                </a:solidFill>
                <a:latin typeface="Times New Roman" pitchFamily="18" charset="0"/>
                <a:ea typeface="楷体" charset="0"/>
                <a:cs typeface="楷体_GB2312"/>
              </a:rPr>
              <a:t>n</a:t>
            </a:r>
            <a:r>
              <a:rPr lang="zh-CN" altLang="en-US" sz="2800" b="1" dirty="0">
                <a:solidFill>
                  <a:schemeClr val="bg1"/>
                </a:solidFill>
                <a:latin typeface="Times New Roman" pitchFamily="18" charset="0"/>
                <a:ea typeface="楷体" charset="0"/>
                <a:cs typeface="楷体_GB2312"/>
              </a:rPr>
              <a:t>，</a:t>
            </a:r>
            <a:r>
              <a:rPr lang="en-US" altLang="zh-CN" sz="2800" b="1" dirty="0">
                <a:solidFill>
                  <a:schemeClr val="bg1"/>
                </a:solidFill>
                <a:latin typeface="Times New Roman" pitchFamily="18" charset="0"/>
                <a:ea typeface="楷体" charset="0"/>
                <a:cs typeface="楷体_GB2312"/>
              </a:rPr>
              <a:t>1≤k≤n-1</a:t>
            </a:r>
            <a:r>
              <a:rPr lang="zh-CN" altLang="en-US" sz="2800" b="1" dirty="0">
                <a:solidFill>
                  <a:schemeClr val="bg1"/>
                </a:solidFill>
                <a:latin typeface="Times New Roman" pitchFamily="18" charset="0"/>
                <a:ea typeface="楷体" charset="0"/>
                <a:cs typeface="楷体_GB2312"/>
              </a:rPr>
              <a:t>，则</a:t>
            </a:r>
            <a:r>
              <a:rPr lang="en-US" altLang="zh-CN" sz="2800" b="1" dirty="0">
                <a:solidFill>
                  <a:schemeClr val="bg1"/>
                </a:solidFill>
                <a:latin typeface="Times New Roman" pitchFamily="18" charset="0"/>
                <a:ea typeface="楷体" charset="0"/>
                <a:cs typeface="楷体_GB2312"/>
              </a:rPr>
              <a:t>T</a:t>
            </a:r>
            <a:r>
              <a:rPr lang="zh-CN" altLang="en-US" sz="2800" b="1" dirty="0">
                <a:solidFill>
                  <a:schemeClr val="bg1"/>
                </a:solidFill>
                <a:latin typeface="Times New Roman" pitchFamily="18" charset="0"/>
                <a:ea typeface="楷体" charset="0"/>
                <a:cs typeface="楷体_GB2312"/>
              </a:rPr>
              <a:t>的权为</a:t>
            </a:r>
            <a:r>
              <a:rPr lang="en-US" altLang="zh-CN" sz="2800" b="1" dirty="0">
                <a:solidFill>
                  <a:schemeClr val="bg1"/>
                </a:solidFill>
                <a:latin typeface="Times New Roman" pitchFamily="18" charset="0"/>
                <a:ea typeface="楷体" charset="0"/>
                <a:cs typeface="楷体_GB2312"/>
              </a:rPr>
              <a:t>3</a:t>
            </a:r>
            <a:r>
              <a:rPr lang="zh-CN" altLang="en-US" sz="2800" b="1" dirty="0">
                <a:solidFill>
                  <a:schemeClr val="bg1"/>
                </a:solidFill>
                <a:latin typeface="Times New Roman" pitchFamily="18" charset="0"/>
                <a:ea typeface="楷体" charset="0"/>
                <a:cs typeface="楷体_GB2312"/>
              </a:rPr>
              <a:t>个部分权的和：</a:t>
            </a:r>
            <a:endParaRPr lang="en-US" altLang="zh-CN" sz="2800" b="1" dirty="0">
              <a:solidFill>
                <a:schemeClr val="bg1"/>
              </a:solidFill>
              <a:latin typeface="Times New Roman" pitchFamily="18" charset="0"/>
              <a:ea typeface="楷体" charset="0"/>
              <a:cs typeface="楷体_GB2312"/>
            </a:endParaRPr>
          </a:p>
          <a:p>
            <a:pPr marL="972820" lvl="1" indent="-457200">
              <a:buFont typeface="Wingdings" panose="05000000000000000000" pitchFamily="2" charset="2"/>
              <a:buChar char="n"/>
            </a:pPr>
            <a:r>
              <a:rPr lang="zh-CN" altLang="en-US" sz="2800" b="1" dirty="0">
                <a:solidFill>
                  <a:schemeClr val="bg1"/>
                </a:solidFill>
                <a:latin typeface="Times New Roman" pitchFamily="18" charset="0"/>
                <a:ea typeface="楷体" charset="0"/>
                <a:cs typeface="楷体_GB2312"/>
              </a:rPr>
              <a:t>三角形</a:t>
            </a:r>
            <a:r>
              <a:rPr lang="en-US" altLang="zh-CN" sz="2800" b="1" dirty="0">
                <a:solidFill>
                  <a:schemeClr val="bg1"/>
                </a:solidFill>
                <a:latin typeface="Times New Roman" pitchFamily="18" charset="0"/>
                <a:ea typeface="楷体" charset="0"/>
                <a:cs typeface="楷体_GB2312"/>
              </a:rPr>
              <a:t>v</a:t>
            </a:r>
            <a:r>
              <a:rPr lang="en-US" altLang="zh-CN" sz="2800" b="1" baseline="-25000" dirty="0">
                <a:solidFill>
                  <a:schemeClr val="bg1"/>
                </a:solidFill>
                <a:latin typeface="Times New Roman" pitchFamily="18" charset="0"/>
                <a:ea typeface="楷体" charset="0"/>
                <a:cs typeface="楷体_GB2312"/>
              </a:rPr>
              <a:t>0</a:t>
            </a:r>
            <a:r>
              <a:rPr lang="en-US" altLang="zh-CN" sz="2800" b="1" dirty="0">
                <a:solidFill>
                  <a:schemeClr val="bg1"/>
                </a:solidFill>
                <a:latin typeface="Times New Roman" pitchFamily="18" charset="0"/>
                <a:ea typeface="楷体" charset="0"/>
                <a:cs typeface="楷体_GB2312"/>
              </a:rPr>
              <a:t>v</a:t>
            </a:r>
            <a:r>
              <a:rPr lang="en-US" altLang="zh-CN" sz="2800" b="1" baseline="-25000" dirty="0">
                <a:solidFill>
                  <a:schemeClr val="bg1"/>
                </a:solidFill>
                <a:latin typeface="Times New Roman" pitchFamily="18" charset="0"/>
                <a:ea typeface="楷体" charset="0"/>
                <a:cs typeface="楷体_GB2312"/>
              </a:rPr>
              <a:t>k</a:t>
            </a:r>
            <a:r>
              <a:rPr lang="en-US" altLang="zh-CN" sz="2800" b="1" dirty="0">
                <a:solidFill>
                  <a:schemeClr val="bg1"/>
                </a:solidFill>
                <a:latin typeface="Times New Roman" pitchFamily="18" charset="0"/>
                <a:ea typeface="楷体" charset="0"/>
                <a:cs typeface="楷体_GB2312"/>
              </a:rPr>
              <a:t>v</a:t>
            </a:r>
            <a:r>
              <a:rPr lang="en-US" altLang="zh-CN" sz="2800" b="1" baseline="-25000" dirty="0">
                <a:solidFill>
                  <a:schemeClr val="bg1"/>
                </a:solidFill>
                <a:latin typeface="Times New Roman" pitchFamily="18" charset="0"/>
                <a:ea typeface="楷体" charset="0"/>
                <a:cs typeface="楷体_GB2312"/>
              </a:rPr>
              <a:t>n</a:t>
            </a:r>
            <a:r>
              <a:rPr lang="zh-CN" altLang="en-US" sz="2800" b="1" dirty="0">
                <a:solidFill>
                  <a:schemeClr val="bg1"/>
                </a:solidFill>
                <a:latin typeface="Times New Roman" pitchFamily="18" charset="0"/>
                <a:ea typeface="楷体" charset="0"/>
                <a:cs typeface="楷体_GB2312"/>
              </a:rPr>
              <a:t>的权，子多边形</a:t>
            </a:r>
            <a:r>
              <a:rPr lang="en-US" altLang="zh-CN" sz="2800" b="1" dirty="0">
                <a:solidFill>
                  <a:schemeClr val="bg1"/>
                </a:solidFill>
                <a:latin typeface="Times New Roman" pitchFamily="18" charset="0"/>
                <a:ea typeface="楷体" charset="0"/>
                <a:cs typeface="楷体_GB2312"/>
              </a:rPr>
              <a:t>{v</a:t>
            </a:r>
            <a:r>
              <a:rPr lang="en-US" altLang="zh-CN" sz="2800" b="1" baseline="-25000" dirty="0">
                <a:solidFill>
                  <a:schemeClr val="bg1"/>
                </a:solidFill>
                <a:latin typeface="Times New Roman" pitchFamily="18" charset="0"/>
                <a:ea typeface="楷体" charset="0"/>
                <a:cs typeface="楷体_GB2312"/>
              </a:rPr>
              <a:t>0</a:t>
            </a:r>
            <a:r>
              <a:rPr lang="en-US" altLang="zh-CN" sz="2800" b="1" dirty="0">
                <a:solidFill>
                  <a:schemeClr val="bg1"/>
                </a:solidFill>
                <a:latin typeface="Times New Roman" pitchFamily="18" charset="0"/>
                <a:ea typeface="楷体" charset="0"/>
                <a:cs typeface="楷体_GB2312"/>
              </a:rPr>
              <a:t>,v</a:t>
            </a:r>
            <a:r>
              <a:rPr lang="en-US" altLang="zh-CN" sz="2800" b="1" baseline="-25000" dirty="0">
                <a:solidFill>
                  <a:schemeClr val="bg1"/>
                </a:solidFill>
                <a:latin typeface="Times New Roman" pitchFamily="18" charset="0"/>
                <a:ea typeface="楷体" charset="0"/>
                <a:cs typeface="楷体_GB2312"/>
              </a:rPr>
              <a:t>1</a:t>
            </a:r>
            <a:r>
              <a:rPr lang="en-US" altLang="zh-CN" sz="2800" b="1" dirty="0">
                <a:solidFill>
                  <a:schemeClr val="bg1"/>
                </a:solidFill>
                <a:latin typeface="Times New Roman" pitchFamily="18" charset="0"/>
                <a:ea typeface="楷体" charset="0"/>
                <a:cs typeface="楷体_GB2312"/>
              </a:rPr>
              <a:t>,…,</a:t>
            </a:r>
            <a:r>
              <a:rPr lang="en-US" altLang="zh-CN" sz="2800" b="1" dirty="0" err="1">
                <a:solidFill>
                  <a:schemeClr val="bg1"/>
                </a:solidFill>
                <a:latin typeface="Times New Roman" pitchFamily="18" charset="0"/>
                <a:ea typeface="楷体" charset="0"/>
                <a:cs typeface="楷体_GB2312"/>
              </a:rPr>
              <a:t>v</a:t>
            </a:r>
            <a:r>
              <a:rPr lang="en-US" altLang="zh-CN" sz="2800" b="1" baseline="-25000" dirty="0" err="1">
                <a:solidFill>
                  <a:schemeClr val="bg1"/>
                </a:solidFill>
                <a:latin typeface="Times New Roman" pitchFamily="18" charset="0"/>
                <a:ea typeface="楷体" charset="0"/>
                <a:cs typeface="楷体_GB2312"/>
              </a:rPr>
              <a:t>k</a:t>
            </a:r>
            <a:r>
              <a:rPr lang="en-US" altLang="zh-CN" sz="2800" b="1" dirty="0">
                <a:solidFill>
                  <a:schemeClr val="bg1"/>
                </a:solidFill>
                <a:latin typeface="Times New Roman" pitchFamily="18" charset="0"/>
                <a:ea typeface="楷体" charset="0"/>
                <a:cs typeface="楷体_GB2312"/>
              </a:rPr>
              <a:t>}</a:t>
            </a:r>
            <a:r>
              <a:rPr lang="zh-CN" altLang="en-US" sz="2800" b="1" dirty="0">
                <a:solidFill>
                  <a:schemeClr val="bg1"/>
                </a:solidFill>
                <a:latin typeface="Times New Roman" pitchFamily="18" charset="0"/>
                <a:ea typeface="楷体" charset="0"/>
                <a:cs typeface="楷体_GB2312"/>
              </a:rPr>
              <a:t>和</a:t>
            </a:r>
            <a:r>
              <a:rPr lang="en-US" altLang="zh-CN" sz="2800" b="1" dirty="0">
                <a:solidFill>
                  <a:schemeClr val="bg1"/>
                </a:solidFill>
                <a:latin typeface="Times New Roman" pitchFamily="18" charset="0"/>
                <a:ea typeface="楷体" charset="0"/>
                <a:cs typeface="楷体_GB2312"/>
              </a:rPr>
              <a:t>{v</a:t>
            </a:r>
            <a:r>
              <a:rPr lang="en-US" altLang="zh-CN" sz="2800" b="1" baseline="-25000" dirty="0">
                <a:solidFill>
                  <a:schemeClr val="bg1"/>
                </a:solidFill>
                <a:latin typeface="Times New Roman" pitchFamily="18" charset="0"/>
                <a:ea typeface="楷体" charset="0"/>
                <a:cs typeface="楷体_GB2312"/>
              </a:rPr>
              <a:t>k</a:t>
            </a:r>
            <a:r>
              <a:rPr lang="en-US" altLang="zh-CN" sz="2800" b="1" dirty="0">
                <a:solidFill>
                  <a:schemeClr val="bg1"/>
                </a:solidFill>
                <a:latin typeface="Times New Roman" pitchFamily="18" charset="0"/>
                <a:ea typeface="楷体" charset="0"/>
                <a:cs typeface="楷体_GB2312"/>
              </a:rPr>
              <a:t>,v</a:t>
            </a:r>
            <a:r>
              <a:rPr lang="en-US" altLang="zh-CN" sz="2800" b="1" baseline="-25000" dirty="0">
                <a:solidFill>
                  <a:schemeClr val="bg1"/>
                </a:solidFill>
                <a:latin typeface="Times New Roman" pitchFamily="18" charset="0"/>
                <a:ea typeface="楷体" charset="0"/>
                <a:cs typeface="楷体_GB2312"/>
              </a:rPr>
              <a:t>k+1</a:t>
            </a:r>
            <a:r>
              <a:rPr lang="en-US" altLang="zh-CN" sz="2800" b="1" dirty="0">
                <a:solidFill>
                  <a:schemeClr val="bg1"/>
                </a:solidFill>
                <a:latin typeface="Times New Roman" pitchFamily="18" charset="0"/>
                <a:ea typeface="楷体" charset="0"/>
                <a:cs typeface="楷体_GB2312"/>
              </a:rPr>
              <a:t>,…,</a:t>
            </a:r>
            <a:r>
              <a:rPr lang="en-US" altLang="zh-CN" sz="2800" b="1" dirty="0" err="1">
                <a:solidFill>
                  <a:schemeClr val="bg1"/>
                </a:solidFill>
                <a:latin typeface="Times New Roman" pitchFamily="18" charset="0"/>
                <a:ea typeface="楷体" charset="0"/>
                <a:cs typeface="楷体_GB2312"/>
              </a:rPr>
              <a:t>v</a:t>
            </a:r>
            <a:r>
              <a:rPr lang="en-US" altLang="zh-CN" sz="2800" b="1" baseline="-25000" dirty="0" err="1">
                <a:solidFill>
                  <a:schemeClr val="bg1"/>
                </a:solidFill>
                <a:latin typeface="Times New Roman" pitchFamily="18" charset="0"/>
                <a:ea typeface="楷体" charset="0"/>
                <a:cs typeface="楷体_GB2312"/>
              </a:rPr>
              <a:t>n</a:t>
            </a:r>
            <a:r>
              <a:rPr lang="en-US" altLang="zh-CN" sz="2800" b="1" dirty="0">
                <a:solidFill>
                  <a:schemeClr val="bg1"/>
                </a:solidFill>
                <a:latin typeface="Times New Roman" pitchFamily="18" charset="0"/>
                <a:ea typeface="楷体" charset="0"/>
                <a:cs typeface="楷体_GB2312"/>
              </a:rPr>
              <a:t>}</a:t>
            </a:r>
            <a:r>
              <a:rPr lang="zh-CN" altLang="en-US" sz="2800" b="1" dirty="0">
                <a:solidFill>
                  <a:schemeClr val="bg1"/>
                </a:solidFill>
                <a:latin typeface="Times New Roman" pitchFamily="18" charset="0"/>
                <a:ea typeface="楷体" charset="0"/>
                <a:cs typeface="楷体_GB2312"/>
              </a:rPr>
              <a:t>的权之和。</a:t>
            </a:r>
            <a:endParaRPr lang="en-US" altLang="zh-CN" sz="2800" b="1" dirty="0">
              <a:solidFill>
                <a:schemeClr val="bg1"/>
              </a:solidFill>
              <a:latin typeface="Times New Roman" pitchFamily="18" charset="0"/>
              <a:ea typeface="楷体" charset="0"/>
              <a:cs typeface="楷体_GB2312"/>
            </a:endParaRPr>
          </a:p>
          <a:p>
            <a:pPr marL="457200" indent="-457200">
              <a:buFont typeface="Wingdings" panose="05000000000000000000" pitchFamily="2" charset="2"/>
              <a:buChar char="Ø"/>
            </a:pPr>
            <a:r>
              <a:rPr lang="zh-CN" altLang="en-US" sz="2800" b="1" dirty="0">
                <a:solidFill>
                  <a:schemeClr val="bg1"/>
                </a:solidFill>
                <a:latin typeface="Times New Roman" pitchFamily="18" charset="0"/>
                <a:ea typeface="楷体" charset="0"/>
                <a:cs typeface="楷体_GB2312"/>
              </a:rPr>
              <a:t>可以断言，由</a:t>
            </a:r>
            <a:r>
              <a:rPr lang="en-US" altLang="zh-CN" sz="2800" b="1" dirty="0">
                <a:solidFill>
                  <a:schemeClr val="bg1"/>
                </a:solidFill>
                <a:latin typeface="Times New Roman" pitchFamily="18" charset="0"/>
                <a:ea typeface="楷体" charset="0"/>
                <a:cs typeface="楷体_GB2312"/>
              </a:rPr>
              <a:t>T</a:t>
            </a:r>
            <a:r>
              <a:rPr lang="zh-CN" altLang="en-US" sz="2800" b="1" dirty="0">
                <a:solidFill>
                  <a:schemeClr val="bg1"/>
                </a:solidFill>
                <a:latin typeface="Times New Roman" pitchFamily="18" charset="0"/>
                <a:ea typeface="楷体" charset="0"/>
                <a:cs typeface="楷体_GB2312"/>
              </a:rPr>
              <a:t>所确定的这</a:t>
            </a:r>
            <a:r>
              <a:rPr lang="en-US" altLang="zh-CN" sz="2800" b="1" dirty="0">
                <a:solidFill>
                  <a:schemeClr val="bg1"/>
                </a:solidFill>
                <a:latin typeface="Times New Roman" pitchFamily="18" charset="0"/>
                <a:ea typeface="楷体" charset="0"/>
                <a:cs typeface="楷体_GB2312"/>
              </a:rPr>
              <a:t>2</a:t>
            </a:r>
            <a:r>
              <a:rPr lang="zh-CN" altLang="en-US" sz="2800" b="1" dirty="0">
                <a:solidFill>
                  <a:schemeClr val="bg1"/>
                </a:solidFill>
                <a:latin typeface="Times New Roman" pitchFamily="18" charset="0"/>
                <a:ea typeface="楷体" charset="0"/>
                <a:cs typeface="楷体_GB2312"/>
              </a:rPr>
              <a:t>个子多边形的三角剖分也是最优的。因为若有</a:t>
            </a:r>
            <a:r>
              <a:rPr lang="en-US" altLang="zh-CN" sz="2800" b="1" dirty="0">
                <a:solidFill>
                  <a:schemeClr val="bg1"/>
                </a:solidFill>
                <a:latin typeface="Times New Roman" pitchFamily="18" charset="0"/>
                <a:ea typeface="楷体" charset="0"/>
                <a:cs typeface="楷体_GB2312"/>
              </a:rPr>
              <a:t>{v</a:t>
            </a:r>
            <a:r>
              <a:rPr lang="en-US" altLang="zh-CN" sz="2800" b="1" baseline="-25000" dirty="0">
                <a:solidFill>
                  <a:schemeClr val="bg1"/>
                </a:solidFill>
                <a:latin typeface="Times New Roman" pitchFamily="18" charset="0"/>
                <a:ea typeface="楷体" charset="0"/>
                <a:cs typeface="楷体_GB2312"/>
              </a:rPr>
              <a:t>0</a:t>
            </a:r>
            <a:r>
              <a:rPr lang="en-US" altLang="zh-CN" sz="2800" b="1" dirty="0">
                <a:solidFill>
                  <a:schemeClr val="bg1"/>
                </a:solidFill>
                <a:latin typeface="Times New Roman" pitchFamily="18" charset="0"/>
                <a:ea typeface="楷体" charset="0"/>
                <a:cs typeface="楷体_GB2312"/>
              </a:rPr>
              <a:t>,v</a:t>
            </a:r>
            <a:r>
              <a:rPr lang="en-US" altLang="zh-CN" sz="2800" b="1" baseline="-25000" dirty="0">
                <a:solidFill>
                  <a:schemeClr val="bg1"/>
                </a:solidFill>
                <a:latin typeface="Times New Roman" pitchFamily="18" charset="0"/>
                <a:ea typeface="楷体" charset="0"/>
                <a:cs typeface="楷体_GB2312"/>
              </a:rPr>
              <a:t>1</a:t>
            </a:r>
            <a:r>
              <a:rPr lang="en-US" altLang="zh-CN" sz="2800" b="1" dirty="0">
                <a:solidFill>
                  <a:schemeClr val="bg1"/>
                </a:solidFill>
                <a:latin typeface="Times New Roman" pitchFamily="18" charset="0"/>
                <a:ea typeface="楷体" charset="0"/>
                <a:cs typeface="楷体_GB2312"/>
              </a:rPr>
              <a:t>,…,</a:t>
            </a:r>
            <a:r>
              <a:rPr lang="en-US" altLang="zh-CN" sz="2800" b="1" dirty="0" err="1">
                <a:solidFill>
                  <a:schemeClr val="bg1"/>
                </a:solidFill>
                <a:latin typeface="Times New Roman" pitchFamily="18" charset="0"/>
                <a:ea typeface="楷体" charset="0"/>
                <a:cs typeface="楷体_GB2312"/>
              </a:rPr>
              <a:t>v</a:t>
            </a:r>
            <a:r>
              <a:rPr lang="en-US" altLang="zh-CN" sz="2800" b="1" baseline="-25000" dirty="0" err="1">
                <a:solidFill>
                  <a:schemeClr val="bg1"/>
                </a:solidFill>
                <a:latin typeface="Times New Roman" pitchFamily="18" charset="0"/>
                <a:ea typeface="楷体" charset="0"/>
                <a:cs typeface="楷体_GB2312"/>
              </a:rPr>
              <a:t>k</a:t>
            </a:r>
            <a:r>
              <a:rPr lang="en-US" altLang="zh-CN" sz="2800" b="1" dirty="0">
                <a:solidFill>
                  <a:schemeClr val="bg1"/>
                </a:solidFill>
                <a:latin typeface="Times New Roman" pitchFamily="18" charset="0"/>
                <a:ea typeface="楷体" charset="0"/>
                <a:cs typeface="楷体_GB2312"/>
              </a:rPr>
              <a:t>}</a:t>
            </a:r>
            <a:r>
              <a:rPr lang="zh-CN" altLang="en-US" sz="2800" b="1" dirty="0">
                <a:solidFill>
                  <a:schemeClr val="bg1"/>
                </a:solidFill>
                <a:latin typeface="Times New Roman" pitchFamily="18" charset="0"/>
                <a:ea typeface="楷体" charset="0"/>
                <a:cs typeface="楷体_GB2312"/>
              </a:rPr>
              <a:t>或</a:t>
            </a:r>
            <a:r>
              <a:rPr lang="en-US" altLang="zh-CN" sz="2800" b="1" dirty="0">
                <a:solidFill>
                  <a:schemeClr val="bg1"/>
                </a:solidFill>
                <a:latin typeface="Times New Roman" pitchFamily="18" charset="0"/>
                <a:ea typeface="楷体" charset="0"/>
                <a:cs typeface="楷体_GB2312"/>
              </a:rPr>
              <a:t>{v</a:t>
            </a:r>
            <a:r>
              <a:rPr lang="en-US" altLang="zh-CN" sz="2800" b="1" baseline="-25000" dirty="0">
                <a:solidFill>
                  <a:schemeClr val="bg1"/>
                </a:solidFill>
                <a:latin typeface="Times New Roman" pitchFamily="18" charset="0"/>
                <a:ea typeface="楷体" charset="0"/>
                <a:cs typeface="楷体_GB2312"/>
              </a:rPr>
              <a:t>k</a:t>
            </a:r>
            <a:r>
              <a:rPr lang="en-US" altLang="zh-CN" sz="2800" b="1" dirty="0">
                <a:solidFill>
                  <a:schemeClr val="bg1"/>
                </a:solidFill>
                <a:latin typeface="Times New Roman" pitchFamily="18" charset="0"/>
                <a:ea typeface="楷体" charset="0"/>
                <a:cs typeface="楷体_GB2312"/>
              </a:rPr>
              <a:t>,v</a:t>
            </a:r>
            <a:r>
              <a:rPr lang="en-US" altLang="zh-CN" sz="2800" b="1" baseline="-25000" dirty="0">
                <a:solidFill>
                  <a:schemeClr val="bg1"/>
                </a:solidFill>
                <a:latin typeface="Times New Roman" pitchFamily="18" charset="0"/>
                <a:ea typeface="楷体" charset="0"/>
                <a:cs typeface="楷体_GB2312"/>
              </a:rPr>
              <a:t>k+1</a:t>
            </a:r>
            <a:r>
              <a:rPr lang="en-US" altLang="zh-CN" sz="2800" b="1" dirty="0">
                <a:solidFill>
                  <a:schemeClr val="bg1"/>
                </a:solidFill>
                <a:latin typeface="Times New Roman" pitchFamily="18" charset="0"/>
                <a:ea typeface="楷体" charset="0"/>
                <a:cs typeface="楷体_GB2312"/>
              </a:rPr>
              <a:t>,…,</a:t>
            </a:r>
            <a:r>
              <a:rPr lang="en-US" altLang="zh-CN" sz="2800" b="1" dirty="0" err="1">
                <a:solidFill>
                  <a:schemeClr val="bg1"/>
                </a:solidFill>
                <a:latin typeface="Times New Roman" pitchFamily="18" charset="0"/>
                <a:ea typeface="楷体" charset="0"/>
                <a:cs typeface="楷体_GB2312"/>
              </a:rPr>
              <a:t>v</a:t>
            </a:r>
            <a:r>
              <a:rPr lang="en-US" altLang="zh-CN" sz="2800" b="1" baseline="-25000" dirty="0" err="1">
                <a:solidFill>
                  <a:schemeClr val="bg1"/>
                </a:solidFill>
                <a:latin typeface="Times New Roman" pitchFamily="18" charset="0"/>
                <a:ea typeface="楷体" charset="0"/>
                <a:cs typeface="楷体_GB2312"/>
              </a:rPr>
              <a:t>n</a:t>
            </a:r>
            <a:r>
              <a:rPr lang="en-US" altLang="zh-CN" sz="2800" b="1" dirty="0">
                <a:solidFill>
                  <a:schemeClr val="bg1"/>
                </a:solidFill>
                <a:latin typeface="Times New Roman" pitchFamily="18" charset="0"/>
                <a:ea typeface="楷体" charset="0"/>
                <a:cs typeface="楷体_GB2312"/>
              </a:rPr>
              <a:t>}</a:t>
            </a:r>
            <a:r>
              <a:rPr lang="zh-CN" altLang="en-US" sz="2800" b="1" dirty="0">
                <a:solidFill>
                  <a:schemeClr val="bg1"/>
                </a:solidFill>
                <a:latin typeface="Times New Roman" pitchFamily="18" charset="0"/>
                <a:ea typeface="楷体" charset="0"/>
                <a:cs typeface="楷体_GB2312"/>
              </a:rPr>
              <a:t>的更小权的三角剖分将导致</a:t>
            </a:r>
            <a:r>
              <a:rPr lang="en-US" altLang="zh-CN" sz="2800" b="1" dirty="0">
                <a:solidFill>
                  <a:schemeClr val="bg1"/>
                </a:solidFill>
                <a:latin typeface="Times New Roman" pitchFamily="18" charset="0"/>
                <a:ea typeface="楷体" charset="0"/>
                <a:cs typeface="楷体_GB2312"/>
              </a:rPr>
              <a:t>T</a:t>
            </a:r>
            <a:r>
              <a:rPr lang="zh-CN" altLang="en-US" sz="2800" b="1" dirty="0">
                <a:solidFill>
                  <a:schemeClr val="bg1"/>
                </a:solidFill>
                <a:latin typeface="Times New Roman" pitchFamily="18" charset="0"/>
                <a:ea typeface="楷体" charset="0"/>
                <a:cs typeface="楷体_GB2312"/>
              </a:rPr>
              <a:t>不是最优三角剖分的矛盾。 </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ChangeArrowheads="1"/>
          </p:cNvSpPr>
          <p:nvPr/>
        </p:nvSpPr>
        <p:spPr bwMode="auto">
          <a:xfrm>
            <a:off x="1925241" y="0"/>
            <a:ext cx="5509022" cy="596504"/>
          </a:xfrm>
          <a:prstGeom prst="rect">
            <a:avLst/>
          </a:prstGeom>
          <a:noFill/>
          <a:ln>
            <a:noFill/>
          </a:ln>
          <a:effectLst/>
        </p:spPr>
        <p:txBody>
          <a:bodyPr anchor="b"/>
          <a:lstStyle/>
          <a:p>
            <a:pPr>
              <a:defRPr/>
            </a:pPr>
            <a:r>
              <a:rPr lang="zh-CN" altLang="en-US" sz="2850" b="1">
                <a:solidFill>
                  <a:srgbClr val="000066"/>
                </a:solidFill>
                <a:effectLst>
                  <a:outerShdw blurRad="38100" dist="38100" dir="2700000" algn="tl">
                    <a:srgbClr val="C0C0C0"/>
                  </a:outerShdw>
                </a:effectLst>
                <a:latin typeface="Times New Roman" pitchFamily="18" charset="0"/>
                <a:ea typeface="楷体" charset="0"/>
              </a:rPr>
              <a:t>最优三角剖分的递归结构</a:t>
            </a:r>
            <a:endParaRPr lang="ja-JP" altLang="en-US" sz="2850" b="1">
              <a:solidFill>
                <a:srgbClr val="000066"/>
              </a:solidFill>
              <a:effectLst>
                <a:outerShdw blurRad="38100" dist="38100" dir="2700000" algn="tl">
                  <a:srgbClr val="C0C0C0"/>
                </a:outerShdw>
              </a:effectLst>
              <a:latin typeface="Times New Roman" pitchFamily="18" charset="0"/>
              <a:ea typeface="楷体" charset="0"/>
            </a:endParaRPr>
          </a:p>
        </p:txBody>
      </p:sp>
      <p:sp>
        <p:nvSpPr>
          <p:cNvPr id="76876" name="Text Box 3"/>
          <p:cNvSpPr txBox="1">
            <a:spLocks noChangeArrowheads="1"/>
          </p:cNvSpPr>
          <p:nvPr/>
        </p:nvSpPr>
        <p:spPr bwMode="auto">
          <a:xfrm>
            <a:off x="496570" y="681355"/>
            <a:ext cx="8038465" cy="2286000"/>
          </a:xfrm>
          <a:prstGeom prst="rect">
            <a:avLst/>
          </a:prstGeom>
          <a:noFill/>
          <a:ln w="9525">
            <a:noFill/>
            <a:miter lim="800000"/>
          </a:ln>
        </p:spPr>
        <p:txBody>
          <a:bodyPr wrap="square">
            <a:spAutoFit/>
          </a:bodyPr>
          <a:lstStyle/>
          <a:p>
            <a:pPr>
              <a:buFontTx/>
              <a:buChar char="•"/>
            </a:pPr>
            <a:r>
              <a:rPr lang="zh-CN" altLang="en-US" sz="1800">
                <a:solidFill>
                  <a:srgbClr val="000000"/>
                </a:solidFill>
                <a:latin typeface="Times New Roman" pitchFamily="18" charset="0"/>
                <a:ea typeface="楷体" charset="0"/>
                <a:cs typeface="楷体_GB2312"/>
              </a:rPr>
              <a:t>定义</a:t>
            </a:r>
            <a:r>
              <a:rPr lang="en-US" altLang="zh-CN" sz="1800">
                <a:solidFill>
                  <a:srgbClr val="000000"/>
                </a:solidFill>
                <a:latin typeface="Times New Roman" pitchFamily="18" charset="0"/>
                <a:ea typeface="楷体" charset="0"/>
                <a:cs typeface="楷体_GB2312"/>
              </a:rPr>
              <a:t>t[i][j]</a:t>
            </a:r>
            <a:r>
              <a:rPr lang="zh-CN" altLang="en-US" sz="1800">
                <a:solidFill>
                  <a:srgbClr val="000000"/>
                </a:solidFill>
                <a:latin typeface="Times New Roman" pitchFamily="18" charset="0"/>
                <a:ea typeface="楷体" charset="0"/>
                <a:cs typeface="楷体_GB2312"/>
              </a:rPr>
              <a:t>，</a:t>
            </a:r>
            <a:r>
              <a:rPr lang="en-US" altLang="zh-CN" sz="1800">
                <a:solidFill>
                  <a:srgbClr val="000000"/>
                </a:solidFill>
                <a:latin typeface="Times New Roman" pitchFamily="18" charset="0"/>
                <a:ea typeface="楷体" charset="0"/>
                <a:cs typeface="楷体_GB2312"/>
              </a:rPr>
              <a:t>1≤i&lt;j≤n</a:t>
            </a:r>
            <a:r>
              <a:rPr lang="zh-CN" altLang="en-US" sz="1800">
                <a:solidFill>
                  <a:srgbClr val="000000"/>
                </a:solidFill>
                <a:latin typeface="Times New Roman" pitchFamily="18" charset="0"/>
                <a:ea typeface="楷体" charset="0"/>
                <a:cs typeface="楷体_GB2312"/>
              </a:rPr>
              <a:t>为凸子多边形</a:t>
            </a:r>
            <a:r>
              <a:rPr lang="en-US" altLang="zh-CN" sz="1800">
                <a:solidFill>
                  <a:srgbClr val="000000"/>
                </a:solidFill>
                <a:latin typeface="Times New Roman" pitchFamily="18" charset="0"/>
                <a:ea typeface="楷体" charset="0"/>
                <a:cs typeface="楷体_GB2312"/>
              </a:rPr>
              <a:t>{vi-1,vi,…,vj}</a:t>
            </a:r>
            <a:r>
              <a:rPr lang="zh-CN" altLang="en-US" sz="1800">
                <a:solidFill>
                  <a:srgbClr val="000000"/>
                </a:solidFill>
                <a:latin typeface="Times New Roman" pitchFamily="18" charset="0"/>
                <a:ea typeface="楷体" charset="0"/>
                <a:cs typeface="楷体_GB2312"/>
              </a:rPr>
              <a:t>的最优三角剖分所对应的权函数值，即其最优值。为方便起见，设退化的多边形</a:t>
            </a:r>
            <a:r>
              <a:rPr lang="en-US" altLang="zh-CN" sz="1800">
                <a:solidFill>
                  <a:srgbClr val="000000"/>
                </a:solidFill>
                <a:latin typeface="Times New Roman" pitchFamily="18" charset="0"/>
                <a:ea typeface="楷体" charset="0"/>
                <a:cs typeface="楷体_GB2312"/>
              </a:rPr>
              <a:t>{vi-1,vi}</a:t>
            </a:r>
            <a:r>
              <a:rPr lang="zh-CN" altLang="en-US" sz="1800">
                <a:solidFill>
                  <a:srgbClr val="000000"/>
                </a:solidFill>
                <a:latin typeface="Times New Roman" pitchFamily="18" charset="0"/>
                <a:ea typeface="楷体" charset="0"/>
                <a:cs typeface="楷体_GB2312"/>
              </a:rPr>
              <a:t>具有权值</a:t>
            </a:r>
            <a:r>
              <a:rPr lang="en-US" altLang="zh-CN" sz="1800">
                <a:solidFill>
                  <a:srgbClr val="000000"/>
                </a:solidFill>
                <a:latin typeface="Times New Roman" pitchFamily="18" charset="0"/>
                <a:ea typeface="楷体" charset="0"/>
                <a:cs typeface="楷体_GB2312"/>
              </a:rPr>
              <a:t>0</a:t>
            </a:r>
            <a:r>
              <a:rPr lang="zh-CN" altLang="en-US" sz="1800">
                <a:solidFill>
                  <a:srgbClr val="000000"/>
                </a:solidFill>
                <a:latin typeface="Times New Roman" pitchFamily="18" charset="0"/>
                <a:ea typeface="楷体" charset="0"/>
                <a:cs typeface="楷体_GB2312"/>
              </a:rPr>
              <a:t>。据此定义，要计算的凸</a:t>
            </a:r>
            <a:r>
              <a:rPr lang="en-US" altLang="zh-CN" sz="1800">
                <a:solidFill>
                  <a:srgbClr val="000000"/>
                </a:solidFill>
                <a:latin typeface="Times New Roman" pitchFamily="18" charset="0"/>
                <a:ea typeface="楷体" charset="0"/>
                <a:cs typeface="楷体_GB2312"/>
              </a:rPr>
              <a:t>(n+1)</a:t>
            </a:r>
            <a:r>
              <a:rPr lang="zh-CN" altLang="en-US" sz="1800">
                <a:solidFill>
                  <a:srgbClr val="000000"/>
                </a:solidFill>
                <a:latin typeface="Times New Roman" pitchFamily="18" charset="0"/>
                <a:ea typeface="楷体" charset="0"/>
                <a:cs typeface="楷体_GB2312"/>
              </a:rPr>
              <a:t>边形</a:t>
            </a:r>
            <a:r>
              <a:rPr lang="en-US" altLang="zh-CN" sz="1800">
                <a:solidFill>
                  <a:srgbClr val="000000"/>
                </a:solidFill>
                <a:latin typeface="Times New Roman" pitchFamily="18" charset="0"/>
                <a:ea typeface="楷体" charset="0"/>
                <a:cs typeface="楷体_GB2312"/>
              </a:rPr>
              <a:t>P</a:t>
            </a:r>
            <a:r>
              <a:rPr lang="zh-CN" altLang="en-US" sz="1800">
                <a:solidFill>
                  <a:srgbClr val="000000"/>
                </a:solidFill>
                <a:latin typeface="Times New Roman" pitchFamily="18" charset="0"/>
                <a:ea typeface="楷体" charset="0"/>
                <a:cs typeface="楷体_GB2312"/>
              </a:rPr>
              <a:t>的最优权值为</a:t>
            </a:r>
            <a:r>
              <a:rPr lang="en-US" altLang="zh-CN" sz="1800">
                <a:solidFill>
                  <a:srgbClr val="000000"/>
                </a:solidFill>
                <a:latin typeface="Times New Roman" pitchFamily="18" charset="0"/>
                <a:ea typeface="楷体" charset="0"/>
                <a:cs typeface="楷体_GB2312"/>
              </a:rPr>
              <a:t>t[1][n]</a:t>
            </a:r>
            <a:r>
              <a:rPr lang="zh-CN" altLang="en-US" sz="1800">
                <a:solidFill>
                  <a:srgbClr val="000000"/>
                </a:solidFill>
                <a:latin typeface="Times New Roman" pitchFamily="18" charset="0"/>
                <a:ea typeface="楷体" charset="0"/>
                <a:cs typeface="楷体_GB2312"/>
              </a:rPr>
              <a:t>。</a:t>
            </a:r>
          </a:p>
          <a:p>
            <a:pPr>
              <a:buFontTx/>
              <a:buChar char="•"/>
            </a:pPr>
            <a:r>
              <a:rPr lang="en-US" altLang="zh-CN" sz="1800">
                <a:solidFill>
                  <a:srgbClr val="000000"/>
                </a:solidFill>
                <a:latin typeface="Times New Roman" pitchFamily="18" charset="0"/>
                <a:ea typeface="楷体" charset="0"/>
                <a:cs typeface="楷体_GB2312"/>
              </a:rPr>
              <a:t>t[i][j]</a:t>
            </a:r>
            <a:r>
              <a:rPr lang="zh-CN" altLang="en-US" sz="1800">
                <a:solidFill>
                  <a:srgbClr val="000000"/>
                </a:solidFill>
                <a:latin typeface="Times New Roman" pitchFamily="18" charset="0"/>
                <a:ea typeface="楷体" charset="0"/>
                <a:cs typeface="楷体_GB2312"/>
              </a:rPr>
              <a:t>的值可以利用最优子结构性质递归地计算。当</a:t>
            </a:r>
            <a:r>
              <a:rPr lang="en-US" altLang="zh-CN" sz="1800">
                <a:solidFill>
                  <a:srgbClr val="000000"/>
                </a:solidFill>
                <a:latin typeface="Times New Roman" pitchFamily="18" charset="0"/>
                <a:ea typeface="楷体" charset="0"/>
                <a:cs typeface="楷体_GB2312"/>
              </a:rPr>
              <a:t>j-i≥1</a:t>
            </a:r>
            <a:r>
              <a:rPr lang="zh-CN" altLang="en-US" sz="1800">
                <a:solidFill>
                  <a:srgbClr val="000000"/>
                </a:solidFill>
                <a:latin typeface="Times New Roman" pitchFamily="18" charset="0"/>
                <a:ea typeface="楷体" charset="0"/>
                <a:cs typeface="楷体_GB2312"/>
              </a:rPr>
              <a:t>时，凸子多边形至少有</a:t>
            </a:r>
            <a:r>
              <a:rPr lang="en-US" altLang="zh-CN" sz="1800">
                <a:solidFill>
                  <a:srgbClr val="000000"/>
                </a:solidFill>
                <a:latin typeface="Times New Roman" pitchFamily="18" charset="0"/>
                <a:ea typeface="楷体" charset="0"/>
                <a:cs typeface="楷体_GB2312"/>
              </a:rPr>
              <a:t>3</a:t>
            </a:r>
            <a:r>
              <a:rPr lang="zh-CN" altLang="en-US" sz="1800">
                <a:solidFill>
                  <a:srgbClr val="000000"/>
                </a:solidFill>
                <a:latin typeface="Times New Roman" pitchFamily="18" charset="0"/>
                <a:ea typeface="楷体" charset="0"/>
                <a:cs typeface="楷体_GB2312"/>
              </a:rPr>
              <a:t>个顶点。由最优子结构性质，</a:t>
            </a:r>
            <a:r>
              <a:rPr lang="en-US" altLang="zh-CN" sz="1800">
                <a:solidFill>
                  <a:srgbClr val="000000"/>
                </a:solidFill>
                <a:latin typeface="Times New Roman" pitchFamily="18" charset="0"/>
                <a:ea typeface="楷体" charset="0"/>
                <a:cs typeface="楷体_GB2312"/>
              </a:rPr>
              <a:t>t[i][j]</a:t>
            </a:r>
            <a:r>
              <a:rPr lang="zh-CN" altLang="en-US" sz="1800">
                <a:solidFill>
                  <a:srgbClr val="000000"/>
                </a:solidFill>
                <a:latin typeface="Times New Roman" pitchFamily="18" charset="0"/>
                <a:ea typeface="楷体" charset="0"/>
                <a:cs typeface="楷体_GB2312"/>
              </a:rPr>
              <a:t>的值应为</a:t>
            </a:r>
            <a:r>
              <a:rPr lang="en-US" altLang="zh-CN" sz="1800">
                <a:solidFill>
                  <a:srgbClr val="000000"/>
                </a:solidFill>
                <a:latin typeface="Times New Roman" pitchFamily="18" charset="0"/>
                <a:ea typeface="楷体" charset="0"/>
                <a:cs typeface="楷体_GB2312"/>
              </a:rPr>
              <a:t>t[i][k]</a:t>
            </a:r>
            <a:r>
              <a:rPr lang="zh-CN" altLang="en-US" sz="1800">
                <a:solidFill>
                  <a:srgbClr val="000000"/>
                </a:solidFill>
                <a:latin typeface="Times New Roman" pitchFamily="18" charset="0"/>
                <a:ea typeface="楷体" charset="0"/>
                <a:cs typeface="楷体_GB2312"/>
              </a:rPr>
              <a:t>的值加上</a:t>
            </a:r>
            <a:r>
              <a:rPr lang="en-US" altLang="zh-CN" sz="1800">
                <a:solidFill>
                  <a:srgbClr val="000000"/>
                </a:solidFill>
                <a:latin typeface="Times New Roman" pitchFamily="18" charset="0"/>
                <a:ea typeface="楷体" charset="0"/>
                <a:cs typeface="楷体_GB2312"/>
              </a:rPr>
              <a:t>t[k+1][j]</a:t>
            </a:r>
            <a:r>
              <a:rPr lang="zh-CN" altLang="en-US" sz="1800">
                <a:solidFill>
                  <a:srgbClr val="000000"/>
                </a:solidFill>
                <a:latin typeface="Times New Roman" pitchFamily="18" charset="0"/>
                <a:ea typeface="楷体" charset="0"/>
                <a:cs typeface="楷体_GB2312"/>
              </a:rPr>
              <a:t>的值，再加上三角形</a:t>
            </a:r>
            <a:r>
              <a:rPr lang="en-US" altLang="zh-CN" sz="1800">
                <a:solidFill>
                  <a:srgbClr val="000000"/>
                </a:solidFill>
                <a:latin typeface="Times New Roman" pitchFamily="18" charset="0"/>
                <a:ea typeface="楷体" charset="0"/>
                <a:cs typeface="楷体_GB2312"/>
              </a:rPr>
              <a:t>v</a:t>
            </a:r>
            <a:r>
              <a:rPr lang="en-US" altLang="zh-CN" sz="1800" baseline="-25000">
                <a:solidFill>
                  <a:srgbClr val="000000"/>
                </a:solidFill>
                <a:latin typeface="Times New Roman" pitchFamily="18" charset="0"/>
                <a:ea typeface="楷体" charset="0"/>
                <a:cs typeface="楷体_GB2312"/>
              </a:rPr>
              <a:t>i-1</a:t>
            </a:r>
            <a:r>
              <a:rPr lang="en-US" altLang="zh-CN" sz="1800">
                <a:solidFill>
                  <a:srgbClr val="000000"/>
                </a:solidFill>
                <a:latin typeface="Times New Roman" pitchFamily="18" charset="0"/>
                <a:ea typeface="楷体" charset="0"/>
                <a:cs typeface="楷体_GB2312"/>
              </a:rPr>
              <a:t>v</a:t>
            </a:r>
            <a:r>
              <a:rPr lang="en-US" altLang="zh-CN" sz="1800" baseline="-25000">
                <a:solidFill>
                  <a:srgbClr val="000000"/>
                </a:solidFill>
                <a:latin typeface="Times New Roman" pitchFamily="18" charset="0"/>
                <a:ea typeface="楷体" charset="0"/>
                <a:cs typeface="楷体_GB2312"/>
              </a:rPr>
              <a:t>k</a:t>
            </a:r>
            <a:r>
              <a:rPr lang="en-US" altLang="zh-CN" sz="1800">
                <a:solidFill>
                  <a:srgbClr val="000000"/>
                </a:solidFill>
                <a:latin typeface="Times New Roman" pitchFamily="18" charset="0"/>
                <a:ea typeface="楷体" charset="0"/>
                <a:cs typeface="楷体_GB2312"/>
              </a:rPr>
              <a:t>v</a:t>
            </a:r>
            <a:r>
              <a:rPr lang="en-US" altLang="zh-CN" sz="1800" baseline="-25000">
                <a:solidFill>
                  <a:srgbClr val="000000"/>
                </a:solidFill>
                <a:latin typeface="Times New Roman" pitchFamily="18" charset="0"/>
                <a:ea typeface="楷体" charset="0"/>
                <a:cs typeface="楷体_GB2312"/>
              </a:rPr>
              <a:t>j</a:t>
            </a:r>
            <a:r>
              <a:rPr lang="zh-CN" altLang="en-US" sz="1800">
                <a:solidFill>
                  <a:srgbClr val="000000"/>
                </a:solidFill>
                <a:latin typeface="Times New Roman" pitchFamily="18" charset="0"/>
                <a:ea typeface="楷体" charset="0"/>
                <a:cs typeface="楷体_GB2312"/>
              </a:rPr>
              <a:t>的权值，其中</a:t>
            </a:r>
            <a:r>
              <a:rPr lang="en-US" altLang="zh-CN" sz="1800">
                <a:solidFill>
                  <a:srgbClr val="000000"/>
                </a:solidFill>
                <a:latin typeface="Times New Roman" pitchFamily="18" charset="0"/>
                <a:ea typeface="楷体" charset="0"/>
                <a:cs typeface="楷体_GB2312"/>
              </a:rPr>
              <a:t>i≤k≤j-1</a:t>
            </a:r>
            <a:r>
              <a:rPr lang="zh-CN" altLang="en-US" sz="1800">
                <a:solidFill>
                  <a:srgbClr val="000000"/>
                </a:solidFill>
                <a:latin typeface="Times New Roman" pitchFamily="18" charset="0"/>
                <a:ea typeface="楷体" charset="0"/>
                <a:cs typeface="楷体_GB2312"/>
              </a:rPr>
              <a:t>。由于在计算时还不知道</a:t>
            </a:r>
            <a:r>
              <a:rPr lang="en-US" altLang="zh-CN" sz="1800">
                <a:solidFill>
                  <a:srgbClr val="000000"/>
                </a:solidFill>
                <a:latin typeface="Times New Roman" pitchFamily="18" charset="0"/>
                <a:ea typeface="楷体" charset="0"/>
                <a:cs typeface="楷体_GB2312"/>
              </a:rPr>
              <a:t>k</a:t>
            </a:r>
            <a:r>
              <a:rPr lang="zh-CN" altLang="en-US" sz="1800">
                <a:solidFill>
                  <a:srgbClr val="000000"/>
                </a:solidFill>
                <a:latin typeface="Times New Roman" pitchFamily="18" charset="0"/>
                <a:ea typeface="楷体" charset="0"/>
                <a:cs typeface="楷体_GB2312"/>
              </a:rPr>
              <a:t>的确切位置，而</a:t>
            </a:r>
            <a:r>
              <a:rPr lang="en-US" altLang="zh-CN" sz="1800">
                <a:solidFill>
                  <a:srgbClr val="000000"/>
                </a:solidFill>
                <a:latin typeface="Times New Roman" pitchFamily="18" charset="0"/>
                <a:ea typeface="楷体" charset="0"/>
                <a:cs typeface="楷体_GB2312"/>
              </a:rPr>
              <a:t>k</a:t>
            </a:r>
            <a:r>
              <a:rPr lang="zh-CN" altLang="en-US" sz="1800">
                <a:solidFill>
                  <a:srgbClr val="000000"/>
                </a:solidFill>
                <a:latin typeface="Times New Roman" pitchFamily="18" charset="0"/>
                <a:ea typeface="楷体" charset="0"/>
                <a:cs typeface="楷体_GB2312"/>
              </a:rPr>
              <a:t>的所有可能位置只有</a:t>
            </a:r>
            <a:r>
              <a:rPr lang="en-US" altLang="zh-CN" sz="1800">
                <a:solidFill>
                  <a:srgbClr val="000000"/>
                </a:solidFill>
                <a:latin typeface="Times New Roman" pitchFamily="18" charset="0"/>
                <a:ea typeface="楷体" charset="0"/>
                <a:cs typeface="楷体_GB2312"/>
              </a:rPr>
              <a:t>j-i</a:t>
            </a:r>
            <a:r>
              <a:rPr lang="zh-CN" altLang="en-US" sz="1800">
                <a:solidFill>
                  <a:srgbClr val="000000"/>
                </a:solidFill>
                <a:latin typeface="Times New Roman" pitchFamily="18" charset="0"/>
                <a:ea typeface="楷体" charset="0"/>
                <a:cs typeface="楷体_GB2312"/>
              </a:rPr>
              <a:t>个，因此可以在这</a:t>
            </a:r>
            <a:r>
              <a:rPr lang="en-US" altLang="zh-CN" sz="1800">
                <a:solidFill>
                  <a:srgbClr val="000000"/>
                </a:solidFill>
                <a:latin typeface="Times New Roman" pitchFamily="18" charset="0"/>
                <a:ea typeface="楷体" charset="0"/>
                <a:cs typeface="楷体_GB2312"/>
              </a:rPr>
              <a:t>j-i</a:t>
            </a:r>
            <a:r>
              <a:rPr lang="zh-CN" altLang="en-US" sz="1800">
                <a:solidFill>
                  <a:srgbClr val="000000"/>
                </a:solidFill>
                <a:latin typeface="Times New Roman" pitchFamily="18" charset="0"/>
                <a:ea typeface="楷体" charset="0"/>
                <a:cs typeface="楷体_GB2312"/>
              </a:rPr>
              <a:t>个位置中选出使</a:t>
            </a:r>
            <a:r>
              <a:rPr lang="en-US" altLang="zh-CN" sz="1800">
                <a:solidFill>
                  <a:srgbClr val="000000"/>
                </a:solidFill>
                <a:latin typeface="Times New Roman" pitchFamily="18" charset="0"/>
                <a:ea typeface="楷体" charset="0"/>
                <a:cs typeface="楷体_GB2312"/>
              </a:rPr>
              <a:t>t[i][j]</a:t>
            </a:r>
            <a:r>
              <a:rPr lang="zh-CN" altLang="en-US" sz="1800">
                <a:solidFill>
                  <a:srgbClr val="000000"/>
                </a:solidFill>
                <a:latin typeface="Times New Roman" pitchFamily="18" charset="0"/>
                <a:ea typeface="楷体" charset="0"/>
                <a:cs typeface="楷体_GB2312"/>
              </a:rPr>
              <a:t>值达到最小的位置。由此，</a:t>
            </a:r>
            <a:r>
              <a:rPr lang="en-US" altLang="zh-CN" sz="1800">
                <a:solidFill>
                  <a:srgbClr val="000000"/>
                </a:solidFill>
                <a:latin typeface="Times New Roman" pitchFamily="18" charset="0"/>
                <a:ea typeface="楷体" charset="0"/>
                <a:cs typeface="楷体_GB2312"/>
              </a:rPr>
              <a:t>t[i][j]</a:t>
            </a:r>
            <a:r>
              <a:rPr lang="zh-CN" altLang="en-US" sz="1800">
                <a:solidFill>
                  <a:srgbClr val="000000"/>
                </a:solidFill>
                <a:latin typeface="Times New Roman" pitchFamily="18" charset="0"/>
                <a:ea typeface="楷体" charset="0"/>
                <a:cs typeface="楷体_GB2312"/>
              </a:rPr>
              <a:t>可递归地定义为：</a:t>
            </a:r>
          </a:p>
        </p:txBody>
      </p:sp>
      <p:sp>
        <p:nvSpPr>
          <p:cNvPr id="76877" name="Rectangle 4"/>
          <p:cNvSpPr>
            <a:spLocks noChangeArrowheads="1"/>
          </p:cNvSpPr>
          <p:nvPr/>
        </p:nvSpPr>
        <p:spPr bwMode="auto">
          <a:xfrm>
            <a:off x="1143000" y="2211705"/>
            <a:ext cx="309880" cy="320040"/>
          </a:xfrm>
          <a:prstGeom prst="rect">
            <a:avLst/>
          </a:prstGeom>
          <a:noFill/>
          <a:ln w="9525">
            <a:noFill/>
            <a:miter lim="800000"/>
          </a:ln>
        </p:spPr>
        <p:txBody>
          <a:bodyPr wrap="none" anchor="ctr">
            <a:spAutoFit/>
          </a:bodyPr>
          <a:lstStyle/>
          <a:p>
            <a:endParaRPr lang="zh-CN" altLang="en-US" sz="1500"/>
          </a:p>
        </p:txBody>
      </p:sp>
      <p:graphicFrame>
        <p:nvGraphicFramePr>
          <p:cNvPr id="76873" name="Object 73"/>
          <p:cNvGraphicFramePr>
            <a:graphicFrameLocks noChangeAspect="1"/>
          </p:cNvGraphicFramePr>
          <p:nvPr/>
        </p:nvGraphicFramePr>
        <p:xfrm>
          <a:off x="1656160" y="3598069"/>
          <a:ext cx="5886450" cy="944166"/>
        </p:xfrm>
        <a:graphic>
          <a:graphicData uri="http://schemas.openxmlformats.org/presentationml/2006/ole">
            <mc:AlternateContent xmlns:mc="http://schemas.openxmlformats.org/markup-compatibility/2006">
              <mc:Choice xmlns:v="urn:schemas-microsoft-com:vml" Requires="v">
                <p:oleObj spid="_x0000_s76935" name="公式" r:id="rId3" imgW="3327400" imgH="533400" progId="Equation.3">
                  <p:embed/>
                </p:oleObj>
              </mc:Choice>
              <mc:Fallback>
                <p:oleObj name="公式" r:id="rId3" imgW="3327400" imgH="533400" progId="Equation.3">
                  <p:embed/>
                  <p:pic>
                    <p:nvPicPr>
                      <p:cNvPr id="0" name="Picture 7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6160" y="3598069"/>
                        <a:ext cx="5886450" cy="944166"/>
                      </a:xfrm>
                      <a:prstGeom prst="rect">
                        <a:avLst/>
                      </a:prstGeom>
                      <a:solidFill>
                        <a:srgbClr val="FFCC00"/>
                      </a:solidFill>
                    </p:spPr>
                  </p:pic>
                </p:oleObj>
              </mc:Fallback>
            </mc:AlternateContent>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20" name="Rectangle 4"/>
          <p:cNvSpPr>
            <a:spLocks noGrp="1" noChangeArrowheads="1"/>
          </p:cNvSpPr>
          <p:nvPr>
            <p:ph type="ctrTitle" idx="4294967295"/>
          </p:nvPr>
        </p:nvSpPr>
        <p:spPr>
          <a:xfrm>
            <a:off x="0" y="1257300"/>
            <a:ext cx="5829300" cy="1153795"/>
          </a:xfrm>
        </p:spPr>
        <p:txBody>
          <a:bodyPr rtlCol="0">
            <a:noAutofit/>
          </a:bodyPr>
          <a:lstStyle/>
          <a:p>
            <a:pPr eaLnBrk="1" fontAlgn="auto" hangingPunct="1">
              <a:spcAft>
                <a:spcPts val="0"/>
              </a:spcAft>
              <a:defRPr/>
            </a:pPr>
            <a:r>
              <a:rPr lang="zh-CN" altLang="en-US" sz="4000" b="1">
                <a:solidFill>
                  <a:srgbClr val="000000"/>
                </a:solidFill>
                <a:effectLst>
                  <a:outerShdw blurRad="38100" dist="38100" dir="2700000" algn="tl">
                    <a:srgbClr val="C0C0C0"/>
                  </a:outerShdw>
                </a:effectLst>
                <a:latin typeface="Times New Roman" pitchFamily="18" charset="0"/>
                <a:ea typeface="楷体" charset="0"/>
              </a:rPr>
              <a:t>多边形游戏</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ChangeArrowheads="1"/>
          </p:cNvSpPr>
          <p:nvPr/>
        </p:nvSpPr>
        <p:spPr bwMode="auto">
          <a:xfrm>
            <a:off x="885111" y="94615"/>
            <a:ext cx="5509022" cy="596504"/>
          </a:xfrm>
          <a:prstGeom prst="rect">
            <a:avLst/>
          </a:prstGeom>
          <a:noFill/>
          <a:ln>
            <a:noFill/>
          </a:ln>
          <a:effectLst/>
        </p:spPr>
        <p:txBody>
          <a:bodyPr anchor="b"/>
          <a:lstStyle/>
          <a:p>
            <a:pPr>
              <a:defRPr/>
            </a:pPr>
            <a:r>
              <a:rPr lang="zh-CN" altLang="en-US" sz="2850" b="1">
                <a:solidFill>
                  <a:srgbClr val="000066"/>
                </a:solidFill>
                <a:effectLst>
                  <a:outerShdw blurRad="38100" dist="38100" dir="2700000" algn="tl">
                    <a:srgbClr val="C0C0C0"/>
                  </a:outerShdw>
                </a:effectLst>
                <a:latin typeface="Times New Roman" pitchFamily="18" charset="0"/>
                <a:ea typeface="楷体" charset="0"/>
              </a:rPr>
              <a:t>多边形游戏</a:t>
            </a:r>
            <a:endParaRPr lang="ja-JP" altLang="en-US" sz="2850" b="1">
              <a:solidFill>
                <a:srgbClr val="000066"/>
              </a:solidFill>
              <a:effectLst>
                <a:outerShdw blurRad="38100" dist="38100" dir="2700000" algn="tl">
                  <a:srgbClr val="C0C0C0"/>
                </a:outerShdw>
              </a:effectLst>
              <a:latin typeface="Times New Roman" pitchFamily="18" charset="0"/>
              <a:ea typeface="楷体" charset="0"/>
            </a:endParaRPr>
          </a:p>
        </p:txBody>
      </p:sp>
      <p:sp>
        <p:nvSpPr>
          <p:cNvPr id="218115" name="Rectangle 3"/>
          <p:cNvSpPr>
            <a:spLocks noChangeArrowheads="1"/>
          </p:cNvSpPr>
          <p:nvPr/>
        </p:nvSpPr>
        <p:spPr bwMode="auto">
          <a:xfrm>
            <a:off x="481965" y="843280"/>
            <a:ext cx="8033385" cy="3444240"/>
          </a:xfrm>
          <a:prstGeom prst="rect">
            <a:avLst/>
          </a:prstGeom>
          <a:noFill/>
          <a:ln w="9525">
            <a:noFill/>
            <a:miter lim="800000"/>
          </a:ln>
        </p:spPr>
        <p:txBody>
          <a:bodyPr wrap="square" anchor="ctr">
            <a:spAutoFit/>
          </a:bodyPr>
          <a:lstStyle/>
          <a:p>
            <a:pPr indent="269875"/>
            <a:r>
              <a:rPr kumimoji="1" lang="zh-CN" altLang="en-US" b="1">
                <a:solidFill>
                  <a:srgbClr val="000000"/>
                </a:solidFill>
                <a:latin typeface="Times New Roman" pitchFamily="18" charset="0"/>
                <a:ea typeface="楷体" charset="0"/>
                <a:cs typeface="楷体_GB2312"/>
              </a:rPr>
              <a:t>多边形游戏是一个单人玩的游戏，开始时有一个由</a:t>
            </a:r>
            <a:r>
              <a:rPr kumimoji="1" lang="en-US" altLang="zh-CN" b="1">
                <a:solidFill>
                  <a:srgbClr val="000000"/>
                </a:solidFill>
                <a:latin typeface="Times New Roman" pitchFamily="18" charset="0"/>
                <a:ea typeface="楷体" charset="0"/>
                <a:cs typeface="楷体_GB2312"/>
              </a:rPr>
              <a:t>n</a:t>
            </a:r>
            <a:r>
              <a:rPr kumimoji="1" lang="zh-CN" altLang="en-US" b="1">
                <a:solidFill>
                  <a:srgbClr val="000000"/>
                </a:solidFill>
                <a:latin typeface="Times New Roman" pitchFamily="18" charset="0"/>
                <a:ea typeface="楷体" charset="0"/>
                <a:cs typeface="楷体_GB2312"/>
              </a:rPr>
              <a:t>个顶点构成的多边形。每个顶点被赋予一个整数值，每条边被赋予一个运算符“</a:t>
            </a:r>
            <a:r>
              <a:rPr kumimoji="1" lang="en-US" altLang="zh-CN" b="1">
                <a:solidFill>
                  <a:srgbClr val="000000"/>
                </a:solidFill>
                <a:latin typeface="Times New Roman" pitchFamily="18" charset="0"/>
                <a:ea typeface="楷体" charset="0"/>
                <a:cs typeface="楷体_GB2312"/>
              </a:rPr>
              <a:t>+”</a:t>
            </a:r>
            <a:r>
              <a:rPr kumimoji="1" lang="zh-CN" altLang="en-US" b="1">
                <a:solidFill>
                  <a:srgbClr val="000000"/>
                </a:solidFill>
                <a:latin typeface="Times New Roman" pitchFamily="18" charset="0"/>
                <a:ea typeface="楷体" charset="0"/>
                <a:cs typeface="楷体_GB2312"/>
              </a:rPr>
              <a:t>或“*”。所有边依次用整数从</a:t>
            </a:r>
            <a:r>
              <a:rPr kumimoji="1" lang="en-US" altLang="zh-CN" b="1">
                <a:solidFill>
                  <a:srgbClr val="000000"/>
                </a:solidFill>
                <a:latin typeface="Times New Roman" pitchFamily="18" charset="0"/>
                <a:ea typeface="楷体" charset="0"/>
                <a:cs typeface="楷体_GB2312"/>
              </a:rPr>
              <a:t>1</a:t>
            </a:r>
            <a:r>
              <a:rPr kumimoji="1" lang="zh-CN" altLang="en-US" b="1">
                <a:solidFill>
                  <a:srgbClr val="000000"/>
                </a:solidFill>
                <a:latin typeface="Times New Roman" pitchFamily="18" charset="0"/>
                <a:ea typeface="楷体" charset="0"/>
                <a:cs typeface="楷体_GB2312"/>
              </a:rPr>
              <a:t>到</a:t>
            </a:r>
            <a:r>
              <a:rPr kumimoji="1" lang="en-US" altLang="zh-CN" b="1">
                <a:solidFill>
                  <a:srgbClr val="000000"/>
                </a:solidFill>
                <a:latin typeface="Times New Roman" pitchFamily="18" charset="0"/>
                <a:ea typeface="楷体" charset="0"/>
                <a:cs typeface="楷体_GB2312"/>
              </a:rPr>
              <a:t>n</a:t>
            </a:r>
            <a:r>
              <a:rPr kumimoji="1" lang="zh-CN" altLang="en-US" b="1">
                <a:solidFill>
                  <a:srgbClr val="000000"/>
                </a:solidFill>
                <a:latin typeface="Times New Roman" pitchFamily="18" charset="0"/>
                <a:ea typeface="楷体" charset="0"/>
                <a:cs typeface="楷体_GB2312"/>
              </a:rPr>
              <a:t>编号。</a:t>
            </a:r>
          </a:p>
          <a:p>
            <a:pPr indent="269875"/>
            <a:r>
              <a:rPr kumimoji="1" lang="zh-CN" altLang="en-US" b="1">
                <a:solidFill>
                  <a:srgbClr val="000000"/>
                </a:solidFill>
                <a:latin typeface="Times New Roman" pitchFamily="18" charset="0"/>
                <a:ea typeface="楷体" charset="0"/>
                <a:cs typeface="楷体_GB2312"/>
              </a:rPr>
              <a:t>游戏第</a:t>
            </a:r>
            <a:r>
              <a:rPr kumimoji="1" lang="en-US" altLang="zh-CN" b="1">
                <a:solidFill>
                  <a:srgbClr val="000000"/>
                </a:solidFill>
                <a:latin typeface="Times New Roman" pitchFamily="18" charset="0"/>
                <a:ea typeface="楷体" charset="0"/>
                <a:cs typeface="楷体_GB2312"/>
              </a:rPr>
              <a:t>1</a:t>
            </a:r>
            <a:r>
              <a:rPr kumimoji="1" lang="zh-CN" altLang="en-US" b="1">
                <a:solidFill>
                  <a:srgbClr val="000000"/>
                </a:solidFill>
                <a:latin typeface="Times New Roman" pitchFamily="18" charset="0"/>
                <a:ea typeface="楷体" charset="0"/>
                <a:cs typeface="楷体_GB2312"/>
              </a:rPr>
              <a:t>步，将一条边删除。</a:t>
            </a:r>
          </a:p>
          <a:p>
            <a:pPr indent="269875"/>
            <a:r>
              <a:rPr kumimoji="1" lang="zh-CN" altLang="en-US" b="1">
                <a:solidFill>
                  <a:srgbClr val="000000"/>
                </a:solidFill>
                <a:latin typeface="Times New Roman" pitchFamily="18" charset="0"/>
                <a:ea typeface="楷体" charset="0"/>
                <a:cs typeface="楷体_GB2312"/>
              </a:rPr>
              <a:t>随后</a:t>
            </a:r>
            <a:r>
              <a:rPr kumimoji="1" lang="en-US" altLang="zh-CN" b="1">
                <a:solidFill>
                  <a:srgbClr val="000000"/>
                </a:solidFill>
                <a:latin typeface="Times New Roman" pitchFamily="18" charset="0"/>
                <a:ea typeface="楷体" charset="0"/>
                <a:cs typeface="楷体_GB2312"/>
              </a:rPr>
              <a:t>n-1</a:t>
            </a:r>
            <a:r>
              <a:rPr kumimoji="1" lang="zh-CN" altLang="en-US" b="1">
                <a:solidFill>
                  <a:srgbClr val="000000"/>
                </a:solidFill>
                <a:latin typeface="Times New Roman" pitchFamily="18" charset="0"/>
                <a:ea typeface="楷体" charset="0"/>
                <a:cs typeface="楷体_GB2312"/>
              </a:rPr>
              <a:t>步按以下方式操作：</a:t>
            </a:r>
          </a:p>
          <a:p>
            <a:pPr indent="269875"/>
            <a:r>
              <a:rPr kumimoji="1" lang="en-US" altLang="zh-CN" b="1">
                <a:solidFill>
                  <a:srgbClr val="000000"/>
                </a:solidFill>
                <a:latin typeface="Times New Roman" pitchFamily="18" charset="0"/>
                <a:ea typeface="楷体" charset="0"/>
              </a:rPr>
              <a:t>(1)</a:t>
            </a:r>
            <a:r>
              <a:rPr kumimoji="1" lang="zh-CN" altLang="en-US" b="1">
                <a:solidFill>
                  <a:srgbClr val="000000"/>
                </a:solidFill>
                <a:latin typeface="Times New Roman" pitchFamily="18" charset="0"/>
                <a:ea typeface="楷体" charset="0"/>
              </a:rPr>
              <a:t>选择一条边</a:t>
            </a:r>
            <a:r>
              <a:rPr kumimoji="1" lang="en-US" altLang="zh-CN" b="1">
                <a:solidFill>
                  <a:srgbClr val="000000"/>
                </a:solidFill>
                <a:latin typeface="Times New Roman" pitchFamily="18" charset="0"/>
                <a:ea typeface="楷体" charset="0"/>
              </a:rPr>
              <a:t>E</a:t>
            </a:r>
            <a:r>
              <a:rPr kumimoji="1" lang="zh-CN" altLang="en-US" b="1">
                <a:solidFill>
                  <a:srgbClr val="000000"/>
                </a:solidFill>
                <a:latin typeface="Times New Roman" pitchFamily="18" charset="0"/>
                <a:ea typeface="楷体" charset="0"/>
              </a:rPr>
              <a:t>以及由</a:t>
            </a:r>
            <a:r>
              <a:rPr kumimoji="1" lang="en-US" altLang="zh-CN" b="1">
                <a:solidFill>
                  <a:srgbClr val="000000"/>
                </a:solidFill>
                <a:latin typeface="Times New Roman" pitchFamily="18" charset="0"/>
                <a:ea typeface="楷体" charset="0"/>
              </a:rPr>
              <a:t>E</a:t>
            </a:r>
            <a:r>
              <a:rPr kumimoji="1" lang="zh-CN" altLang="en-US" b="1">
                <a:solidFill>
                  <a:srgbClr val="000000"/>
                </a:solidFill>
                <a:latin typeface="Times New Roman" pitchFamily="18" charset="0"/>
                <a:ea typeface="楷体" charset="0"/>
              </a:rPr>
              <a:t>连接着的</a:t>
            </a:r>
            <a:r>
              <a:rPr kumimoji="1" lang="en-US" altLang="zh-CN" b="1">
                <a:solidFill>
                  <a:srgbClr val="000000"/>
                </a:solidFill>
                <a:latin typeface="Times New Roman" pitchFamily="18" charset="0"/>
                <a:ea typeface="楷体" charset="0"/>
              </a:rPr>
              <a:t>2</a:t>
            </a:r>
            <a:r>
              <a:rPr kumimoji="1" lang="zh-CN" altLang="en-US" b="1">
                <a:solidFill>
                  <a:srgbClr val="000000"/>
                </a:solidFill>
                <a:latin typeface="Times New Roman" pitchFamily="18" charset="0"/>
                <a:ea typeface="楷体" charset="0"/>
              </a:rPr>
              <a:t>个顶点</a:t>
            </a:r>
            <a:r>
              <a:rPr kumimoji="1" lang="en-US" altLang="zh-CN" b="1">
                <a:solidFill>
                  <a:srgbClr val="000000"/>
                </a:solidFill>
                <a:latin typeface="Times New Roman" pitchFamily="18" charset="0"/>
                <a:ea typeface="楷体" charset="0"/>
              </a:rPr>
              <a:t>V1</a:t>
            </a:r>
            <a:r>
              <a:rPr kumimoji="1" lang="zh-CN" altLang="en-US" b="1">
                <a:solidFill>
                  <a:srgbClr val="000000"/>
                </a:solidFill>
                <a:latin typeface="Times New Roman" pitchFamily="18" charset="0"/>
                <a:ea typeface="楷体" charset="0"/>
              </a:rPr>
              <a:t>和</a:t>
            </a:r>
            <a:r>
              <a:rPr kumimoji="1" lang="en-US" altLang="zh-CN" b="1">
                <a:solidFill>
                  <a:srgbClr val="000000"/>
                </a:solidFill>
                <a:latin typeface="Times New Roman" pitchFamily="18" charset="0"/>
                <a:ea typeface="楷体" charset="0"/>
              </a:rPr>
              <a:t>V2</a:t>
            </a:r>
            <a:r>
              <a:rPr kumimoji="1" lang="zh-CN" altLang="en-US" b="1">
                <a:solidFill>
                  <a:srgbClr val="000000"/>
                </a:solidFill>
                <a:latin typeface="Times New Roman" pitchFamily="18" charset="0"/>
                <a:ea typeface="楷体" charset="0"/>
              </a:rPr>
              <a:t>；</a:t>
            </a:r>
          </a:p>
          <a:p>
            <a:pPr indent="269875"/>
            <a:r>
              <a:rPr kumimoji="1" lang="en-US" altLang="zh-CN" b="1">
                <a:solidFill>
                  <a:srgbClr val="000000"/>
                </a:solidFill>
                <a:latin typeface="Times New Roman" pitchFamily="18" charset="0"/>
                <a:ea typeface="楷体" charset="0"/>
              </a:rPr>
              <a:t>(2)</a:t>
            </a:r>
            <a:r>
              <a:rPr kumimoji="1" lang="zh-CN" altLang="en-US" b="1">
                <a:solidFill>
                  <a:srgbClr val="000000"/>
                </a:solidFill>
                <a:latin typeface="Times New Roman" pitchFamily="18" charset="0"/>
                <a:ea typeface="楷体" charset="0"/>
              </a:rPr>
              <a:t>用一个新的顶点取代边</a:t>
            </a:r>
            <a:r>
              <a:rPr kumimoji="1" lang="en-US" altLang="zh-CN" b="1">
                <a:solidFill>
                  <a:srgbClr val="000000"/>
                </a:solidFill>
                <a:latin typeface="Times New Roman" pitchFamily="18" charset="0"/>
                <a:ea typeface="楷体" charset="0"/>
              </a:rPr>
              <a:t>E</a:t>
            </a:r>
            <a:r>
              <a:rPr kumimoji="1" lang="zh-CN" altLang="en-US" b="1">
                <a:solidFill>
                  <a:srgbClr val="000000"/>
                </a:solidFill>
                <a:latin typeface="Times New Roman" pitchFamily="18" charset="0"/>
                <a:ea typeface="楷体" charset="0"/>
              </a:rPr>
              <a:t>以及由</a:t>
            </a:r>
            <a:r>
              <a:rPr kumimoji="1" lang="en-US" altLang="zh-CN" b="1">
                <a:solidFill>
                  <a:srgbClr val="000000"/>
                </a:solidFill>
                <a:latin typeface="Times New Roman" pitchFamily="18" charset="0"/>
                <a:ea typeface="楷体" charset="0"/>
              </a:rPr>
              <a:t>E</a:t>
            </a:r>
            <a:r>
              <a:rPr kumimoji="1" lang="zh-CN" altLang="en-US" b="1">
                <a:solidFill>
                  <a:srgbClr val="000000"/>
                </a:solidFill>
                <a:latin typeface="Times New Roman" pitchFamily="18" charset="0"/>
                <a:ea typeface="楷体" charset="0"/>
              </a:rPr>
              <a:t>连接着的</a:t>
            </a:r>
            <a:r>
              <a:rPr kumimoji="1" lang="en-US" altLang="zh-CN" b="1">
                <a:solidFill>
                  <a:srgbClr val="000000"/>
                </a:solidFill>
                <a:latin typeface="Times New Roman" pitchFamily="18" charset="0"/>
                <a:ea typeface="楷体" charset="0"/>
              </a:rPr>
              <a:t>2</a:t>
            </a:r>
            <a:r>
              <a:rPr kumimoji="1" lang="zh-CN" altLang="en-US" b="1">
                <a:solidFill>
                  <a:srgbClr val="000000"/>
                </a:solidFill>
                <a:latin typeface="Times New Roman" pitchFamily="18" charset="0"/>
                <a:ea typeface="楷体" charset="0"/>
              </a:rPr>
              <a:t>个顶点</a:t>
            </a:r>
            <a:r>
              <a:rPr kumimoji="1" lang="en-US" altLang="zh-CN" b="1">
                <a:solidFill>
                  <a:srgbClr val="000000"/>
                </a:solidFill>
                <a:latin typeface="Times New Roman" pitchFamily="18" charset="0"/>
                <a:ea typeface="楷体" charset="0"/>
              </a:rPr>
              <a:t>V1</a:t>
            </a:r>
            <a:r>
              <a:rPr kumimoji="1" lang="zh-CN" altLang="en-US" b="1">
                <a:solidFill>
                  <a:srgbClr val="000000"/>
                </a:solidFill>
                <a:latin typeface="Times New Roman" pitchFamily="18" charset="0"/>
                <a:ea typeface="楷体" charset="0"/>
              </a:rPr>
              <a:t>和</a:t>
            </a:r>
            <a:r>
              <a:rPr kumimoji="1" lang="en-US" altLang="zh-CN" b="1">
                <a:solidFill>
                  <a:srgbClr val="000000"/>
                </a:solidFill>
                <a:latin typeface="Times New Roman" pitchFamily="18" charset="0"/>
                <a:ea typeface="楷体" charset="0"/>
              </a:rPr>
              <a:t>V2</a:t>
            </a:r>
            <a:r>
              <a:rPr kumimoji="1" lang="zh-CN" altLang="en-US" b="1">
                <a:solidFill>
                  <a:srgbClr val="000000"/>
                </a:solidFill>
                <a:latin typeface="Times New Roman" pitchFamily="18" charset="0"/>
                <a:ea typeface="楷体" charset="0"/>
              </a:rPr>
              <a:t>。将由顶点</a:t>
            </a:r>
            <a:r>
              <a:rPr kumimoji="1" lang="en-US" altLang="zh-CN" b="1">
                <a:solidFill>
                  <a:srgbClr val="000000"/>
                </a:solidFill>
                <a:latin typeface="Times New Roman" pitchFamily="18" charset="0"/>
                <a:ea typeface="楷体" charset="0"/>
              </a:rPr>
              <a:t>V1</a:t>
            </a:r>
            <a:r>
              <a:rPr kumimoji="1" lang="zh-CN" altLang="en-US" b="1">
                <a:solidFill>
                  <a:srgbClr val="000000"/>
                </a:solidFill>
                <a:latin typeface="Times New Roman" pitchFamily="18" charset="0"/>
                <a:ea typeface="楷体" charset="0"/>
              </a:rPr>
              <a:t>和</a:t>
            </a:r>
            <a:r>
              <a:rPr kumimoji="1" lang="en-US" altLang="zh-CN" b="1">
                <a:solidFill>
                  <a:srgbClr val="000000"/>
                </a:solidFill>
                <a:latin typeface="Times New Roman" pitchFamily="18" charset="0"/>
                <a:ea typeface="楷体" charset="0"/>
              </a:rPr>
              <a:t>V2</a:t>
            </a:r>
            <a:r>
              <a:rPr kumimoji="1" lang="zh-CN" altLang="en-US" b="1">
                <a:solidFill>
                  <a:srgbClr val="000000"/>
                </a:solidFill>
                <a:latin typeface="Times New Roman" pitchFamily="18" charset="0"/>
                <a:ea typeface="楷体" charset="0"/>
              </a:rPr>
              <a:t>的整数值通过边</a:t>
            </a:r>
            <a:r>
              <a:rPr kumimoji="1" lang="en-US" altLang="zh-CN" b="1">
                <a:solidFill>
                  <a:srgbClr val="000000"/>
                </a:solidFill>
                <a:latin typeface="Times New Roman" pitchFamily="18" charset="0"/>
                <a:ea typeface="楷体" charset="0"/>
              </a:rPr>
              <a:t>E</a:t>
            </a:r>
            <a:r>
              <a:rPr kumimoji="1" lang="zh-CN" altLang="en-US" b="1">
                <a:solidFill>
                  <a:srgbClr val="000000"/>
                </a:solidFill>
                <a:latin typeface="Times New Roman" pitchFamily="18" charset="0"/>
                <a:ea typeface="楷体" charset="0"/>
              </a:rPr>
              <a:t>上的运算得到的结果赋予新顶点。</a:t>
            </a:r>
          </a:p>
          <a:p>
            <a:pPr indent="269875"/>
            <a:r>
              <a:rPr kumimoji="1" lang="zh-CN" altLang="en-US" b="1">
                <a:solidFill>
                  <a:srgbClr val="000000"/>
                </a:solidFill>
                <a:latin typeface="Times New Roman" pitchFamily="18" charset="0"/>
                <a:ea typeface="楷体" charset="0"/>
                <a:cs typeface="楷体_GB2312"/>
              </a:rPr>
              <a:t>最后，所有边都被删除，游戏结束。游戏的得分就是所剩顶点上的整数值。</a:t>
            </a:r>
          </a:p>
          <a:p>
            <a:pPr indent="269875"/>
            <a:r>
              <a:rPr kumimoji="1" lang="zh-CN" altLang="en-US" b="1">
                <a:solidFill>
                  <a:srgbClr val="000000"/>
                </a:solidFill>
                <a:latin typeface="Times New Roman" pitchFamily="18" charset="0"/>
                <a:ea typeface="楷体" charset="0"/>
              </a:rPr>
              <a:t>问题</a:t>
            </a:r>
            <a:r>
              <a:rPr kumimoji="1" lang="en-US" altLang="zh-CN" b="1">
                <a:solidFill>
                  <a:srgbClr val="000000"/>
                </a:solidFill>
                <a:latin typeface="Times New Roman" pitchFamily="18" charset="0"/>
                <a:ea typeface="楷体" charset="0"/>
              </a:rPr>
              <a:t>:</a:t>
            </a:r>
            <a:r>
              <a:rPr kumimoji="1" lang="zh-CN" altLang="en-US" b="1">
                <a:solidFill>
                  <a:srgbClr val="000000"/>
                </a:solidFill>
                <a:latin typeface="Times New Roman" pitchFamily="18" charset="0"/>
                <a:ea typeface="楷体" charset="0"/>
              </a:rPr>
              <a:t>对于给定的多边形，计算最高得分。</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ChangeArrowheads="1"/>
          </p:cNvSpPr>
          <p:nvPr/>
        </p:nvSpPr>
        <p:spPr bwMode="auto">
          <a:xfrm>
            <a:off x="1601391" y="0"/>
            <a:ext cx="5509022" cy="596504"/>
          </a:xfrm>
          <a:prstGeom prst="rect">
            <a:avLst/>
          </a:prstGeom>
          <a:noFill/>
          <a:ln>
            <a:noFill/>
          </a:ln>
          <a:effectLst/>
        </p:spPr>
        <p:txBody>
          <a:bodyPr anchor="b"/>
          <a:lstStyle/>
          <a:p>
            <a:pPr>
              <a:defRPr/>
            </a:pPr>
            <a:r>
              <a:rPr lang="zh-CN" altLang="en-US" sz="2850" b="1">
                <a:solidFill>
                  <a:srgbClr val="000066"/>
                </a:solidFill>
                <a:effectLst>
                  <a:outerShdw blurRad="38100" dist="38100" dir="2700000" algn="tl">
                    <a:srgbClr val="C0C0C0"/>
                  </a:outerShdw>
                </a:effectLst>
                <a:latin typeface="Times New Roman" pitchFamily="18" charset="0"/>
                <a:ea typeface="楷体" charset="0"/>
              </a:rPr>
              <a:t>最优子结构性质</a:t>
            </a:r>
            <a:endParaRPr lang="ja-JP" altLang="en-US" sz="2850" b="1">
              <a:solidFill>
                <a:srgbClr val="000066"/>
              </a:solidFill>
              <a:effectLst>
                <a:outerShdw blurRad="38100" dist="38100" dir="2700000" algn="tl">
                  <a:srgbClr val="C0C0C0"/>
                </a:outerShdw>
              </a:effectLst>
              <a:latin typeface="Times New Roman" pitchFamily="18" charset="0"/>
              <a:ea typeface="楷体" charset="0"/>
            </a:endParaRPr>
          </a:p>
        </p:txBody>
      </p:sp>
      <p:sp>
        <p:nvSpPr>
          <p:cNvPr id="219139" name="Text Box 3"/>
          <p:cNvSpPr txBox="1">
            <a:spLocks noChangeArrowheads="1"/>
          </p:cNvSpPr>
          <p:nvPr/>
        </p:nvSpPr>
        <p:spPr bwMode="auto">
          <a:xfrm>
            <a:off x="509905" y="681355"/>
            <a:ext cx="8279130" cy="3108960"/>
          </a:xfrm>
          <a:prstGeom prst="rect">
            <a:avLst/>
          </a:prstGeom>
          <a:noFill/>
          <a:ln w="9525">
            <a:noFill/>
            <a:miter lim="800000"/>
          </a:ln>
        </p:spPr>
        <p:txBody>
          <a:bodyPr wrap="square">
            <a:spAutoFit/>
          </a:bodyPr>
          <a:lstStyle/>
          <a:p>
            <a:pPr>
              <a:buClr>
                <a:schemeClr val="accent2"/>
              </a:buClr>
              <a:buFontTx/>
              <a:buChar char="•"/>
            </a:pPr>
            <a:r>
              <a:rPr lang="zh-CN" altLang="en-US" sz="1800" b="1">
                <a:solidFill>
                  <a:srgbClr val="000000"/>
                </a:solidFill>
                <a:latin typeface="Times New Roman" pitchFamily="18" charset="0"/>
                <a:ea typeface="楷体" charset="0"/>
                <a:cs typeface="楷体_GB2312"/>
              </a:rPr>
              <a:t>在所给多边形中，从顶点</a:t>
            </a:r>
            <a:r>
              <a:rPr lang="en-US" altLang="zh-CN" sz="1800" b="1">
                <a:solidFill>
                  <a:srgbClr val="000000"/>
                </a:solidFill>
                <a:latin typeface="Times New Roman" pitchFamily="18" charset="0"/>
                <a:ea typeface="楷体" charset="0"/>
                <a:cs typeface="楷体_GB2312"/>
              </a:rPr>
              <a:t>i(1≤i≤n)</a:t>
            </a:r>
            <a:r>
              <a:rPr lang="zh-CN" altLang="en-US" sz="1800" b="1">
                <a:solidFill>
                  <a:srgbClr val="000000"/>
                </a:solidFill>
                <a:latin typeface="Times New Roman" pitchFamily="18" charset="0"/>
                <a:ea typeface="楷体" charset="0"/>
                <a:cs typeface="楷体_GB2312"/>
              </a:rPr>
              <a:t>开始，长度为</a:t>
            </a:r>
            <a:r>
              <a:rPr lang="en-US" altLang="zh-CN" sz="1800" b="1">
                <a:solidFill>
                  <a:srgbClr val="000000"/>
                </a:solidFill>
                <a:latin typeface="Times New Roman" pitchFamily="18" charset="0"/>
                <a:ea typeface="楷体" charset="0"/>
                <a:cs typeface="楷体_GB2312"/>
              </a:rPr>
              <a:t>j(</a:t>
            </a:r>
            <a:r>
              <a:rPr lang="zh-CN" altLang="en-US" sz="1800" b="1">
                <a:solidFill>
                  <a:srgbClr val="000000"/>
                </a:solidFill>
                <a:latin typeface="Times New Roman" pitchFamily="18" charset="0"/>
                <a:ea typeface="楷体" charset="0"/>
                <a:cs typeface="楷体_GB2312"/>
              </a:rPr>
              <a:t>链中有</a:t>
            </a:r>
            <a:r>
              <a:rPr lang="en-US" altLang="zh-CN" sz="1800" b="1">
                <a:solidFill>
                  <a:srgbClr val="000000"/>
                </a:solidFill>
                <a:latin typeface="Times New Roman" pitchFamily="18" charset="0"/>
                <a:ea typeface="楷体" charset="0"/>
                <a:cs typeface="楷体_GB2312"/>
              </a:rPr>
              <a:t>j</a:t>
            </a:r>
            <a:r>
              <a:rPr lang="zh-CN" altLang="en-US" sz="1800" b="1">
                <a:solidFill>
                  <a:srgbClr val="000000"/>
                </a:solidFill>
                <a:latin typeface="Times New Roman" pitchFamily="18" charset="0"/>
                <a:ea typeface="楷体" charset="0"/>
                <a:cs typeface="楷体_GB2312"/>
              </a:rPr>
              <a:t>个顶点</a:t>
            </a:r>
            <a:r>
              <a:rPr lang="en-US" altLang="zh-CN" sz="1800" b="1">
                <a:solidFill>
                  <a:srgbClr val="000000"/>
                </a:solidFill>
                <a:latin typeface="Times New Roman" pitchFamily="18" charset="0"/>
                <a:ea typeface="楷体" charset="0"/>
                <a:cs typeface="楷体_GB2312"/>
              </a:rPr>
              <a:t>)</a:t>
            </a:r>
            <a:r>
              <a:rPr lang="zh-CN" altLang="en-US" sz="1800" b="1">
                <a:solidFill>
                  <a:srgbClr val="000000"/>
                </a:solidFill>
                <a:latin typeface="Times New Roman" pitchFamily="18" charset="0"/>
                <a:ea typeface="楷体" charset="0"/>
                <a:cs typeface="楷体_GB2312"/>
              </a:rPr>
              <a:t>的顺时针链</a:t>
            </a:r>
            <a:r>
              <a:rPr lang="en-US" altLang="zh-CN" sz="1800" b="1">
                <a:solidFill>
                  <a:srgbClr val="000000"/>
                </a:solidFill>
                <a:latin typeface="Times New Roman" pitchFamily="18" charset="0"/>
                <a:ea typeface="楷体" charset="0"/>
                <a:cs typeface="楷体_GB2312"/>
              </a:rPr>
              <a:t>p(i</a:t>
            </a:r>
            <a:r>
              <a:rPr lang="zh-CN" altLang="en-US" sz="1800" b="1">
                <a:solidFill>
                  <a:srgbClr val="000000"/>
                </a:solidFill>
                <a:latin typeface="Times New Roman" pitchFamily="18" charset="0"/>
                <a:ea typeface="楷体" charset="0"/>
                <a:cs typeface="楷体_GB2312"/>
              </a:rPr>
              <a:t>，</a:t>
            </a:r>
            <a:r>
              <a:rPr lang="en-US" altLang="zh-CN" sz="1800" b="1">
                <a:solidFill>
                  <a:srgbClr val="000000"/>
                </a:solidFill>
                <a:latin typeface="Times New Roman" pitchFamily="18" charset="0"/>
                <a:ea typeface="楷体" charset="0"/>
                <a:cs typeface="楷体_GB2312"/>
              </a:rPr>
              <a:t>j) </a:t>
            </a:r>
            <a:r>
              <a:rPr lang="zh-CN" altLang="en-US" sz="1800" b="1">
                <a:solidFill>
                  <a:srgbClr val="000000"/>
                </a:solidFill>
                <a:latin typeface="Times New Roman" pitchFamily="18" charset="0"/>
                <a:ea typeface="楷体" charset="0"/>
                <a:cs typeface="楷体_GB2312"/>
              </a:rPr>
              <a:t>可表示为</a:t>
            </a:r>
            <a:r>
              <a:rPr lang="en-US" altLang="zh-CN" sz="1800" b="1">
                <a:solidFill>
                  <a:srgbClr val="000000"/>
                </a:solidFill>
                <a:latin typeface="Times New Roman" pitchFamily="18" charset="0"/>
                <a:ea typeface="楷体" charset="0"/>
                <a:cs typeface="楷体_GB2312"/>
              </a:rPr>
              <a:t>v[i]</a:t>
            </a:r>
            <a:r>
              <a:rPr lang="zh-CN" altLang="en-US" sz="1800" b="1">
                <a:solidFill>
                  <a:srgbClr val="000000"/>
                </a:solidFill>
                <a:latin typeface="Times New Roman" pitchFamily="18" charset="0"/>
                <a:ea typeface="楷体" charset="0"/>
                <a:cs typeface="楷体_GB2312"/>
              </a:rPr>
              <a:t>，</a:t>
            </a:r>
            <a:r>
              <a:rPr lang="en-US" altLang="zh-CN" sz="1800" b="1">
                <a:solidFill>
                  <a:srgbClr val="000000"/>
                </a:solidFill>
                <a:latin typeface="Times New Roman" pitchFamily="18" charset="0"/>
                <a:ea typeface="楷体" charset="0"/>
                <a:cs typeface="楷体_GB2312"/>
              </a:rPr>
              <a:t>op[i+1]</a:t>
            </a:r>
            <a:r>
              <a:rPr lang="zh-CN" altLang="en-US" sz="1800" b="1">
                <a:solidFill>
                  <a:srgbClr val="000000"/>
                </a:solidFill>
                <a:latin typeface="Times New Roman" pitchFamily="18" charset="0"/>
                <a:ea typeface="楷体" charset="0"/>
                <a:cs typeface="楷体_GB2312"/>
              </a:rPr>
              <a:t>，</a:t>
            </a:r>
            <a:r>
              <a:rPr lang="en-US" altLang="zh-CN" sz="1800" b="1">
                <a:solidFill>
                  <a:srgbClr val="000000"/>
                </a:solidFill>
                <a:latin typeface="Times New Roman" pitchFamily="18" charset="0"/>
                <a:ea typeface="楷体" charset="0"/>
                <a:cs typeface="楷体_GB2312"/>
              </a:rPr>
              <a:t>…</a:t>
            </a:r>
            <a:r>
              <a:rPr lang="zh-CN" altLang="en-US" sz="1800" b="1">
                <a:solidFill>
                  <a:srgbClr val="000000"/>
                </a:solidFill>
                <a:latin typeface="Times New Roman" pitchFamily="18" charset="0"/>
                <a:ea typeface="楷体" charset="0"/>
                <a:cs typeface="楷体_GB2312"/>
              </a:rPr>
              <a:t>，</a:t>
            </a:r>
            <a:r>
              <a:rPr lang="en-US" altLang="zh-CN" sz="1800" b="1">
                <a:solidFill>
                  <a:srgbClr val="000000"/>
                </a:solidFill>
                <a:latin typeface="Times New Roman" pitchFamily="18" charset="0"/>
                <a:ea typeface="楷体" charset="0"/>
                <a:cs typeface="楷体_GB2312"/>
              </a:rPr>
              <a:t>v[i+j-1]</a:t>
            </a:r>
            <a:r>
              <a:rPr lang="zh-CN" altLang="en-US" sz="1800" b="1">
                <a:solidFill>
                  <a:srgbClr val="000000"/>
                </a:solidFill>
                <a:latin typeface="Times New Roman" pitchFamily="18" charset="0"/>
                <a:ea typeface="楷体" charset="0"/>
                <a:cs typeface="楷体_GB2312"/>
              </a:rPr>
              <a:t>。</a:t>
            </a:r>
          </a:p>
          <a:p>
            <a:pPr>
              <a:buClr>
                <a:schemeClr val="accent2"/>
              </a:buClr>
              <a:buFontTx/>
              <a:buChar char="•"/>
            </a:pPr>
            <a:r>
              <a:rPr lang="zh-CN" altLang="en-US" sz="1800" b="1">
                <a:solidFill>
                  <a:srgbClr val="000000"/>
                </a:solidFill>
                <a:latin typeface="Times New Roman" pitchFamily="18" charset="0"/>
                <a:ea typeface="楷体" charset="0"/>
                <a:cs typeface="楷体_GB2312"/>
              </a:rPr>
              <a:t>如果这条链的最后一次合并运算在</a:t>
            </a:r>
            <a:r>
              <a:rPr lang="en-US" altLang="zh-CN" sz="1800" b="1">
                <a:solidFill>
                  <a:srgbClr val="000000"/>
                </a:solidFill>
                <a:latin typeface="Times New Roman" pitchFamily="18" charset="0"/>
                <a:ea typeface="楷体" charset="0"/>
                <a:cs typeface="楷体_GB2312"/>
              </a:rPr>
              <a:t>op[i+s]</a:t>
            </a:r>
            <a:r>
              <a:rPr lang="zh-CN" altLang="en-US" sz="1800" b="1">
                <a:solidFill>
                  <a:srgbClr val="000000"/>
                </a:solidFill>
                <a:latin typeface="Times New Roman" pitchFamily="18" charset="0"/>
                <a:ea typeface="楷体" charset="0"/>
                <a:cs typeface="楷体_GB2312"/>
              </a:rPr>
              <a:t>处发生</a:t>
            </a:r>
            <a:r>
              <a:rPr lang="en-US" altLang="zh-CN" sz="1800" b="1">
                <a:solidFill>
                  <a:srgbClr val="000000"/>
                </a:solidFill>
                <a:latin typeface="Times New Roman" pitchFamily="18" charset="0"/>
                <a:ea typeface="楷体" charset="0"/>
                <a:cs typeface="楷体_GB2312"/>
              </a:rPr>
              <a:t>(1≤s≤j-1)</a:t>
            </a:r>
            <a:r>
              <a:rPr lang="zh-CN" altLang="en-US" sz="1800" b="1">
                <a:solidFill>
                  <a:srgbClr val="000000"/>
                </a:solidFill>
                <a:latin typeface="Times New Roman" pitchFamily="18" charset="0"/>
                <a:ea typeface="楷体" charset="0"/>
                <a:cs typeface="楷体_GB2312"/>
              </a:rPr>
              <a:t>，则可在</a:t>
            </a:r>
            <a:r>
              <a:rPr lang="en-US" altLang="zh-CN" sz="1800" b="1">
                <a:solidFill>
                  <a:srgbClr val="000000"/>
                </a:solidFill>
                <a:latin typeface="Times New Roman" pitchFamily="18" charset="0"/>
                <a:ea typeface="楷体" charset="0"/>
                <a:cs typeface="楷体_GB2312"/>
              </a:rPr>
              <a:t>op[i+s]</a:t>
            </a:r>
            <a:r>
              <a:rPr lang="zh-CN" altLang="en-US" sz="1800" b="1">
                <a:solidFill>
                  <a:srgbClr val="000000"/>
                </a:solidFill>
                <a:latin typeface="Times New Roman" pitchFamily="18" charset="0"/>
                <a:ea typeface="楷体" charset="0"/>
                <a:cs typeface="楷体_GB2312"/>
              </a:rPr>
              <a:t>处将链分割为</a:t>
            </a:r>
            <a:r>
              <a:rPr lang="en-US" altLang="zh-CN" sz="1800" b="1">
                <a:solidFill>
                  <a:srgbClr val="000000"/>
                </a:solidFill>
                <a:latin typeface="Times New Roman" pitchFamily="18" charset="0"/>
                <a:ea typeface="楷体" charset="0"/>
                <a:cs typeface="楷体_GB2312"/>
              </a:rPr>
              <a:t>2</a:t>
            </a:r>
            <a:r>
              <a:rPr lang="zh-CN" altLang="en-US" sz="1800" b="1">
                <a:solidFill>
                  <a:srgbClr val="000000"/>
                </a:solidFill>
                <a:latin typeface="Times New Roman" pitchFamily="18" charset="0"/>
                <a:ea typeface="楷体" charset="0"/>
                <a:cs typeface="楷体_GB2312"/>
              </a:rPr>
              <a:t>个子链</a:t>
            </a:r>
            <a:r>
              <a:rPr lang="en-US" altLang="zh-CN" sz="1800" b="1">
                <a:solidFill>
                  <a:srgbClr val="000000"/>
                </a:solidFill>
                <a:latin typeface="Times New Roman" pitchFamily="18" charset="0"/>
                <a:ea typeface="楷体" charset="0"/>
                <a:cs typeface="楷体_GB2312"/>
              </a:rPr>
              <a:t>p(i</a:t>
            </a:r>
            <a:r>
              <a:rPr lang="zh-CN" altLang="en-US" sz="1800" b="1">
                <a:solidFill>
                  <a:srgbClr val="000000"/>
                </a:solidFill>
                <a:latin typeface="Times New Roman" pitchFamily="18" charset="0"/>
                <a:ea typeface="楷体" charset="0"/>
                <a:cs typeface="楷体_GB2312"/>
              </a:rPr>
              <a:t>，</a:t>
            </a:r>
            <a:r>
              <a:rPr lang="en-US" altLang="zh-CN" sz="1800" b="1">
                <a:solidFill>
                  <a:srgbClr val="000000"/>
                </a:solidFill>
                <a:latin typeface="Times New Roman" pitchFamily="18" charset="0"/>
                <a:ea typeface="楷体" charset="0"/>
                <a:cs typeface="楷体_GB2312"/>
              </a:rPr>
              <a:t>s)</a:t>
            </a:r>
            <a:r>
              <a:rPr lang="zh-CN" altLang="en-US" sz="1800" b="1">
                <a:solidFill>
                  <a:srgbClr val="000000"/>
                </a:solidFill>
                <a:latin typeface="Times New Roman" pitchFamily="18" charset="0"/>
                <a:ea typeface="楷体" charset="0"/>
                <a:cs typeface="楷体_GB2312"/>
              </a:rPr>
              <a:t>和</a:t>
            </a:r>
            <a:r>
              <a:rPr lang="en-US" altLang="zh-CN" sz="1800" b="1">
                <a:solidFill>
                  <a:srgbClr val="000000"/>
                </a:solidFill>
                <a:latin typeface="Times New Roman" pitchFamily="18" charset="0"/>
                <a:ea typeface="楷体" charset="0"/>
                <a:cs typeface="楷体_GB2312"/>
              </a:rPr>
              <a:t>p(i+s</a:t>
            </a:r>
            <a:r>
              <a:rPr lang="zh-CN" altLang="en-US" sz="1800" b="1">
                <a:solidFill>
                  <a:srgbClr val="000000"/>
                </a:solidFill>
                <a:latin typeface="Times New Roman" pitchFamily="18" charset="0"/>
                <a:ea typeface="楷体" charset="0"/>
                <a:cs typeface="楷体_GB2312"/>
              </a:rPr>
              <a:t>，</a:t>
            </a:r>
            <a:r>
              <a:rPr lang="en-US" altLang="zh-CN" sz="1800" b="1">
                <a:solidFill>
                  <a:srgbClr val="000000"/>
                </a:solidFill>
                <a:latin typeface="Times New Roman" pitchFamily="18" charset="0"/>
                <a:ea typeface="楷体" charset="0"/>
                <a:cs typeface="楷体_GB2312"/>
              </a:rPr>
              <a:t>j-s)</a:t>
            </a:r>
            <a:r>
              <a:rPr lang="zh-CN" altLang="en-US" sz="1800" b="1">
                <a:solidFill>
                  <a:srgbClr val="000000"/>
                </a:solidFill>
                <a:latin typeface="Times New Roman" pitchFamily="18" charset="0"/>
                <a:ea typeface="楷体" charset="0"/>
                <a:cs typeface="楷体_GB2312"/>
              </a:rPr>
              <a:t>。</a:t>
            </a:r>
          </a:p>
          <a:p>
            <a:pPr>
              <a:buClr>
                <a:schemeClr val="accent2"/>
              </a:buClr>
              <a:buFontTx/>
              <a:buChar char="•"/>
            </a:pPr>
            <a:r>
              <a:rPr lang="zh-CN" altLang="en-US" sz="1800" b="1">
                <a:solidFill>
                  <a:srgbClr val="000000"/>
                </a:solidFill>
                <a:latin typeface="Times New Roman" pitchFamily="18" charset="0"/>
                <a:ea typeface="楷体" charset="0"/>
                <a:cs typeface="楷体_GB2312"/>
              </a:rPr>
              <a:t>设</a:t>
            </a:r>
            <a:r>
              <a:rPr lang="en-US" altLang="zh-CN" sz="1800" b="1">
                <a:solidFill>
                  <a:srgbClr val="000000"/>
                </a:solidFill>
                <a:latin typeface="Times New Roman" pitchFamily="18" charset="0"/>
                <a:ea typeface="楷体" charset="0"/>
                <a:cs typeface="楷体_GB2312"/>
              </a:rPr>
              <a:t>m1</a:t>
            </a:r>
            <a:r>
              <a:rPr lang="zh-CN" altLang="en-US" sz="1800" b="1">
                <a:solidFill>
                  <a:srgbClr val="000000"/>
                </a:solidFill>
                <a:latin typeface="Times New Roman" pitchFamily="18" charset="0"/>
                <a:ea typeface="楷体" charset="0"/>
                <a:cs typeface="楷体_GB2312"/>
              </a:rPr>
              <a:t>是对子链</a:t>
            </a:r>
            <a:r>
              <a:rPr lang="en-US" altLang="zh-CN" sz="1800" b="1">
                <a:solidFill>
                  <a:srgbClr val="000000"/>
                </a:solidFill>
                <a:latin typeface="Times New Roman" pitchFamily="18" charset="0"/>
                <a:ea typeface="楷体" charset="0"/>
                <a:cs typeface="楷体_GB2312"/>
              </a:rPr>
              <a:t>p(i</a:t>
            </a:r>
            <a:r>
              <a:rPr lang="zh-CN" altLang="en-US" sz="1800" b="1">
                <a:solidFill>
                  <a:srgbClr val="000000"/>
                </a:solidFill>
                <a:latin typeface="Times New Roman" pitchFamily="18" charset="0"/>
                <a:ea typeface="楷体" charset="0"/>
                <a:cs typeface="楷体_GB2312"/>
              </a:rPr>
              <a:t>，</a:t>
            </a:r>
            <a:r>
              <a:rPr lang="en-US" altLang="zh-CN" sz="1800" b="1">
                <a:solidFill>
                  <a:srgbClr val="000000"/>
                </a:solidFill>
                <a:latin typeface="Times New Roman" pitchFamily="18" charset="0"/>
                <a:ea typeface="楷体" charset="0"/>
                <a:cs typeface="楷体_GB2312"/>
              </a:rPr>
              <a:t>s)</a:t>
            </a:r>
            <a:r>
              <a:rPr lang="zh-CN" altLang="en-US" sz="1800" b="1">
                <a:solidFill>
                  <a:srgbClr val="000000"/>
                </a:solidFill>
                <a:latin typeface="Times New Roman" pitchFamily="18" charset="0"/>
                <a:ea typeface="楷体" charset="0"/>
                <a:cs typeface="楷体_GB2312"/>
              </a:rPr>
              <a:t>的任意一种合并方式得到的值，而</a:t>
            </a:r>
            <a:r>
              <a:rPr lang="en-US" altLang="zh-CN" sz="1800" b="1">
                <a:solidFill>
                  <a:srgbClr val="000000"/>
                </a:solidFill>
                <a:latin typeface="Times New Roman" pitchFamily="18" charset="0"/>
                <a:ea typeface="楷体" charset="0"/>
                <a:cs typeface="楷体_GB2312"/>
              </a:rPr>
              <a:t>a</a:t>
            </a:r>
            <a:r>
              <a:rPr lang="zh-CN" altLang="en-US" sz="1800" b="1">
                <a:solidFill>
                  <a:srgbClr val="000000"/>
                </a:solidFill>
                <a:latin typeface="Times New Roman" pitchFamily="18" charset="0"/>
                <a:ea typeface="楷体" charset="0"/>
                <a:cs typeface="楷体_GB2312"/>
              </a:rPr>
              <a:t>和</a:t>
            </a:r>
            <a:r>
              <a:rPr lang="en-US" altLang="zh-CN" sz="1800" b="1">
                <a:solidFill>
                  <a:srgbClr val="000000"/>
                </a:solidFill>
                <a:latin typeface="Times New Roman" pitchFamily="18" charset="0"/>
                <a:ea typeface="楷体" charset="0"/>
                <a:cs typeface="楷体_GB2312"/>
              </a:rPr>
              <a:t>b</a:t>
            </a:r>
            <a:r>
              <a:rPr lang="zh-CN" altLang="en-US" sz="1800" b="1">
                <a:solidFill>
                  <a:srgbClr val="000000"/>
                </a:solidFill>
                <a:latin typeface="Times New Roman" pitchFamily="18" charset="0"/>
                <a:ea typeface="楷体" charset="0"/>
                <a:cs typeface="楷体_GB2312"/>
              </a:rPr>
              <a:t>分别是在所有可能的合并中得到的最小值和最大值。</a:t>
            </a:r>
            <a:r>
              <a:rPr lang="en-US" altLang="zh-CN" sz="1800" b="1">
                <a:solidFill>
                  <a:srgbClr val="000000"/>
                </a:solidFill>
                <a:latin typeface="Times New Roman" pitchFamily="18" charset="0"/>
                <a:ea typeface="楷体" charset="0"/>
                <a:cs typeface="楷体_GB2312"/>
              </a:rPr>
              <a:t>m2</a:t>
            </a:r>
            <a:r>
              <a:rPr lang="zh-CN" altLang="en-US" sz="1800" b="1">
                <a:solidFill>
                  <a:srgbClr val="000000"/>
                </a:solidFill>
                <a:latin typeface="Times New Roman" pitchFamily="18" charset="0"/>
                <a:ea typeface="楷体" charset="0"/>
                <a:cs typeface="楷体_GB2312"/>
              </a:rPr>
              <a:t>是</a:t>
            </a:r>
            <a:r>
              <a:rPr lang="en-US" altLang="zh-CN" sz="1800" b="1">
                <a:solidFill>
                  <a:srgbClr val="000000"/>
                </a:solidFill>
                <a:latin typeface="Times New Roman" pitchFamily="18" charset="0"/>
                <a:ea typeface="楷体" charset="0"/>
                <a:cs typeface="楷体_GB2312"/>
              </a:rPr>
              <a:t>p(i+s</a:t>
            </a:r>
            <a:r>
              <a:rPr lang="zh-CN" altLang="en-US" sz="1800" b="1">
                <a:solidFill>
                  <a:srgbClr val="000000"/>
                </a:solidFill>
                <a:latin typeface="Times New Roman" pitchFamily="18" charset="0"/>
                <a:ea typeface="楷体" charset="0"/>
                <a:cs typeface="楷体_GB2312"/>
              </a:rPr>
              <a:t>，</a:t>
            </a:r>
            <a:r>
              <a:rPr lang="en-US" altLang="zh-CN" sz="1800" b="1">
                <a:solidFill>
                  <a:srgbClr val="000000"/>
                </a:solidFill>
                <a:latin typeface="Times New Roman" pitchFamily="18" charset="0"/>
                <a:ea typeface="楷体" charset="0"/>
                <a:cs typeface="楷体_GB2312"/>
              </a:rPr>
              <a:t>j-s)</a:t>
            </a:r>
            <a:r>
              <a:rPr lang="zh-CN" altLang="en-US" sz="1800" b="1">
                <a:solidFill>
                  <a:srgbClr val="000000"/>
                </a:solidFill>
                <a:latin typeface="Times New Roman" pitchFamily="18" charset="0"/>
                <a:ea typeface="楷体" charset="0"/>
                <a:cs typeface="楷体_GB2312"/>
              </a:rPr>
              <a:t>的任意一种合并方式得到的值，而</a:t>
            </a:r>
            <a:r>
              <a:rPr lang="en-US" altLang="zh-CN" sz="1800" b="1">
                <a:solidFill>
                  <a:srgbClr val="000000"/>
                </a:solidFill>
                <a:latin typeface="Times New Roman" pitchFamily="18" charset="0"/>
                <a:ea typeface="楷体" charset="0"/>
                <a:cs typeface="楷体_GB2312"/>
              </a:rPr>
              <a:t>c</a:t>
            </a:r>
            <a:r>
              <a:rPr lang="zh-CN" altLang="en-US" sz="1800" b="1">
                <a:solidFill>
                  <a:srgbClr val="000000"/>
                </a:solidFill>
                <a:latin typeface="Times New Roman" pitchFamily="18" charset="0"/>
                <a:ea typeface="楷体" charset="0"/>
                <a:cs typeface="楷体_GB2312"/>
              </a:rPr>
              <a:t>和</a:t>
            </a:r>
            <a:r>
              <a:rPr lang="en-US" altLang="zh-CN" sz="1800" b="1">
                <a:solidFill>
                  <a:srgbClr val="000000"/>
                </a:solidFill>
                <a:latin typeface="Times New Roman" pitchFamily="18" charset="0"/>
                <a:ea typeface="楷体" charset="0"/>
                <a:cs typeface="楷体_GB2312"/>
              </a:rPr>
              <a:t>d</a:t>
            </a:r>
            <a:r>
              <a:rPr lang="zh-CN" altLang="en-US" sz="1800" b="1">
                <a:solidFill>
                  <a:srgbClr val="000000"/>
                </a:solidFill>
                <a:latin typeface="Times New Roman" pitchFamily="18" charset="0"/>
                <a:ea typeface="楷体" charset="0"/>
                <a:cs typeface="楷体_GB2312"/>
              </a:rPr>
              <a:t>分别是在所有可能的合并中得到的最小值和最大值。依此定义有</a:t>
            </a:r>
            <a:r>
              <a:rPr lang="en-US" altLang="zh-CN" sz="1800" b="1">
                <a:solidFill>
                  <a:srgbClr val="000000"/>
                </a:solidFill>
                <a:latin typeface="Times New Roman" pitchFamily="18" charset="0"/>
                <a:ea typeface="楷体" charset="0"/>
                <a:cs typeface="楷体_GB2312"/>
              </a:rPr>
              <a:t>a≤m1≤b</a:t>
            </a:r>
            <a:r>
              <a:rPr lang="zh-CN" altLang="en-US" sz="1800" b="1">
                <a:solidFill>
                  <a:srgbClr val="000000"/>
                </a:solidFill>
                <a:latin typeface="Times New Roman" pitchFamily="18" charset="0"/>
                <a:ea typeface="楷体" charset="0"/>
                <a:cs typeface="楷体_GB2312"/>
              </a:rPr>
              <a:t>，</a:t>
            </a:r>
            <a:r>
              <a:rPr lang="en-US" altLang="zh-CN" sz="1800" b="1">
                <a:solidFill>
                  <a:srgbClr val="000000"/>
                </a:solidFill>
                <a:latin typeface="Times New Roman" pitchFamily="18" charset="0"/>
                <a:ea typeface="楷体" charset="0"/>
                <a:cs typeface="楷体_GB2312"/>
              </a:rPr>
              <a:t>c≤m2≤d</a:t>
            </a:r>
          </a:p>
          <a:p>
            <a:pPr>
              <a:buClr>
                <a:schemeClr val="accent2"/>
              </a:buClr>
            </a:pPr>
            <a:r>
              <a:rPr lang="en-US" altLang="zh-CN" sz="1800" b="1">
                <a:solidFill>
                  <a:srgbClr val="000000"/>
                </a:solidFill>
                <a:latin typeface="Times New Roman" pitchFamily="18" charset="0"/>
                <a:ea typeface="楷体" charset="0"/>
                <a:cs typeface="楷体_GB2312"/>
              </a:rPr>
              <a:t>(1)</a:t>
            </a:r>
            <a:r>
              <a:rPr lang="zh-CN" altLang="en-US" sz="1800" b="1">
                <a:solidFill>
                  <a:srgbClr val="000000"/>
                </a:solidFill>
                <a:latin typeface="Times New Roman" pitchFamily="18" charset="0"/>
                <a:ea typeface="楷体" charset="0"/>
                <a:cs typeface="楷体_GB2312"/>
              </a:rPr>
              <a:t>当</a:t>
            </a:r>
            <a:r>
              <a:rPr lang="en-US" altLang="zh-CN" sz="1800" b="1">
                <a:solidFill>
                  <a:srgbClr val="000000"/>
                </a:solidFill>
                <a:latin typeface="Times New Roman" pitchFamily="18" charset="0"/>
                <a:ea typeface="楷体" charset="0"/>
                <a:cs typeface="楷体_GB2312"/>
              </a:rPr>
              <a:t>op[i+s]='+'</a:t>
            </a:r>
            <a:r>
              <a:rPr lang="zh-CN" altLang="en-US" sz="1800" b="1">
                <a:solidFill>
                  <a:srgbClr val="000000"/>
                </a:solidFill>
                <a:latin typeface="Times New Roman" pitchFamily="18" charset="0"/>
                <a:ea typeface="楷体" charset="0"/>
                <a:cs typeface="楷体_GB2312"/>
              </a:rPr>
              <a:t>时，显然有</a:t>
            </a:r>
            <a:r>
              <a:rPr lang="en-US" altLang="zh-CN" sz="1800" b="1">
                <a:solidFill>
                  <a:srgbClr val="000000"/>
                </a:solidFill>
                <a:latin typeface="Times New Roman" pitchFamily="18" charset="0"/>
                <a:ea typeface="楷体" charset="0"/>
                <a:cs typeface="楷体_GB2312"/>
              </a:rPr>
              <a:t>a+c≤m≤b+d</a:t>
            </a:r>
          </a:p>
          <a:p>
            <a:pPr>
              <a:buClr>
                <a:schemeClr val="accent2"/>
              </a:buClr>
            </a:pPr>
            <a:r>
              <a:rPr lang="en-US" altLang="zh-CN" sz="1800" b="1">
                <a:solidFill>
                  <a:srgbClr val="000000"/>
                </a:solidFill>
                <a:latin typeface="Times New Roman" pitchFamily="18" charset="0"/>
                <a:ea typeface="楷体" charset="0"/>
                <a:cs typeface="楷体_GB2312"/>
              </a:rPr>
              <a:t>(2)</a:t>
            </a:r>
            <a:r>
              <a:rPr lang="zh-CN" altLang="en-US" sz="1800" b="1">
                <a:solidFill>
                  <a:srgbClr val="000000"/>
                </a:solidFill>
                <a:latin typeface="Times New Roman" pitchFamily="18" charset="0"/>
                <a:ea typeface="楷体" charset="0"/>
                <a:cs typeface="楷体_GB2312"/>
              </a:rPr>
              <a:t>当</a:t>
            </a:r>
            <a:r>
              <a:rPr lang="en-US" altLang="zh-CN" sz="1800" b="1">
                <a:solidFill>
                  <a:srgbClr val="000000"/>
                </a:solidFill>
                <a:latin typeface="Times New Roman" pitchFamily="18" charset="0"/>
                <a:ea typeface="楷体" charset="0"/>
                <a:cs typeface="楷体_GB2312"/>
              </a:rPr>
              <a:t>op[i+s]='*'</a:t>
            </a:r>
            <a:r>
              <a:rPr lang="zh-CN" altLang="en-US" sz="1800" b="1">
                <a:solidFill>
                  <a:srgbClr val="000000"/>
                </a:solidFill>
                <a:latin typeface="Times New Roman" pitchFamily="18" charset="0"/>
                <a:ea typeface="楷体" charset="0"/>
                <a:cs typeface="楷体_GB2312"/>
              </a:rPr>
              <a:t>时，有</a:t>
            </a:r>
            <a:r>
              <a:rPr lang="en-US" altLang="zh-CN" sz="1800" b="1">
                <a:solidFill>
                  <a:srgbClr val="000000"/>
                </a:solidFill>
                <a:latin typeface="Times New Roman" pitchFamily="18" charset="0"/>
                <a:ea typeface="楷体" charset="0"/>
                <a:cs typeface="楷体_GB2312"/>
              </a:rPr>
              <a:t>min{ac</a:t>
            </a:r>
            <a:r>
              <a:rPr lang="zh-CN" altLang="en-US" sz="1800" b="1">
                <a:solidFill>
                  <a:srgbClr val="000000"/>
                </a:solidFill>
                <a:latin typeface="Times New Roman" pitchFamily="18" charset="0"/>
                <a:ea typeface="楷体" charset="0"/>
                <a:cs typeface="楷体_GB2312"/>
              </a:rPr>
              <a:t>，</a:t>
            </a:r>
            <a:r>
              <a:rPr lang="en-US" altLang="zh-CN" sz="1800" b="1">
                <a:solidFill>
                  <a:srgbClr val="000000"/>
                </a:solidFill>
                <a:latin typeface="Times New Roman" pitchFamily="18" charset="0"/>
                <a:ea typeface="楷体" charset="0"/>
                <a:cs typeface="楷体_GB2312"/>
              </a:rPr>
              <a:t>ad</a:t>
            </a:r>
            <a:r>
              <a:rPr lang="zh-CN" altLang="en-US" sz="1800" b="1">
                <a:solidFill>
                  <a:srgbClr val="000000"/>
                </a:solidFill>
                <a:latin typeface="Times New Roman" pitchFamily="18" charset="0"/>
                <a:ea typeface="楷体" charset="0"/>
                <a:cs typeface="楷体_GB2312"/>
              </a:rPr>
              <a:t>，</a:t>
            </a:r>
            <a:r>
              <a:rPr lang="en-US" altLang="zh-CN" sz="1800" b="1">
                <a:solidFill>
                  <a:srgbClr val="000000"/>
                </a:solidFill>
                <a:latin typeface="Times New Roman" pitchFamily="18" charset="0"/>
                <a:ea typeface="楷体" charset="0"/>
                <a:cs typeface="楷体_GB2312"/>
              </a:rPr>
              <a:t>bc</a:t>
            </a:r>
            <a:r>
              <a:rPr lang="zh-CN" altLang="en-US" sz="1800" b="1">
                <a:solidFill>
                  <a:srgbClr val="000000"/>
                </a:solidFill>
                <a:latin typeface="Times New Roman" pitchFamily="18" charset="0"/>
                <a:ea typeface="楷体" charset="0"/>
                <a:cs typeface="楷体_GB2312"/>
              </a:rPr>
              <a:t>，</a:t>
            </a:r>
            <a:r>
              <a:rPr lang="en-US" altLang="zh-CN" sz="1800" b="1">
                <a:solidFill>
                  <a:srgbClr val="000000"/>
                </a:solidFill>
                <a:latin typeface="Times New Roman" pitchFamily="18" charset="0"/>
                <a:ea typeface="楷体" charset="0"/>
                <a:cs typeface="楷体_GB2312"/>
              </a:rPr>
              <a:t>bd}≤m≤max{ac</a:t>
            </a:r>
            <a:r>
              <a:rPr lang="zh-CN" altLang="en-US" sz="1800" b="1">
                <a:solidFill>
                  <a:srgbClr val="000000"/>
                </a:solidFill>
                <a:latin typeface="Times New Roman" pitchFamily="18" charset="0"/>
                <a:ea typeface="楷体" charset="0"/>
                <a:cs typeface="楷体_GB2312"/>
              </a:rPr>
              <a:t>，</a:t>
            </a:r>
            <a:r>
              <a:rPr lang="en-US" altLang="zh-CN" sz="1800" b="1">
                <a:solidFill>
                  <a:srgbClr val="000000"/>
                </a:solidFill>
                <a:latin typeface="Times New Roman" pitchFamily="18" charset="0"/>
                <a:ea typeface="楷体" charset="0"/>
                <a:cs typeface="楷体_GB2312"/>
              </a:rPr>
              <a:t>ad</a:t>
            </a:r>
            <a:r>
              <a:rPr lang="zh-CN" altLang="en-US" sz="1800" b="1">
                <a:solidFill>
                  <a:srgbClr val="000000"/>
                </a:solidFill>
                <a:latin typeface="Times New Roman" pitchFamily="18" charset="0"/>
                <a:ea typeface="楷体" charset="0"/>
                <a:cs typeface="楷体_GB2312"/>
              </a:rPr>
              <a:t>，</a:t>
            </a:r>
            <a:r>
              <a:rPr lang="en-US" altLang="zh-CN" sz="1800" b="1">
                <a:solidFill>
                  <a:srgbClr val="000000"/>
                </a:solidFill>
                <a:latin typeface="Times New Roman" pitchFamily="18" charset="0"/>
                <a:ea typeface="楷体" charset="0"/>
                <a:cs typeface="楷体_GB2312"/>
              </a:rPr>
              <a:t>bc</a:t>
            </a:r>
            <a:r>
              <a:rPr lang="zh-CN" altLang="en-US" sz="1800" b="1">
                <a:solidFill>
                  <a:srgbClr val="000000"/>
                </a:solidFill>
                <a:latin typeface="Times New Roman" pitchFamily="18" charset="0"/>
                <a:ea typeface="楷体" charset="0"/>
                <a:cs typeface="楷体_GB2312"/>
              </a:rPr>
              <a:t>，</a:t>
            </a:r>
            <a:r>
              <a:rPr lang="en-US" altLang="zh-CN" sz="1800" b="1">
                <a:solidFill>
                  <a:srgbClr val="000000"/>
                </a:solidFill>
                <a:latin typeface="Times New Roman" pitchFamily="18" charset="0"/>
                <a:ea typeface="楷体" charset="0"/>
                <a:cs typeface="楷体_GB2312"/>
              </a:rPr>
              <a:t>bd} </a:t>
            </a:r>
          </a:p>
          <a:p>
            <a:pPr>
              <a:buClr>
                <a:schemeClr val="accent2"/>
              </a:buClr>
              <a:buFontTx/>
              <a:buChar char="•"/>
            </a:pPr>
            <a:r>
              <a:rPr lang="zh-CN" altLang="en-US" sz="1800" b="1">
                <a:solidFill>
                  <a:srgbClr val="000000"/>
                </a:solidFill>
                <a:latin typeface="Times New Roman" pitchFamily="18" charset="0"/>
                <a:ea typeface="楷体" charset="0"/>
              </a:rPr>
              <a:t>换句话说，主链的最大值和最小值可由子链的最大值和最小值得到。</a:t>
            </a:r>
            <a:r>
              <a:rPr lang="zh-CN" altLang="en-US" sz="1800" b="1">
                <a:solidFill>
                  <a:srgbClr val="000000"/>
                </a:solidFill>
                <a:latin typeface="Times New Roman" pitchFamily="18" charset="0"/>
                <a:ea typeface="楷体" charset="0"/>
                <a:cs typeface="楷体_GB2312"/>
              </a:rPr>
              <a:t> </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8" name="Rectangle 4"/>
          <p:cNvSpPr>
            <a:spLocks noGrp="1" noChangeArrowheads="1"/>
          </p:cNvSpPr>
          <p:nvPr>
            <p:ph type="ctrTitle" idx="4294967295"/>
          </p:nvPr>
        </p:nvSpPr>
        <p:spPr>
          <a:xfrm>
            <a:off x="0" y="1257300"/>
            <a:ext cx="5829300" cy="1153795"/>
          </a:xfrm>
        </p:spPr>
        <p:txBody>
          <a:bodyPr rtlCol="0">
            <a:noAutofit/>
          </a:bodyPr>
          <a:lstStyle/>
          <a:p>
            <a:pPr eaLnBrk="1" fontAlgn="auto" hangingPunct="1">
              <a:spcAft>
                <a:spcPts val="0"/>
              </a:spcAft>
              <a:defRPr/>
            </a:pPr>
            <a:r>
              <a:rPr lang="zh-CN" altLang="en-US" b="1">
                <a:solidFill>
                  <a:srgbClr val="000000"/>
                </a:solidFill>
                <a:effectLst>
                  <a:outerShdw blurRad="38100" dist="38100" dir="2700000" algn="tl">
                    <a:srgbClr val="C0C0C0"/>
                  </a:outerShdw>
                </a:effectLst>
                <a:latin typeface="Times New Roman" pitchFamily="18" charset="0"/>
                <a:ea typeface="楷体" charset="0"/>
              </a:rPr>
              <a:t>图像压缩</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ChangeArrowheads="1"/>
          </p:cNvSpPr>
          <p:nvPr/>
        </p:nvSpPr>
        <p:spPr bwMode="auto">
          <a:xfrm>
            <a:off x="1601391" y="0"/>
            <a:ext cx="5509022" cy="596504"/>
          </a:xfrm>
          <a:prstGeom prst="rect">
            <a:avLst/>
          </a:prstGeom>
          <a:noFill/>
          <a:ln>
            <a:noFill/>
          </a:ln>
          <a:effectLst/>
        </p:spPr>
        <p:txBody>
          <a:bodyPr anchor="b"/>
          <a:lstStyle/>
          <a:p>
            <a:pPr>
              <a:defRPr/>
            </a:pPr>
            <a:r>
              <a:rPr lang="zh-CN" altLang="en-US" sz="2850" b="1">
                <a:solidFill>
                  <a:srgbClr val="000066"/>
                </a:solidFill>
                <a:effectLst>
                  <a:outerShdw blurRad="38100" dist="38100" dir="2700000" algn="tl">
                    <a:srgbClr val="C0C0C0"/>
                  </a:outerShdw>
                </a:effectLst>
                <a:latin typeface="Times New Roman" pitchFamily="18" charset="0"/>
                <a:ea typeface="楷体" charset="0"/>
              </a:rPr>
              <a:t>图像压缩</a:t>
            </a:r>
            <a:endParaRPr lang="ja-JP" altLang="en-US" sz="2850" b="1">
              <a:solidFill>
                <a:srgbClr val="000066"/>
              </a:solidFill>
              <a:effectLst>
                <a:outerShdw blurRad="38100" dist="38100" dir="2700000" algn="tl">
                  <a:srgbClr val="C0C0C0"/>
                </a:outerShdw>
              </a:effectLst>
              <a:latin typeface="Times New Roman" pitchFamily="18" charset="0"/>
              <a:ea typeface="楷体" charset="0"/>
            </a:endParaRPr>
          </a:p>
        </p:txBody>
      </p:sp>
      <p:sp>
        <p:nvSpPr>
          <p:cNvPr id="82203" name="Text Box 3"/>
          <p:cNvSpPr txBox="1">
            <a:spLocks noChangeArrowheads="1"/>
          </p:cNvSpPr>
          <p:nvPr/>
        </p:nvSpPr>
        <p:spPr bwMode="auto">
          <a:xfrm>
            <a:off x="382905" y="589915"/>
            <a:ext cx="8449310" cy="2834640"/>
          </a:xfrm>
          <a:prstGeom prst="rect">
            <a:avLst/>
          </a:prstGeom>
          <a:noFill/>
          <a:ln w="9525">
            <a:noFill/>
            <a:miter lim="800000"/>
          </a:ln>
        </p:spPr>
        <p:txBody>
          <a:bodyPr wrap="square">
            <a:spAutoFit/>
          </a:bodyPr>
          <a:lstStyle/>
          <a:p>
            <a:r>
              <a:rPr lang="zh-CN" altLang="en-US" sz="1800" b="1">
                <a:solidFill>
                  <a:srgbClr val="000000"/>
                </a:solidFill>
                <a:latin typeface="Times New Roman" pitchFamily="18" charset="0"/>
                <a:ea typeface="楷体" charset="0"/>
                <a:cs typeface="楷体_GB2312"/>
              </a:rPr>
              <a:t>图象的变位压缩存储格式将所给的象素点序列</a:t>
            </a:r>
            <a:r>
              <a:rPr lang="en-US" altLang="zh-CN" sz="1800" b="1">
                <a:solidFill>
                  <a:srgbClr val="000000"/>
                </a:solidFill>
                <a:latin typeface="Times New Roman" pitchFamily="18" charset="0"/>
                <a:ea typeface="楷体" charset="0"/>
                <a:cs typeface="楷体_GB2312"/>
              </a:rPr>
              <a:t>{p1,p2,…,pn},0≤pi≤255</a:t>
            </a:r>
            <a:r>
              <a:rPr lang="zh-CN" altLang="en-US" sz="1800" b="1">
                <a:solidFill>
                  <a:srgbClr val="000000"/>
                </a:solidFill>
                <a:latin typeface="Times New Roman" pitchFamily="18" charset="0"/>
                <a:ea typeface="楷体" charset="0"/>
                <a:cs typeface="楷体_GB2312"/>
              </a:rPr>
              <a:t>分割成</a:t>
            </a:r>
            <a:r>
              <a:rPr lang="en-US" altLang="zh-CN" sz="1800" b="1">
                <a:solidFill>
                  <a:srgbClr val="000000"/>
                </a:solidFill>
                <a:latin typeface="Times New Roman" pitchFamily="18" charset="0"/>
                <a:ea typeface="楷体" charset="0"/>
                <a:cs typeface="楷体_GB2312"/>
              </a:rPr>
              <a:t>m</a:t>
            </a:r>
            <a:r>
              <a:rPr lang="zh-CN" altLang="en-US" sz="1800" b="1">
                <a:solidFill>
                  <a:srgbClr val="000000"/>
                </a:solidFill>
                <a:latin typeface="Times New Roman" pitchFamily="18" charset="0"/>
                <a:ea typeface="楷体" charset="0"/>
                <a:cs typeface="楷体_GB2312"/>
              </a:rPr>
              <a:t>个连续段</a:t>
            </a:r>
            <a:r>
              <a:rPr lang="en-US" altLang="zh-CN" sz="1800" b="1">
                <a:solidFill>
                  <a:srgbClr val="000000"/>
                </a:solidFill>
                <a:latin typeface="Times New Roman" pitchFamily="18" charset="0"/>
                <a:ea typeface="楷体" charset="0"/>
                <a:cs typeface="楷体_GB2312"/>
              </a:rPr>
              <a:t>S1,S2,…,Sm</a:t>
            </a:r>
            <a:r>
              <a:rPr lang="zh-CN" altLang="en-US" sz="1800" b="1">
                <a:solidFill>
                  <a:srgbClr val="000000"/>
                </a:solidFill>
                <a:latin typeface="Times New Roman" pitchFamily="18" charset="0"/>
                <a:ea typeface="楷体" charset="0"/>
                <a:cs typeface="楷体_GB2312"/>
              </a:rPr>
              <a:t>。第</a:t>
            </a:r>
            <a:r>
              <a:rPr lang="en-US" altLang="zh-CN" sz="1800" b="1">
                <a:solidFill>
                  <a:srgbClr val="000000"/>
                </a:solidFill>
                <a:latin typeface="Times New Roman" pitchFamily="18" charset="0"/>
                <a:ea typeface="楷体" charset="0"/>
                <a:cs typeface="楷体_GB2312"/>
              </a:rPr>
              <a:t>i</a:t>
            </a:r>
            <a:r>
              <a:rPr lang="zh-CN" altLang="en-US" sz="1800" b="1">
                <a:solidFill>
                  <a:srgbClr val="000000"/>
                </a:solidFill>
                <a:latin typeface="Times New Roman" pitchFamily="18" charset="0"/>
                <a:ea typeface="楷体" charset="0"/>
                <a:cs typeface="楷体_GB2312"/>
              </a:rPr>
              <a:t>个象素段</a:t>
            </a:r>
            <a:r>
              <a:rPr lang="en-US" altLang="zh-CN" sz="1800" b="1">
                <a:solidFill>
                  <a:srgbClr val="000000"/>
                </a:solidFill>
                <a:latin typeface="Times New Roman" pitchFamily="18" charset="0"/>
                <a:ea typeface="楷体" charset="0"/>
                <a:cs typeface="楷体_GB2312"/>
              </a:rPr>
              <a:t>Si</a:t>
            </a:r>
            <a:r>
              <a:rPr lang="zh-CN" altLang="en-US" sz="1800" b="1">
                <a:solidFill>
                  <a:srgbClr val="000000"/>
                </a:solidFill>
                <a:latin typeface="Times New Roman" pitchFamily="18" charset="0"/>
                <a:ea typeface="楷体" charset="0"/>
                <a:cs typeface="楷体_GB2312"/>
              </a:rPr>
              <a:t>中</a:t>
            </a:r>
            <a:r>
              <a:rPr lang="en-US" altLang="zh-CN" sz="1800" b="1">
                <a:solidFill>
                  <a:srgbClr val="000000"/>
                </a:solidFill>
                <a:latin typeface="Times New Roman" pitchFamily="18" charset="0"/>
                <a:ea typeface="楷体" charset="0"/>
                <a:cs typeface="楷体_GB2312"/>
              </a:rPr>
              <a:t>(1≤i≤m)</a:t>
            </a:r>
            <a:r>
              <a:rPr lang="zh-CN" altLang="en-US" sz="1800" b="1">
                <a:solidFill>
                  <a:srgbClr val="000000"/>
                </a:solidFill>
                <a:latin typeface="Times New Roman" pitchFamily="18" charset="0"/>
                <a:ea typeface="楷体" charset="0"/>
                <a:cs typeface="楷体_GB2312"/>
              </a:rPr>
              <a:t>，有</a:t>
            </a:r>
            <a:r>
              <a:rPr lang="en-US" altLang="zh-CN" sz="1800" b="1" i="1">
                <a:solidFill>
                  <a:srgbClr val="000000"/>
                </a:solidFill>
                <a:latin typeface="Times New Roman" pitchFamily="18" charset="0"/>
                <a:ea typeface="楷体" charset="0"/>
                <a:cs typeface="楷体_GB2312"/>
              </a:rPr>
              <a:t>l</a:t>
            </a:r>
            <a:r>
              <a:rPr lang="en-US" altLang="zh-CN" sz="1800" b="1">
                <a:solidFill>
                  <a:srgbClr val="000000"/>
                </a:solidFill>
                <a:latin typeface="Times New Roman" pitchFamily="18" charset="0"/>
                <a:ea typeface="楷体" charset="0"/>
                <a:cs typeface="楷体_GB2312"/>
              </a:rPr>
              <a:t>[i]</a:t>
            </a:r>
            <a:r>
              <a:rPr lang="zh-CN" altLang="en-US" sz="1800" b="1">
                <a:solidFill>
                  <a:srgbClr val="000000"/>
                </a:solidFill>
                <a:latin typeface="Times New Roman" pitchFamily="18" charset="0"/>
                <a:ea typeface="楷体" charset="0"/>
                <a:cs typeface="楷体_GB2312"/>
              </a:rPr>
              <a:t>个象素</a:t>
            </a:r>
            <a:r>
              <a:rPr lang="en-US" altLang="zh-CN" sz="1800" b="1">
                <a:solidFill>
                  <a:srgbClr val="000000"/>
                </a:solidFill>
                <a:latin typeface="Times New Roman" pitchFamily="18" charset="0"/>
                <a:ea typeface="楷体" charset="0"/>
                <a:cs typeface="楷体_GB2312"/>
              </a:rPr>
              <a:t>,</a:t>
            </a:r>
            <a:r>
              <a:rPr lang="zh-CN" altLang="en-US" sz="1800" b="1">
                <a:solidFill>
                  <a:srgbClr val="000000"/>
                </a:solidFill>
                <a:latin typeface="Times New Roman" pitchFamily="18" charset="0"/>
                <a:ea typeface="楷体" charset="0"/>
                <a:cs typeface="楷体_GB2312"/>
              </a:rPr>
              <a:t>且该段中每个象素都只用</a:t>
            </a:r>
            <a:r>
              <a:rPr lang="en-US" altLang="zh-CN" sz="1800" b="1">
                <a:solidFill>
                  <a:srgbClr val="000000"/>
                </a:solidFill>
                <a:latin typeface="Times New Roman" pitchFamily="18" charset="0"/>
                <a:ea typeface="楷体" charset="0"/>
                <a:cs typeface="楷体_GB2312"/>
              </a:rPr>
              <a:t>b[i]</a:t>
            </a:r>
            <a:r>
              <a:rPr lang="zh-CN" altLang="en-US" sz="1800" b="1">
                <a:solidFill>
                  <a:srgbClr val="000000"/>
                </a:solidFill>
                <a:latin typeface="Times New Roman" pitchFamily="18" charset="0"/>
                <a:ea typeface="楷体" charset="0"/>
                <a:cs typeface="楷体_GB2312"/>
              </a:rPr>
              <a:t>位表示。设                  则第</a:t>
            </a:r>
            <a:r>
              <a:rPr lang="en-US" altLang="zh-CN" sz="1800" b="1">
                <a:solidFill>
                  <a:srgbClr val="000000"/>
                </a:solidFill>
                <a:latin typeface="Times New Roman" pitchFamily="18" charset="0"/>
                <a:ea typeface="楷体" charset="0"/>
                <a:cs typeface="楷体_GB2312"/>
              </a:rPr>
              <a:t>i</a:t>
            </a:r>
            <a:r>
              <a:rPr lang="zh-CN" altLang="en-US" sz="1800" b="1">
                <a:solidFill>
                  <a:srgbClr val="000000"/>
                </a:solidFill>
                <a:latin typeface="Times New Roman" pitchFamily="18" charset="0"/>
                <a:ea typeface="楷体" charset="0"/>
                <a:cs typeface="楷体_GB2312"/>
              </a:rPr>
              <a:t>个象素段</a:t>
            </a:r>
            <a:r>
              <a:rPr lang="en-US" altLang="zh-CN" sz="1800" b="1">
                <a:solidFill>
                  <a:srgbClr val="000000"/>
                </a:solidFill>
                <a:latin typeface="Times New Roman" pitchFamily="18" charset="0"/>
                <a:ea typeface="楷体" charset="0"/>
                <a:cs typeface="楷体_GB2312"/>
              </a:rPr>
              <a:t>Si</a:t>
            </a:r>
            <a:r>
              <a:rPr lang="zh-CN" altLang="en-US" sz="1800" b="1">
                <a:solidFill>
                  <a:srgbClr val="000000"/>
                </a:solidFill>
                <a:latin typeface="Times New Roman" pitchFamily="18" charset="0"/>
                <a:ea typeface="楷体" charset="0"/>
                <a:cs typeface="楷体_GB2312"/>
              </a:rPr>
              <a:t>为</a:t>
            </a:r>
          </a:p>
          <a:p>
            <a:endParaRPr lang="zh-CN" altLang="en-US" sz="1800" b="1">
              <a:solidFill>
                <a:srgbClr val="000000"/>
              </a:solidFill>
              <a:latin typeface="Times New Roman" pitchFamily="18" charset="0"/>
              <a:ea typeface="楷体" charset="0"/>
              <a:cs typeface="楷体_GB2312"/>
            </a:endParaRPr>
          </a:p>
          <a:p>
            <a:r>
              <a:rPr lang="zh-CN" altLang="en-US" sz="1800" b="1">
                <a:solidFill>
                  <a:srgbClr val="000000"/>
                </a:solidFill>
                <a:latin typeface="Times New Roman" pitchFamily="18" charset="0"/>
                <a:ea typeface="楷体" charset="0"/>
                <a:cs typeface="楷体_GB2312"/>
              </a:rPr>
              <a:t>设                                ，则</a:t>
            </a:r>
            <a:r>
              <a:rPr lang="en-US" altLang="zh-CN" sz="1800" b="1">
                <a:solidFill>
                  <a:srgbClr val="000000"/>
                </a:solidFill>
                <a:latin typeface="Times New Roman" pitchFamily="18" charset="0"/>
                <a:ea typeface="楷体" charset="0"/>
                <a:cs typeface="楷体_GB2312"/>
              </a:rPr>
              <a:t>hi</a:t>
            </a:r>
            <a:r>
              <a:rPr lang="en-US" altLang="zh-CN" sz="1800" b="1">
                <a:solidFill>
                  <a:srgbClr val="000000"/>
                </a:solidFill>
                <a:latin typeface="Times New Roman" pitchFamily="18" charset="0"/>
                <a:ea typeface="楷体" charset="0"/>
                <a:cs typeface="楷体_GB2312"/>
                <a:sym typeface="Symbol" pitchFamily="18" charset="2"/>
              </a:rPr>
              <a:t></a:t>
            </a:r>
            <a:r>
              <a:rPr lang="en-US" altLang="zh-CN" sz="1800" b="1">
                <a:solidFill>
                  <a:srgbClr val="000000"/>
                </a:solidFill>
                <a:latin typeface="Times New Roman" pitchFamily="18" charset="0"/>
                <a:ea typeface="楷体" charset="0"/>
                <a:cs typeface="楷体_GB2312"/>
              </a:rPr>
              <a:t>b[i]</a:t>
            </a:r>
            <a:r>
              <a:rPr lang="en-US" altLang="zh-CN" sz="1800" b="1">
                <a:solidFill>
                  <a:srgbClr val="000000"/>
                </a:solidFill>
                <a:latin typeface="Times New Roman" pitchFamily="18" charset="0"/>
                <a:ea typeface="楷体" charset="0"/>
                <a:cs typeface="楷体_GB2312"/>
                <a:sym typeface="Symbol" pitchFamily="18" charset="2"/>
              </a:rPr>
              <a:t></a:t>
            </a:r>
            <a:r>
              <a:rPr lang="en-US" altLang="zh-CN" sz="1800" b="1">
                <a:solidFill>
                  <a:srgbClr val="000000"/>
                </a:solidFill>
                <a:latin typeface="Times New Roman" pitchFamily="18" charset="0"/>
                <a:ea typeface="楷体" charset="0"/>
                <a:cs typeface="楷体_GB2312"/>
              </a:rPr>
              <a:t>8</a:t>
            </a:r>
            <a:r>
              <a:rPr lang="zh-CN" altLang="en-US" sz="1800" b="1">
                <a:solidFill>
                  <a:srgbClr val="000000"/>
                </a:solidFill>
                <a:latin typeface="Times New Roman" pitchFamily="18" charset="0"/>
                <a:ea typeface="楷体" charset="0"/>
                <a:cs typeface="楷体_GB2312"/>
              </a:rPr>
              <a:t>。因此需要用</a:t>
            </a:r>
            <a:r>
              <a:rPr lang="en-US" altLang="zh-CN" sz="1800" b="1">
                <a:solidFill>
                  <a:srgbClr val="000000"/>
                </a:solidFill>
                <a:latin typeface="Times New Roman" pitchFamily="18" charset="0"/>
                <a:ea typeface="楷体" charset="0"/>
                <a:cs typeface="楷体_GB2312"/>
              </a:rPr>
              <a:t>3</a:t>
            </a:r>
            <a:r>
              <a:rPr lang="zh-CN" altLang="en-US" sz="1800" b="1">
                <a:solidFill>
                  <a:srgbClr val="000000"/>
                </a:solidFill>
                <a:latin typeface="Times New Roman" pitchFamily="18" charset="0"/>
                <a:ea typeface="楷体" charset="0"/>
                <a:cs typeface="楷体_GB2312"/>
              </a:rPr>
              <a:t>位表示</a:t>
            </a:r>
            <a:r>
              <a:rPr lang="en-US" altLang="zh-CN" sz="1800" b="1">
                <a:solidFill>
                  <a:srgbClr val="000000"/>
                </a:solidFill>
                <a:latin typeface="Times New Roman" pitchFamily="18" charset="0"/>
                <a:ea typeface="楷体" charset="0"/>
                <a:cs typeface="楷体_GB2312"/>
              </a:rPr>
              <a:t>b[i],</a:t>
            </a:r>
            <a:r>
              <a:rPr lang="zh-CN" altLang="en-US" sz="1800" b="1">
                <a:solidFill>
                  <a:srgbClr val="000000"/>
                </a:solidFill>
                <a:latin typeface="Times New Roman" pitchFamily="18" charset="0"/>
                <a:ea typeface="楷体" charset="0"/>
                <a:cs typeface="楷体_GB2312"/>
              </a:rPr>
              <a:t>如果限制</a:t>
            </a:r>
            <a:r>
              <a:rPr lang="en-US" altLang="zh-CN" sz="1800" b="1">
                <a:solidFill>
                  <a:srgbClr val="000000"/>
                </a:solidFill>
                <a:latin typeface="Times New Roman" pitchFamily="18" charset="0"/>
                <a:ea typeface="楷体" charset="0"/>
                <a:cs typeface="楷体_GB2312"/>
              </a:rPr>
              <a:t>1</a:t>
            </a:r>
            <a:r>
              <a:rPr lang="en-US" altLang="zh-CN" sz="1800" b="1">
                <a:solidFill>
                  <a:srgbClr val="000000"/>
                </a:solidFill>
                <a:latin typeface="Times New Roman" pitchFamily="18" charset="0"/>
                <a:ea typeface="楷体" charset="0"/>
                <a:cs typeface="楷体_GB2312"/>
                <a:sym typeface="Symbol" pitchFamily="18" charset="2"/>
              </a:rPr>
              <a:t></a:t>
            </a:r>
            <a:r>
              <a:rPr lang="en-US" altLang="zh-CN" sz="1800" b="1">
                <a:solidFill>
                  <a:srgbClr val="000000"/>
                </a:solidFill>
                <a:latin typeface="Times New Roman" pitchFamily="18" charset="0"/>
                <a:ea typeface="楷体" charset="0"/>
                <a:cs typeface="楷体_GB2312"/>
              </a:rPr>
              <a:t>l[i]</a:t>
            </a:r>
            <a:r>
              <a:rPr lang="en-US" altLang="zh-CN" sz="1800" b="1">
                <a:solidFill>
                  <a:srgbClr val="000000"/>
                </a:solidFill>
                <a:latin typeface="Times New Roman" pitchFamily="18" charset="0"/>
                <a:ea typeface="楷体" charset="0"/>
                <a:cs typeface="楷体_GB2312"/>
                <a:sym typeface="Symbol" pitchFamily="18" charset="2"/>
              </a:rPr>
              <a:t></a:t>
            </a:r>
            <a:r>
              <a:rPr lang="en-US" altLang="zh-CN" sz="1800" b="1">
                <a:solidFill>
                  <a:srgbClr val="000000"/>
                </a:solidFill>
                <a:latin typeface="Times New Roman" pitchFamily="18" charset="0"/>
                <a:ea typeface="楷体" charset="0"/>
                <a:cs typeface="楷体_GB2312"/>
              </a:rPr>
              <a:t>255</a:t>
            </a:r>
            <a:r>
              <a:rPr lang="zh-CN" altLang="en-US" sz="1800" b="1">
                <a:solidFill>
                  <a:srgbClr val="000000"/>
                </a:solidFill>
                <a:latin typeface="Times New Roman" pitchFamily="18" charset="0"/>
                <a:ea typeface="楷体" charset="0"/>
                <a:cs typeface="楷体_GB2312"/>
              </a:rPr>
              <a:t>，则需要用</a:t>
            </a:r>
            <a:r>
              <a:rPr lang="en-US" altLang="zh-CN" sz="1800" b="1">
                <a:solidFill>
                  <a:srgbClr val="000000"/>
                </a:solidFill>
                <a:latin typeface="Times New Roman" pitchFamily="18" charset="0"/>
                <a:ea typeface="楷体" charset="0"/>
                <a:cs typeface="楷体_GB2312"/>
              </a:rPr>
              <a:t>8</a:t>
            </a:r>
            <a:r>
              <a:rPr lang="zh-CN" altLang="en-US" sz="1800" b="1">
                <a:solidFill>
                  <a:srgbClr val="000000"/>
                </a:solidFill>
                <a:latin typeface="Times New Roman" pitchFamily="18" charset="0"/>
                <a:ea typeface="楷体" charset="0"/>
                <a:cs typeface="楷体_GB2312"/>
              </a:rPr>
              <a:t>位表示</a:t>
            </a:r>
            <a:r>
              <a:rPr lang="en-US" altLang="zh-CN" sz="1800" b="1">
                <a:solidFill>
                  <a:srgbClr val="000000"/>
                </a:solidFill>
                <a:latin typeface="Times New Roman" pitchFamily="18" charset="0"/>
                <a:ea typeface="楷体" charset="0"/>
                <a:cs typeface="楷体_GB2312"/>
              </a:rPr>
              <a:t>l[i]</a:t>
            </a:r>
            <a:r>
              <a:rPr lang="zh-CN" altLang="en-US" sz="1800" b="1">
                <a:solidFill>
                  <a:srgbClr val="000000"/>
                </a:solidFill>
                <a:latin typeface="Times New Roman" pitchFamily="18" charset="0"/>
                <a:ea typeface="楷体" charset="0"/>
                <a:cs typeface="楷体_GB2312"/>
              </a:rPr>
              <a:t>。因此，第</a:t>
            </a:r>
            <a:r>
              <a:rPr lang="en-US" altLang="zh-CN" sz="1800" b="1">
                <a:solidFill>
                  <a:srgbClr val="000000"/>
                </a:solidFill>
                <a:latin typeface="Times New Roman" pitchFamily="18" charset="0"/>
                <a:ea typeface="楷体" charset="0"/>
                <a:cs typeface="楷体_GB2312"/>
              </a:rPr>
              <a:t>i</a:t>
            </a:r>
            <a:r>
              <a:rPr lang="zh-CN" altLang="en-US" sz="1800" b="1">
                <a:solidFill>
                  <a:srgbClr val="000000"/>
                </a:solidFill>
                <a:latin typeface="Times New Roman" pitchFamily="18" charset="0"/>
                <a:ea typeface="楷体" charset="0"/>
                <a:cs typeface="楷体_GB2312"/>
              </a:rPr>
              <a:t>个象素段所需的存储空间为</a:t>
            </a:r>
            <a:r>
              <a:rPr lang="en-US" altLang="zh-CN" sz="1800" b="1">
                <a:solidFill>
                  <a:srgbClr val="000000"/>
                </a:solidFill>
                <a:latin typeface="Times New Roman" pitchFamily="18" charset="0"/>
                <a:ea typeface="楷体" charset="0"/>
                <a:cs typeface="楷体_GB2312"/>
              </a:rPr>
              <a:t>l[i]*b[i]+11</a:t>
            </a:r>
            <a:r>
              <a:rPr lang="zh-CN" altLang="en-US" sz="1800" b="1">
                <a:solidFill>
                  <a:srgbClr val="000000"/>
                </a:solidFill>
                <a:latin typeface="Times New Roman" pitchFamily="18" charset="0"/>
                <a:ea typeface="楷体" charset="0"/>
                <a:cs typeface="楷体_GB2312"/>
              </a:rPr>
              <a:t>位。按此格式存储象素序列</a:t>
            </a:r>
            <a:r>
              <a:rPr lang="en-US" altLang="zh-CN" sz="1800" b="1">
                <a:solidFill>
                  <a:srgbClr val="000000"/>
                </a:solidFill>
                <a:latin typeface="Times New Roman" pitchFamily="18" charset="0"/>
                <a:ea typeface="楷体" charset="0"/>
                <a:cs typeface="楷体_GB2312"/>
              </a:rPr>
              <a:t>{p1,p2,…,pn}</a:t>
            </a:r>
            <a:r>
              <a:rPr lang="zh-CN" altLang="en-US" sz="1800" b="1">
                <a:solidFill>
                  <a:srgbClr val="000000"/>
                </a:solidFill>
                <a:latin typeface="Times New Roman" pitchFamily="18" charset="0"/>
                <a:ea typeface="楷体" charset="0"/>
                <a:cs typeface="楷体_GB2312"/>
              </a:rPr>
              <a:t>，需要                        位的存储空间。</a:t>
            </a:r>
          </a:p>
          <a:p>
            <a:r>
              <a:rPr lang="zh-CN" altLang="en-US" sz="1800" b="1">
                <a:solidFill>
                  <a:srgbClr val="000000"/>
                </a:solidFill>
                <a:latin typeface="Times New Roman" pitchFamily="18" charset="0"/>
                <a:ea typeface="楷体" charset="0"/>
                <a:cs typeface="楷体_GB2312"/>
              </a:rPr>
              <a:t> </a:t>
            </a:r>
          </a:p>
          <a:p>
            <a:r>
              <a:rPr lang="zh-CN" altLang="en-US" sz="1800" b="1">
                <a:solidFill>
                  <a:srgbClr val="000000"/>
                </a:solidFill>
                <a:latin typeface="Times New Roman" pitchFamily="18" charset="0"/>
                <a:ea typeface="楷体" charset="0"/>
              </a:rPr>
              <a:t>图象压缩问题要求确定象素序列</a:t>
            </a:r>
            <a:r>
              <a:rPr lang="en-US" altLang="zh-CN" sz="1800" b="1">
                <a:solidFill>
                  <a:srgbClr val="000000"/>
                </a:solidFill>
                <a:latin typeface="Times New Roman" pitchFamily="18" charset="0"/>
                <a:ea typeface="楷体" charset="0"/>
              </a:rPr>
              <a:t>{p1,p2,…,pn}</a:t>
            </a:r>
            <a:r>
              <a:rPr lang="zh-CN" altLang="en-US" sz="1800" b="1">
                <a:solidFill>
                  <a:srgbClr val="000000"/>
                </a:solidFill>
                <a:latin typeface="Times New Roman" pitchFamily="18" charset="0"/>
                <a:ea typeface="楷体" charset="0"/>
              </a:rPr>
              <a:t>的最优分段，使得依此分段所需的存储空间最少。每个分段的长度不超过</a:t>
            </a:r>
            <a:r>
              <a:rPr lang="en-US" altLang="zh-CN" sz="1800" b="1">
                <a:solidFill>
                  <a:srgbClr val="000000"/>
                </a:solidFill>
                <a:latin typeface="Times New Roman" pitchFamily="18" charset="0"/>
                <a:ea typeface="楷体" charset="0"/>
              </a:rPr>
              <a:t>256</a:t>
            </a:r>
            <a:r>
              <a:rPr lang="zh-CN" altLang="en-US" sz="1800" b="1">
                <a:solidFill>
                  <a:srgbClr val="000000"/>
                </a:solidFill>
                <a:latin typeface="Times New Roman" pitchFamily="18" charset="0"/>
                <a:ea typeface="楷体" charset="0"/>
              </a:rPr>
              <a:t>位。</a:t>
            </a:r>
          </a:p>
        </p:txBody>
      </p:sp>
      <p:sp>
        <p:nvSpPr>
          <p:cNvPr id="82204" name="Rectangle 4"/>
          <p:cNvSpPr>
            <a:spLocks noChangeArrowheads="1"/>
          </p:cNvSpPr>
          <p:nvPr/>
        </p:nvSpPr>
        <p:spPr bwMode="auto">
          <a:xfrm>
            <a:off x="1143000" y="2250996"/>
            <a:ext cx="309880" cy="320040"/>
          </a:xfrm>
          <a:prstGeom prst="rect">
            <a:avLst/>
          </a:prstGeom>
          <a:noFill/>
          <a:ln w="9525">
            <a:noFill/>
            <a:miter lim="800000"/>
          </a:ln>
        </p:spPr>
        <p:txBody>
          <a:bodyPr wrap="none" anchor="ctr">
            <a:spAutoFit/>
          </a:bodyPr>
          <a:lstStyle/>
          <a:p>
            <a:endParaRPr lang="zh-CN" altLang="en-US" sz="1500"/>
          </a:p>
        </p:txBody>
      </p:sp>
      <p:graphicFrame>
        <p:nvGraphicFramePr>
          <p:cNvPr id="82197" name="Object 277"/>
          <p:cNvGraphicFramePr>
            <a:graphicFrameLocks noChangeAspect="1"/>
          </p:cNvGraphicFramePr>
          <p:nvPr/>
        </p:nvGraphicFramePr>
        <p:xfrm>
          <a:off x="2209880" y="1101329"/>
          <a:ext cx="1026319" cy="556022"/>
        </p:xfrm>
        <a:graphic>
          <a:graphicData uri="http://schemas.openxmlformats.org/presentationml/2006/ole">
            <mc:AlternateContent xmlns:mc="http://schemas.openxmlformats.org/markup-compatibility/2006">
              <mc:Choice xmlns:v="urn:schemas-microsoft-com:vml" Requires="v">
                <p:oleObj spid="_x0000_s82433" name="公式" r:id="rId3" imgW="787400" imgH="431800" progId="Equation.3">
                  <p:embed/>
                </p:oleObj>
              </mc:Choice>
              <mc:Fallback>
                <p:oleObj name="公式" r:id="rId3" imgW="787400" imgH="431800" progId="Equation.3">
                  <p:embed/>
                  <p:pic>
                    <p:nvPicPr>
                      <p:cNvPr id="0" name="Picture 2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80" y="1101329"/>
                        <a:ext cx="1026319" cy="556022"/>
                      </a:xfrm>
                      <a:prstGeom prst="rect">
                        <a:avLst/>
                      </a:prstGeom>
                      <a:noFill/>
                    </p:spPr>
                  </p:pic>
                </p:oleObj>
              </mc:Fallback>
            </mc:AlternateContent>
          </a:graphicData>
        </a:graphic>
      </p:graphicFrame>
      <p:graphicFrame>
        <p:nvGraphicFramePr>
          <p:cNvPr id="82198" name="Object 278"/>
          <p:cNvGraphicFramePr>
            <a:graphicFrameLocks noChangeAspect="1"/>
          </p:cNvGraphicFramePr>
          <p:nvPr/>
        </p:nvGraphicFramePr>
        <p:xfrm>
          <a:off x="5089922" y="1170305"/>
          <a:ext cx="1863328" cy="315516"/>
        </p:xfrm>
        <a:graphic>
          <a:graphicData uri="http://schemas.openxmlformats.org/presentationml/2006/ole">
            <mc:AlternateContent xmlns:mc="http://schemas.openxmlformats.org/markup-compatibility/2006">
              <mc:Choice xmlns:v="urn:schemas-microsoft-com:vml" Requires="v">
                <p:oleObj spid="_x0000_s82434" name="公式" r:id="rId5" imgW="1422400" imgH="241300" progId="Equation.3">
                  <p:embed/>
                </p:oleObj>
              </mc:Choice>
              <mc:Fallback>
                <p:oleObj name="公式" r:id="rId5" imgW="1422400" imgH="241300" progId="Equation.3">
                  <p:embed/>
                  <p:pic>
                    <p:nvPicPr>
                      <p:cNvPr id="0" name="Picture 27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89922" y="1170305"/>
                        <a:ext cx="1863328" cy="315516"/>
                      </a:xfrm>
                      <a:prstGeom prst="rect">
                        <a:avLst/>
                      </a:prstGeom>
                      <a:noFill/>
                    </p:spPr>
                  </p:pic>
                </p:oleObj>
              </mc:Fallback>
            </mc:AlternateContent>
          </a:graphicData>
        </a:graphic>
      </p:graphicFrame>
      <p:sp>
        <p:nvSpPr>
          <p:cNvPr id="82205" name="Rectangle 7"/>
          <p:cNvSpPr>
            <a:spLocks noChangeArrowheads="1"/>
          </p:cNvSpPr>
          <p:nvPr/>
        </p:nvSpPr>
        <p:spPr bwMode="auto">
          <a:xfrm>
            <a:off x="1143000" y="2258140"/>
            <a:ext cx="309880" cy="320040"/>
          </a:xfrm>
          <a:prstGeom prst="rect">
            <a:avLst/>
          </a:prstGeom>
          <a:noFill/>
          <a:ln w="9525">
            <a:noFill/>
            <a:miter lim="800000"/>
          </a:ln>
        </p:spPr>
        <p:txBody>
          <a:bodyPr wrap="none" anchor="ctr">
            <a:spAutoFit/>
          </a:bodyPr>
          <a:lstStyle/>
          <a:p>
            <a:endParaRPr lang="zh-CN" altLang="en-US" sz="1500"/>
          </a:p>
        </p:txBody>
      </p:sp>
      <p:graphicFrame>
        <p:nvGraphicFramePr>
          <p:cNvPr id="82199" name="Object 279"/>
          <p:cNvGraphicFramePr>
            <a:graphicFrameLocks noChangeAspect="1"/>
          </p:cNvGraphicFramePr>
          <p:nvPr/>
        </p:nvGraphicFramePr>
        <p:xfrm>
          <a:off x="712550" y="1638856"/>
          <a:ext cx="1944290" cy="439340"/>
        </p:xfrm>
        <a:graphic>
          <a:graphicData uri="http://schemas.openxmlformats.org/presentationml/2006/ole">
            <mc:AlternateContent xmlns:mc="http://schemas.openxmlformats.org/markup-compatibility/2006">
              <mc:Choice xmlns:v="urn:schemas-microsoft-com:vml" Requires="v">
                <p:oleObj spid="_x0000_s82435" name="公式" r:id="rId7" imgW="1815465" imgH="406400" progId="Equation.3">
                  <p:embed/>
                </p:oleObj>
              </mc:Choice>
              <mc:Fallback>
                <p:oleObj name="公式" r:id="rId7" imgW="1815465" imgH="406400" progId="Equation.3">
                  <p:embed/>
                  <p:pic>
                    <p:nvPicPr>
                      <p:cNvPr id="0" name="Picture 27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2550" y="1638856"/>
                        <a:ext cx="1944290" cy="439340"/>
                      </a:xfrm>
                      <a:prstGeom prst="rect">
                        <a:avLst/>
                      </a:prstGeom>
                      <a:noFill/>
                    </p:spPr>
                  </p:pic>
                </p:oleObj>
              </mc:Fallback>
            </mc:AlternateContent>
          </a:graphicData>
        </a:graphic>
      </p:graphicFrame>
      <p:sp>
        <p:nvSpPr>
          <p:cNvPr id="82206" name="Rectangle 9"/>
          <p:cNvSpPr>
            <a:spLocks noChangeArrowheads="1"/>
          </p:cNvSpPr>
          <p:nvPr/>
        </p:nvSpPr>
        <p:spPr bwMode="auto">
          <a:xfrm>
            <a:off x="1143000" y="-160020"/>
            <a:ext cx="309880" cy="320040"/>
          </a:xfrm>
          <a:prstGeom prst="rect">
            <a:avLst/>
          </a:prstGeom>
          <a:noFill/>
          <a:ln w="9525">
            <a:noFill/>
            <a:miter lim="800000"/>
          </a:ln>
        </p:spPr>
        <p:txBody>
          <a:bodyPr wrap="none" anchor="ctr">
            <a:spAutoFit/>
          </a:bodyPr>
          <a:lstStyle/>
          <a:p>
            <a:endParaRPr lang="zh-CN" altLang="en-US" sz="1500"/>
          </a:p>
        </p:txBody>
      </p:sp>
      <p:sp>
        <p:nvSpPr>
          <p:cNvPr id="82207" name="Rectangle 10"/>
          <p:cNvSpPr>
            <a:spLocks noChangeArrowheads="1"/>
          </p:cNvSpPr>
          <p:nvPr/>
        </p:nvSpPr>
        <p:spPr bwMode="auto">
          <a:xfrm>
            <a:off x="1143000" y="2250996"/>
            <a:ext cx="309880" cy="320040"/>
          </a:xfrm>
          <a:prstGeom prst="rect">
            <a:avLst/>
          </a:prstGeom>
          <a:noFill/>
          <a:ln w="9525">
            <a:noFill/>
            <a:miter lim="800000"/>
          </a:ln>
        </p:spPr>
        <p:txBody>
          <a:bodyPr wrap="none" anchor="ctr">
            <a:spAutoFit/>
          </a:bodyPr>
          <a:lstStyle/>
          <a:p>
            <a:endParaRPr lang="zh-CN" altLang="en-US" sz="1500"/>
          </a:p>
        </p:txBody>
      </p:sp>
      <p:graphicFrame>
        <p:nvGraphicFramePr>
          <p:cNvPr id="82200" name="Object 280"/>
          <p:cNvGraphicFramePr>
            <a:graphicFrameLocks noChangeAspect="1"/>
          </p:cNvGraphicFramePr>
          <p:nvPr/>
        </p:nvGraphicFramePr>
        <p:xfrm>
          <a:off x="4167981" y="2258060"/>
          <a:ext cx="1241822" cy="482204"/>
        </p:xfrm>
        <a:graphic>
          <a:graphicData uri="http://schemas.openxmlformats.org/presentationml/2006/ole">
            <mc:AlternateContent xmlns:mc="http://schemas.openxmlformats.org/markup-compatibility/2006">
              <mc:Choice xmlns:v="urn:schemas-microsoft-com:vml" Requires="v">
                <p:oleObj spid="_x0000_s82436" name="公式" r:id="rId9" imgW="1104900" imgH="431800" progId="Equation.3">
                  <p:embed/>
                </p:oleObj>
              </mc:Choice>
              <mc:Fallback>
                <p:oleObj name="公式" r:id="rId9" imgW="1104900" imgH="431800" progId="Equation.3">
                  <p:embed/>
                  <p:pic>
                    <p:nvPicPr>
                      <p:cNvPr id="0" name="Picture 28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67981" y="2258060"/>
                        <a:ext cx="1241822" cy="482204"/>
                      </a:xfrm>
                      <a:prstGeom prst="rect">
                        <a:avLst/>
                      </a:prstGeom>
                      <a:noFill/>
                    </p:spPr>
                  </p:pic>
                </p:oleObj>
              </mc:Fallback>
            </mc:AlternateContent>
          </a:graphicData>
        </a:graphic>
      </p:graphicFrame>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ChangeArrowheads="1"/>
          </p:cNvSpPr>
          <p:nvPr/>
        </p:nvSpPr>
        <p:spPr bwMode="auto">
          <a:xfrm>
            <a:off x="1601391" y="0"/>
            <a:ext cx="5509022" cy="596504"/>
          </a:xfrm>
          <a:prstGeom prst="rect">
            <a:avLst/>
          </a:prstGeom>
          <a:noFill/>
          <a:ln>
            <a:noFill/>
          </a:ln>
          <a:effectLst/>
        </p:spPr>
        <p:txBody>
          <a:bodyPr anchor="b"/>
          <a:lstStyle/>
          <a:p>
            <a:pPr>
              <a:defRPr/>
            </a:pPr>
            <a:r>
              <a:rPr lang="zh-CN" altLang="en-US" sz="2850" b="1">
                <a:solidFill>
                  <a:srgbClr val="000066"/>
                </a:solidFill>
                <a:effectLst>
                  <a:outerShdw blurRad="38100" dist="38100" dir="2700000" algn="tl">
                    <a:srgbClr val="C0C0C0"/>
                  </a:outerShdw>
                </a:effectLst>
                <a:latin typeface="Times New Roman" pitchFamily="18" charset="0"/>
                <a:ea typeface="楷体" charset="0"/>
              </a:rPr>
              <a:t>图像压缩</a:t>
            </a:r>
            <a:endParaRPr lang="ja-JP" altLang="en-US" sz="2850" b="1">
              <a:solidFill>
                <a:srgbClr val="000066"/>
              </a:solidFill>
              <a:effectLst>
                <a:outerShdw blurRad="38100" dist="38100" dir="2700000" algn="tl">
                  <a:srgbClr val="C0C0C0"/>
                </a:outerShdw>
              </a:effectLst>
              <a:latin typeface="Times New Roman" pitchFamily="18" charset="0"/>
              <a:ea typeface="楷体" charset="0"/>
            </a:endParaRPr>
          </a:p>
        </p:txBody>
      </p:sp>
      <p:sp>
        <p:nvSpPr>
          <p:cNvPr id="83090" name="Text Box 3"/>
          <p:cNvSpPr txBox="1">
            <a:spLocks noChangeArrowheads="1"/>
          </p:cNvSpPr>
          <p:nvPr/>
        </p:nvSpPr>
        <p:spPr bwMode="auto">
          <a:xfrm>
            <a:off x="942340" y="749935"/>
            <a:ext cx="6816090" cy="2834640"/>
          </a:xfrm>
          <a:prstGeom prst="rect">
            <a:avLst/>
          </a:prstGeom>
          <a:noFill/>
          <a:ln w="9525">
            <a:noFill/>
            <a:miter lim="800000"/>
          </a:ln>
        </p:spPr>
        <p:txBody>
          <a:bodyPr wrap="square">
            <a:spAutoFit/>
          </a:bodyPr>
          <a:lstStyle/>
          <a:p>
            <a:r>
              <a:rPr lang="zh-CN" altLang="en-US" sz="1800" b="1">
                <a:solidFill>
                  <a:srgbClr val="000000"/>
                </a:solidFill>
                <a:latin typeface="楷体" charset="0"/>
                <a:ea typeface="楷体" charset="0"/>
                <a:cs typeface="楷体_GB2312"/>
              </a:rPr>
              <a:t>设</a:t>
            </a:r>
            <a:r>
              <a:rPr lang="en-US" altLang="zh-CN" sz="1800" b="1" i="1">
                <a:solidFill>
                  <a:srgbClr val="000000"/>
                </a:solidFill>
                <a:latin typeface="楷体" charset="0"/>
                <a:ea typeface="楷体" charset="0"/>
                <a:cs typeface="楷体_GB2312"/>
              </a:rPr>
              <a:t>l</a:t>
            </a:r>
            <a:r>
              <a:rPr lang="en-US" altLang="zh-CN" sz="1800" b="1">
                <a:solidFill>
                  <a:srgbClr val="000000"/>
                </a:solidFill>
                <a:latin typeface="楷体" charset="0"/>
                <a:ea typeface="楷体" charset="0"/>
                <a:cs typeface="楷体_GB2312"/>
              </a:rPr>
              <a:t>[i]</a:t>
            </a:r>
            <a:r>
              <a:rPr lang="zh-CN" altLang="en-US" sz="1800" b="1">
                <a:solidFill>
                  <a:srgbClr val="000000"/>
                </a:solidFill>
                <a:latin typeface="楷体" charset="0"/>
                <a:ea typeface="楷体" charset="0"/>
                <a:cs typeface="楷体_GB2312"/>
              </a:rPr>
              <a:t>，</a:t>
            </a:r>
            <a:r>
              <a:rPr lang="en-US" altLang="zh-CN" sz="1800" b="1">
                <a:solidFill>
                  <a:srgbClr val="000000"/>
                </a:solidFill>
                <a:latin typeface="楷体" charset="0"/>
                <a:ea typeface="楷体" charset="0"/>
                <a:cs typeface="楷体_GB2312"/>
              </a:rPr>
              <a:t>b[i]</a:t>
            </a:r>
            <a:r>
              <a:rPr lang="zh-CN" altLang="en-US" sz="1800" b="1">
                <a:solidFill>
                  <a:srgbClr val="000000"/>
                </a:solidFill>
                <a:latin typeface="楷体" charset="0"/>
                <a:ea typeface="楷体" charset="0"/>
                <a:cs typeface="楷体_GB2312"/>
              </a:rPr>
              <a:t>，是</a:t>
            </a:r>
            <a:r>
              <a:rPr lang="en-US" altLang="zh-CN" sz="1800" b="1">
                <a:solidFill>
                  <a:srgbClr val="000000"/>
                </a:solidFill>
                <a:latin typeface="楷体" charset="0"/>
                <a:ea typeface="楷体" charset="0"/>
                <a:cs typeface="楷体_GB2312"/>
              </a:rPr>
              <a:t>{p1,p2,…,pn}</a:t>
            </a:r>
            <a:r>
              <a:rPr lang="zh-CN" altLang="en-US" sz="1800" b="1">
                <a:solidFill>
                  <a:srgbClr val="000000"/>
                </a:solidFill>
                <a:latin typeface="楷体" charset="0"/>
                <a:ea typeface="楷体" charset="0"/>
                <a:cs typeface="楷体_GB2312"/>
              </a:rPr>
              <a:t>的最优分段。显而易见，</a:t>
            </a:r>
            <a:r>
              <a:rPr lang="en-US" altLang="zh-CN" sz="1800" b="1" i="1">
                <a:solidFill>
                  <a:srgbClr val="000000"/>
                </a:solidFill>
                <a:latin typeface="楷体" charset="0"/>
                <a:ea typeface="楷体" charset="0"/>
                <a:cs typeface="楷体_GB2312"/>
              </a:rPr>
              <a:t>l</a:t>
            </a:r>
            <a:r>
              <a:rPr lang="en-US" altLang="zh-CN" sz="1800" b="1">
                <a:solidFill>
                  <a:srgbClr val="000000"/>
                </a:solidFill>
                <a:latin typeface="楷体" charset="0"/>
                <a:ea typeface="楷体" charset="0"/>
                <a:cs typeface="楷体_GB2312"/>
              </a:rPr>
              <a:t>[1]</a:t>
            </a:r>
            <a:r>
              <a:rPr lang="zh-CN" altLang="en-US" sz="1800" b="1">
                <a:solidFill>
                  <a:srgbClr val="000000"/>
                </a:solidFill>
                <a:latin typeface="楷体" charset="0"/>
                <a:ea typeface="楷体" charset="0"/>
                <a:cs typeface="楷体_GB2312"/>
              </a:rPr>
              <a:t>，</a:t>
            </a:r>
            <a:r>
              <a:rPr lang="en-US" altLang="zh-CN" sz="1800" b="1">
                <a:solidFill>
                  <a:srgbClr val="000000"/>
                </a:solidFill>
                <a:latin typeface="楷体" charset="0"/>
                <a:ea typeface="楷体" charset="0"/>
                <a:cs typeface="楷体_GB2312"/>
              </a:rPr>
              <a:t>b[1]</a:t>
            </a:r>
            <a:r>
              <a:rPr lang="zh-CN" altLang="en-US" sz="1800" b="1">
                <a:solidFill>
                  <a:srgbClr val="000000"/>
                </a:solidFill>
                <a:latin typeface="楷体" charset="0"/>
                <a:ea typeface="楷体" charset="0"/>
                <a:cs typeface="楷体_GB2312"/>
              </a:rPr>
              <a:t>是</a:t>
            </a:r>
            <a:r>
              <a:rPr lang="en-US" altLang="zh-CN" sz="1800" b="1">
                <a:solidFill>
                  <a:srgbClr val="000000"/>
                </a:solidFill>
                <a:latin typeface="楷体" charset="0"/>
                <a:ea typeface="楷体" charset="0"/>
                <a:cs typeface="楷体_GB2312"/>
              </a:rPr>
              <a:t>{p</a:t>
            </a:r>
            <a:r>
              <a:rPr lang="en-US" altLang="zh-CN" sz="1800" b="1" baseline="-25000">
                <a:solidFill>
                  <a:srgbClr val="000000"/>
                </a:solidFill>
                <a:latin typeface="楷体" charset="0"/>
                <a:ea typeface="楷体" charset="0"/>
                <a:cs typeface="楷体_GB2312"/>
              </a:rPr>
              <a:t>1</a:t>
            </a:r>
            <a:r>
              <a:rPr lang="en-US" altLang="zh-CN" sz="1800" b="1">
                <a:solidFill>
                  <a:srgbClr val="000000"/>
                </a:solidFill>
                <a:latin typeface="楷体" charset="0"/>
                <a:ea typeface="楷体" charset="0"/>
                <a:cs typeface="楷体_GB2312"/>
              </a:rPr>
              <a:t>,…,p</a:t>
            </a:r>
            <a:r>
              <a:rPr lang="en-US" altLang="zh-CN" sz="1800" b="1" baseline="-25000">
                <a:solidFill>
                  <a:srgbClr val="000000"/>
                </a:solidFill>
                <a:latin typeface="楷体" charset="0"/>
                <a:ea typeface="楷体" charset="0"/>
                <a:cs typeface="楷体_GB2312"/>
              </a:rPr>
              <a:t>l[1]</a:t>
            </a:r>
            <a:r>
              <a:rPr lang="en-US" altLang="zh-CN" sz="1800" b="1">
                <a:solidFill>
                  <a:srgbClr val="000000"/>
                </a:solidFill>
                <a:latin typeface="楷体" charset="0"/>
                <a:ea typeface="楷体" charset="0"/>
                <a:cs typeface="楷体_GB2312"/>
              </a:rPr>
              <a:t>}</a:t>
            </a:r>
            <a:r>
              <a:rPr lang="zh-CN" altLang="en-US" sz="1800" b="1">
                <a:solidFill>
                  <a:srgbClr val="000000"/>
                </a:solidFill>
                <a:latin typeface="楷体" charset="0"/>
                <a:ea typeface="楷体" charset="0"/>
                <a:cs typeface="楷体_GB2312"/>
              </a:rPr>
              <a:t>的最优分段，且</a:t>
            </a:r>
            <a:r>
              <a:rPr lang="en-US" altLang="zh-CN" sz="1800" b="1" i="1">
                <a:solidFill>
                  <a:srgbClr val="000000"/>
                </a:solidFill>
                <a:latin typeface="楷体" charset="0"/>
                <a:ea typeface="楷体" charset="0"/>
                <a:cs typeface="楷体_GB2312"/>
              </a:rPr>
              <a:t>l</a:t>
            </a:r>
            <a:r>
              <a:rPr lang="en-US" altLang="zh-CN" sz="1800" b="1">
                <a:solidFill>
                  <a:srgbClr val="000000"/>
                </a:solidFill>
                <a:latin typeface="楷体" charset="0"/>
                <a:ea typeface="楷体" charset="0"/>
                <a:cs typeface="楷体_GB2312"/>
              </a:rPr>
              <a:t>[i]</a:t>
            </a:r>
            <a:r>
              <a:rPr lang="zh-CN" altLang="en-US" sz="1800" b="1">
                <a:solidFill>
                  <a:srgbClr val="000000"/>
                </a:solidFill>
                <a:latin typeface="楷体" charset="0"/>
                <a:ea typeface="楷体" charset="0"/>
                <a:cs typeface="楷体_GB2312"/>
              </a:rPr>
              <a:t>，</a:t>
            </a:r>
            <a:r>
              <a:rPr lang="en-US" altLang="zh-CN" sz="1800" b="1">
                <a:solidFill>
                  <a:srgbClr val="000000"/>
                </a:solidFill>
                <a:latin typeface="楷体" charset="0"/>
                <a:ea typeface="楷体" charset="0"/>
                <a:cs typeface="楷体_GB2312"/>
              </a:rPr>
              <a:t>b[i]</a:t>
            </a:r>
            <a:r>
              <a:rPr lang="zh-CN" altLang="en-US" sz="1800" b="1">
                <a:solidFill>
                  <a:srgbClr val="000000"/>
                </a:solidFill>
                <a:latin typeface="楷体" charset="0"/>
                <a:ea typeface="楷体" charset="0"/>
                <a:cs typeface="楷体_GB2312"/>
              </a:rPr>
              <a:t>，是</a:t>
            </a:r>
            <a:r>
              <a:rPr lang="en-US" altLang="zh-CN" sz="1800" b="1">
                <a:solidFill>
                  <a:srgbClr val="000000"/>
                </a:solidFill>
                <a:latin typeface="楷体" charset="0"/>
                <a:ea typeface="楷体" charset="0"/>
                <a:cs typeface="楷体_GB2312"/>
              </a:rPr>
              <a:t>{p</a:t>
            </a:r>
            <a:r>
              <a:rPr lang="en-US" altLang="zh-CN" sz="1800" b="1" baseline="-25000">
                <a:solidFill>
                  <a:srgbClr val="000000"/>
                </a:solidFill>
                <a:latin typeface="楷体" charset="0"/>
                <a:ea typeface="楷体" charset="0"/>
                <a:cs typeface="楷体_GB2312"/>
              </a:rPr>
              <a:t>l[1]+1</a:t>
            </a:r>
            <a:r>
              <a:rPr lang="en-US" altLang="zh-CN" sz="1800" b="1">
                <a:solidFill>
                  <a:srgbClr val="000000"/>
                </a:solidFill>
                <a:latin typeface="楷体" charset="0"/>
                <a:ea typeface="楷体" charset="0"/>
                <a:cs typeface="楷体_GB2312"/>
              </a:rPr>
              <a:t>,…,p</a:t>
            </a:r>
            <a:r>
              <a:rPr lang="en-US" altLang="zh-CN" sz="1800" b="1" baseline="-25000">
                <a:solidFill>
                  <a:srgbClr val="000000"/>
                </a:solidFill>
                <a:latin typeface="楷体" charset="0"/>
                <a:ea typeface="楷体" charset="0"/>
                <a:cs typeface="楷体_GB2312"/>
              </a:rPr>
              <a:t>n</a:t>
            </a:r>
            <a:r>
              <a:rPr lang="en-US" altLang="zh-CN" sz="1800" b="1">
                <a:solidFill>
                  <a:srgbClr val="000000"/>
                </a:solidFill>
                <a:latin typeface="楷体" charset="0"/>
                <a:ea typeface="楷体" charset="0"/>
                <a:cs typeface="楷体_GB2312"/>
              </a:rPr>
              <a:t>}</a:t>
            </a:r>
            <a:r>
              <a:rPr lang="zh-CN" altLang="en-US" sz="1800" b="1">
                <a:solidFill>
                  <a:srgbClr val="000000"/>
                </a:solidFill>
                <a:latin typeface="楷体" charset="0"/>
                <a:ea typeface="楷体" charset="0"/>
                <a:cs typeface="楷体_GB2312"/>
              </a:rPr>
              <a:t>的最优分段。即图象压缩问题满足最优子结构性质。</a:t>
            </a:r>
          </a:p>
          <a:p>
            <a:r>
              <a:rPr lang="zh-CN" altLang="en-US" sz="1800" b="1">
                <a:solidFill>
                  <a:srgbClr val="000000"/>
                </a:solidFill>
                <a:latin typeface="楷体" charset="0"/>
                <a:ea typeface="楷体" charset="0"/>
                <a:cs typeface="楷体_GB2312"/>
              </a:rPr>
              <a:t>设</a:t>
            </a:r>
            <a:r>
              <a:rPr lang="en-US" altLang="zh-CN" sz="1800" b="1">
                <a:solidFill>
                  <a:srgbClr val="000000"/>
                </a:solidFill>
                <a:latin typeface="楷体" charset="0"/>
                <a:ea typeface="楷体" charset="0"/>
                <a:cs typeface="楷体_GB2312"/>
              </a:rPr>
              <a:t>s[i]</a:t>
            </a:r>
            <a:r>
              <a:rPr lang="zh-CN" altLang="en-US" sz="1800" b="1">
                <a:solidFill>
                  <a:srgbClr val="000000"/>
                </a:solidFill>
                <a:latin typeface="楷体" charset="0"/>
                <a:ea typeface="楷体" charset="0"/>
                <a:cs typeface="楷体_GB2312"/>
              </a:rPr>
              <a:t>，</a:t>
            </a:r>
            <a:r>
              <a:rPr lang="en-US" altLang="zh-CN" sz="1800" b="1">
                <a:solidFill>
                  <a:srgbClr val="000000"/>
                </a:solidFill>
                <a:latin typeface="楷体" charset="0"/>
                <a:ea typeface="楷体" charset="0"/>
                <a:cs typeface="楷体_GB2312"/>
              </a:rPr>
              <a:t>1≤i≤n</a:t>
            </a:r>
            <a:r>
              <a:rPr lang="zh-CN" altLang="en-US" sz="1800" b="1">
                <a:solidFill>
                  <a:srgbClr val="000000"/>
                </a:solidFill>
                <a:latin typeface="楷体" charset="0"/>
                <a:ea typeface="楷体" charset="0"/>
                <a:cs typeface="楷体_GB2312"/>
              </a:rPr>
              <a:t>，是象素序列</a:t>
            </a:r>
            <a:r>
              <a:rPr lang="en-US" altLang="zh-CN" sz="1800" b="1">
                <a:solidFill>
                  <a:srgbClr val="000000"/>
                </a:solidFill>
                <a:latin typeface="楷体" charset="0"/>
                <a:ea typeface="楷体" charset="0"/>
                <a:cs typeface="楷体_GB2312"/>
              </a:rPr>
              <a:t>{p1,…,pn}</a:t>
            </a:r>
            <a:r>
              <a:rPr lang="zh-CN" altLang="en-US" sz="1800" b="1">
                <a:solidFill>
                  <a:srgbClr val="000000"/>
                </a:solidFill>
                <a:latin typeface="楷体" charset="0"/>
                <a:ea typeface="楷体" charset="0"/>
                <a:cs typeface="楷体_GB2312"/>
              </a:rPr>
              <a:t>的最优分段所需的存储位数。由最优子结构性质易知：</a:t>
            </a:r>
          </a:p>
          <a:p>
            <a:endParaRPr lang="zh-CN" altLang="en-US" sz="1800" b="1">
              <a:solidFill>
                <a:srgbClr val="000000"/>
              </a:solidFill>
              <a:latin typeface="楷体" charset="0"/>
              <a:ea typeface="楷体" charset="0"/>
              <a:cs typeface="楷体_GB2312"/>
            </a:endParaRPr>
          </a:p>
          <a:p>
            <a:endParaRPr lang="zh-CN" altLang="en-US" sz="1800" b="1">
              <a:solidFill>
                <a:srgbClr val="000000"/>
              </a:solidFill>
              <a:latin typeface="楷体" charset="0"/>
              <a:ea typeface="楷体" charset="0"/>
              <a:cs typeface="楷体_GB2312"/>
            </a:endParaRPr>
          </a:p>
          <a:p>
            <a:endParaRPr lang="zh-CN" altLang="en-US" sz="1800" b="1">
              <a:solidFill>
                <a:srgbClr val="000000"/>
              </a:solidFill>
              <a:latin typeface="楷体" charset="0"/>
              <a:ea typeface="楷体" charset="0"/>
              <a:cs typeface="楷体_GB2312"/>
            </a:endParaRPr>
          </a:p>
          <a:p>
            <a:endParaRPr lang="zh-CN" altLang="en-US" sz="1800" b="1">
              <a:solidFill>
                <a:srgbClr val="000000"/>
              </a:solidFill>
              <a:latin typeface="楷体" charset="0"/>
              <a:ea typeface="楷体" charset="0"/>
              <a:cs typeface="楷体_GB2312"/>
            </a:endParaRPr>
          </a:p>
          <a:p>
            <a:r>
              <a:rPr lang="zh-CN" altLang="en-US" sz="1800" b="1">
                <a:solidFill>
                  <a:srgbClr val="000000"/>
                </a:solidFill>
                <a:latin typeface="楷体" charset="0"/>
                <a:ea typeface="楷体" charset="0"/>
                <a:cs typeface="楷体_GB2312"/>
              </a:rPr>
              <a:t>其中</a:t>
            </a:r>
          </a:p>
        </p:txBody>
      </p:sp>
      <p:sp>
        <p:nvSpPr>
          <p:cNvPr id="83091" name="Rectangle 4"/>
          <p:cNvSpPr>
            <a:spLocks noChangeArrowheads="1"/>
          </p:cNvSpPr>
          <p:nvPr/>
        </p:nvSpPr>
        <p:spPr bwMode="auto">
          <a:xfrm>
            <a:off x="1143000" y="2301002"/>
            <a:ext cx="309880" cy="320040"/>
          </a:xfrm>
          <a:prstGeom prst="rect">
            <a:avLst/>
          </a:prstGeom>
          <a:noFill/>
          <a:ln w="9525">
            <a:noFill/>
            <a:miter lim="800000"/>
          </a:ln>
        </p:spPr>
        <p:txBody>
          <a:bodyPr wrap="none" anchor="ctr">
            <a:spAutoFit/>
          </a:bodyPr>
          <a:lstStyle/>
          <a:p>
            <a:endParaRPr lang="zh-CN" altLang="en-US" sz="1500"/>
          </a:p>
        </p:txBody>
      </p:sp>
      <p:graphicFrame>
        <p:nvGraphicFramePr>
          <p:cNvPr id="83086" name="Object 142"/>
          <p:cNvGraphicFramePr>
            <a:graphicFrameLocks noChangeAspect="1"/>
          </p:cNvGraphicFramePr>
          <p:nvPr/>
        </p:nvGraphicFramePr>
        <p:xfrm>
          <a:off x="1709738" y="2247900"/>
          <a:ext cx="5292329" cy="489347"/>
        </p:xfrm>
        <a:graphic>
          <a:graphicData uri="http://schemas.openxmlformats.org/presentationml/2006/ole">
            <mc:AlternateContent xmlns:mc="http://schemas.openxmlformats.org/markup-compatibility/2006">
              <mc:Choice xmlns:v="urn:schemas-microsoft-com:vml" Requires="v">
                <p:oleObj spid="_x0000_s83206" name="公式" r:id="rId3" imgW="3187700" imgH="292100" progId="Equation.3">
                  <p:embed/>
                </p:oleObj>
              </mc:Choice>
              <mc:Fallback>
                <p:oleObj name="公式" r:id="rId3" imgW="3187700" imgH="292100" progId="Equation.3">
                  <p:embed/>
                  <p:pic>
                    <p:nvPicPr>
                      <p:cNvPr id="0" name="Picture 1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9738" y="2247900"/>
                        <a:ext cx="5292329" cy="489347"/>
                      </a:xfrm>
                      <a:prstGeom prst="rect">
                        <a:avLst/>
                      </a:prstGeom>
                      <a:noFill/>
                    </p:spPr>
                  </p:pic>
                </p:oleObj>
              </mc:Fallback>
            </mc:AlternateContent>
          </a:graphicData>
        </a:graphic>
      </p:graphicFrame>
      <p:sp>
        <p:nvSpPr>
          <p:cNvPr id="83092" name="Rectangle 6"/>
          <p:cNvSpPr>
            <a:spLocks noChangeArrowheads="1"/>
          </p:cNvSpPr>
          <p:nvPr/>
        </p:nvSpPr>
        <p:spPr bwMode="auto">
          <a:xfrm>
            <a:off x="1143000" y="2268855"/>
            <a:ext cx="309880" cy="320040"/>
          </a:xfrm>
          <a:prstGeom prst="rect">
            <a:avLst/>
          </a:prstGeom>
          <a:noFill/>
          <a:ln w="9525">
            <a:noFill/>
            <a:miter lim="800000"/>
          </a:ln>
        </p:spPr>
        <p:txBody>
          <a:bodyPr wrap="none" anchor="ctr">
            <a:spAutoFit/>
          </a:bodyPr>
          <a:lstStyle/>
          <a:p>
            <a:endParaRPr lang="zh-CN" altLang="en-US" sz="1500"/>
          </a:p>
        </p:txBody>
      </p:sp>
      <p:graphicFrame>
        <p:nvGraphicFramePr>
          <p:cNvPr id="83087" name="Object 143"/>
          <p:cNvGraphicFramePr>
            <a:graphicFrameLocks noChangeAspect="1"/>
          </p:cNvGraphicFramePr>
          <p:nvPr/>
        </p:nvGraphicFramePr>
        <p:xfrm>
          <a:off x="1925241" y="3112294"/>
          <a:ext cx="2895600" cy="579835"/>
        </p:xfrm>
        <a:graphic>
          <a:graphicData uri="http://schemas.openxmlformats.org/presentationml/2006/ole">
            <mc:AlternateContent xmlns:mc="http://schemas.openxmlformats.org/markup-compatibility/2006">
              <mc:Choice xmlns:v="urn:schemas-microsoft-com:vml" Requires="v">
                <p:oleObj spid="_x0000_s83207" name="公式" r:id="rId5" imgW="2019300" imgH="406400" progId="Equation.3">
                  <p:embed/>
                </p:oleObj>
              </mc:Choice>
              <mc:Fallback>
                <p:oleObj name="公式" r:id="rId5" imgW="2019300" imgH="406400" progId="Equation.3">
                  <p:embed/>
                  <p:pic>
                    <p:nvPicPr>
                      <p:cNvPr id="0" name="Picture 1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5241" y="3112294"/>
                        <a:ext cx="2895600" cy="579835"/>
                      </a:xfrm>
                      <a:prstGeom prst="rect">
                        <a:avLst/>
                      </a:prstGeom>
                      <a:noFill/>
                    </p:spPr>
                  </p:pic>
                </p:oleObj>
              </mc:Fallback>
            </mc:AlternateContent>
          </a:graphicData>
        </a:graphic>
      </p:graphicFrame>
      <p:sp>
        <p:nvSpPr>
          <p:cNvPr id="312328" name="Text Box 8"/>
          <p:cNvSpPr txBox="1">
            <a:spLocks noChangeArrowheads="1"/>
          </p:cNvSpPr>
          <p:nvPr/>
        </p:nvSpPr>
        <p:spPr bwMode="auto">
          <a:xfrm>
            <a:off x="1709738" y="3759994"/>
            <a:ext cx="5669756" cy="1188720"/>
          </a:xfrm>
          <a:prstGeom prst="rect">
            <a:avLst/>
          </a:prstGeom>
          <a:gradFill>
            <a:gsLst>
              <a:gs pos="0">
                <a:srgbClr val="012D86"/>
              </a:gs>
              <a:gs pos="100000">
                <a:srgbClr val="0E2557"/>
              </a:gs>
            </a:gsLst>
            <a:lin ang="3960000" scaled="0"/>
          </a:gradFill>
          <a:ln w="50800">
            <a:solidFill>
              <a:srgbClr val="FF6600"/>
            </a:solidFill>
            <a:miter lim="800000"/>
          </a:ln>
        </p:spPr>
        <p:txBody>
          <a:bodyPr>
            <a:spAutoFit/>
          </a:bodyPr>
          <a:lstStyle/>
          <a:p>
            <a:r>
              <a:rPr lang="zh-CN" altLang="en-US" sz="1800" b="1">
                <a:solidFill>
                  <a:schemeClr val="bg1"/>
                </a:solidFill>
                <a:latin typeface="Times New Roman" pitchFamily="18" charset="0"/>
                <a:ea typeface="楷体" charset="0"/>
              </a:rPr>
              <a:t>算法复杂度分析：</a:t>
            </a:r>
          </a:p>
          <a:p>
            <a:r>
              <a:rPr lang="zh-CN" altLang="en-US" sz="1800" b="1">
                <a:solidFill>
                  <a:schemeClr val="bg1"/>
                </a:solidFill>
                <a:latin typeface="Times New Roman" pitchFamily="18" charset="0"/>
                <a:ea typeface="楷体" charset="0"/>
                <a:cs typeface="楷体_GB2312"/>
              </a:rPr>
              <a:t>由于算法</a:t>
            </a:r>
            <a:r>
              <a:rPr lang="en-US" altLang="zh-CN" sz="1800" b="1">
                <a:solidFill>
                  <a:schemeClr val="bg1"/>
                </a:solidFill>
                <a:latin typeface="Times New Roman" pitchFamily="18" charset="0"/>
                <a:ea typeface="楷体" charset="0"/>
                <a:cs typeface="楷体_GB2312"/>
              </a:rPr>
              <a:t>compress</a:t>
            </a:r>
            <a:r>
              <a:rPr lang="zh-CN" altLang="en-US" sz="1800" b="1">
                <a:solidFill>
                  <a:schemeClr val="bg1"/>
                </a:solidFill>
                <a:latin typeface="Times New Roman" pitchFamily="18" charset="0"/>
                <a:ea typeface="楷体" charset="0"/>
                <a:cs typeface="楷体_GB2312"/>
              </a:rPr>
              <a:t>中对</a:t>
            </a:r>
            <a:r>
              <a:rPr lang="en-US" altLang="zh-CN" sz="1800" b="1">
                <a:solidFill>
                  <a:schemeClr val="bg1"/>
                </a:solidFill>
                <a:latin typeface="Times New Roman" pitchFamily="18" charset="0"/>
                <a:ea typeface="楷体" charset="0"/>
                <a:cs typeface="楷体_GB2312"/>
              </a:rPr>
              <a:t>k</a:t>
            </a:r>
            <a:r>
              <a:rPr lang="zh-CN" altLang="en-US" sz="1800" b="1">
                <a:solidFill>
                  <a:schemeClr val="bg1"/>
                </a:solidFill>
                <a:latin typeface="Times New Roman" pitchFamily="18" charset="0"/>
                <a:ea typeface="楷体" charset="0"/>
                <a:cs typeface="楷体_GB2312"/>
              </a:rPr>
              <a:t>的循环次数不超这</a:t>
            </a:r>
            <a:r>
              <a:rPr lang="en-US" altLang="zh-CN" sz="1800" b="1">
                <a:solidFill>
                  <a:schemeClr val="bg1"/>
                </a:solidFill>
                <a:latin typeface="Times New Roman" pitchFamily="18" charset="0"/>
                <a:ea typeface="楷体" charset="0"/>
                <a:cs typeface="楷体_GB2312"/>
              </a:rPr>
              <a:t>256</a:t>
            </a:r>
            <a:r>
              <a:rPr lang="zh-CN" altLang="en-US" sz="1800" b="1">
                <a:solidFill>
                  <a:schemeClr val="bg1"/>
                </a:solidFill>
                <a:latin typeface="Times New Roman" pitchFamily="18" charset="0"/>
                <a:ea typeface="楷体" charset="0"/>
                <a:cs typeface="楷体_GB2312"/>
              </a:rPr>
              <a:t>，故对每一个确定的</a:t>
            </a:r>
            <a:r>
              <a:rPr lang="en-US" altLang="zh-CN" sz="1800" b="1">
                <a:solidFill>
                  <a:schemeClr val="bg1"/>
                </a:solidFill>
                <a:latin typeface="Times New Roman" pitchFamily="18" charset="0"/>
                <a:ea typeface="楷体" charset="0"/>
                <a:cs typeface="楷体_GB2312"/>
              </a:rPr>
              <a:t>i</a:t>
            </a:r>
            <a:r>
              <a:rPr lang="zh-CN" altLang="en-US" sz="1800" b="1">
                <a:solidFill>
                  <a:schemeClr val="bg1"/>
                </a:solidFill>
                <a:latin typeface="Times New Roman" pitchFamily="18" charset="0"/>
                <a:ea typeface="楷体" charset="0"/>
                <a:cs typeface="楷体_GB2312"/>
              </a:rPr>
              <a:t>，可在时间</a:t>
            </a:r>
            <a:r>
              <a:rPr lang="en-US" altLang="zh-CN" sz="1800" b="1">
                <a:solidFill>
                  <a:schemeClr val="bg1"/>
                </a:solidFill>
                <a:latin typeface="Times New Roman" pitchFamily="18" charset="0"/>
                <a:ea typeface="楷体" charset="0"/>
                <a:cs typeface="楷体_GB2312"/>
              </a:rPr>
              <a:t>O(1)</a:t>
            </a:r>
            <a:r>
              <a:rPr lang="zh-CN" altLang="en-US" sz="1800" b="1">
                <a:solidFill>
                  <a:schemeClr val="bg1"/>
                </a:solidFill>
                <a:latin typeface="Times New Roman" pitchFamily="18" charset="0"/>
                <a:ea typeface="楷体" charset="0"/>
                <a:cs typeface="楷体_GB2312"/>
              </a:rPr>
              <a:t>内完成的计算。因此整个算法所需的计算时间为</a:t>
            </a:r>
            <a:r>
              <a:rPr lang="en-US" altLang="zh-CN" sz="1800" b="1">
                <a:solidFill>
                  <a:schemeClr val="bg1"/>
                </a:solidFill>
                <a:latin typeface="Times New Roman" pitchFamily="18" charset="0"/>
                <a:ea typeface="楷体" charset="0"/>
                <a:cs typeface="楷体_GB2312"/>
              </a:rPr>
              <a:t>O(n)</a:t>
            </a:r>
            <a:r>
              <a:rPr lang="zh-CN" altLang="en-US" sz="1800" b="1">
                <a:solidFill>
                  <a:schemeClr val="bg1"/>
                </a:solidFill>
                <a:latin typeface="Times New Roman" pitchFamily="18" charset="0"/>
                <a:ea typeface="楷体" charset="0"/>
                <a:cs typeface="楷体_GB231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2328"/>
                                        </p:tgtEl>
                                        <p:attrNameLst>
                                          <p:attrName>style.visibility</p:attrName>
                                        </p:attrNameLst>
                                      </p:cBhvr>
                                      <p:to>
                                        <p:strVal val="visible"/>
                                      </p:to>
                                    </p:set>
                                    <p:animEffect transition="in" filter="blinds(horizontal)">
                                      <p:cBhvr>
                                        <p:cTn id="7" dur="500"/>
                                        <p:tgtEl>
                                          <p:spTgt spid="312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8" grpId="0" bldLvl="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4" name="Rectangle 4"/>
          <p:cNvSpPr>
            <a:spLocks noGrp="1" noChangeArrowheads="1"/>
          </p:cNvSpPr>
          <p:nvPr>
            <p:ph type="ctrTitle" idx="4294967295"/>
          </p:nvPr>
        </p:nvSpPr>
        <p:spPr>
          <a:xfrm>
            <a:off x="0" y="1257300"/>
            <a:ext cx="5829300" cy="1153795"/>
          </a:xfrm>
        </p:spPr>
        <p:txBody>
          <a:bodyPr rtlCol="0">
            <a:noAutofit/>
          </a:bodyPr>
          <a:lstStyle/>
          <a:p>
            <a:pPr eaLnBrk="1" fontAlgn="auto" hangingPunct="1">
              <a:spcAft>
                <a:spcPts val="0"/>
              </a:spcAft>
              <a:defRPr/>
            </a:pPr>
            <a:r>
              <a:rPr lang="zh-CN" altLang="en-US" sz="3450" b="1">
                <a:solidFill>
                  <a:srgbClr val="000000"/>
                </a:solidFill>
                <a:effectLst>
                  <a:outerShdw blurRad="38100" dist="38100" dir="2700000" algn="tl">
                    <a:srgbClr val="C0C0C0"/>
                  </a:outerShdw>
                </a:effectLst>
                <a:latin typeface="Times New Roman" pitchFamily="18" charset="0"/>
                <a:ea typeface="楷体" charset="0"/>
              </a:rPr>
              <a:t>流水作业调度</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ChangeArrowheads="1"/>
          </p:cNvSpPr>
          <p:nvPr/>
        </p:nvSpPr>
        <p:spPr bwMode="auto">
          <a:xfrm>
            <a:off x="634286" y="85090"/>
            <a:ext cx="5509022" cy="596504"/>
          </a:xfrm>
          <a:prstGeom prst="rect">
            <a:avLst/>
          </a:prstGeom>
          <a:noFill/>
          <a:ln>
            <a:noFill/>
          </a:ln>
          <a:effectLst/>
        </p:spPr>
        <p:txBody>
          <a:bodyPr anchor="b"/>
          <a:lstStyle/>
          <a:p>
            <a:pPr>
              <a:defRPr/>
            </a:pPr>
            <a:r>
              <a:rPr lang="zh-CN" altLang="en-US" sz="2850" b="1">
                <a:solidFill>
                  <a:srgbClr val="000066"/>
                </a:solidFill>
                <a:effectLst>
                  <a:outerShdw blurRad="38100" dist="38100" dir="2700000" algn="tl">
                    <a:srgbClr val="C0C0C0"/>
                  </a:outerShdw>
                </a:effectLst>
                <a:latin typeface="Times New Roman" pitchFamily="18" charset="0"/>
                <a:ea typeface="楷体" charset="0"/>
              </a:rPr>
              <a:t>流水作业调度</a:t>
            </a:r>
            <a:endParaRPr lang="ja-JP" altLang="en-US" sz="2850" b="1">
              <a:solidFill>
                <a:srgbClr val="000066"/>
              </a:solidFill>
              <a:effectLst>
                <a:outerShdw blurRad="38100" dist="38100" dir="2700000" algn="tl">
                  <a:srgbClr val="C0C0C0"/>
                </a:outerShdw>
              </a:effectLst>
              <a:latin typeface="Times New Roman" pitchFamily="18" charset="0"/>
              <a:ea typeface="楷体" charset="0"/>
            </a:endParaRPr>
          </a:p>
        </p:txBody>
      </p:sp>
      <p:sp>
        <p:nvSpPr>
          <p:cNvPr id="229379" name="Text Box 3"/>
          <p:cNvSpPr txBox="1">
            <a:spLocks noChangeArrowheads="1"/>
          </p:cNvSpPr>
          <p:nvPr/>
        </p:nvSpPr>
        <p:spPr bwMode="auto">
          <a:xfrm>
            <a:off x="634365" y="681355"/>
            <a:ext cx="8091805" cy="1463040"/>
          </a:xfrm>
          <a:prstGeom prst="rect">
            <a:avLst/>
          </a:prstGeom>
          <a:noFill/>
          <a:ln w="9525">
            <a:noFill/>
            <a:miter lim="800000"/>
          </a:ln>
        </p:spPr>
        <p:txBody>
          <a:bodyPr wrap="square">
            <a:spAutoFit/>
          </a:bodyPr>
          <a:lstStyle/>
          <a:p>
            <a:r>
              <a:rPr lang="en-US" altLang="zh-CN" sz="1800" b="1">
                <a:solidFill>
                  <a:srgbClr val="000000"/>
                </a:solidFill>
                <a:latin typeface="Times New Roman" pitchFamily="18" charset="0"/>
                <a:ea typeface="楷体" charset="0"/>
                <a:cs typeface="楷体_GB2312"/>
              </a:rPr>
              <a:t>n</a:t>
            </a:r>
            <a:r>
              <a:rPr lang="zh-CN" altLang="en-US" sz="1800" b="1">
                <a:solidFill>
                  <a:srgbClr val="000000"/>
                </a:solidFill>
                <a:latin typeface="Times New Roman" pitchFamily="18" charset="0"/>
                <a:ea typeface="楷体" charset="0"/>
                <a:cs typeface="楷体_GB2312"/>
              </a:rPr>
              <a:t>个作业</a:t>
            </a:r>
            <a:r>
              <a:rPr lang="en-US" altLang="zh-CN" sz="1800" b="1">
                <a:solidFill>
                  <a:srgbClr val="000000"/>
                </a:solidFill>
                <a:latin typeface="Times New Roman" pitchFamily="18" charset="0"/>
                <a:ea typeface="楷体" charset="0"/>
                <a:cs typeface="楷体_GB2312"/>
              </a:rPr>
              <a:t>{1</a:t>
            </a:r>
            <a:r>
              <a:rPr lang="zh-CN" altLang="en-US" sz="1800" b="1">
                <a:solidFill>
                  <a:srgbClr val="000000"/>
                </a:solidFill>
                <a:latin typeface="Times New Roman" pitchFamily="18" charset="0"/>
                <a:ea typeface="楷体" charset="0"/>
                <a:cs typeface="楷体_GB2312"/>
              </a:rPr>
              <a:t>，</a:t>
            </a:r>
            <a:r>
              <a:rPr lang="en-US" altLang="zh-CN" sz="1800" b="1">
                <a:solidFill>
                  <a:srgbClr val="000000"/>
                </a:solidFill>
                <a:latin typeface="Times New Roman" pitchFamily="18" charset="0"/>
                <a:ea typeface="楷体" charset="0"/>
                <a:cs typeface="楷体_GB2312"/>
              </a:rPr>
              <a:t>2</a:t>
            </a:r>
            <a:r>
              <a:rPr lang="zh-CN" altLang="en-US" sz="1800" b="1">
                <a:solidFill>
                  <a:srgbClr val="000000"/>
                </a:solidFill>
                <a:latin typeface="Times New Roman" pitchFamily="18" charset="0"/>
                <a:ea typeface="楷体" charset="0"/>
                <a:cs typeface="楷体_GB2312"/>
              </a:rPr>
              <a:t>，</a:t>
            </a:r>
            <a:r>
              <a:rPr lang="en-US" altLang="zh-CN" sz="1800" b="1">
                <a:solidFill>
                  <a:srgbClr val="000000"/>
                </a:solidFill>
                <a:latin typeface="Times New Roman" pitchFamily="18" charset="0"/>
                <a:ea typeface="楷体" charset="0"/>
                <a:cs typeface="楷体_GB2312"/>
              </a:rPr>
              <a:t>…</a:t>
            </a:r>
            <a:r>
              <a:rPr lang="zh-CN" altLang="en-US" sz="1800" b="1">
                <a:solidFill>
                  <a:srgbClr val="000000"/>
                </a:solidFill>
                <a:latin typeface="Times New Roman" pitchFamily="18" charset="0"/>
                <a:ea typeface="楷体" charset="0"/>
                <a:cs typeface="楷体_GB2312"/>
              </a:rPr>
              <a:t>，</a:t>
            </a:r>
            <a:r>
              <a:rPr lang="en-US" altLang="zh-CN" sz="1800" b="1">
                <a:solidFill>
                  <a:srgbClr val="000000"/>
                </a:solidFill>
                <a:latin typeface="Times New Roman" pitchFamily="18" charset="0"/>
                <a:ea typeface="楷体" charset="0"/>
                <a:cs typeface="楷体_GB2312"/>
              </a:rPr>
              <a:t>n}</a:t>
            </a:r>
            <a:r>
              <a:rPr lang="zh-CN" altLang="en-US" sz="1800" b="1">
                <a:solidFill>
                  <a:srgbClr val="000000"/>
                </a:solidFill>
                <a:latin typeface="Times New Roman" pitchFamily="18" charset="0"/>
                <a:ea typeface="楷体" charset="0"/>
                <a:cs typeface="楷体_GB2312"/>
              </a:rPr>
              <a:t>要在由</a:t>
            </a:r>
            <a:r>
              <a:rPr lang="en-US" altLang="zh-CN" sz="1800" b="1">
                <a:solidFill>
                  <a:srgbClr val="000000"/>
                </a:solidFill>
                <a:latin typeface="Times New Roman" pitchFamily="18" charset="0"/>
                <a:ea typeface="楷体" charset="0"/>
                <a:cs typeface="楷体_GB2312"/>
              </a:rPr>
              <a:t>2</a:t>
            </a:r>
            <a:r>
              <a:rPr lang="zh-CN" altLang="en-US" sz="1800" b="1">
                <a:solidFill>
                  <a:srgbClr val="000000"/>
                </a:solidFill>
                <a:latin typeface="Times New Roman" pitchFamily="18" charset="0"/>
                <a:ea typeface="楷体" charset="0"/>
                <a:cs typeface="楷体_GB2312"/>
              </a:rPr>
              <a:t>台机器</a:t>
            </a:r>
            <a:r>
              <a:rPr lang="en-US" altLang="zh-CN" sz="1800" b="1">
                <a:solidFill>
                  <a:srgbClr val="000000"/>
                </a:solidFill>
                <a:latin typeface="Times New Roman" pitchFamily="18" charset="0"/>
                <a:ea typeface="楷体" charset="0"/>
                <a:cs typeface="楷体_GB2312"/>
              </a:rPr>
              <a:t>M1</a:t>
            </a:r>
            <a:r>
              <a:rPr lang="zh-CN" altLang="en-US" sz="1800" b="1">
                <a:solidFill>
                  <a:srgbClr val="000000"/>
                </a:solidFill>
                <a:latin typeface="Times New Roman" pitchFamily="18" charset="0"/>
                <a:ea typeface="楷体" charset="0"/>
                <a:cs typeface="楷体_GB2312"/>
              </a:rPr>
              <a:t>和</a:t>
            </a:r>
            <a:r>
              <a:rPr lang="en-US" altLang="zh-CN" sz="1800" b="1">
                <a:solidFill>
                  <a:srgbClr val="000000"/>
                </a:solidFill>
                <a:latin typeface="Times New Roman" pitchFamily="18" charset="0"/>
                <a:ea typeface="楷体" charset="0"/>
                <a:cs typeface="楷体_GB2312"/>
              </a:rPr>
              <a:t>M2</a:t>
            </a:r>
            <a:r>
              <a:rPr lang="zh-CN" altLang="en-US" sz="1800" b="1">
                <a:solidFill>
                  <a:srgbClr val="000000"/>
                </a:solidFill>
                <a:latin typeface="Times New Roman" pitchFamily="18" charset="0"/>
                <a:ea typeface="楷体" charset="0"/>
                <a:cs typeface="楷体_GB2312"/>
              </a:rPr>
              <a:t>组成的流水线上完成加工。每个作业加工的顺序都是先在</a:t>
            </a:r>
            <a:r>
              <a:rPr lang="en-US" altLang="zh-CN" sz="1800" b="1">
                <a:solidFill>
                  <a:srgbClr val="000000"/>
                </a:solidFill>
                <a:latin typeface="Times New Roman" pitchFamily="18" charset="0"/>
                <a:ea typeface="楷体" charset="0"/>
                <a:cs typeface="楷体_GB2312"/>
              </a:rPr>
              <a:t>M1</a:t>
            </a:r>
            <a:r>
              <a:rPr lang="zh-CN" altLang="en-US" sz="1800" b="1">
                <a:solidFill>
                  <a:srgbClr val="000000"/>
                </a:solidFill>
                <a:latin typeface="Times New Roman" pitchFamily="18" charset="0"/>
                <a:ea typeface="楷体" charset="0"/>
                <a:cs typeface="楷体_GB2312"/>
              </a:rPr>
              <a:t>上加工，然后在</a:t>
            </a:r>
            <a:r>
              <a:rPr lang="en-US" altLang="zh-CN" sz="1800" b="1">
                <a:solidFill>
                  <a:srgbClr val="000000"/>
                </a:solidFill>
                <a:latin typeface="Times New Roman" pitchFamily="18" charset="0"/>
                <a:ea typeface="楷体" charset="0"/>
                <a:cs typeface="楷体_GB2312"/>
              </a:rPr>
              <a:t>M2</a:t>
            </a:r>
            <a:r>
              <a:rPr lang="zh-CN" altLang="en-US" sz="1800" b="1">
                <a:solidFill>
                  <a:srgbClr val="000000"/>
                </a:solidFill>
                <a:latin typeface="Times New Roman" pitchFamily="18" charset="0"/>
                <a:ea typeface="楷体" charset="0"/>
                <a:cs typeface="楷体_GB2312"/>
              </a:rPr>
              <a:t>上加工。</a:t>
            </a:r>
            <a:r>
              <a:rPr lang="en-US" altLang="zh-CN" sz="1800" b="1">
                <a:solidFill>
                  <a:srgbClr val="000000"/>
                </a:solidFill>
                <a:latin typeface="Times New Roman" pitchFamily="18" charset="0"/>
                <a:ea typeface="楷体" charset="0"/>
                <a:cs typeface="楷体_GB2312"/>
              </a:rPr>
              <a:t>M1</a:t>
            </a:r>
            <a:r>
              <a:rPr lang="zh-CN" altLang="en-US" sz="1800" b="1">
                <a:solidFill>
                  <a:srgbClr val="000000"/>
                </a:solidFill>
                <a:latin typeface="Times New Roman" pitchFamily="18" charset="0"/>
                <a:ea typeface="楷体" charset="0"/>
                <a:cs typeface="楷体_GB2312"/>
              </a:rPr>
              <a:t>和</a:t>
            </a:r>
            <a:r>
              <a:rPr lang="en-US" altLang="zh-CN" sz="1800" b="1">
                <a:solidFill>
                  <a:srgbClr val="000000"/>
                </a:solidFill>
                <a:latin typeface="Times New Roman" pitchFamily="18" charset="0"/>
                <a:ea typeface="楷体" charset="0"/>
                <a:cs typeface="楷体_GB2312"/>
              </a:rPr>
              <a:t>M2</a:t>
            </a:r>
            <a:r>
              <a:rPr lang="zh-CN" altLang="en-US" sz="1800" b="1">
                <a:solidFill>
                  <a:srgbClr val="000000"/>
                </a:solidFill>
                <a:latin typeface="Times New Roman" pitchFamily="18" charset="0"/>
                <a:ea typeface="楷体" charset="0"/>
                <a:cs typeface="楷体_GB2312"/>
              </a:rPr>
              <a:t>加工作业</a:t>
            </a:r>
            <a:r>
              <a:rPr lang="en-US" altLang="zh-CN" sz="1800" b="1">
                <a:solidFill>
                  <a:srgbClr val="000000"/>
                </a:solidFill>
                <a:latin typeface="Times New Roman" pitchFamily="18" charset="0"/>
                <a:ea typeface="楷体" charset="0"/>
                <a:cs typeface="楷体_GB2312"/>
              </a:rPr>
              <a:t>i</a:t>
            </a:r>
            <a:r>
              <a:rPr lang="zh-CN" altLang="en-US" sz="1800" b="1">
                <a:solidFill>
                  <a:srgbClr val="000000"/>
                </a:solidFill>
                <a:latin typeface="Times New Roman" pitchFamily="18" charset="0"/>
                <a:ea typeface="楷体" charset="0"/>
                <a:cs typeface="楷体_GB2312"/>
              </a:rPr>
              <a:t>所需的时间分别为</a:t>
            </a:r>
            <a:r>
              <a:rPr lang="en-US" altLang="zh-CN" sz="1800" b="1">
                <a:solidFill>
                  <a:srgbClr val="000000"/>
                </a:solidFill>
                <a:latin typeface="Times New Roman" pitchFamily="18" charset="0"/>
                <a:ea typeface="楷体" charset="0"/>
                <a:cs typeface="楷体_GB2312"/>
              </a:rPr>
              <a:t>a</a:t>
            </a:r>
            <a:r>
              <a:rPr lang="en-US" altLang="zh-CN" sz="1800" b="1" baseline="-25000">
                <a:solidFill>
                  <a:srgbClr val="000000"/>
                </a:solidFill>
                <a:latin typeface="Times New Roman" pitchFamily="18" charset="0"/>
                <a:ea typeface="楷体" charset="0"/>
                <a:cs typeface="楷体_GB2312"/>
              </a:rPr>
              <a:t>i</a:t>
            </a:r>
            <a:r>
              <a:rPr lang="zh-CN" altLang="en-US" sz="1800" b="1">
                <a:solidFill>
                  <a:srgbClr val="000000"/>
                </a:solidFill>
                <a:latin typeface="Times New Roman" pitchFamily="18" charset="0"/>
                <a:ea typeface="楷体" charset="0"/>
                <a:cs typeface="楷体_GB2312"/>
              </a:rPr>
              <a:t>和</a:t>
            </a:r>
            <a:r>
              <a:rPr lang="en-US" altLang="zh-CN" sz="1800" b="1">
                <a:solidFill>
                  <a:srgbClr val="000000"/>
                </a:solidFill>
                <a:latin typeface="Times New Roman" pitchFamily="18" charset="0"/>
                <a:ea typeface="楷体" charset="0"/>
                <a:cs typeface="楷体_GB2312"/>
              </a:rPr>
              <a:t>b</a:t>
            </a:r>
            <a:r>
              <a:rPr lang="en-US" altLang="zh-CN" sz="1800" b="1" baseline="-25000">
                <a:solidFill>
                  <a:srgbClr val="000000"/>
                </a:solidFill>
                <a:latin typeface="Times New Roman" pitchFamily="18" charset="0"/>
                <a:ea typeface="楷体" charset="0"/>
                <a:cs typeface="楷体_GB2312"/>
              </a:rPr>
              <a:t>i</a:t>
            </a:r>
            <a:r>
              <a:rPr lang="zh-CN" altLang="en-US" sz="1800" b="1">
                <a:solidFill>
                  <a:srgbClr val="000000"/>
                </a:solidFill>
                <a:latin typeface="Times New Roman" pitchFamily="18" charset="0"/>
                <a:ea typeface="楷体" charset="0"/>
                <a:cs typeface="楷体_GB2312"/>
              </a:rPr>
              <a:t>。</a:t>
            </a:r>
          </a:p>
          <a:p>
            <a:r>
              <a:rPr lang="zh-CN" altLang="en-US" sz="1800" b="1">
                <a:solidFill>
                  <a:srgbClr val="000000"/>
                </a:solidFill>
                <a:latin typeface="Times New Roman" pitchFamily="18" charset="0"/>
                <a:ea typeface="楷体" charset="0"/>
              </a:rPr>
              <a:t>流水作业调度问题要求确定这</a:t>
            </a:r>
            <a:r>
              <a:rPr lang="en-US" altLang="zh-CN" sz="1800" b="1">
                <a:solidFill>
                  <a:srgbClr val="000000"/>
                </a:solidFill>
                <a:latin typeface="Times New Roman" pitchFamily="18" charset="0"/>
                <a:ea typeface="楷体" charset="0"/>
              </a:rPr>
              <a:t>n</a:t>
            </a:r>
            <a:r>
              <a:rPr lang="zh-CN" altLang="en-US" sz="1800" b="1">
                <a:solidFill>
                  <a:srgbClr val="000000"/>
                </a:solidFill>
                <a:latin typeface="Times New Roman" pitchFamily="18" charset="0"/>
                <a:ea typeface="楷体" charset="0"/>
              </a:rPr>
              <a:t>个作业的最优加工顺序，使得从第一个作业在机器</a:t>
            </a:r>
            <a:r>
              <a:rPr lang="en-US" altLang="zh-CN" sz="1800" b="1">
                <a:solidFill>
                  <a:srgbClr val="000000"/>
                </a:solidFill>
                <a:latin typeface="Times New Roman" pitchFamily="18" charset="0"/>
                <a:ea typeface="楷体" charset="0"/>
              </a:rPr>
              <a:t>M1</a:t>
            </a:r>
            <a:r>
              <a:rPr lang="zh-CN" altLang="en-US" sz="1800" b="1">
                <a:solidFill>
                  <a:srgbClr val="000000"/>
                </a:solidFill>
                <a:latin typeface="Times New Roman" pitchFamily="18" charset="0"/>
                <a:ea typeface="楷体" charset="0"/>
              </a:rPr>
              <a:t>上开始加工，到最后一个作业在机器</a:t>
            </a:r>
            <a:r>
              <a:rPr lang="en-US" altLang="zh-CN" sz="1800" b="1">
                <a:solidFill>
                  <a:srgbClr val="000000"/>
                </a:solidFill>
                <a:latin typeface="Times New Roman" pitchFamily="18" charset="0"/>
                <a:ea typeface="楷体" charset="0"/>
              </a:rPr>
              <a:t>M2</a:t>
            </a:r>
            <a:r>
              <a:rPr lang="zh-CN" altLang="en-US" sz="1800" b="1">
                <a:solidFill>
                  <a:srgbClr val="000000"/>
                </a:solidFill>
                <a:latin typeface="Times New Roman" pitchFamily="18" charset="0"/>
                <a:ea typeface="楷体" charset="0"/>
              </a:rPr>
              <a:t>上加工完成所需的时间最少。</a:t>
            </a:r>
          </a:p>
        </p:txBody>
      </p:sp>
      <p:sp>
        <p:nvSpPr>
          <p:cNvPr id="315396" name="Text Box 4"/>
          <p:cNvSpPr txBox="1">
            <a:spLocks noChangeArrowheads="1"/>
          </p:cNvSpPr>
          <p:nvPr/>
        </p:nvSpPr>
        <p:spPr bwMode="auto">
          <a:xfrm>
            <a:off x="677545" y="2409825"/>
            <a:ext cx="8045450" cy="2011680"/>
          </a:xfrm>
          <a:prstGeom prst="rect">
            <a:avLst/>
          </a:prstGeom>
          <a:gradFill>
            <a:gsLst>
              <a:gs pos="0">
                <a:srgbClr val="012D86"/>
              </a:gs>
              <a:gs pos="100000">
                <a:srgbClr val="0E2557"/>
              </a:gs>
            </a:gsLst>
            <a:lin ang="3960000" scaled="0"/>
          </a:gradFill>
          <a:ln w="50800">
            <a:solidFill>
              <a:srgbClr val="FF6600"/>
            </a:solidFill>
            <a:miter lim="800000"/>
          </a:ln>
        </p:spPr>
        <p:txBody>
          <a:bodyPr wrap="square">
            <a:spAutoFit/>
          </a:bodyPr>
          <a:lstStyle/>
          <a:p>
            <a:r>
              <a:rPr lang="zh-CN" altLang="en-US" sz="1800" b="1">
                <a:solidFill>
                  <a:schemeClr val="bg1"/>
                </a:solidFill>
                <a:latin typeface="Verdana" pitchFamily="34" charset="0"/>
                <a:ea typeface="黑体" pitchFamily="2" charset="-122"/>
              </a:rPr>
              <a:t>分析：</a:t>
            </a:r>
          </a:p>
          <a:p>
            <a:pPr>
              <a:buFontTx/>
              <a:buChar char="•"/>
            </a:pPr>
            <a:r>
              <a:rPr lang="zh-CN" altLang="en-US" sz="1800" b="1">
                <a:solidFill>
                  <a:schemeClr val="bg1"/>
                </a:solidFill>
                <a:ea typeface="楷体_GB2312"/>
                <a:cs typeface="楷体_GB2312"/>
              </a:rPr>
              <a:t>直观上，一个最优调度应使机器</a:t>
            </a:r>
            <a:r>
              <a:rPr lang="en-US" altLang="zh-CN" sz="1800" b="1">
                <a:solidFill>
                  <a:schemeClr val="bg1"/>
                </a:solidFill>
                <a:ea typeface="楷体_GB2312"/>
                <a:cs typeface="楷体_GB2312"/>
              </a:rPr>
              <a:t>M1</a:t>
            </a:r>
            <a:r>
              <a:rPr lang="zh-CN" altLang="en-US" sz="1800" b="1">
                <a:solidFill>
                  <a:schemeClr val="bg1"/>
                </a:solidFill>
                <a:ea typeface="楷体_GB2312"/>
                <a:cs typeface="楷体_GB2312"/>
              </a:rPr>
              <a:t>没有空闲时间，且机器</a:t>
            </a:r>
            <a:r>
              <a:rPr lang="en-US" altLang="zh-CN" sz="1800" b="1">
                <a:solidFill>
                  <a:schemeClr val="bg1"/>
                </a:solidFill>
                <a:ea typeface="楷体_GB2312"/>
                <a:cs typeface="楷体_GB2312"/>
              </a:rPr>
              <a:t>M2</a:t>
            </a:r>
            <a:r>
              <a:rPr lang="zh-CN" altLang="en-US" sz="1800" b="1">
                <a:solidFill>
                  <a:schemeClr val="bg1"/>
                </a:solidFill>
                <a:ea typeface="楷体_GB2312"/>
                <a:cs typeface="楷体_GB2312"/>
              </a:rPr>
              <a:t>的空闲时间最少。在一般情况下，机器</a:t>
            </a:r>
            <a:r>
              <a:rPr lang="en-US" altLang="zh-CN" sz="1800" b="1">
                <a:solidFill>
                  <a:schemeClr val="bg1"/>
                </a:solidFill>
                <a:ea typeface="楷体_GB2312"/>
                <a:cs typeface="楷体_GB2312"/>
              </a:rPr>
              <a:t>M2</a:t>
            </a:r>
            <a:r>
              <a:rPr lang="zh-CN" altLang="en-US" sz="1800" b="1">
                <a:solidFill>
                  <a:schemeClr val="bg1"/>
                </a:solidFill>
                <a:ea typeface="楷体_GB2312"/>
                <a:cs typeface="楷体_GB2312"/>
              </a:rPr>
              <a:t>上会有机器空闲和作业积压</a:t>
            </a:r>
            <a:r>
              <a:rPr lang="en-US" altLang="zh-CN" sz="1800" b="1">
                <a:solidFill>
                  <a:schemeClr val="bg1"/>
                </a:solidFill>
                <a:ea typeface="楷体_GB2312"/>
                <a:cs typeface="楷体_GB2312"/>
              </a:rPr>
              <a:t>2</a:t>
            </a:r>
            <a:r>
              <a:rPr lang="zh-CN" altLang="en-US" sz="1800" b="1">
                <a:solidFill>
                  <a:schemeClr val="bg1"/>
                </a:solidFill>
                <a:ea typeface="楷体_GB2312"/>
                <a:cs typeface="楷体_GB2312"/>
              </a:rPr>
              <a:t>种情况。</a:t>
            </a:r>
          </a:p>
          <a:p>
            <a:pPr>
              <a:buFontTx/>
              <a:buChar char="•"/>
            </a:pPr>
            <a:r>
              <a:rPr lang="zh-CN" altLang="en-US" sz="1800" b="1">
                <a:solidFill>
                  <a:schemeClr val="bg1"/>
                </a:solidFill>
                <a:ea typeface="楷体_GB2312"/>
                <a:cs typeface="楷体_GB2312"/>
              </a:rPr>
              <a:t>设全部作业的集合为</a:t>
            </a:r>
            <a:r>
              <a:rPr lang="en-US" altLang="zh-CN" sz="1800" b="1">
                <a:solidFill>
                  <a:schemeClr val="bg1"/>
                </a:solidFill>
                <a:ea typeface="楷体_GB2312"/>
                <a:cs typeface="楷体_GB2312"/>
              </a:rPr>
              <a:t>N={1</a:t>
            </a:r>
            <a:r>
              <a:rPr lang="zh-CN" altLang="en-US" sz="1800" b="1">
                <a:solidFill>
                  <a:schemeClr val="bg1"/>
                </a:solidFill>
                <a:ea typeface="楷体_GB2312"/>
                <a:cs typeface="楷体_GB2312"/>
              </a:rPr>
              <a:t>，</a:t>
            </a:r>
            <a:r>
              <a:rPr lang="en-US" altLang="zh-CN" sz="1800" b="1">
                <a:solidFill>
                  <a:schemeClr val="bg1"/>
                </a:solidFill>
                <a:ea typeface="楷体_GB2312"/>
                <a:cs typeface="楷体_GB2312"/>
              </a:rPr>
              <a:t>2</a:t>
            </a:r>
            <a:r>
              <a:rPr lang="zh-CN" altLang="en-US" sz="1800" b="1">
                <a:solidFill>
                  <a:schemeClr val="bg1"/>
                </a:solidFill>
                <a:ea typeface="楷体_GB2312"/>
                <a:cs typeface="楷体_GB2312"/>
              </a:rPr>
              <a:t>，</a:t>
            </a:r>
            <a:r>
              <a:rPr lang="en-US" altLang="zh-CN" sz="1800" b="1">
                <a:solidFill>
                  <a:schemeClr val="bg1"/>
                </a:solidFill>
                <a:ea typeface="楷体_GB2312"/>
                <a:cs typeface="楷体_GB2312"/>
              </a:rPr>
              <a:t>…</a:t>
            </a:r>
            <a:r>
              <a:rPr lang="zh-CN" altLang="en-US" sz="1800" b="1">
                <a:solidFill>
                  <a:schemeClr val="bg1"/>
                </a:solidFill>
                <a:ea typeface="楷体_GB2312"/>
                <a:cs typeface="楷体_GB2312"/>
              </a:rPr>
              <a:t>，</a:t>
            </a:r>
            <a:r>
              <a:rPr lang="en-US" altLang="zh-CN" sz="1800" b="1">
                <a:solidFill>
                  <a:schemeClr val="bg1"/>
                </a:solidFill>
                <a:ea typeface="楷体_GB2312"/>
                <a:cs typeface="楷体_GB2312"/>
              </a:rPr>
              <a:t>n}</a:t>
            </a:r>
            <a:r>
              <a:rPr lang="zh-CN" altLang="en-US" sz="1800" b="1">
                <a:solidFill>
                  <a:schemeClr val="bg1"/>
                </a:solidFill>
                <a:ea typeface="楷体_GB2312"/>
                <a:cs typeface="楷体_GB2312"/>
              </a:rPr>
              <a:t>。</a:t>
            </a:r>
            <a:r>
              <a:rPr lang="en-US" altLang="zh-CN" sz="1800" b="1">
                <a:solidFill>
                  <a:schemeClr val="bg1"/>
                </a:solidFill>
                <a:ea typeface="楷体_GB2312"/>
                <a:cs typeface="楷体_GB2312"/>
              </a:rPr>
              <a:t>S</a:t>
            </a:r>
            <a:r>
              <a:rPr lang="en-US" altLang="zh-CN" sz="1800" b="1">
                <a:solidFill>
                  <a:schemeClr val="bg1"/>
                </a:solidFill>
                <a:ea typeface="楷体_GB2312"/>
                <a:cs typeface="楷体_GB2312"/>
                <a:sym typeface="Symbol" pitchFamily="18" charset="2"/>
              </a:rPr>
              <a:t></a:t>
            </a:r>
            <a:r>
              <a:rPr lang="en-US" altLang="zh-CN" sz="1800" b="1">
                <a:solidFill>
                  <a:schemeClr val="bg1"/>
                </a:solidFill>
                <a:ea typeface="楷体_GB2312"/>
                <a:cs typeface="楷体_GB2312"/>
              </a:rPr>
              <a:t>N</a:t>
            </a:r>
            <a:r>
              <a:rPr lang="zh-CN" altLang="en-US" sz="1800" b="1">
                <a:solidFill>
                  <a:schemeClr val="bg1"/>
                </a:solidFill>
                <a:ea typeface="楷体_GB2312"/>
                <a:cs typeface="楷体_GB2312"/>
              </a:rPr>
              <a:t>是</a:t>
            </a:r>
            <a:r>
              <a:rPr lang="en-US" altLang="zh-CN" sz="1800" b="1">
                <a:solidFill>
                  <a:schemeClr val="bg1"/>
                </a:solidFill>
                <a:ea typeface="楷体_GB2312"/>
                <a:cs typeface="楷体_GB2312"/>
              </a:rPr>
              <a:t>N</a:t>
            </a:r>
            <a:r>
              <a:rPr lang="zh-CN" altLang="en-US" sz="1800" b="1">
                <a:solidFill>
                  <a:schemeClr val="bg1"/>
                </a:solidFill>
                <a:ea typeface="楷体_GB2312"/>
                <a:cs typeface="楷体_GB2312"/>
              </a:rPr>
              <a:t>的作业子集。在一般情况下，机器</a:t>
            </a:r>
            <a:r>
              <a:rPr lang="en-US" altLang="zh-CN" sz="1800" b="1">
                <a:solidFill>
                  <a:schemeClr val="bg1"/>
                </a:solidFill>
                <a:ea typeface="楷体_GB2312"/>
                <a:cs typeface="楷体_GB2312"/>
              </a:rPr>
              <a:t>M1</a:t>
            </a:r>
            <a:r>
              <a:rPr lang="zh-CN" altLang="en-US" sz="1800" b="1">
                <a:solidFill>
                  <a:schemeClr val="bg1"/>
                </a:solidFill>
                <a:ea typeface="楷体_GB2312"/>
                <a:cs typeface="楷体_GB2312"/>
              </a:rPr>
              <a:t>开始加工</a:t>
            </a:r>
            <a:r>
              <a:rPr lang="en-US" altLang="zh-CN" sz="1800" b="1">
                <a:solidFill>
                  <a:schemeClr val="bg1"/>
                </a:solidFill>
                <a:ea typeface="楷体_GB2312"/>
                <a:cs typeface="楷体_GB2312"/>
              </a:rPr>
              <a:t>S</a:t>
            </a:r>
            <a:r>
              <a:rPr lang="zh-CN" altLang="en-US" sz="1800" b="1">
                <a:solidFill>
                  <a:schemeClr val="bg1"/>
                </a:solidFill>
                <a:ea typeface="楷体_GB2312"/>
                <a:cs typeface="楷体_GB2312"/>
              </a:rPr>
              <a:t>中作业时，机器</a:t>
            </a:r>
            <a:r>
              <a:rPr lang="en-US" altLang="zh-CN" sz="1800" b="1">
                <a:solidFill>
                  <a:schemeClr val="bg1"/>
                </a:solidFill>
                <a:ea typeface="楷体_GB2312"/>
                <a:cs typeface="楷体_GB2312"/>
              </a:rPr>
              <a:t>M2</a:t>
            </a:r>
            <a:r>
              <a:rPr lang="zh-CN" altLang="en-US" sz="1800" b="1">
                <a:solidFill>
                  <a:schemeClr val="bg1"/>
                </a:solidFill>
                <a:ea typeface="楷体_GB2312"/>
                <a:cs typeface="楷体_GB2312"/>
              </a:rPr>
              <a:t>还在加工其它作业，要等时间</a:t>
            </a:r>
            <a:r>
              <a:rPr lang="en-US" altLang="zh-CN" sz="1800" b="1">
                <a:solidFill>
                  <a:schemeClr val="bg1"/>
                </a:solidFill>
                <a:ea typeface="楷体_GB2312"/>
                <a:cs typeface="楷体_GB2312"/>
              </a:rPr>
              <a:t>t</a:t>
            </a:r>
            <a:r>
              <a:rPr lang="zh-CN" altLang="en-US" sz="1800" b="1">
                <a:solidFill>
                  <a:schemeClr val="bg1"/>
                </a:solidFill>
                <a:ea typeface="楷体_GB2312"/>
                <a:cs typeface="楷体_GB2312"/>
              </a:rPr>
              <a:t>后才可利用。将这种情况下完成</a:t>
            </a:r>
            <a:r>
              <a:rPr lang="en-US" altLang="zh-CN" sz="1800" b="1">
                <a:solidFill>
                  <a:schemeClr val="bg1"/>
                </a:solidFill>
                <a:ea typeface="楷体_GB2312"/>
                <a:cs typeface="楷体_GB2312"/>
              </a:rPr>
              <a:t>S</a:t>
            </a:r>
            <a:r>
              <a:rPr lang="zh-CN" altLang="en-US" sz="1800" b="1">
                <a:solidFill>
                  <a:schemeClr val="bg1"/>
                </a:solidFill>
                <a:ea typeface="楷体_GB2312"/>
                <a:cs typeface="楷体_GB2312"/>
              </a:rPr>
              <a:t>中作业所需的最短时间记为</a:t>
            </a:r>
            <a:r>
              <a:rPr lang="en-US" altLang="zh-CN" sz="1800" b="1">
                <a:solidFill>
                  <a:schemeClr val="bg1"/>
                </a:solidFill>
                <a:ea typeface="楷体_GB2312"/>
                <a:cs typeface="楷体_GB2312"/>
              </a:rPr>
              <a:t>T(S,t)</a:t>
            </a:r>
            <a:r>
              <a:rPr lang="zh-CN" altLang="en-US" sz="1800" b="1">
                <a:solidFill>
                  <a:schemeClr val="bg1"/>
                </a:solidFill>
                <a:ea typeface="楷体_GB2312"/>
                <a:cs typeface="楷体_GB2312"/>
              </a:rPr>
              <a:t>。流水作业调度问题的最优值为</a:t>
            </a:r>
            <a:r>
              <a:rPr lang="en-US" altLang="zh-CN" sz="1800" b="1">
                <a:solidFill>
                  <a:schemeClr val="bg1"/>
                </a:solidFill>
                <a:ea typeface="楷体_GB2312"/>
                <a:cs typeface="楷体_GB2312"/>
              </a:rPr>
              <a:t>T(N,0)</a:t>
            </a:r>
            <a:r>
              <a:rPr lang="zh-CN" altLang="en-US" sz="1800" b="1">
                <a:solidFill>
                  <a:schemeClr val="bg1"/>
                </a:solidFill>
                <a:ea typeface="楷体_GB2312"/>
                <a:cs typeface="楷体_GB231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5396"/>
                                        </p:tgtEl>
                                        <p:attrNameLst>
                                          <p:attrName>style.visibility</p:attrName>
                                        </p:attrNameLst>
                                      </p:cBhvr>
                                      <p:to>
                                        <p:strVal val="visible"/>
                                      </p:to>
                                    </p:set>
                                    <p:animEffect transition="in" filter="blinds(horizontal)">
                                      <p:cBhvr>
                                        <p:cTn id="7" dur="500"/>
                                        <p:tgtEl>
                                          <p:spTgt spid="315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396" grpId="0" bldLvl="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ChangeArrowheads="1"/>
          </p:cNvSpPr>
          <p:nvPr/>
        </p:nvSpPr>
        <p:spPr bwMode="auto">
          <a:xfrm>
            <a:off x="654606" y="85090"/>
            <a:ext cx="5509022" cy="596504"/>
          </a:xfrm>
          <a:prstGeom prst="rect">
            <a:avLst/>
          </a:prstGeom>
          <a:noFill/>
          <a:ln>
            <a:noFill/>
          </a:ln>
          <a:effectLst/>
        </p:spPr>
        <p:txBody>
          <a:bodyPr anchor="b"/>
          <a:lstStyle/>
          <a:p>
            <a:pPr>
              <a:defRPr/>
            </a:pPr>
            <a:r>
              <a:rPr lang="zh-CN" altLang="en-US" sz="2850" b="1">
                <a:solidFill>
                  <a:srgbClr val="000066"/>
                </a:solidFill>
                <a:effectLst>
                  <a:outerShdw blurRad="38100" dist="38100" dir="2700000" algn="tl">
                    <a:srgbClr val="C0C0C0"/>
                  </a:outerShdw>
                </a:effectLst>
                <a:latin typeface="Times New Roman" pitchFamily="18" charset="0"/>
                <a:ea typeface="楷体" charset="0"/>
              </a:rPr>
              <a:t>流水作业调度</a:t>
            </a:r>
            <a:endParaRPr lang="ja-JP" altLang="en-US" sz="2850" b="1">
              <a:solidFill>
                <a:srgbClr val="000066"/>
              </a:solidFill>
              <a:effectLst>
                <a:outerShdw blurRad="38100" dist="38100" dir="2700000" algn="tl">
                  <a:srgbClr val="C0C0C0"/>
                </a:outerShdw>
              </a:effectLst>
              <a:latin typeface="Times New Roman" pitchFamily="18" charset="0"/>
              <a:ea typeface="楷体" charset="0"/>
            </a:endParaRPr>
          </a:p>
        </p:txBody>
      </p:sp>
      <p:sp>
        <p:nvSpPr>
          <p:cNvPr id="90259" name="Text Box 3"/>
          <p:cNvSpPr txBox="1">
            <a:spLocks noChangeArrowheads="1"/>
          </p:cNvSpPr>
          <p:nvPr/>
        </p:nvSpPr>
        <p:spPr bwMode="auto">
          <a:xfrm>
            <a:off x="464185" y="681355"/>
            <a:ext cx="8126095" cy="917575"/>
          </a:xfrm>
          <a:prstGeom prst="rect">
            <a:avLst/>
          </a:prstGeom>
          <a:noFill/>
          <a:ln w="9525">
            <a:noFill/>
            <a:miter lim="800000"/>
          </a:ln>
        </p:spPr>
        <p:txBody>
          <a:bodyPr wrap="square">
            <a:spAutoFit/>
          </a:bodyPr>
          <a:lstStyle/>
          <a:p>
            <a:r>
              <a:rPr lang="zh-CN" altLang="en-US" sz="1800">
                <a:latin typeface="Times New Roman" pitchFamily="18" charset="0"/>
                <a:ea typeface="楷体" charset="0"/>
                <a:cs typeface="楷体_GB2312"/>
              </a:rPr>
              <a:t>设</a:t>
            </a:r>
            <a:r>
              <a:rPr lang="zh-CN" altLang="en-US" sz="1800">
                <a:latin typeface="Times New Roman" pitchFamily="18" charset="0"/>
                <a:ea typeface="楷体" charset="0"/>
                <a:cs typeface="楷体_GB2312"/>
                <a:sym typeface="Symbol" pitchFamily="18" charset="2"/>
              </a:rPr>
              <a:t></a:t>
            </a:r>
            <a:r>
              <a:rPr lang="zh-CN" altLang="en-US" sz="1800">
                <a:latin typeface="Times New Roman" pitchFamily="18" charset="0"/>
                <a:ea typeface="楷体" charset="0"/>
                <a:cs typeface="楷体_GB2312"/>
              </a:rPr>
              <a:t>是所给</a:t>
            </a:r>
            <a:r>
              <a:rPr lang="en-US" altLang="zh-CN" sz="1800">
                <a:latin typeface="Times New Roman" pitchFamily="18" charset="0"/>
                <a:ea typeface="楷体" charset="0"/>
                <a:cs typeface="楷体_GB2312"/>
              </a:rPr>
              <a:t>n</a:t>
            </a:r>
            <a:r>
              <a:rPr lang="zh-CN" altLang="en-US" sz="1800">
                <a:latin typeface="Times New Roman" pitchFamily="18" charset="0"/>
                <a:ea typeface="楷体" charset="0"/>
                <a:cs typeface="楷体_GB2312"/>
              </a:rPr>
              <a:t>个流水作业的一个最优调度，它所需的加工时间为 </a:t>
            </a:r>
            <a:r>
              <a:rPr lang="en-US" altLang="zh-CN" sz="1800">
                <a:latin typeface="Times New Roman" pitchFamily="18" charset="0"/>
                <a:ea typeface="楷体" charset="0"/>
                <a:cs typeface="楷体_GB2312"/>
              </a:rPr>
              <a:t>a</a:t>
            </a:r>
            <a:r>
              <a:rPr lang="zh-CN" altLang="en-US" sz="1800" baseline="-25000">
                <a:latin typeface="Times New Roman" pitchFamily="18" charset="0"/>
                <a:ea typeface="楷体" charset="0"/>
                <a:cs typeface="楷体_GB2312"/>
                <a:sym typeface="Symbol" pitchFamily="18" charset="2"/>
              </a:rPr>
              <a:t></a:t>
            </a:r>
            <a:r>
              <a:rPr lang="en-US" altLang="zh-CN" sz="1800" baseline="-25000">
                <a:latin typeface="Times New Roman" pitchFamily="18" charset="0"/>
                <a:ea typeface="楷体" charset="0"/>
                <a:cs typeface="楷体_GB2312"/>
                <a:sym typeface="Symbol" pitchFamily="18" charset="2"/>
              </a:rPr>
              <a:t>(1)</a:t>
            </a:r>
            <a:r>
              <a:rPr lang="en-US" altLang="zh-CN" sz="1800">
                <a:latin typeface="Times New Roman" pitchFamily="18" charset="0"/>
                <a:ea typeface="楷体" charset="0"/>
                <a:cs typeface="楷体_GB2312"/>
                <a:sym typeface="Symbol" pitchFamily="18" charset="2"/>
              </a:rPr>
              <a:t>+T’</a:t>
            </a:r>
            <a:r>
              <a:rPr lang="zh-CN" altLang="en-US" sz="1800">
                <a:latin typeface="Times New Roman" pitchFamily="18" charset="0"/>
                <a:ea typeface="楷体" charset="0"/>
                <a:cs typeface="楷体_GB2312"/>
              </a:rPr>
              <a:t>。其中</a:t>
            </a:r>
            <a:r>
              <a:rPr lang="en-US" altLang="zh-CN" sz="1800">
                <a:latin typeface="Times New Roman" pitchFamily="18" charset="0"/>
                <a:ea typeface="楷体" charset="0"/>
                <a:cs typeface="楷体_GB2312"/>
              </a:rPr>
              <a:t>T’</a:t>
            </a:r>
            <a:r>
              <a:rPr lang="zh-CN" altLang="en-US" sz="1800">
                <a:latin typeface="Times New Roman" pitchFamily="18" charset="0"/>
                <a:ea typeface="楷体" charset="0"/>
                <a:cs typeface="楷体_GB2312"/>
              </a:rPr>
              <a:t>是在机器</a:t>
            </a:r>
            <a:r>
              <a:rPr lang="en-US" altLang="zh-CN" sz="1800">
                <a:latin typeface="Times New Roman" pitchFamily="18" charset="0"/>
                <a:ea typeface="楷体" charset="0"/>
                <a:cs typeface="楷体_GB2312"/>
              </a:rPr>
              <a:t>M2</a:t>
            </a:r>
            <a:r>
              <a:rPr lang="zh-CN" altLang="en-US" sz="1800">
                <a:latin typeface="Times New Roman" pitchFamily="18" charset="0"/>
                <a:ea typeface="楷体" charset="0"/>
                <a:cs typeface="楷体_GB2312"/>
              </a:rPr>
              <a:t>的等待时间为</a:t>
            </a:r>
            <a:r>
              <a:rPr lang="en-US" altLang="zh-CN" sz="1800">
                <a:latin typeface="Times New Roman" pitchFamily="18" charset="0"/>
                <a:ea typeface="楷体" charset="0"/>
                <a:cs typeface="楷体_GB2312"/>
              </a:rPr>
              <a:t>b</a:t>
            </a:r>
            <a:r>
              <a:rPr lang="zh-CN" altLang="en-US" sz="1800" baseline="-25000">
                <a:latin typeface="Times New Roman" pitchFamily="18" charset="0"/>
                <a:ea typeface="楷体" charset="0"/>
                <a:cs typeface="楷体_GB2312"/>
                <a:sym typeface="Symbol" pitchFamily="18" charset="2"/>
              </a:rPr>
              <a:t></a:t>
            </a:r>
            <a:r>
              <a:rPr lang="en-US" altLang="zh-CN" sz="1800" baseline="-25000">
                <a:latin typeface="Times New Roman" pitchFamily="18" charset="0"/>
                <a:ea typeface="楷体" charset="0"/>
                <a:cs typeface="楷体_GB2312"/>
                <a:sym typeface="Symbol" pitchFamily="18" charset="2"/>
              </a:rPr>
              <a:t>(1)</a:t>
            </a:r>
            <a:r>
              <a:rPr lang="zh-CN" altLang="en-US" sz="1800">
                <a:latin typeface="Times New Roman" pitchFamily="18" charset="0"/>
                <a:ea typeface="楷体" charset="0"/>
                <a:cs typeface="楷体_GB2312"/>
              </a:rPr>
              <a:t>时，安排作业</a:t>
            </a:r>
            <a:r>
              <a:rPr lang="zh-CN" altLang="en-US" sz="1800">
                <a:latin typeface="Times New Roman" pitchFamily="18" charset="0"/>
                <a:ea typeface="楷体" charset="0"/>
                <a:cs typeface="楷体_GB2312"/>
                <a:sym typeface="Symbol" pitchFamily="18" charset="2"/>
              </a:rPr>
              <a:t></a:t>
            </a:r>
            <a:r>
              <a:rPr lang="en-US" altLang="zh-CN" sz="1800">
                <a:latin typeface="Times New Roman" pitchFamily="18" charset="0"/>
                <a:ea typeface="楷体" charset="0"/>
                <a:cs typeface="楷体_GB2312"/>
              </a:rPr>
              <a:t>(2)</a:t>
            </a:r>
            <a:r>
              <a:rPr lang="zh-CN" altLang="en-US" sz="1800">
                <a:latin typeface="Times New Roman" pitchFamily="18" charset="0"/>
                <a:ea typeface="楷体" charset="0"/>
                <a:cs typeface="楷体_GB2312"/>
              </a:rPr>
              <a:t>，</a:t>
            </a:r>
            <a:r>
              <a:rPr lang="en-US" altLang="zh-CN" sz="1800">
                <a:latin typeface="Times New Roman" pitchFamily="18" charset="0"/>
                <a:ea typeface="楷体" charset="0"/>
                <a:cs typeface="楷体_GB2312"/>
              </a:rPr>
              <a:t>…</a:t>
            </a:r>
            <a:r>
              <a:rPr lang="zh-CN" altLang="en-US" sz="1800">
                <a:latin typeface="Times New Roman" pitchFamily="18" charset="0"/>
                <a:ea typeface="楷体" charset="0"/>
                <a:cs typeface="楷体_GB2312"/>
              </a:rPr>
              <a:t>，</a:t>
            </a:r>
            <a:r>
              <a:rPr lang="zh-CN" altLang="en-US" sz="1800">
                <a:latin typeface="Times New Roman" pitchFamily="18" charset="0"/>
                <a:ea typeface="楷体" charset="0"/>
                <a:cs typeface="楷体_GB2312"/>
                <a:sym typeface="Symbol" pitchFamily="18" charset="2"/>
              </a:rPr>
              <a:t></a:t>
            </a:r>
            <a:r>
              <a:rPr lang="en-US" altLang="zh-CN" sz="1800">
                <a:latin typeface="Times New Roman" pitchFamily="18" charset="0"/>
                <a:ea typeface="楷体" charset="0"/>
                <a:cs typeface="楷体_GB2312"/>
              </a:rPr>
              <a:t>(n)</a:t>
            </a:r>
            <a:r>
              <a:rPr lang="zh-CN" altLang="en-US" sz="1800">
                <a:latin typeface="Times New Roman" pitchFamily="18" charset="0"/>
                <a:ea typeface="楷体" charset="0"/>
                <a:cs typeface="楷体_GB2312"/>
              </a:rPr>
              <a:t>所需的时间。</a:t>
            </a:r>
          </a:p>
          <a:p>
            <a:r>
              <a:rPr lang="zh-CN" altLang="en-US" sz="1800">
                <a:latin typeface="Times New Roman" pitchFamily="18" charset="0"/>
                <a:ea typeface="楷体" charset="0"/>
                <a:cs typeface="楷体_GB2312"/>
              </a:rPr>
              <a:t>记</a:t>
            </a:r>
            <a:r>
              <a:rPr lang="en-US" altLang="zh-CN" sz="1800">
                <a:latin typeface="Times New Roman" pitchFamily="18" charset="0"/>
                <a:ea typeface="楷体" charset="0"/>
                <a:cs typeface="楷体_GB2312"/>
              </a:rPr>
              <a:t>S=N-{</a:t>
            </a:r>
            <a:r>
              <a:rPr lang="en-US" altLang="zh-CN" sz="1800">
                <a:latin typeface="Times New Roman" pitchFamily="18" charset="0"/>
                <a:ea typeface="楷体" charset="0"/>
                <a:cs typeface="楷体_GB2312"/>
                <a:sym typeface="Symbol" pitchFamily="18" charset="2"/>
              </a:rPr>
              <a:t></a:t>
            </a:r>
            <a:r>
              <a:rPr lang="en-US" altLang="zh-CN" sz="1800">
                <a:latin typeface="Times New Roman" pitchFamily="18" charset="0"/>
                <a:ea typeface="楷体" charset="0"/>
                <a:cs typeface="楷体_GB2312"/>
              </a:rPr>
              <a:t>(1)}</a:t>
            </a:r>
            <a:r>
              <a:rPr lang="zh-CN" altLang="en-US" sz="1800">
                <a:latin typeface="Times New Roman" pitchFamily="18" charset="0"/>
                <a:ea typeface="楷体" charset="0"/>
                <a:cs typeface="楷体_GB2312"/>
              </a:rPr>
              <a:t>，则有</a:t>
            </a:r>
            <a:r>
              <a:rPr lang="en-US" altLang="zh-CN" sz="1800">
                <a:latin typeface="Times New Roman" pitchFamily="18" charset="0"/>
                <a:ea typeface="楷体" charset="0"/>
                <a:cs typeface="楷体_GB2312"/>
              </a:rPr>
              <a:t>T’=T(S,b</a:t>
            </a:r>
            <a:r>
              <a:rPr lang="zh-CN" altLang="en-US" sz="1800" baseline="-25000">
                <a:latin typeface="Times New Roman" pitchFamily="18" charset="0"/>
                <a:ea typeface="楷体" charset="0"/>
                <a:cs typeface="楷体_GB2312"/>
                <a:sym typeface="Symbol" pitchFamily="18" charset="2"/>
              </a:rPr>
              <a:t></a:t>
            </a:r>
            <a:r>
              <a:rPr lang="en-US" altLang="zh-CN" sz="1800" baseline="-25000">
                <a:latin typeface="Times New Roman" pitchFamily="18" charset="0"/>
                <a:ea typeface="楷体" charset="0"/>
                <a:cs typeface="楷体_GB2312"/>
                <a:sym typeface="Symbol" pitchFamily="18" charset="2"/>
              </a:rPr>
              <a:t>(1)</a:t>
            </a:r>
            <a:r>
              <a:rPr lang="en-US" altLang="zh-CN" sz="1800">
                <a:latin typeface="Times New Roman" pitchFamily="18" charset="0"/>
                <a:ea typeface="楷体" charset="0"/>
                <a:cs typeface="楷体_GB2312"/>
              </a:rPr>
              <a:t>)</a:t>
            </a:r>
            <a:r>
              <a:rPr lang="zh-CN" altLang="en-US" sz="1800">
                <a:latin typeface="Times New Roman" pitchFamily="18" charset="0"/>
                <a:ea typeface="楷体" charset="0"/>
                <a:cs typeface="楷体_GB2312"/>
              </a:rPr>
              <a:t>。</a:t>
            </a:r>
          </a:p>
        </p:txBody>
      </p:sp>
      <p:sp>
        <p:nvSpPr>
          <p:cNvPr id="90260" name="Text Box 4"/>
          <p:cNvSpPr txBox="1">
            <a:spLocks noChangeArrowheads="1"/>
          </p:cNvSpPr>
          <p:nvPr/>
        </p:nvSpPr>
        <p:spPr bwMode="auto">
          <a:xfrm>
            <a:off x="635000" y="1869440"/>
            <a:ext cx="7912100" cy="1466215"/>
          </a:xfrm>
          <a:prstGeom prst="rect">
            <a:avLst/>
          </a:prstGeom>
          <a:gradFill>
            <a:gsLst>
              <a:gs pos="0">
                <a:srgbClr val="012D86"/>
              </a:gs>
              <a:gs pos="100000">
                <a:srgbClr val="0E2557"/>
              </a:gs>
            </a:gsLst>
            <a:lin ang="3960000" scaled="0"/>
          </a:gradFill>
          <a:ln w="50800">
            <a:solidFill>
              <a:srgbClr val="FF6600"/>
            </a:solidFill>
            <a:miter lim="800000"/>
          </a:ln>
        </p:spPr>
        <p:txBody>
          <a:bodyPr wrap="square">
            <a:spAutoFit/>
          </a:bodyPr>
          <a:lstStyle/>
          <a:p>
            <a:r>
              <a:rPr lang="zh-CN" altLang="en-US" sz="1800" b="1">
                <a:solidFill>
                  <a:schemeClr val="bg1"/>
                </a:solidFill>
                <a:latin typeface="Verdana" pitchFamily="34" charset="0"/>
                <a:ea typeface="黑体" pitchFamily="2" charset="-122"/>
              </a:rPr>
              <a:t>证明：</a:t>
            </a:r>
            <a:r>
              <a:rPr lang="zh-CN" altLang="en-US" sz="1800" b="1">
                <a:solidFill>
                  <a:schemeClr val="bg1"/>
                </a:solidFill>
                <a:ea typeface="楷体_GB2312"/>
                <a:cs typeface="楷体_GB2312"/>
              </a:rPr>
              <a:t>事实上，由</a:t>
            </a:r>
            <a:r>
              <a:rPr lang="en-US" altLang="zh-CN" sz="1800" b="1">
                <a:solidFill>
                  <a:schemeClr val="bg1"/>
                </a:solidFill>
                <a:ea typeface="楷体_GB2312"/>
                <a:cs typeface="楷体_GB2312"/>
              </a:rPr>
              <a:t>T</a:t>
            </a:r>
            <a:r>
              <a:rPr lang="zh-CN" altLang="en-US" sz="1800" b="1">
                <a:solidFill>
                  <a:schemeClr val="bg1"/>
                </a:solidFill>
                <a:ea typeface="楷体_GB2312"/>
                <a:cs typeface="楷体_GB2312"/>
              </a:rPr>
              <a:t>的定义知</a:t>
            </a:r>
            <a:r>
              <a:rPr lang="en-US" altLang="zh-CN" sz="1800" b="1">
                <a:solidFill>
                  <a:schemeClr val="bg1"/>
                </a:solidFill>
                <a:ea typeface="楷体_GB2312"/>
                <a:cs typeface="楷体_GB2312"/>
              </a:rPr>
              <a:t>T’</a:t>
            </a:r>
            <a:r>
              <a:rPr lang="en-US" altLang="zh-CN" sz="1800" b="1">
                <a:solidFill>
                  <a:schemeClr val="bg1"/>
                </a:solidFill>
                <a:ea typeface="楷体_GB2312"/>
                <a:cs typeface="楷体_GB2312"/>
                <a:sym typeface="Symbol" pitchFamily="18" charset="2"/>
              </a:rPr>
              <a:t></a:t>
            </a:r>
            <a:r>
              <a:rPr lang="en-US" altLang="zh-CN" sz="1800" b="1">
                <a:solidFill>
                  <a:schemeClr val="bg1"/>
                </a:solidFill>
                <a:ea typeface="楷体_GB2312"/>
                <a:cs typeface="楷体_GB2312"/>
              </a:rPr>
              <a:t>T(S,b</a:t>
            </a:r>
            <a:r>
              <a:rPr lang="zh-CN" altLang="en-US" sz="1800" b="1" baseline="-25000">
                <a:solidFill>
                  <a:schemeClr val="bg1"/>
                </a:solidFill>
                <a:ea typeface="楷体_GB2312"/>
                <a:cs typeface="楷体_GB2312"/>
                <a:sym typeface="Symbol" pitchFamily="18" charset="2"/>
              </a:rPr>
              <a:t></a:t>
            </a:r>
            <a:r>
              <a:rPr lang="en-US" altLang="zh-CN" sz="1800" b="1" baseline="-25000">
                <a:solidFill>
                  <a:schemeClr val="bg1"/>
                </a:solidFill>
                <a:ea typeface="楷体_GB2312"/>
                <a:cs typeface="楷体_GB2312"/>
                <a:sym typeface="Symbol" pitchFamily="18" charset="2"/>
              </a:rPr>
              <a:t>(1)</a:t>
            </a:r>
            <a:r>
              <a:rPr lang="en-US" altLang="zh-CN" sz="1800" b="1">
                <a:solidFill>
                  <a:schemeClr val="bg1"/>
                </a:solidFill>
                <a:ea typeface="楷体_GB2312"/>
                <a:cs typeface="楷体_GB2312"/>
              </a:rPr>
              <a:t>)</a:t>
            </a:r>
            <a:r>
              <a:rPr lang="zh-CN" altLang="en-US" sz="1800" b="1">
                <a:solidFill>
                  <a:schemeClr val="bg1"/>
                </a:solidFill>
                <a:ea typeface="楷体_GB2312"/>
                <a:cs typeface="楷体_GB2312"/>
              </a:rPr>
              <a:t>。若</a:t>
            </a:r>
            <a:r>
              <a:rPr lang="en-US" altLang="zh-CN" sz="1800" b="1">
                <a:solidFill>
                  <a:schemeClr val="bg1"/>
                </a:solidFill>
                <a:ea typeface="楷体_GB2312"/>
                <a:cs typeface="楷体_GB2312"/>
              </a:rPr>
              <a:t>T’&gt;T(S,b</a:t>
            </a:r>
            <a:r>
              <a:rPr lang="zh-CN" altLang="en-US" sz="1800" b="1" baseline="-25000">
                <a:solidFill>
                  <a:schemeClr val="bg1"/>
                </a:solidFill>
                <a:ea typeface="楷体_GB2312"/>
                <a:cs typeface="楷体_GB2312"/>
                <a:sym typeface="Symbol" pitchFamily="18" charset="2"/>
              </a:rPr>
              <a:t></a:t>
            </a:r>
            <a:r>
              <a:rPr lang="en-US" altLang="zh-CN" sz="1800" b="1" baseline="-25000">
                <a:solidFill>
                  <a:schemeClr val="bg1"/>
                </a:solidFill>
                <a:ea typeface="楷体_GB2312"/>
                <a:cs typeface="楷体_GB2312"/>
                <a:sym typeface="Symbol" pitchFamily="18" charset="2"/>
              </a:rPr>
              <a:t>(1)</a:t>
            </a:r>
            <a:r>
              <a:rPr lang="en-US" altLang="zh-CN" sz="1800" b="1">
                <a:solidFill>
                  <a:schemeClr val="bg1"/>
                </a:solidFill>
                <a:ea typeface="楷体_GB2312"/>
                <a:cs typeface="楷体_GB2312"/>
              </a:rPr>
              <a:t>)</a:t>
            </a:r>
            <a:r>
              <a:rPr lang="zh-CN" altLang="en-US" sz="1800" b="1">
                <a:solidFill>
                  <a:schemeClr val="bg1"/>
                </a:solidFill>
                <a:ea typeface="楷体_GB2312"/>
                <a:cs typeface="楷体_GB2312"/>
              </a:rPr>
              <a:t>，设</a:t>
            </a:r>
            <a:r>
              <a:rPr lang="zh-CN" altLang="en-US" sz="1800" b="1">
                <a:solidFill>
                  <a:schemeClr val="bg1"/>
                </a:solidFill>
                <a:ea typeface="楷体_GB2312"/>
                <a:cs typeface="楷体_GB2312"/>
                <a:sym typeface="Symbol" pitchFamily="18" charset="2"/>
              </a:rPr>
              <a:t></a:t>
            </a:r>
            <a:r>
              <a:rPr lang="en-US" altLang="zh-CN" sz="1800" b="1">
                <a:solidFill>
                  <a:schemeClr val="bg1"/>
                </a:solidFill>
                <a:ea typeface="楷体_GB2312"/>
                <a:cs typeface="楷体_GB2312"/>
                <a:sym typeface="Symbol" pitchFamily="18" charset="2"/>
              </a:rPr>
              <a:t>’</a:t>
            </a:r>
            <a:r>
              <a:rPr lang="zh-CN" altLang="en-US" sz="1800" b="1">
                <a:solidFill>
                  <a:schemeClr val="bg1"/>
                </a:solidFill>
                <a:ea typeface="楷体_GB2312"/>
                <a:cs typeface="楷体_GB2312"/>
              </a:rPr>
              <a:t>是作业集</a:t>
            </a:r>
            <a:r>
              <a:rPr lang="en-US" altLang="zh-CN" sz="1800" b="1">
                <a:solidFill>
                  <a:schemeClr val="bg1"/>
                </a:solidFill>
                <a:ea typeface="楷体_GB2312"/>
                <a:cs typeface="楷体_GB2312"/>
              </a:rPr>
              <a:t>S</a:t>
            </a:r>
            <a:r>
              <a:rPr lang="zh-CN" altLang="en-US" sz="1800" b="1">
                <a:solidFill>
                  <a:schemeClr val="bg1"/>
                </a:solidFill>
                <a:ea typeface="楷体_GB2312"/>
                <a:cs typeface="楷体_GB2312"/>
              </a:rPr>
              <a:t>在机器</a:t>
            </a:r>
            <a:r>
              <a:rPr lang="en-US" altLang="zh-CN" sz="1800" b="1">
                <a:solidFill>
                  <a:schemeClr val="bg1"/>
                </a:solidFill>
                <a:ea typeface="楷体_GB2312"/>
                <a:cs typeface="楷体_GB2312"/>
              </a:rPr>
              <a:t>M2</a:t>
            </a:r>
            <a:r>
              <a:rPr lang="zh-CN" altLang="en-US" sz="1800" b="1">
                <a:solidFill>
                  <a:schemeClr val="bg1"/>
                </a:solidFill>
                <a:ea typeface="楷体_GB2312"/>
                <a:cs typeface="楷体_GB2312"/>
              </a:rPr>
              <a:t>的等待时间为</a:t>
            </a:r>
            <a:r>
              <a:rPr lang="en-US" altLang="zh-CN" sz="1800" b="1">
                <a:solidFill>
                  <a:schemeClr val="bg1"/>
                </a:solidFill>
                <a:ea typeface="楷体_GB2312"/>
                <a:cs typeface="楷体_GB2312"/>
              </a:rPr>
              <a:t>b</a:t>
            </a:r>
            <a:r>
              <a:rPr lang="zh-CN" altLang="en-US" sz="1800" b="1" baseline="-25000">
                <a:solidFill>
                  <a:schemeClr val="bg1"/>
                </a:solidFill>
                <a:ea typeface="楷体_GB2312"/>
                <a:cs typeface="楷体_GB2312"/>
                <a:sym typeface="Symbol" pitchFamily="18" charset="2"/>
              </a:rPr>
              <a:t></a:t>
            </a:r>
            <a:r>
              <a:rPr lang="en-US" altLang="zh-CN" sz="1800" b="1" baseline="-25000">
                <a:solidFill>
                  <a:schemeClr val="bg1"/>
                </a:solidFill>
                <a:ea typeface="楷体_GB2312"/>
                <a:cs typeface="楷体_GB2312"/>
                <a:sym typeface="Symbol" pitchFamily="18" charset="2"/>
              </a:rPr>
              <a:t>(1)</a:t>
            </a:r>
            <a:r>
              <a:rPr lang="zh-CN" altLang="en-US" sz="1800" b="1">
                <a:solidFill>
                  <a:schemeClr val="bg1"/>
                </a:solidFill>
                <a:ea typeface="楷体_GB2312"/>
                <a:cs typeface="楷体_GB2312"/>
              </a:rPr>
              <a:t>情况下的一个最优调度。则</a:t>
            </a:r>
            <a:r>
              <a:rPr lang="zh-CN" altLang="en-US" sz="1800" b="1">
                <a:solidFill>
                  <a:schemeClr val="bg1"/>
                </a:solidFill>
                <a:ea typeface="楷体_GB2312"/>
                <a:cs typeface="楷体_GB2312"/>
                <a:sym typeface="Symbol" pitchFamily="18" charset="2"/>
              </a:rPr>
              <a:t></a:t>
            </a:r>
            <a:r>
              <a:rPr lang="en-US" altLang="zh-CN" sz="1800" b="1">
                <a:solidFill>
                  <a:schemeClr val="bg1"/>
                </a:solidFill>
                <a:ea typeface="楷体_GB2312"/>
                <a:cs typeface="楷体_GB2312"/>
              </a:rPr>
              <a:t>(1)</a:t>
            </a:r>
            <a:r>
              <a:rPr lang="zh-CN" altLang="en-US" sz="1800" b="1">
                <a:solidFill>
                  <a:schemeClr val="bg1"/>
                </a:solidFill>
                <a:ea typeface="楷体_GB2312"/>
                <a:cs typeface="楷体_GB2312"/>
              </a:rPr>
              <a:t>， </a:t>
            </a:r>
            <a:r>
              <a:rPr lang="zh-CN" altLang="en-US" sz="1800" b="1">
                <a:solidFill>
                  <a:schemeClr val="bg1"/>
                </a:solidFill>
                <a:ea typeface="楷体_GB2312"/>
                <a:cs typeface="楷体_GB2312"/>
                <a:sym typeface="Symbol" pitchFamily="18" charset="2"/>
              </a:rPr>
              <a:t></a:t>
            </a:r>
            <a:r>
              <a:rPr lang="en-US" altLang="zh-CN" sz="1800" b="1">
                <a:solidFill>
                  <a:schemeClr val="bg1"/>
                </a:solidFill>
                <a:ea typeface="楷体_GB2312"/>
                <a:cs typeface="楷体_GB2312"/>
                <a:sym typeface="Symbol" pitchFamily="18" charset="2"/>
              </a:rPr>
              <a:t>’</a:t>
            </a:r>
            <a:r>
              <a:rPr lang="en-US" altLang="zh-CN" sz="1800" b="1">
                <a:solidFill>
                  <a:schemeClr val="bg1"/>
                </a:solidFill>
                <a:ea typeface="楷体_GB2312"/>
                <a:cs typeface="楷体_GB2312"/>
              </a:rPr>
              <a:t>(2)</a:t>
            </a:r>
            <a:r>
              <a:rPr lang="zh-CN" altLang="en-US" sz="1800" b="1">
                <a:solidFill>
                  <a:schemeClr val="bg1"/>
                </a:solidFill>
                <a:ea typeface="楷体_GB2312"/>
                <a:cs typeface="楷体_GB2312"/>
              </a:rPr>
              <a:t>，</a:t>
            </a:r>
            <a:r>
              <a:rPr lang="en-US" altLang="zh-CN" sz="1800" b="1">
                <a:solidFill>
                  <a:schemeClr val="bg1"/>
                </a:solidFill>
                <a:ea typeface="楷体_GB2312"/>
                <a:cs typeface="楷体_GB2312"/>
              </a:rPr>
              <a:t>…</a:t>
            </a:r>
            <a:r>
              <a:rPr lang="zh-CN" altLang="en-US" sz="1800" b="1">
                <a:solidFill>
                  <a:schemeClr val="bg1"/>
                </a:solidFill>
                <a:ea typeface="楷体_GB2312"/>
                <a:cs typeface="楷体_GB2312"/>
              </a:rPr>
              <a:t>， </a:t>
            </a:r>
            <a:r>
              <a:rPr lang="zh-CN" altLang="en-US" sz="1800" b="1">
                <a:solidFill>
                  <a:schemeClr val="bg1"/>
                </a:solidFill>
                <a:ea typeface="楷体_GB2312"/>
                <a:cs typeface="楷体_GB2312"/>
                <a:sym typeface="Symbol" pitchFamily="18" charset="2"/>
              </a:rPr>
              <a:t></a:t>
            </a:r>
            <a:r>
              <a:rPr lang="en-US" altLang="zh-CN" sz="1800" b="1">
                <a:solidFill>
                  <a:schemeClr val="bg1"/>
                </a:solidFill>
                <a:ea typeface="楷体_GB2312"/>
                <a:cs typeface="楷体_GB2312"/>
                <a:sym typeface="Symbol" pitchFamily="18" charset="2"/>
              </a:rPr>
              <a:t>’</a:t>
            </a:r>
            <a:r>
              <a:rPr lang="en-US" altLang="zh-CN" sz="1800" b="1">
                <a:solidFill>
                  <a:schemeClr val="bg1"/>
                </a:solidFill>
                <a:ea typeface="楷体_GB2312"/>
                <a:cs typeface="楷体_GB2312"/>
              </a:rPr>
              <a:t>(n)</a:t>
            </a:r>
            <a:r>
              <a:rPr lang="zh-CN" altLang="en-US" sz="1800" b="1">
                <a:solidFill>
                  <a:schemeClr val="bg1"/>
                </a:solidFill>
                <a:ea typeface="楷体_GB2312"/>
                <a:cs typeface="楷体_GB2312"/>
              </a:rPr>
              <a:t>是</a:t>
            </a:r>
            <a:r>
              <a:rPr lang="en-US" altLang="zh-CN" sz="1800" b="1">
                <a:solidFill>
                  <a:schemeClr val="bg1"/>
                </a:solidFill>
                <a:ea typeface="楷体_GB2312"/>
                <a:cs typeface="楷体_GB2312"/>
              </a:rPr>
              <a:t>N</a:t>
            </a:r>
            <a:r>
              <a:rPr lang="zh-CN" altLang="en-US" sz="1800" b="1">
                <a:solidFill>
                  <a:schemeClr val="bg1"/>
                </a:solidFill>
                <a:ea typeface="楷体_GB2312"/>
                <a:cs typeface="楷体_GB2312"/>
              </a:rPr>
              <a:t>的一个调度，且该调度所需的时间为</a:t>
            </a:r>
            <a:r>
              <a:rPr lang="en-US" altLang="zh-CN" sz="1800" b="1">
                <a:solidFill>
                  <a:schemeClr val="bg1"/>
                </a:solidFill>
                <a:ea typeface="楷体_GB2312"/>
                <a:cs typeface="楷体_GB2312"/>
              </a:rPr>
              <a:t>a</a:t>
            </a:r>
            <a:r>
              <a:rPr lang="zh-CN" altLang="en-US" sz="1800" b="1" baseline="-25000">
                <a:solidFill>
                  <a:schemeClr val="bg1"/>
                </a:solidFill>
                <a:ea typeface="楷体_GB2312"/>
                <a:cs typeface="楷体_GB2312"/>
                <a:sym typeface="Symbol" pitchFamily="18" charset="2"/>
              </a:rPr>
              <a:t></a:t>
            </a:r>
            <a:r>
              <a:rPr lang="en-US" altLang="zh-CN" sz="1800" b="1" baseline="-25000">
                <a:solidFill>
                  <a:schemeClr val="bg1"/>
                </a:solidFill>
                <a:ea typeface="楷体_GB2312"/>
                <a:cs typeface="楷体_GB2312"/>
                <a:sym typeface="Symbol" pitchFamily="18" charset="2"/>
              </a:rPr>
              <a:t>(1)</a:t>
            </a:r>
            <a:r>
              <a:rPr lang="en-US" altLang="zh-CN" sz="1800" b="1">
                <a:solidFill>
                  <a:schemeClr val="bg1"/>
                </a:solidFill>
                <a:ea typeface="楷体_GB2312"/>
                <a:cs typeface="楷体_GB2312"/>
              </a:rPr>
              <a:t>+T(S,b</a:t>
            </a:r>
            <a:r>
              <a:rPr lang="zh-CN" altLang="en-US" sz="1800" b="1" baseline="-25000">
                <a:solidFill>
                  <a:schemeClr val="bg1"/>
                </a:solidFill>
                <a:ea typeface="楷体_GB2312"/>
                <a:cs typeface="楷体_GB2312"/>
                <a:sym typeface="Symbol" pitchFamily="18" charset="2"/>
              </a:rPr>
              <a:t></a:t>
            </a:r>
            <a:r>
              <a:rPr lang="en-US" altLang="zh-CN" sz="1800" b="1" baseline="-25000">
                <a:solidFill>
                  <a:schemeClr val="bg1"/>
                </a:solidFill>
                <a:ea typeface="楷体_GB2312"/>
                <a:cs typeface="楷体_GB2312"/>
                <a:sym typeface="Symbol" pitchFamily="18" charset="2"/>
              </a:rPr>
              <a:t>(1)</a:t>
            </a:r>
            <a:r>
              <a:rPr lang="en-US" altLang="zh-CN" sz="1800" b="1">
                <a:solidFill>
                  <a:schemeClr val="bg1"/>
                </a:solidFill>
                <a:ea typeface="楷体_GB2312"/>
                <a:cs typeface="楷体_GB2312"/>
              </a:rPr>
              <a:t>)&lt;a</a:t>
            </a:r>
            <a:r>
              <a:rPr lang="zh-CN" altLang="en-US" sz="1800" b="1" baseline="-25000">
                <a:solidFill>
                  <a:schemeClr val="bg1"/>
                </a:solidFill>
                <a:ea typeface="楷体_GB2312"/>
                <a:cs typeface="楷体_GB2312"/>
                <a:sym typeface="Symbol" pitchFamily="18" charset="2"/>
              </a:rPr>
              <a:t></a:t>
            </a:r>
            <a:r>
              <a:rPr lang="en-US" altLang="zh-CN" sz="1800" b="1" baseline="-25000">
                <a:solidFill>
                  <a:schemeClr val="bg1"/>
                </a:solidFill>
                <a:ea typeface="楷体_GB2312"/>
                <a:cs typeface="楷体_GB2312"/>
                <a:sym typeface="Symbol" pitchFamily="18" charset="2"/>
              </a:rPr>
              <a:t>(1)</a:t>
            </a:r>
            <a:r>
              <a:rPr lang="en-US" altLang="zh-CN" sz="1800" b="1">
                <a:solidFill>
                  <a:schemeClr val="bg1"/>
                </a:solidFill>
                <a:ea typeface="楷体_GB2312"/>
                <a:cs typeface="楷体_GB2312"/>
              </a:rPr>
              <a:t>+T’</a:t>
            </a:r>
            <a:r>
              <a:rPr lang="zh-CN" altLang="en-US" sz="1800" b="1">
                <a:solidFill>
                  <a:schemeClr val="bg1"/>
                </a:solidFill>
                <a:ea typeface="楷体_GB2312"/>
                <a:cs typeface="楷体_GB2312"/>
              </a:rPr>
              <a:t>。这与</a:t>
            </a:r>
            <a:r>
              <a:rPr lang="zh-CN" altLang="en-US" sz="1800" b="1">
                <a:solidFill>
                  <a:schemeClr val="bg1"/>
                </a:solidFill>
                <a:ea typeface="楷体_GB2312"/>
                <a:cs typeface="楷体_GB2312"/>
                <a:sym typeface="Symbol" pitchFamily="18" charset="2"/>
              </a:rPr>
              <a:t></a:t>
            </a:r>
            <a:r>
              <a:rPr lang="zh-CN" altLang="en-US" sz="1800" b="1">
                <a:solidFill>
                  <a:schemeClr val="bg1"/>
                </a:solidFill>
                <a:ea typeface="楷体_GB2312"/>
                <a:cs typeface="楷体_GB2312"/>
              </a:rPr>
              <a:t>是</a:t>
            </a:r>
            <a:r>
              <a:rPr lang="en-US" altLang="zh-CN" sz="1800" b="1">
                <a:solidFill>
                  <a:schemeClr val="bg1"/>
                </a:solidFill>
                <a:ea typeface="楷体_GB2312"/>
                <a:cs typeface="楷体_GB2312"/>
              </a:rPr>
              <a:t>N</a:t>
            </a:r>
            <a:r>
              <a:rPr lang="zh-CN" altLang="en-US" sz="1800" b="1">
                <a:solidFill>
                  <a:schemeClr val="bg1"/>
                </a:solidFill>
                <a:ea typeface="楷体_GB2312"/>
                <a:cs typeface="楷体_GB2312"/>
              </a:rPr>
              <a:t>的最优调度矛盾。故</a:t>
            </a:r>
            <a:r>
              <a:rPr lang="en-US" altLang="zh-CN" sz="1800" b="1">
                <a:solidFill>
                  <a:schemeClr val="bg1"/>
                </a:solidFill>
                <a:ea typeface="楷体_GB2312"/>
                <a:cs typeface="楷体_GB2312"/>
              </a:rPr>
              <a:t>T’</a:t>
            </a:r>
            <a:r>
              <a:rPr lang="en-US" altLang="zh-CN" sz="1800" b="1">
                <a:solidFill>
                  <a:schemeClr val="bg1"/>
                </a:solidFill>
                <a:ea typeface="楷体_GB2312"/>
                <a:cs typeface="楷体_GB2312"/>
                <a:sym typeface="Symbol" pitchFamily="18" charset="2"/>
              </a:rPr>
              <a:t></a:t>
            </a:r>
            <a:r>
              <a:rPr lang="en-US" altLang="zh-CN" sz="1800" b="1">
                <a:solidFill>
                  <a:schemeClr val="bg1"/>
                </a:solidFill>
                <a:ea typeface="楷体_GB2312"/>
                <a:cs typeface="楷体_GB2312"/>
              </a:rPr>
              <a:t>T(S,b</a:t>
            </a:r>
            <a:r>
              <a:rPr lang="zh-CN" altLang="en-US" sz="1800" b="1" baseline="-25000">
                <a:solidFill>
                  <a:schemeClr val="bg1"/>
                </a:solidFill>
                <a:ea typeface="楷体_GB2312"/>
                <a:cs typeface="楷体_GB2312"/>
                <a:sym typeface="Symbol" pitchFamily="18" charset="2"/>
              </a:rPr>
              <a:t></a:t>
            </a:r>
            <a:r>
              <a:rPr lang="en-US" altLang="zh-CN" sz="1800" b="1" baseline="-25000">
                <a:solidFill>
                  <a:schemeClr val="bg1"/>
                </a:solidFill>
                <a:ea typeface="楷体_GB2312"/>
                <a:cs typeface="楷体_GB2312"/>
                <a:sym typeface="Symbol" pitchFamily="18" charset="2"/>
              </a:rPr>
              <a:t>(1)</a:t>
            </a:r>
            <a:r>
              <a:rPr lang="en-US" altLang="zh-CN" sz="1800" b="1">
                <a:solidFill>
                  <a:schemeClr val="bg1"/>
                </a:solidFill>
                <a:ea typeface="楷体_GB2312"/>
                <a:cs typeface="楷体_GB2312"/>
              </a:rPr>
              <a:t>)</a:t>
            </a:r>
            <a:r>
              <a:rPr lang="zh-CN" altLang="en-US" sz="1800" b="1">
                <a:solidFill>
                  <a:schemeClr val="bg1"/>
                </a:solidFill>
                <a:ea typeface="楷体_GB2312"/>
                <a:cs typeface="楷体_GB2312"/>
              </a:rPr>
              <a:t>。从而</a:t>
            </a:r>
            <a:r>
              <a:rPr lang="en-US" altLang="zh-CN" sz="1800" b="1">
                <a:solidFill>
                  <a:schemeClr val="bg1"/>
                </a:solidFill>
                <a:ea typeface="楷体_GB2312"/>
                <a:cs typeface="楷体_GB2312"/>
              </a:rPr>
              <a:t>T’=T(S,b</a:t>
            </a:r>
            <a:r>
              <a:rPr lang="zh-CN" altLang="en-US" sz="1800" b="1" baseline="-25000">
                <a:solidFill>
                  <a:schemeClr val="bg1"/>
                </a:solidFill>
                <a:ea typeface="楷体_GB2312"/>
                <a:cs typeface="楷体_GB2312"/>
                <a:sym typeface="Symbol" pitchFamily="18" charset="2"/>
              </a:rPr>
              <a:t></a:t>
            </a:r>
            <a:r>
              <a:rPr lang="en-US" altLang="zh-CN" sz="1800" b="1" baseline="-25000">
                <a:solidFill>
                  <a:schemeClr val="bg1"/>
                </a:solidFill>
                <a:ea typeface="楷体_GB2312"/>
                <a:cs typeface="楷体_GB2312"/>
                <a:sym typeface="Symbol" pitchFamily="18" charset="2"/>
              </a:rPr>
              <a:t>(1)</a:t>
            </a:r>
            <a:r>
              <a:rPr lang="en-US" altLang="zh-CN" sz="1800" b="1">
                <a:solidFill>
                  <a:schemeClr val="bg1"/>
                </a:solidFill>
                <a:ea typeface="楷体_GB2312"/>
                <a:cs typeface="楷体_GB2312"/>
              </a:rPr>
              <a:t>)</a:t>
            </a:r>
            <a:r>
              <a:rPr lang="zh-CN" altLang="en-US" sz="1800" b="1">
                <a:solidFill>
                  <a:schemeClr val="bg1"/>
                </a:solidFill>
                <a:ea typeface="楷体_GB2312"/>
                <a:cs typeface="楷体_GB2312"/>
              </a:rPr>
              <a:t>。这就证明了流水作业调度问题具有最优子结构的性质。</a:t>
            </a:r>
          </a:p>
        </p:txBody>
      </p:sp>
      <p:sp>
        <p:nvSpPr>
          <p:cNvPr id="90261" name="Text Box 5"/>
          <p:cNvSpPr txBox="1">
            <a:spLocks noChangeArrowheads="1"/>
          </p:cNvSpPr>
          <p:nvPr/>
        </p:nvSpPr>
        <p:spPr bwMode="auto">
          <a:xfrm>
            <a:off x="1142683" y="3642916"/>
            <a:ext cx="5414963" cy="1188720"/>
          </a:xfrm>
          <a:prstGeom prst="rect">
            <a:avLst/>
          </a:prstGeom>
          <a:solidFill>
            <a:srgbClr val="FFCC00"/>
          </a:solidFill>
          <a:ln w="9525">
            <a:noFill/>
            <a:miter lim="800000"/>
          </a:ln>
        </p:spPr>
        <p:txBody>
          <a:bodyPr>
            <a:spAutoFit/>
          </a:bodyPr>
          <a:lstStyle/>
          <a:p>
            <a:r>
              <a:rPr lang="zh-CN" altLang="en-US" sz="1800" b="1">
                <a:solidFill>
                  <a:srgbClr val="000000"/>
                </a:solidFill>
                <a:ea typeface="楷体_GB2312"/>
                <a:cs typeface="楷体_GB2312"/>
              </a:rPr>
              <a:t>由流水作业调度问题的最优子结构性质可知，</a:t>
            </a:r>
          </a:p>
          <a:p>
            <a:endParaRPr lang="zh-CN" altLang="en-US" sz="1800">
              <a:ea typeface="楷体_GB2312"/>
              <a:cs typeface="楷体_GB2312"/>
            </a:endParaRPr>
          </a:p>
          <a:p>
            <a:endParaRPr lang="zh-CN" altLang="en-US" sz="1800">
              <a:ea typeface="楷体_GB2312"/>
              <a:cs typeface="楷体_GB2312"/>
            </a:endParaRPr>
          </a:p>
          <a:p>
            <a:endParaRPr lang="zh-CN" altLang="en-US" sz="1800">
              <a:ea typeface="楷体_GB2312"/>
              <a:cs typeface="楷体_GB2312"/>
            </a:endParaRPr>
          </a:p>
        </p:txBody>
      </p:sp>
      <p:sp>
        <p:nvSpPr>
          <p:cNvPr id="90262" name="Rectangle 6"/>
          <p:cNvSpPr>
            <a:spLocks noChangeArrowheads="1"/>
          </p:cNvSpPr>
          <p:nvPr/>
        </p:nvSpPr>
        <p:spPr bwMode="auto">
          <a:xfrm>
            <a:off x="1143000" y="2308146"/>
            <a:ext cx="309880" cy="320040"/>
          </a:xfrm>
          <a:prstGeom prst="rect">
            <a:avLst/>
          </a:prstGeom>
          <a:noFill/>
          <a:ln w="9525">
            <a:noFill/>
            <a:miter lim="800000"/>
          </a:ln>
        </p:spPr>
        <p:txBody>
          <a:bodyPr wrap="none" anchor="ctr">
            <a:spAutoFit/>
          </a:bodyPr>
          <a:lstStyle/>
          <a:p>
            <a:endParaRPr lang="zh-CN" altLang="en-US" sz="1500"/>
          </a:p>
        </p:txBody>
      </p:sp>
      <p:graphicFrame>
        <p:nvGraphicFramePr>
          <p:cNvPr id="90255" name="Object 143"/>
          <p:cNvGraphicFramePr>
            <a:graphicFrameLocks noChangeAspect="1"/>
          </p:cNvGraphicFramePr>
          <p:nvPr/>
        </p:nvGraphicFramePr>
        <p:xfrm>
          <a:off x="2141935" y="4030266"/>
          <a:ext cx="2591990" cy="341709"/>
        </p:xfrm>
        <a:graphic>
          <a:graphicData uri="http://schemas.openxmlformats.org/presentationml/2006/ole">
            <mc:AlternateContent xmlns:mc="http://schemas.openxmlformats.org/markup-compatibility/2006">
              <mc:Choice xmlns:v="urn:schemas-microsoft-com:vml" Requires="v">
                <p:oleObj spid="_x0000_s90375" name="公式" r:id="rId3" imgW="2095500" imgH="279400" progId="Equation.3">
                  <p:embed/>
                </p:oleObj>
              </mc:Choice>
              <mc:Fallback>
                <p:oleObj name="公式" r:id="rId3" imgW="2095500" imgH="279400" progId="Equation.3">
                  <p:embed/>
                  <p:pic>
                    <p:nvPicPr>
                      <p:cNvPr id="0" name="Picture 1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1935" y="4030266"/>
                        <a:ext cx="2591990" cy="341709"/>
                      </a:xfrm>
                      <a:prstGeom prst="rect">
                        <a:avLst/>
                      </a:prstGeom>
                      <a:noFill/>
                    </p:spPr>
                  </p:pic>
                </p:oleObj>
              </mc:Fallback>
            </mc:AlternateContent>
          </a:graphicData>
        </a:graphic>
      </p:graphicFrame>
      <p:sp>
        <p:nvSpPr>
          <p:cNvPr id="90263" name="Rectangle 8"/>
          <p:cNvSpPr>
            <a:spLocks noChangeArrowheads="1"/>
          </p:cNvSpPr>
          <p:nvPr/>
        </p:nvSpPr>
        <p:spPr bwMode="auto">
          <a:xfrm>
            <a:off x="1143000" y="2308146"/>
            <a:ext cx="309880" cy="320040"/>
          </a:xfrm>
          <a:prstGeom prst="rect">
            <a:avLst/>
          </a:prstGeom>
          <a:noFill/>
          <a:ln w="9525">
            <a:noFill/>
            <a:miter lim="800000"/>
          </a:ln>
        </p:spPr>
        <p:txBody>
          <a:bodyPr wrap="none" anchor="ctr">
            <a:spAutoFit/>
          </a:bodyPr>
          <a:lstStyle/>
          <a:p>
            <a:endParaRPr lang="zh-CN" altLang="en-US" sz="1500"/>
          </a:p>
        </p:txBody>
      </p:sp>
      <p:graphicFrame>
        <p:nvGraphicFramePr>
          <p:cNvPr id="90256" name="Object 144"/>
          <p:cNvGraphicFramePr>
            <a:graphicFrameLocks noChangeAspect="1"/>
          </p:cNvGraphicFramePr>
          <p:nvPr/>
        </p:nvGraphicFramePr>
        <p:xfrm>
          <a:off x="2087166" y="4420791"/>
          <a:ext cx="4429125" cy="410765"/>
        </p:xfrm>
        <a:graphic>
          <a:graphicData uri="http://schemas.openxmlformats.org/presentationml/2006/ole">
            <mc:AlternateContent xmlns:mc="http://schemas.openxmlformats.org/markup-compatibility/2006">
              <mc:Choice xmlns:v="urn:schemas-microsoft-com:vml" Requires="v">
                <p:oleObj spid="_x0000_s90376" name="公式" r:id="rId5" imgW="2984500" imgH="279400" progId="Equation.3">
                  <p:embed/>
                </p:oleObj>
              </mc:Choice>
              <mc:Fallback>
                <p:oleObj name="公式" r:id="rId5" imgW="2984500" imgH="279400" progId="Equation.3">
                  <p:embed/>
                  <p:pic>
                    <p:nvPicPr>
                      <p:cNvPr id="0" name="Picture 1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87166" y="4420791"/>
                        <a:ext cx="4429125" cy="410765"/>
                      </a:xfrm>
                      <a:prstGeom prst="rect">
                        <a:avLst/>
                      </a:prstGeom>
                      <a:noFill/>
                    </p:spPr>
                  </p:pic>
                </p:oleObj>
              </mc:Fallback>
            </mc:AlternateContent>
          </a:graphicData>
        </a:graphic>
      </p:graphicFrame>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ChangeArrowheads="1"/>
          </p:cNvSpPr>
          <p:nvPr/>
        </p:nvSpPr>
        <p:spPr bwMode="auto">
          <a:xfrm>
            <a:off x="1601391" y="0"/>
            <a:ext cx="5509022" cy="596504"/>
          </a:xfrm>
          <a:prstGeom prst="rect">
            <a:avLst/>
          </a:prstGeom>
          <a:noFill/>
          <a:ln>
            <a:noFill/>
          </a:ln>
          <a:effectLst/>
        </p:spPr>
        <p:txBody>
          <a:bodyPr anchor="b"/>
          <a:lstStyle/>
          <a:p>
            <a:pPr>
              <a:defRPr/>
            </a:pPr>
            <a:r>
              <a:rPr lang="en-US" altLang="zh-CN" sz="2850" b="1">
                <a:solidFill>
                  <a:srgbClr val="000066"/>
                </a:solidFill>
                <a:effectLst>
                  <a:outerShdw blurRad="38100" dist="38100" dir="2700000" algn="tl">
                    <a:srgbClr val="C0C0C0"/>
                  </a:outerShdw>
                </a:effectLst>
                <a:latin typeface="Garamond" pitchFamily="18" charset="0"/>
                <a:ea typeface="黑体" pitchFamily="2" charset="-122"/>
              </a:rPr>
              <a:t>Johnson</a:t>
            </a:r>
            <a:r>
              <a:rPr lang="zh-CN" altLang="en-US" sz="2850" b="1">
                <a:solidFill>
                  <a:srgbClr val="000066"/>
                </a:solidFill>
                <a:effectLst>
                  <a:outerShdw blurRad="38100" dist="38100" dir="2700000" algn="tl">
                    <a:srgbClr val="C0C0C0"/>
                  </a:outerShdw>
                </a:effectLst>
                <a:latin typeface="Garamond" pitchFamily="18" charset="0"/>
                <a:ea typeface="黑体" pitchFamily="2" charset="-122"/>
              </a:rPr>
              <a:t>不等式</a:t>
            </a:r>
            <a:endParaRPr lang="ja-JP" altLang="en-US" sz="2850" b="1">
              <a:solidFill>
                <a:srgbClr val="000066"/>
              </a:solidFill>
              <a:effectLst>
                <a:outerShdw blurRad="38100" dist="38100" dir="2700000" algn="tl">
                  <a:srgbClr val="C0C0C0"/>
                </a:outerShdw>
              </a:effectLst>
              <a:latin typeface="Garamond" pitchFamily="18" charset="0"/>
              <a:ea typeface="黑体" pitchFamily="2" charset="-122"/>
            </a:endParaRPr>
          </a:p>
        </p:txBody>
      </p:sp>
      <p:sp>
        <p:nvSpPr>
          <p:cNvPr id="91215" name="Text Box 3"/>
          <p:cNvSpPr txBox="1">
            <a:spLocks noChangeArrowheads="1"/>
          </p:cNvSpPr>
          <p:nvPr/>
        </p:nvSpPr>
        <p:spPr bwMode="auto">
          <a:xfrm>
            <a:off x="429260" y="681355"/>
            <a:ext cx="8411845" cy="2560320"/>
          </a:xfrm>
          <a:prstGeom prst="rect">
            <a:avLst/>
          </a:prstGeom>
          <a:noFill/>
          <a:ln w="9525">
            <a:noFill/>
            <a:miter lim="800000"/>
          </a:ln>
        </p:spPr>
        <p:txBody>
          <a:bodyPr wrap="square">
            <a:spAutoFit/>
          </a:bodyPr>
          <a:lstStyle/>
          <a:p>
            <a:r>
              <a:rPr lang="zh-CN" altLang="en-US" sz="1800" b="1">
                <a:solidFill>
                  <a:srgbClr val="000000"/>
                </a:solidFill>
                <a:latin typeface="楷体" charset="0"/>
                <a:ea typeface="楷体" charset="0"/>
                <a:cs typeface="楷体_GB2312"/>
              </a:rPr>
              <a:t>对递归式的深入分析表明，算法可进一步得到简化。</a:t>
            </a:r>
          </a:p>
          <a:p>
            <a:r>
              <a:rPr lang="zh-CN" altLang="en-US" sz="1800" b="1">
                <a:solidFill>
                  <a:srgbClr val="000000"/>
                </a:solidFill>
                <a:latin typeface="楷体" charset="0"/>
                <a:ea typeface="楷体" charset="0"/>
                <a:cs typeface="楷体_GB2312"/>
              </a:rPr>
              <a:t>设</a:t>
            </a:r>
            <a:r>
              <a:rPr lang="zh-CN" altLang="en-US" sz="1800" b="1">
                <a:solidFill>
                  <a:srgbClr val="000000"/>
                </a:solidFill>
                <a:latin typeface="楷体" charset="0"/>
                <a:ea typeface="楷体" charset="0"/>
                <a:cs typeface="楷体_GB2312"/>
                <a:sym typeface="Symbol" pitchFamily="18" charset="2"/>
              </a:rPr>
              <a:t></a:t>
            </a:r>
            <a:r>
              <a:rPr lang="zh-CN" altLang="en-US" sz="1800" b="1">
                <a:solidFill>
                  <a:srgbClr val="000000"/>
                </a:solidFill>
                <a:latin typeface="楷体" charset="0"/>
                <a:ea typeface="楷体" charset="0"/>
                <a:cs typeface="楷体_GB2312"/>
              </a:rPr>
              <a:t>是作业集</a:t>
            </a:r>
            <a:r>
              <a:rPr lang="en-US" altLang="zh-CN" sz="1800" b="1">
                <a:solidFill>
                  <a:srgbClr val="000000"/>
                </a:solidFill>
                <a:latin typeface="楷体" charset="0"/>
                <a:ea typeface="楷体" charset="0"/>
                <a:cs typeface="楷体_GB2312"/>
              </a:rPr>
              <a:t>S</a:t>
            </a:r>
            <a:r>
              <a:rPr lang="zh-CN" altLang="en-US" sz="1800" b="1">
                <a:solidFill>
                  <a:srgbClr val="000000"/>
                </a:solidFill>
                <a:latin typeface="楷体" charset="0"/>
                <a:ea typeface="楷体" charset="0"/>
                <a:cs typeface="楷体_GB2312"/>
              </a:rPr>
              <a:t>在机器</a:t>
            </a:r>
            <a:r>
              <a:rPr lang="en-US" altLang="zh-CN" sz="1800" b="1">
                <a:solidFill>
                  <a:srgbClr val="000000"/>
                </a:solidFill>
                <a:latin typeface="楷体" charset="0"/>
                <a:ea typeface="楷体" charset="0"/>
                <a:cs typeface="楷体_GB2312"/>
              </a:rPr>
              <a:t>M2</a:t>
            </a:r>
            <a:r>
              <a:rPr lang="zh-CN" altLang="en-US" sz="1800" b="1">
                <a:solidFill>
                  <a:srgbClr val="000000"/>
                </a:solidFill>
                <a:latin typeface="楷体" charset="0"/>
                <a:ea typeface="楷体" charset="0"/>
                <a:cs typeface="楷体_GB2312"/>
              </a:rPr>
              <a:t>的等待时间为</a:t>
            </a:r>
            <a:r>
              <a:rPr lang="en-US" altLang="zh-CN" sz="1800" b="1">
                <a:solidFill>
                  <a:srgbClr val="000000"/>
                </a:solidFill>
                <a:latin typeface="楷体" charset="0"/>
                <a:ea typeface="楷体" charset="0"/>
                <a:cs typeface="楷体_GB2312"/>
              </a:rPr>
              <a:t>t</a:t>
            </a:r>
            <a:r>
              <a:rPr lang="zh-CN" altLang="en-US" sz="1800" b="1">
                <a:solidFill>
                  <a:srgbClr val="000000"/>
                </a:solidFill>
                <a:latin typeface="楷体" charset="0"/>
                <a:ea typeface="楷体" charset="0"/>
                <a:cs typeface="楷体_GB2312"/>
              </a:rPr>
              <a:t>时的任一最优调度。若</a:t>
            </a:r>
            <a:r>
              <a:rPr lang="zh-CN" altLang="en-US" sz="1800" b="1">
                <a:solidFill>
                  <a:srgbClr val="000000"/>
                </a:solidFill>
                <a:latin typeface="楷体" charset="0"/>
                <a:ea typeface="楷体" charset="0"/>
                <a:cs typeface="楷体_GB2312"/>
                <a:sym typeface="Symbol" pitchFamily="18" charset="2"/>
              </a:rPr>
              <a:t></a:t>
            </a:r>
            <a:r>
              <a:rPr lang="en-US" altLang="zh-CN" sz="1800" b="1">
                <a:solidFill>
                  <a:srgbClr val="000000"/>
                </a:solidFill>
                <a:latin typeface="楷体" charset="0"/>
                <a:ea typeface="楷体" charset="0"/>
                <a:cs typeface="楷体_GB2312"/>
              </a:rPr>
              <a:t>(1)=i, </a:t>
            </a:r>
            <a:r>
              <a:rPr lang="zh-CN" altLang="en-US" sz="1800" b="1">
                <a:solidFill>
                  <a:srgbClr val="000000"/>
                </a:solidFill>
                <a:latin typeface="楷体" charset="0"/>
                <a:ea typeface="楷体" charset="0"/>
                <a:cs typeface="楷体_GB2312"/>
                <a:sym typeface="Symbol" pitchFamily="18" charset="2"/>
              </a:rPr>
              <a:t></a:t>
            </a:r>
            <a:r>
              <a:rPr lang="en-US" altLang="zh-CN" sz="1800" b="1">
                <a:solidFill>
                  <a:srgbClr val="000000"/>
                </a:solidFill>
                <a:latin typeface="楷体" charset="0"/>
                <a:ea typeface="楷体" charset="0"/>
                <a:cs typeface="楷体_GB2312"/>
              </a:rPr>
              <a:t>(2)=j</a:t>
            </a:r>
            <a:r>
              <a:rPr lang="zh-CN" altLang="en-US" sz="1800" b="1">
                <a:solidFill>
                  <a:srgbClr val="000000"/>
                </a:solidFill>
                <a:latin typeface="楷体" charset="0"/>
                <a:ea typeface="楷体" charset="0"/>
                <a:cs typeface="楷体_GB2312"/>
              </a:rPr>
              <a:t>。则由动态规划递归式可得</a:t>
            </a:r>
            <a:r>
              <a:rPr lang="en-US" altLang="zh-CN" sz="1800" b="1">
                <a:solidFill>
                  <a:srgbClr val="000000"/>
                </a:solidFill>
                <a:latin typeface="楷体" charset="0"/>
                <a:ea typeface="楷体" charset="0"/>
                <a:cs typeface="楷体_GB2312"/>
              </a:rPr>
              <a:t>:</a:t>
            </a:r>
          </a:p>
          <a:p>
            <a:r>
              <a:rPr lang="en-US" altLang="zh-CN" sz="1800" b="1">
                <a:solidFill>
                  <a:srgbClr val="000000"/>
                </a:solidFill>
                <a:latin typeface="楷体" charset="0"/>
                <a:ea typeface="楷体" charset="0"/>
                <a:cs typeface="楷体_GB2312"/>
              </a:rPr>
              <a:t>T(S,t)=a</a:t>
            </a:r>
            <a:r>
              <a:rPr lang="en-US" altLang="zh-CN" sz="1800" b="1" baseline="-25000">
                <a:solidFill>
                  <a:srgbClr val="000000"/>
                </a:solidFill>
                <a:latin typeface="楷体" charset="0"/>
                <a:ea typeface="楷体" charset="0"/>
                <a:cs typeface="楷体_GB2312"/>
              </a:rPr>
              <a:t>i</a:t>
            </a:r>
            <a:r>
              <a:rPr lang="en-US" altLang="zh-CN" sz="1800" b="1">
                <a:solidFill>
                  <a:srgbClr val="000000"/>
                </a:solidFill>
                <a:latin typeface="楷体" charset="0"/>
                <a:ea typeface="楷体" charset="0"/>
                <a:cs typeface="楷体_GB2312"/>
              </a:rPr>
              <a:t>+T(S-{i},b</a:t>
            </a:r>
            <a:r>
              <a:rPr lang="en-US" altLang="zh-CN" sz="1800" b="1" baseline="-25000">
                <a:solidFill>
                  <a:srgbClr val="000000"/>
                </a:solidFill>
                <a:latin typeface="楷体" charset="0"/>
                <a:ea typeface="楷体" charset="0"/>
                <a:cs typeface="楷体_GB2312"/>
              </a:rPr>
              <a:t>i</a:t>
            </a:r>
            <a:r>
              <a:rPr lang="en-US" altLang="zh-CN" sz="1800" b="1">
                <a:solidFill>
                  <a:srgbClr val="000000"/>
                </a:solidFill>
                <a:latin typeface="楷体" charset="0"/>
                <a:ea typeface="楷体" charset="0"/>
                <a:cs typeface="楷体_GB2312"/>
              </a:rPr>
              <a:t>+max{t-a</a:t>
            </a:r>
            <a:r>
              <a:rPr lang="en-US" altLang="zh-CN" sz="1800" b="1" baseline="-25000">
                <a:solidFill>
                  <a:srgbClr val="000000"/>
                </a:solidFill>
                <a:latin typeface="楷体" charset="0"/>
                <a:ea typeface="楷体" charset="0"/>
                <a:cs typeface="楷体_GB2312"/>
              </a:rPr>
              <a:t>i</a:t>
            </a:r>
            <a:r>
              <a:rPr lang="en-US" altLang="zh-CN" sz="1800" b="1">
                <a:solidFill>
                  <a:srgbClr val="000000"/>
                </a:solidFill>
                <a:latin typeface="楷体" charset="0"/>
                <a:ea typeface="楷体" charset="0"/>
                <a:cs typeface="楷体_GB2312"/>
              </a:rPr>
              <a:t>,0})=a</a:t>
            </a:r>
            <a:r>
              <a:rPr lang="en-US" altLang="zh-CN" sz="1800" b="1" baseline="-25000">
                <a:solidFill>
                  <a:srgbClr val="000000"/>
                </a:solidFill>
                <a:latin typeface="楷体" charset="0"/>
                <a:ea typeface="楷体" charset="0"/>
                <a:cs typeface="楷体_GB2312"/>
              </a:rPr>
              <a:t>i</a:t>
            </a:r>
            <a:r>
              <a:rPr lang="en-US" altLang="zh-CN" sz="1800" b="1">
                <a:solidFill>
                  <a:srgbClr val="000000"/>
                </a:solidFill>
                <a:latin typeface="楷体" charset="0"/>
                <a:ea typeface="楷体" charset="0"/>
                <a:cs typeface="楷体_GB2312"/>
              </a:rPr>
              <a:t>+a</a:t>
            </a:r>
            <a:r>
              <a:rPr lang="en-US" altLang="zh-CN" sz="1800" b="1" baseline="-25000">
                <a:solidFill>
                  <a:srgbClr val="000000"/>
                </a:solidFill>
                <a:latin typeface="楷体" charset="0"/>
                <a:ea typeface="楷体" charset="0"/>
                <a:cs typeface="楷体_GB2312"/>
              </a:rPr>
              <a:t>j</a:t>
            </a:r>
            <a:r>
              <a:rPr lang="en-US" altLang="zh-CN" sz="1800" b="1">
                <a:solidFill>
                  <a:srgbClr val="000000"/>
                </a:solidFill>
                <a:latin typeface="楷体" charset="0"/>
                <a:ea typeface="楷体" charset="0"/>
                <a:cs typeface="楷体_GB2312"/>
              </a:rPr>
              <a:t>+T(S-{i,j},t</a:t>
            </a:r>
            <a:r>
              <a:rPr lang="en-US" altLang="zh-CN" sz="1800" b="1" baseline="-25000">
                <a:solidFill>
                  <a:srgbClr val="000000"/>
                </a:solidFill>
                <a:latin typeface="楷体" charset="0"/>
                <a:ea typeface="楷体" charset="0"/>
                <a:cs typeface="楷体_GB2312"/>
              </a:rPr>
              <a:t>ij</a:t>
            </a:r>
            <a:r>
              <a:rPr lang="en-US" altLang="zh-CN" sz="1800" b="1">
                <a:solidFill>
                  <a:srgbClr val="000000"/>
                </a:solidFill>
                <a:latin typeface="楷体" charset="0"/>
                <a:ea typeface="楷体" charset="0"/>
                <a:cs typeface="楷体_GB2312"/>
              </a:rPr>
              <a:t>)</a:t>
            </a:r>
          </a:p>
          <a:p>
            <a:r>
              <a:rPr lang="zh-CN" altLang="en-US" sz="1800" b="1">
                <a:solidFill>
                  <a:srgbClr val="000000"/>
                </a:solidFill>
                <a:latin typeface="楷体" charset="0"/>
                <a:ea typeface="楷体" charset="0"/>
                <a:cs typeface="楷体_GB2312"/>
              </a:rPr>
              <a:t>其中，</a:t>
            </a:r>
          </a:p>
          <a:p>
            <a:endParaRPr lang="zh-CN" altLang="en-US" sz="1800" b="1">
              <a:solidFill>
                <a:srgbClr val="000000"/>
              </a:solidFill>
              <a:latin typeface="楷体" charset="0"/>
              <a:ea typeface="楷体" charset="0"/>
              <a:cs typeface="楷体_GB2312"/>
            </a:endParaRPr>
          </a:p>
          <a:p>
            <a:endParaRPr lang="zh-CN" altLang="en-US" sz="1800" b="1">
              <a:solidFill>
                <a:srgbClr val="000000"/>
              </a:solidFill>
              <a:latin typeface="楷体" charset="0"/>
              <a:ea typeface="楷体" charset="0"/>
              <a:cs typeface="楷体_GB2312"/>
            </a:endParaRPr>
          </a:p>
          <a:p>
            <a:endParaRPr lang="zh-CN" altLang="en-US" sz="1800" b="1">
              <a:solidFill>
                <a:srgbClr val="000000"/>
              </a:solidFill>
              <a:latin typeface="楷体" charset="0"/>
              <a:ea typeface="楷体" charset="0"/>
              <a:cs typeface="楷体_GB2312"/>
            </a:endParaRPr>
          </a:p>
          <a:p>
            <a:endParaRPr lang="zh-CN" altLang="en-US" sz="1800" b="1">
              <a:solidFill>
                <a:srgbClr val="000000"/>
              </a:solidFill>
              <a:latin typeface="楷体" charset="0"/>
              <a:ea typeface="楷体" charset="0"/>
              <a:cs typeface="楷体_GB2312"/>
            </a:endParaRPr>
          </a:p>
        </p:txBody>
      </p:sp>
      <p:sp>
        <p:nvSpPr>
          <p:cNvPr id="91216" name="Rectangle 4"/>
          <p:cNvSpPr>
            <a:spLocks noChangeArrowheads="1"/>
          </p:cNvSpPr>
          <p:nvPr/>
        </p:nvSpPr>
        <p:spPr bwMode="auto">
          <a:xfrm>
            <a:off x="1143000" y="2326005"/>
            <a:ext cx="309880" cy="320040"/>
          </a:xfrm>
          <a:prstGeom prst="rect">
            <a:avLst/>
          </a:prstGeom>
          <a:noFill/>
          <a:ln w="9525">
            <a:noFill/>
            <a:miter lim="800000"/>
          </a:ln>
        </p:spPr>
        <p:txBody>
          <a:bodyPr wrap="none" anchor="ctr">
            <a:spAutoFit/>
          </a:bodyPr>
          <a:lstStyle/>
          <a:p>
            <a:endParaRPr lang="zh-CN" altLang="en-US" sz="1500"/>
          </a:p>
        </p:txBody>
      </p:sp>
      <p:sp>
        <p:nvSpPr>
          <p:cNvPr id="91217" name="Rectangle 5"/>
          <p:cNvSpPr>
            <a:spLocks noChangeArrowheads="1"/>
          </p:cNvSpPr>
          <p:nvPr/>
        </p:nvSpPr>
        <p:spPr bwMode="auto">
          <a:xfrm>
            <a:off x="1143000" y="2322434"/>
            <a:ext cx="309880" cy="320040"/>
          </a:xfrm>
          <a:prstGeom prst="rect">
            <a:avLst/>
          </a:prstGeom>
          <a:noFill/>
          <a:ln w="9525">
            <a:noFill/>
            <a:miter lim="800000"/>
          </a:ln>
        </p:spPr>
        <p:txBody>
          <a:bodyPr wrap="none" anchor="ctr">
            <a:spAutoFit/>
          </a:bodyPr>
          <a:lstStyle/>
          <a:p>
            <a:endParaRPr lang="zh-CN" altLang="en-US" sz="1500"/>
          </a:p>
        </p:txBody>
      </p:sp>
      <p:graphicFrame>
        <p:nvGraphicFramePr>
          <p:cNvPr id="91212" name="Object 76"/>
          <p:cNvGraphicFramePr>
            <a:graphicFrameLocks noChangeAspect="1"/>
          </p:cNvGraphicFramePr>
          <p:nvPr/>
        </p:nvGraphicFramePr>
        <p:xfrm>
          <a:off x="1142921" y="1956911"/>
          <a:ext cx="3888581" cy="1284685"/>
        </p:xfrm>
        <a:graphic>
          <a:graphicData uri="http://schemas.openxmlformats.org/presentationml/2006/ole">
            <mc:AlternateContent xmlns:mc="http://schemas.openxmlformats.org/markup-compatibility/2006">
              <mc:Choice xmlns:v="urn:schemas-microsoft-com:vml" Requires="v">
                <p:oleObj spid="_x0000_s91274" name="公式" r:id="rId3" imgW="2730500" imgH="914400" progId="Equation.3">
                  <p:embed/>
                </p:oleObj>
              </mc:Choice>
              <mc:Fallback>
                <p:oleObj name="公式" r:id="rId3" imgW="2730500" imgH="914400" progId="Equation.3">
                  <p:embed/>
                  <p:pic>
                    <p:nvPicPr>
                      <p:cNvPr id="0" name="Picture 7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921" y="1956911"/>
                        <a:ext cx="3888581" cy="1284685"/>
                      </a:xfrm>
                      <a:prstGeom prst="rect">
                        <a:avLst/>
                      </a:prstGeom>
                      <a:noFill/>
                    </p:spPr>
                  </p:pic>
                </p:oleObj>
              </mc:Fallback>
            </mc:AlternateContent>
          </a:graphicData>
        </a:graphic>
      </p:graphicFrame>
      <p:sp>
        <p:nvSpPr>
          <p:cNvPr id="91218" name="Rectangle 7"/>
          <p:cNvSpPr>
            <a:spLocks noChangeArrowheads="1"/>
          </p:cNvSpPr>
          <p:nvPr/>
        </p:nvSpPr>
        <p:spPr bwMode="auto">
          <a:xfrm>
            <a:off x="1143000" y="2322434"/>
            <a:ext cx="309880" cy="320040"/>
          </a:xfrm>
          <a:prstGeom prst="rect">
            <a:avLst/>
          </a:prstGeom>
          <a:noFill/>
          <a:ln w="9525">
            <a:noFill/>
            <a:miter lim="800000"/>
          </a:ln>
        </p:spPr>
        <p:txBody>
          <a:bodyPr wrap="none" anchor="ctr">
            <a:spAutoFit/>
          </a:bodyPr>
          <a:lstStyle/>
          <a:p>
            <a:endParaRPr lang="zh-CN" altLang="en-US" sz="1500"/>
          </a:p>
        </p:txBody>
      </p:sp>
      <p:sp>
        <p:nvSpPr>
          <p:cNvPr id="91219" name="Text Box 8"/>
          <p:cNvSpPr txBox="1">
            <a:spLocks noChangeArrowheads="1"/>
          </p:cNvSpPr>
          <p:nvPr/>
        </p:nvSpPr>
        <p:spPr bwMode="auto">
          <a:xfrm>
            <a:off x="654685" y="3435985"/>
            <a:ext cx="8005445" cy="365760"/>
          </a:xfrm>
          <a:prstGeom prst="rect">
            <a:avLst/>
          </a:prstGeom>
          <a:solidFill>
            <a:srgbClr val="FFCC00"/>
          </a:solidFill>
          <a:ln w="9525">
            <a:noFill/>
            <a:miter lim="800000"/>
          </a:ln>
        </p:spPr>
        <p:txBody>
          <a:bodyPr wrap="square">
            <a:spAutoFit/>
          </a:bodyPr>
          <a:lstStyle/>
          <a:p>
            <a:r>
              <a:rPr lang="zh-CN" altLang="en-US" sz="1800" b="1">
                <a:solidFill>
                  <a:srgbClr val="000000"/>
                </a:solidFill>
                <a:latin typeface="Times New Roman" pitchFamily="18" charset="0"/>
                <a:ea typeface="楷体" charset="0"/>
              </a:rPr>
              <a:t>如果作业</a:t>
            </a:r>
            <a:r>
              <a:rPr lang="en-US" altLang="zh-CN" sz="1800" b="1">
                <a:solidFill>
                  <a:srgbClr val="000000"/>
                </a:solidFill>
                <a:latin typeface="Times New Roman" pitchFamily="18" charset="0"/>
                <a:ea typeface="楷体" charset="0"/>
              </a:rPr>
              <a:t>i</a:t>
            </a:r>
            <a:r>
              <a:rPr lang="zh-CN" altLang="en-US" sz="1800" b="1">
                <a:solidFill>
                  <a:srgbClr val="000000"/>
                </a:solidFill>
                <a:latin typeface="Times New Roman" pitchFamily="18" charset="0"/>
                <a:ea typeface="楷体" charset="0"/>
              </a:rPr>
              <a:t>和</a:t>
            </a:r>
            <a:r>
              <a:rPr lang="en-US" altLang="zh-CN" sz="1800" b="1">
                <a:solidFill>
                  <a:srgbClr val="000000"/>
                </a:solidFill>
                <a:latin typeface="Times New Roman" pitchFamily="18" charset="0"/>
                <a:ea typeface="楷体" charset="0"/>
              </a:rPr>
              <a:t>j</a:t>
            </a:r>
            <a:r>
              <a:rPr lang="zh-CN" altLang="en-US" sz="1800" b="1">
                <a:solidFill>
                  <a:srgbClr val="000000"/>
                </a:solidFill>
                <a:latin typeface="Times New Roman" pitchFamily="18" charset="0"/>
                <a:ea typeface="楷体" charset="0"/>
              </a:rPr>
              <a:t>满足</a:t>
            </a:r>
            <a:r>
              <a:rPr lang="en-US" altLang="zh-CN" sz="1800" b="1">
                <a:solidFill>
                  <a:srgbClr val="000000"/>
                </a:solidFill>
                <a:latin typeface="Times New Roman" pitchFamily="18" charset="0"/>
                <a:ea typeface="楷体" charset="0"/>
              </a:rPr>
              <a:t>min{b</a:t>
            </a:r>
            <a:r>
              <a:rPr lang="en-US" altLang="zh-CN" sz="1800" b="1" baseline="-25000">
                <a:solidFill>
                  <a:srgbClr val="000000"/>
                </a:solidFill>
                <a:latin typeface="Times New Roman" pitchFamily="18" charset="0"/>
                <a:ea typeface="楷体" charset="0"/>
              </a:rPr>
              <a:t>i</a:t>
            </a:r>
            <a:r>
              <a:rPr lang="en-US" altLang="zh-CN" sz="1800" b="1">
                <a:solidFill>
                  <a:srgbClr val="000000"/>
                </a:solidFill>
                <a:latin typeface="Times New Roman" pitchFamily="18" charset="0"/>
                <a:ea typeface="楷体" charset="0"/>
              </a:rPr>
              <a:t>,a</a:t>
            </a:r>
            <a:r>
              <a:rPr lang="en-US" altLang="zh-CN" sz="1800" b="1" baseline="-25000">
                <a:solidFill>
                  <a:srgbClr val="000000"/>
                </a:solidFill>
                <a:latin typeface="Times New Roman" pitchFamily="18" charset="0"/>
                <a:ea typeface="楷体" charset="0"/>
              </a:rPr>
              <a:t>j</a:t>
            </a:r>
            <a:r>
              <a:rPr lang="en-US" altLang="zh-CN" sz="1800" b="1">
                <a:solidFill>
                  <a:srgbClr val="000000"/>
                </a:solidFill>
                <a:latin typeface="Times New Roman" pitchFamily="18" charset="0"/>
                <a:ea typeface="楷体" charset="0"/>
              </a:rPr>
              <a:t>}</a:t>
            </a:r>
            <a:r>
              <a:rPr lang="en-US" altLang="en-US" sz="1800" b="1">
                <a:solidFill>
                  <a:srgbClr val="000000"/>
                </a:solidFill>
                <a:latin typeface="Times New Roman" pitchFamily="18" charset="0"/>
                <a:ea typeface="楷体" charset="0"/>
              </a:rPr>
              <a:t>≥</a:t>
            </a:r>
            <a:r>
              <a:rPr lang="en-US" altLang="zh-CN" sz="1800" b="1">
                <a:solidFill>
                  <a:srgbClr val="000000"/>
                </a:solidFill>
                <a:latin typeface="Times New Roman" pitchFamily="18" charset="0"/>
                <a:ea typeface="楷体" charset="0"/>
              </a:rPr>
              <a:t>min{b</a:t>
            </a:r>
            <a:r>
              <a:rPr lang="en-US" altLang="zh-CN" sz="1800" b="1" baseline="-25000">
                <a:solidFill>
                  <a:srgbClr val="000000"/>
                </a:solidFill>
                <a:latin typeface="Times New Roman" pitchFamily="18" charset="0"/>
                <a:ea typeface="楷体" charset="0"/>
              </a:rPr>
              <a:t>j</a:t>
            </a:r>
            <a:r>
              <a:rPr lang="en-US" altLang="zh-CN" sz="1800" b="1">
                <a:solidFill>
                  <a:srgbClr val="000000"/>
                </a:solidFill>
                <a:latin typeface="Times New Roman" pitchFamily="18" charset="0"/>
                <a:ea typeface="楷体" charset="0"/>
              </a:rPr>
              <a:t>,a</a:t>
            </a:r>
            <a:r>
              <a:rPr lang="en-US" altLang="zh-CN" sz="1800" b="1" baseline="-25000">
                <a:solidFill>
                  <a:srgbClr val="000000"/>
                </a:solidFill>
                <a:latin typeface="Times New Roman" pitchFamily="18" charset="0"/>
                <a:ea typeface="楷体" charset="0"/>
              </a:rPr>
              <a:t>i</a:t>
            </a:r>
            <a:r>
              <a:rPr lang="en-US" altLang="zh-CN" sz="1800" b="1">
                <a:solidFill>
                  <a:srgbClr val="000000"/>
                </a:solidFill>
                <a:latin typeface="Times New Roman" pitchFamily="18" charset="0"/>
                <a:ea typeface="楷体" charset="0"/>
              </a:rPr>
              <a:t>}</a:t>
            </a:r>
            <a:r>
              <a:rPr lang="zh-CN" altLang="en-US" sz="1800" b="1">
                <a:solidFill>
                  <a:srgbClr val="000000"/>
                </a:solidFill>
                <a:latin typeface="Times New Roman" pitchFamily="18" charset="0"/>
                <a:ea typeface="楷体" charset="0"/>
              </a:rPr>
              <a:t>，则称作业</a:t>
            </a:r>
            <a:r>
              <a:rPr lang="en-US" altLang="zh-CN" sz="1800" b="1">
                <a:solidFill>
                  <a:srgbClr val="000000"/>
                </a:solidFill>
                <a:latin typeface="Times New Roman" pitchFamily="18" charset="0"/>
                <a:ea typeface="楷体" charset="0"/>
              </a:rPr>
              <a:t>i</a:t>
            </a:r>
            <a:r>
              <a:rPr lang="zh-CN" altLang="en-US" sz="1800" b="1">
                <a:solidFill>
                  <a:srgbClr val="000000"/>
                </a:solidFill>
                <a:latin typeface="Times New Roman" pitchFamily="18" charset="0"/>
                <a:ea typeface="楷体" charset="0"/>
              </a:rPr>
              <a:t>和</a:t>
            </a:r>
            <a:r>
              <a:rPr lang="en-US" altLang="zh-CN" sz="1800" b="1">
                <a:solidFill>
                  <a:srgbClr val="000000"/>
                </a:solidFill>
                <a:latin typeface="Times New Roman" pitchFamily="18" charset="0"/>
                <a:ea typeface="楷体" charset="0"/>
              </a:rPr>
              <a:t>j</a:t>
            </a:r>
            <a:r>
              <a:rPr lang="zh-CN" altLang="en-US" sz="1800" b="1">
                <a:solidFill>
                  <a:srgbClr val="000000"/>
                </a:solidFill>
                <a:latin typeface="Times New Roman" pitchFamily="18" charset="0"/>
                <a:ea typeface="楷体" charset="0"/>
              </a:rPr>
              <a:t>满足</a:t>
            </a:r>
            <a:r>
              <a:rPr lang="en-US" altLang="zh-CN" sz="1800" b="1">
                <a:solidFill>
                  <a:srgbClr val="000000"/>
                </a:solidFill>
                <a:latin typeface="Times New Roman" pitchFamily="18" charset="0"/>
                <a:ea typeface="楷体" charset="0"/>
              </a:rPr>
              <a:t>Johnson</a:t>
            </a:r>
            <a:r>
              <a:rPr lang="zh-CN" altLang="en-US" sz="1800" b="1">
                <a:solidFill>
                  <a:srgbClr val="000000"/>
                </a:solidFill>
                <a:latin typeface="Times New Roman" pitchFamily="18" charset="0"/>
                <a:ea typeface="楷体" charset="0"/>
              </a:rPr>
              <a:t>不等式。</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ChangeArrowheads="1"/>
          </p:cNvSpPr>
          <p:nvPr/>
        </p:nvSpPr>
        <p:spPr bwMode="auto">
          <a:xfrm>
            <a:off x="1601391" y="0"/>
            <a:ext cx="5509022" cy="596504"/>
          </a:xfrm>
          <a:prstGeom prst="rect">
            <a:avLst/>
          </a:prstGeom>
          <a:noFill/>
          <a:ln>
            <a:noFill/>
          </a:ln>
          <a:effectLst/>
        </p:spPr>
        <p:txBody>
          <a:bodyPr anchor="b"/>
          <a:lstStyle/>
          <a:p>
            <a:pPr>
              <a:defRPr/>
            </a:pPr>
            <a:r>
              <a:rPr lang="zh-CN" altLang="en-US" sz="2850" b="1">
                <a:solidFill>
                  <a:srgbClr val="000000"/>
                </a:solidFill>
                <a:effectLst>
                  <a:outerShdw blurRad="38100" dist="38100" dir="2700000" algn="tl">
                    <a:srgbClr val="C0C0C0"/>
                  </a:outerShdw>
                </a:effectLst>
                <a:latin typeface="Garamond" pitchFamily="18" charset="0"/>
                <a:ea typeface="黑体" pitchFamily="2" charset="-122"/>
              </a:rPr>
              <a:t>流水作业调度的</a:t>
            </a:r>
            <a:r>
              <a:rPr lang="en-US" altLang="zh-CN" sz="2850" b="1">
                <a:solidFill>
                  <a:srgbClr val="000000"/>
                </a:solidFill>
                <a:effectLst>
                  <a:outerShdw blurRad="38100" dist="38100" dir="2700000" algn="tl">
                    <a:srgbClr val="C0C0C0"/>
                  </a:outerShdw>
                </a:effectLst>
                <a:latin typeface="Garamond" pitchFamily="18" charset="0"/>
                <a:ea typeface="黑体" pitchFamily="2" charset="-122"/>
              </a:rPr>
              <a:t>Johnson</a:t>
            </a:r>
            <a:r>
              <a:rPr lang="zh-CN" altLang="en-US" sz="2850" b="1">
                <a:solidFill>
                  <a:srgbClr val="000000"/>
                </a:solidFill>
                <a:effectLst>
                  <a:outerShdw blurRad="38100" dist="38100" dir="2700000" algn="tl">
                    <a:srgbClr val="C0C0C0"/>
                  </a:outerShdw>
                </a:effectLst>
                <a:latin typeface="Garamond" pitchFamily="18" charset="0"/>
                <a:ea typeface="黑体" pitchFamily="2" charset="-122"/>
              </a:rPr>
              <a:t>法则</a:t>
            </a:r>
          </a:p>
        </p:txBody>
      </p:sp>
      <p:sp>
        <p:nvSpPr>
          <p:cNvPr id="92444" name="Text Box 3"/>
          <p:cNvSpPr txBox="1">
            <a:spLocks noChangeArrowheads="1"/>
          </p:cNvSpPr>
          <p:nvPr/>
        </p:nvSpPr>
        <p:spPr bwMode="auto">
          <a:xfrm>
            <a:off x="1331119" y="897731"/>
            <a:ext cx="6496050" cy="4206240"/>
          </a:xfrm>
          <a:prstGeom prst="rect">
            <a:avLst/>
          </a:prstGeom>
          <a:noFill/>
          <a:ln w="9525">
            <a:noFill/>
            <a:miter lim="800000"/>
          </a:ln>
        </p:spPr>
        <p:txBody>
          <a:bodyPr>
            <a:spAutoFit/>
          </a:bodyPr>
          <a:lstStyle/>
          <a:p>
            <a:r>
              <a:rPr lang="zh-CN" altLang="en-US" sz="1800">
                <a:solidFill>
                  <a:srgbClr val="000000"/>
                </a:solidFill>
                <a:ea typeface="楷体_GB2312"/>
                <a:cs typeface="楷体_GB2312"/>
              </a:rPr>
              <a:t>交换作业</a:t>
            </a:r>
            <a:r>
              <a:rPr lang="en-US" altLang="zh-CN" sz="1800">
                <a:solidFill>
                  <a:srgbClr val="000000"/>
                </a:solidFill>
                <a:ea typeface="楷体_GB2312"/>
                <a:cs typeface="楷体_GB2312"/>
              </a:rPr>
              <a:t>i</a:t>
            </a:r>
            <a:r>
              <a:rPr lang="zh-CN" altLang="en-US" sz="1800">
                <a:solidFill>
                  <a:srgbClr val="000000"/>
                </a:solidFill>
                <a:ea typeface="楷体_GB2312"/>
                <a:cs typeface="楷体_GB2312"/>
              </a:rPr>
              <a:t>和作业</a:t>
            </a:r>
            <a:r>
              <a:rPr lang="en-US" altLang="zh-CN" sz="1800">
                <a:solidFill>
                  <a:srgbClr val="000000"/>
                </a:solidFill>
                <a:ea typeface="楷体_GB2312"/>
                <a:cs typeface="楷体_GB2312"/>
              </a:rPr>
              <a:t>j</a:t>
            </a:r>
            <a:r>
              <a:rPr lang="zh-CN" altLang="en-US" sz="1800">
                <a:solidFill>
                  <a:srgbClr val="000000"/>
                </a:solidFill>
                <a:ea typeface="楷体_GB2312"/>
                <a:cs typeface="楷体_GB2312"/>
              </a:rPr>
              <a:t>的加工顺序，得到作业集</a:t>
            </a:r>
            <a:r>
              <a:rPr lang="en-US" altLang="zh-CN" sz="1800">
                <a:solidFill>
                  <a:srgbClr val="000000"/>
                </a:solidFill>
                <a:ea typeface="楷体_GB2312"/>
                <a:cs typeface="楷体_GB2312"/>
              </a:rPr>
              <a:t>S</a:t>
            </a:r>
            <a:r>
              <a:rPr lang="zh-CN" altLang="en-US" sz="1800">
                <a:solidFill>
                  <a:srgbClr val="000000"/>
                </a:solidFill>
                <a:ea typeface="楷体_GB2312"/>
                <a:cs typeface="楷体_GB2312"/>
              </a:rPr>
              <a:t>的另一调度，它所需的加工时间为</a:t>
            </a:r>
            <a:r>
              <a:rPr lang="en-US" altLang="zh-CN" sz="1800">
                <a:solidFill>
                  <a:srgbClr val="000000"/>
                </a:solidFill>
                <a:ea typeface="楷体_GB2312"/>
                <a:cs typeface="楷体_GB2312"/>
              </a:rPr>
              <a:t>T’(S,t)=a</a:t>
            </a:r>
            <a:r>
              <a:rPr lang="en-US" altLang="zh-CN" sz="1800" baseline="-25000">
                <a:solidFill>
                  <a:srgbClr val="000000"/>
                </a:solidFill>
                <a:ea typeface="楷体_GB2312"/>
                <a:cs typeface="楷体_GB2312"/>
              </a:rPr>
              <a:t>i</a:t>
            </a:r>
            <a:r>
              <a:rPr lang="en-US" altLang="zh-CN" sz="1800">
                <a:solidFill>
                  <a:srgbClr val="000000"/>
                </a:solidFill>
                <a:ea typeface="楷体_GB2312"/>
                <a:cs typeface="楷体_GB2312"/>
              </a:rPr>
              <a:t>+a</a:t>
            </a:r>
            <a:r>
              <a:rPr lang="en-US" altLang="zh-CN" sz="1800" baseline="-25000">
                <a:solidFill>
                  <a:srgbClr val="000000"/>
                </a:solidFill>
                <a:ea typeface="楷体_GB2312"/>
                <a:cs typeface="楷体_GB2312"/>
              </a:rPr>
              <a:t>j</a:t>
            </a:r>
            <a:r>
              <a:rPr lang="en-US" altLang="zh-CN" sz="1800">
                <a:solidFill>
                  <a:srgbClr val="000000"/>
                </a:solidFill>
                <a:ea typeface="楷体_GB2312"/>
                <a:cs typeface="楷体_GB2312"/>
              </a:rPr>
              <a:t>+T(S-{i,j},t</a:t>
            </a:r>
            <a:r>
              <a:rPr lang="en-US" altLang="zh-CN" sz="1800" baseline="-25000">
                <a:solidFill>
                  <a:srgbClr val="000000"/>
                </a:solidFill>
                <a:ea typeface="楷体_GB2312"/>
                <a:cs typeface="楷体_GB2312"/>
              </a:rPr>
              <a:t>ji</a:t>
            </a:r>
            <a:r>
              <a:rPr lang="en-US" altLang="zh-CN" sz="1800">
                <a:solidFill>
                  <a:srgbClr val="000000"/>
                </a:solidFill>
                <a:ea typeface="楷体_GB2312"/>
                <a:cs typeface="楷体_GB2312"/>
              </a:rPr>
              <a:t>)</a:t>
            </a:r>
          </a:p>
          <a:p>
            <a:r>
              <a:rPr lang="zh-CN" altLang="en-US" sz="1800">
                <a:solidFill>
                  <a:srgbClr val="000000"/>
                </a:solidFill>
                <a:ea typeface="楷体_GB2312"/>
                <a:cs typeface="楷体_GB2312"/>
              </a:rPr>
              <a:t>其中，</a:t>
            </a:r>
          </a:p>
          <a:p>
            <a:r>
              <a:rPr lang="zh-CN" altLang="en-US" sz="1800">
                <a:solidFill>
                  <a:srgbClr val="000000"/>
                </a:solidFill>
                <a:ea typeface="楷体_GB2312"/>
                <a:cs typeface="楷体_GB2312"/>
              </a:rPr>
              <a:t>当作业</a:t>
            </a:r>
            <a:r>
              <a:rPr lang="en-US" altLang="zh-CN" sz="1800">
                <a:solidFill>
                  <a:srgbClr val="000000"/>
                </a:solidFill>
                <a:ea typeface="楷体_GB2312"/>
                <a:cs typeface="楷体_GB2312"/>
              </a:rPr>
              <a:t>i</a:t>
            </a:r>
            <a:r>
              <a:rPr lang="zh-CN" altLang="en-US" sz="1800">
                <a:solidFill>
                  <a:srgbClr val="000000"/>
                </a:solidFill>
                <a:ea typeface="楷体_GB2312"/>
                <a:cs typeface="楷体_GB2312"/>
              </a:rPr>
              <a:t>和</a:t>
            </a:r>
            <a:r>
              <a:rPr lang="en-US" altLang="zh-CN" sz="1800">
                <a:solidFill>
                  <a:srgbClr val="000000"/>
                </a:solidFill>
                <a:ea typeface="楷体_GB2312"/>
                <a:cs typeface="楷体_GB2312"/>
              </a:rPr>
              <a:t>j</a:t>
            </a:r>
            <a:r>
              <a:rPr lang="zh-CN" altLang="en-US" sz="1800">
                <a:solidFill>
                  <a:srgbClr val="000000"/>
                </a:solidFill>
                <a:ea typeface="楷体_GB2312"/>
                <a:cs typeface="楷体_GB2312"/>
              </a:rPr>
              <a:t>满足</a:t>
            </a:r>
            <a:r>
              <a:rPr lang="en-US" altLang="zh-CN" sz="1800">
                <a:solidFill>
                  <a:srgbClr val="000000"/>
                </a:solidFill>
                <a:ea typeface="楷体_GB2312"/>
                <a:cs typeface="楷体_GB2312"/>
              </a:rPr>
              <a:t>Johnson</a:t>
            </a:r>
            <a:r>
              <a:rPr lang="zh-CN" altLang="en-US" sz="1800">
                <a:solidFill>
                  <a:srgbClr val="000000"/>
                </a:solidFill>
                <a:ea typeface="楷体_GB2312"/>
                <a:cs typeface="楷体_GB2312"/>
              </a:rPr>
              <a:t>不等式时，有</a:t>
            </a:r>
          </a:p>
          <a:p>
            <a:endParaRPr lang="zh-CN" altLang="en-US" sz="1800">
              <a:solidFill>
                <a:srgbClr val="000000"/>
              </a:solidFill>
              <a:ea typeface="楷体_GB2312"/>
              <a:cs typeface="楷体_GB2312"/>
            </a:endParaRPr>
          </a:p>
          <a:p>
            <a:endParaRPr lang="zh-CN" altLang="en-US" sz="1800">
              <a:solidFill>
                <a:srgbClr val="000000"/>
              </a:solidFill>
              <a:ea typeface="楷体_GB2312"/>
              <a:cs typeface="楷体_GB2312"/>
            </a:endParaRPr>
          </a:p>
          <a:p>
            <a:endParaRPr lang="zh-CN" altLang="en-US" sz="1800">
              <a:solidFill>
                <a:srgbClr val="000000"/>
              </a:solidFill>
              <a:ea typeface="楷体_GB2312"/>
              <a:cs typeface="楷体_GB2312"/>
            </a:endParaRPr>
          </a:p>
          <a:p>
            <a:endParaRPr lang="zh-CN" altLang="en-US" sz="1800">
              <a:solidFill>
                <a:srgbClr val="000000"/>
              </a:solidFill>
              <a:ea typeface="楷体_GB2312"/>
              <a:cs typeface="楷体_GB2312"/>
            </a:endParaRPr>
          </a:p>
          <a:p>
            <a:r>
              <a:rPr lang="zh-CN" altLang="en-US" sz="1800">
                <a:solidFill>
                  <a:srgbClr val="000000"/>
                </a:solidFill>
                <a:ea typeface="楷体_GB2312"/>
                <a:cs typeface="楷体_GB2312"/>
              </a:rPr>
              <a:t>由此可见当作业</a:t>
            </a:r>
            <a:r>
              <a:rPr lang="en-US" altLang="zh-CN" sz="1800">
                <a:solidFill>
                  <a:srgbClr val="000000"/>
                </a:solidFill>
                <a:ea typeface="楷体_GB2312"/>
                <a:cs typeface="楷体_GB2312"/>
              </a:rPr>
              <a:t>i</a:t>
            </a:r>
            <a:r>
              <a:rPr lang="zh-CN" altLang="en-US" sz="1800">
                <a:solidFill>
                  <a:srgbClr val="000000"/>
                </a:solidFill>
                <a:ea typeface="楷体_GB2312"/>
                <a:cs typeface="楷体_GB2312"/>
              </a:rPr>
              <a:t>和作业</a:t>
            </a:r>
            <a:r>
              <a:rPr lang="en-US" altLang="zh-CN" sz="1800">
                <a:solidFill>
                  <a:srgbClr val="000000"/>
                </a:solidFill>
                <a:ea typeface="楷体_GB2312"/>
                <a:cs typeface="楷体_GB2312"/>
              </a:rPr>
              <a:t>j</a:t>
            </a:r>
            <a:r>
              <a:rPr lang="zh-CN" altLang="en-US" sz="1800">
                <a:solidFill>
                  <a:srgbClr val="000000"/>
                </a:solidFill>
                <a:ea typeface="楷体_GB2312"/>
                <a:cs typeface="楷体_GB2312"/>
              </a:rPr>
              <a:t>不满足</a:t>
            </a:r>
            <a:r>
              <a:rPr lang="en-US" altLang="zh-CN" sz="1800">
                <a:solidFill>
                  <a:srgbClr val="000000"/>
                </a:solidFill>
                <a:ea typeface="楷体_GB2312"/>
                <a:cs typeface="楷体_GB2312"/>
              </a:rPr>
              <a:t>Johnson</a:t>
            </a:r>
            <a:r>
              <a:rPr lang="zh-CN" altLang="en-US" sz="1800">
                <a:solidFill>
                  <a:srgbClr val="000000"/>
                </a:solidFill>
                <a:ea typeface="楷体_GB2312"/>
                <a:cs typeface="楷体_GB2312"/>
              </a:rPr>
              <a:t>不等式时，交换它们的加工顺序后，不增加加工时间。对于流水作业调度问题，必存在最优调度</a:t>
            </a:r>
            <a:r>
              <a:rPr lang="zh-CN" altLang="en-US" sz="1800">
                <a:solidFill>
                  <a:srgbClr val="000000"/>
                </a:solidFill>
                <a:ea typeface="楷体_GB2312"/>
                <a:cs typeface="楷体_GB2312"/>
                <a:sym typeface="Symbol" pitchFamily="18" charset="2"/>
              </a:rPr>
              <a:t></a:t>
            </a:r>
            <a:r>
              <a:rPr lang="zh-CN" altLang="en-US" sz="1800">
                <a:solidFill>
                  <a:srgbClr val="000000"/>
                </a:solidFill>
                <a:ea typeface="楷体_GB2312"/>
                <a:cs typeface="楷体_GB2312"/>
              </a:rPr>
              <a:t> ，使得作业</a:t>
            </a:r>
            <a:r>
              <a:rPr lang="zh-CN" altLang="en-US" sz="1800">
                <a:solidFill>
                  <a:srgbClr val="000000"/>
                </a:solidFill>
                <a:ea typeface="楷体_GB2312"/>
                <a:cs typeface="楷体_GB2312"/>
                <a:sym typeface="Symbol" pitchFamily="18" charset="2"/>
              </a:rPr>
              <a:t></a:t>
            </a:r>
            <a:r>
              <a:rPr lang="en-US" altLang="zh-CN" sz="1800">
                <a:solidFill>
                  <a:srgbClr val="000000"/>
                </a:solidFill>
                <a:ea typeface="楷体_GB2312"/>
                <a:cs typeface="楷体_GB2312"/>
              </a:rPr>
              <a:t>(i)</a:t>
            </a:r>
            <a:r>
              <a:rPr lang="zh-CN" altLang="en-US" sz="1800">
                <a:solidFill>
                  <a:srgbClr val="000000"/>
                </a:solidFill>
                <a:ea typeface="楷体_GB2312"/>
                <a:cs typeface="楷体_GB2312"/>
              </a:rPr>
              <a:t>和</a:t>
            </a:r>
            <a:r>
              <a:rPr lang="zh-CN" altLang="en-US" sz="1800">
                <a:solidFill>
                  <a:srgbClr val="000000"/>
                </a:solidFill>
                <a:ea typeface="楷体_GB2312"/>
                <a:cs typeface="楷体_GB2312"/>
                <a:sym typeface="Symbol" pitchFamily="18" charset="2"/>
              </a:rPr>
              <a:t></a:t>
            </a:r>
            <a:r>
              <a:rPr lang="en-US" altLang="zh-CN" sz="1800">
                <a:solidFill>
                  <a:srgbClr val="000000"/>
                </a:solidFill>
                <a:ea typeface="楷体_GB2312"/>
                <a:cs typeface="楷体_GB2312"/>
              </a:rPr>
              <a:t>(i+1)</a:t>
            </a:r>
            <a:r>
              <a:rPr lang="zh-CN" altLang="en-US" sz="1800">
                <a:solidFill>
                  <a:srgbClr val="000000"/>
                </a:solidFill>
                <a:ea typeface="楷体_GB2312"/>
                <a:cs typeface="楷体_GB2312"/>
              </a:rPr>
              <a:t>满足</a:t>
            </a:r>
            <a:r>
              <a:rPr lang="en-US" altLang="zh-CN" sz="1800">
                <a:solidFill>
                  <a:srgbClr val="000000"/>
                </a:solidFill>
                <a:ea typeface="楷体_GB2312"/>
                <a:cs typeface="楷体_GB2312"/>
              </a:rPr>
              <a:t>Johnson</a:t>
            </a:r>
            <a:r>
              <a:rPr lang="zh-CN" altLang="en-US" sz="1800">
                <a:solidFill>
                  <a:srgbClr val="000000"/>
                </a:solidFill>
                <a:ea typeface="楷体_GB2312"/>
                <a:cs typeface="楷体_GB2312"/>
              </a:rPr>
              <a:t>不等式。进一步还可以证明，调度满足</a:t>
            </a:r>
            <a:r>
              <a:rPr lang="en-US" altLang="zh-CN" sz="1800">
                <a:solidFill>
                  <a:srgbClr val="000000"/>
                </a:solidFill>
                <a:ea typeface="楷体_GB2312"/>
                <a:cs typeface="楷体_GB2312"/>
              </a:rPr>
              <a:t>Johnson</a:t>
            </a:r>
            <a:r>
              <a:rPr lang="zh-CN" altLang="en-US" sz="1800">
                <a:solidFill>
                  <a:srgbClr val="000000"/>
                </a:solidFill>
                <a:ea typeface="楷体_GB2312"/>
                <a:cs typeface="楷体_GB2312"/>
              </a:rPr>
              <a:t>法则当且仅当对任意</a:t>
            </a:r>
            <a:r>
              <a:rPr lang="en-US" altLang="zh-CN" sz="1800">
                <a:solidFill>
                  <a:srgbClr val="000000"/>
                </a:solidFill>
                <a:ea typeface="楷体_GB2312"/>
                <a:cs typeface="楷体_GB2312"/>
              </a:rPr>
              <a:t>i&lt;j</a:t>
            </a:r>
            <a:r>
              <a:rPr lang="zh-CN" altLang="en-US" sz="1800">
                <a:solidFill>
                  <a:srgbClr val="000000"/>
                </a:solidFill>
                <a:ea typeface="楷体_GB2312"/>
                <a:cs typeface="楷体_GB2312"/>
              </a:rPr>
              <a:t>有</a:t>
            </a:r>
          </a:p>
          <a:p>
            <a:endParaRPr lang="zh-CN" altLang="en-US" sz="1800">
              <a:solidFill>
                <a:srgbClr val="000000"/>
              </a:solidFill>
              <a:ea typeface="楷体_GB2312"/>
              <a:cs typeface="楷体_GB2312"/>
            </a:endParaRPr>
          </a:p>
          <a:p>
            <a:endParaRPr lang="zh-CN" altLang="en-US" sz="1800">
              <a:solidFill>
                <a:srgbClr val="000000"/>
              </a:solidFill>
              <a:ea typeface="楷体_GB2312"/>
              <a:cs typeface="楷体_GB2312"/>
            </a:endParaRPr>
          </a:p>
          <a:p>
            <a:r>
              <a:rPr lang="zh-CN" altLang="en-US" sz="1800">
                <a:solidFill>
                  <a:srgbClr val="000000"/>
                </a:solidFill>
                <a:ea typeface="楷体_GB2312"/>
                <a:cs typeface="楷体_GB2312"/>
              </a:rPr>
              <a:t>由此可知，</a:t>
            </a:r>
            <a:r>
              <a:rPr lang="zh-CN" altLang="en-US" sz="1800" b="1">
                <a:solidFill>
                  <a:srgbClr val="000000"/>
                </a:solidFill>
                <a:latin typeface="黑体" pitchFamily="2" charset="-122"/>
                <a:ea typeface="黑体" pitchFamily="2" charset="-122"/>
              </a:rPr>
              <a:t>所有满足</a:t>
            </a:r>
            <a:r>
              <a:rPr lang="en-US" altLang="zh-CN" sz="1800" b="1">
                <a:solidFill>
                  <a:srgbClr val="000000"/>
                </a:solidFill>
                <a:latin typeface="黑体" pitchFamily="2" charset="-122"/>
                <a:ea typeface="黑体" pitchFamily="2" charset="-122"/>
              </a:rPr>
              <a:t>Johnson</a:t>
            </a:r>
            <a:r>
              <a:rPr lang="zh-CN" altLang="en-US" sz="1800" b="1">
                <a:solidFill>
                  <a:srgbClr val="000000"/>
                </a:solidFill>
                <a:latin typeface="黑体" pitchFamily="2" charset="-122"/>
                <a:ea typeface="黑体" pitchFamily="2" charset="-122"/>
              </a:rPr>
              <a:t>法则的调度均为最优调度。</a:t>
            </a:r>
            <a:r>
              <a:rPr lang="zh-CN" altLang="en-US" sz="1800">
                <a:solidFill>
                  <a:srgbClr val="000000"/>
                </a:solidFill>
                <a:ea typeface="楷体_GB2312"/>
                <a:cs typeface="楷体_GB2312"/>
              </a:rPr>
              <a:t> </a:t>
            </a:r>
          </a:p>
        </p:txBody>
      </p:sp>
      <p:graphicFrame>
        <p:nvGraphicFramePr>
          <p:cNvPr id="92438" name="Object 278"/>
          <p:cNvGraphicFramePr>
            <a:graphicFrameLocks noChangeAspect="1"/>
          </p:cNvGraphicFramePr>
          <p:nvPr/>
        </p:nvGraphicFramePr>
        <p:xfrm>
          <a:off x="1871663" y="1491854"/>
          <a:ext cx="3888581" cy="323850"/>
        </p:xfrm>
        <a:graphic>
          <a:graphicData uri="http://schemas.openxmlformats.org/presentationml/2006/ole">
            <mc:AlternateContent xmlns:mc="http://schemas.openxmlformats.org/markup-compatibility/2006">
              <mc:Choice xmlns:v="urn:schemas-microsoft-com:vml" Requires="v">
                <p:oleObj spid="_x0000_s92674" name="公式" r:id="rId3" imgW="2857500" imgH="241300" progId="Equation.3">
                  <p:embed/>
                </p:oleObj>
              </mc:Choice>
              <mc:Fallback>
                <p:oleObj name="公式" r:id="rId3" imgW="2857500" imgH="241300" progId="Equation.3">
                  <p:embed/>
                  <p:pic>
                    <p:nvPicPr>
                      <p:cNvPr id="0" name="Picture 2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1663" y="1491854"/>
                        <a:ext cx="3888581" cy="323850"/>
                      </a:xfrm>
                      <a:prstGeom prst="rect">
                        <a:avLst/>
                      </a:prstGeom>
                      <a:noFill/>
                    </p:spPr>
                  </p:pic>
                </p:oleObj>
              </mc:Fallback>
            </mc:AlternateContent>
          </a:graphicData>
        </a:graphic>
      </p:graphicFrame>
      <p:sp>
        <p:nvSpPr>
          <p:cNvPr id="92445" name="Rectangle 5"/>
          <p:cNvSpPr>
            <a:spLocks noChangeArrowheads="1"/>
          </p:cNvSpPr>
          <p:nvPr/>
        </p:nvSpPr>
        <p:spPr bwMode="auto">
          <a:xfrm>
            <a:off x="1143000" y="2322434"/>
            <a:ext cx="309880" cy="320040"/>
          </a:xfrm>
          <a:prstGeom prst="rect">
            <a:avLst/>
          </a:prstGeom>
          <a:noFill/>
          <a:ln w="9525">
            <a:noFill/>
            <a:miter lim="800000"/>
          </a:ln>
        </p:spPr>
        <p:txBody>
          <a:bodyPr wrap="none" anchor="ctr">
            <a:spAutoFit/>
          </a:bodyPr>
          <a:lstStyle/>
          <a:p>
            <a:endParaRPr lang="zh-CN" altLang="en-US" sz="1500">
              <a:solidFill>
                <a:srgbClr val="000000"/>
              </a:solidFill>
            </a:endParaRPr>
          </a:p>
        </p:txBody>
      </p:sp>
      <p:graphicFrame>
        <p:nvGraphicFramePr>
          <p:cNvPr id="92439" name="Object 279"/>
          <p:cNvGraphicFramePr>
            <a:graphicFrameLocks noChangeAspect="1"/>
          </p:cNvGraphicFramePr>
          <p:nvPr/>
        </p:nvGraphicFramePr>
        <p:xfrm>
          <a:off x="1385888" y="627460"/>
          <a:ext cx="3726656" cy="335756"/>
        </p:xfrm>
        <a:graphic>
          <a:graphicData uri="http://schemas.openxmlformats.org/presentationml/2006/ole">
            <mc:AlternateContent xmlns:mc="http://schemas.openxmlformats.org/markup-compatibility/2006">
              <mc:Choice xmlns:v="urn:schemas-microsoft-com:vml" Requires="v">
                <p:oleObj spid="_x0000_s92675" name="公式" r:id="rId5" imgW="2641600" imgH="241300" progId="Equation.3">
                  <p:embed/>
                </p:oleObj>
              </mc:Choice>
              <mc:Fallback>
                <p:oleObj name="公式" r:id="rId5" imgW="2641600" imgH="241300" progId="Equation.3">
                  <p:embed/>
                  <p:pic>
                    <p:nvPicPr>
                      <p:cNvPr id="0" name="Picture 2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85888" y="627460"/>
                        <a:ext cx="3726656" cy="335756"/>
                      </a:xfrm>
                      <a:prstGeom prst="rect">
                        <a:avLst/>
                      </a:prstGeom>
                      <a:noFill/>
                    </p:spPr>
                  </p:pic>
                </p:oleObj>
              </mc:Fallback>
            </mc:AlternateContent>
          </a:graphicData>
        </a:graphic>
      </p:graphicFrame>
      <p:sp>
        <p:nvSpPr>
          <p:cNvPr id="92446" name="Rectangle 7"/>
          <p:cNvSpPr>
            <a:spLocks noChangeArrowheads="1"/>
          </p:cNvSpPr>
          <p:nvPr/>
        </p:nvSpPr>
        <p:spPr bwMode="auto">
          <a:xfrm>
            <a:off x="1143000" y="2322434"/>
            <a:ext cx="309880" cy="320040"/>
          </a:xfrm>
          <a:prstGeom prst="rect">
            <a:avLst/>
          </a:prstGeom>
          <a:noFill/>
          <a:ln w="9525">
            <a:noFill/>
            <a:miter lim="800000"/>
          </a:ln>
        </p:spPr>
        <p:txBody>
          <a:bodyPr wrap="none" anchor="ctr">
            <a:spAutoFit/>
          </a:bodyPr>
          <a:lstStyle/>
          <a:p>
            <a:endParaRPr lang="zh-CN" altLang="en-US" sz="1500">
              <a:solidFill>
                <a:srgbClr val="000000"/>
              </a:solidFill>
            </a:endParaRPr>
          </a:p>
        </p:txBody>
      </p:sp>
      <p:graphicFrame>
        <p:nvGraphicFramePr>
          <p:cNvPr id="92440" name="Object 280"/>
          <p:cNvGraphicFramePr>
            <a:graphicFrameLocks noChangeAspect="1"/>
          </p:cNvGraphicFramePr>
          <p:nvPr/>
        </p:nvGraphicFramePr>
        <p:xfrm>
          <a:off x="2195513" y="1977629"/>
          <a:ext cx="3701654" cy="1221581"/>
        </p:xfrm>
        <a:graphic>
          <a:graphicData uri="http://schemas.openxmlformats.org/presentationml/2006/ole">
            <mc:AlternateContent xmlns:mc="http://schemas.openxmlformats.org/markup-compatibility/2006">
              <mc:Choice xmlns:v="urn:schemas-microsoft-com:vml" Requires="v">
                <p:oleObj spid="_x0000_s92676" name="公式" r:id="rId7" imgW="2959100" imgH="990600" progId="Equation.3">
                  <p:embed/>
                </p:oleObj>
              </mc:Choice>
              <mc:Fallback>
                <p:oleObj name="公式" r:id="rId7" imgW="2959100" imgH="990600" progId="Equation.3">
                  <p:embed/>
                  <p:pic>
                    <p:nvPicPr>
                      <p:cNvPr id="0" name="Picture 28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95513" y="1977629"/>
                        <a:ext cx="3701654" cy="1221581"/>
                      </a:xfrm>
                      <a:prstGeom prst="rect">
                        <a:avLst/>
                      </a:prstGeom>
                      <a:noFill/>
                    </p:spPr>
                  </p:pic>
                </p:oleObj>
              </mc:Fallback>
            </mc:AlternateContent>
          </a:graphicData>
        </a:graphic>
      </p:graphicFrame>
      <p:sp>
        <p:nvSpPr>
          <p:cNvPr id="92447" name="Rectangle 9"/>
          <p:cNvSpPr>
            <a:spLocks noChangeArrowheads="1"/>
          </p:cNvSpPr>
          <p:nvPr/>
        </p:nvSpPr>
        <p:spPr bwMode="auto">
          <a:xfrm>
            <a:off x="1143000" y="2322434"/>
            <a:ext cx="309880" cy="320040"/>
          </a:xfrm>
          <a:prstGeom prst="rect">
            <a:avLst/>
          </a:prstGeom>
          <a:noFill/>
          <a:ln w="9525">
            <a:noFill/>
            <a:miter lim="800000"/>
          </a:ln>
        </p:spPr>
        <p:txBody>
          <a:bodyPr wrap="none" anchor="ctr">
            <a:spAutoFit/>
          </a:bodyPr>
          <a:lstStyle/>
          <a:p>
            <a:endParaRPr lang="zh-CN" altLang="en-US" sz="1500">
              <a:solidFill>
                <a:srgbClr val="000000"/>
              </a:solidFill>
            </a:endParaRPr>
          </a:p>
        </p:txBody>
      </p:sp>
      <p:sp>
        <p:nvSpPr>
          <p:cNvPr id="92448" name="Rectangle 10"/>
          <p:cNvSpPr>
            <a:spLocks noChangeArrowheads="1"/>
          </p:cNvSpPr>
          <p:nvPr/>
        </p:nvSpPr>
        <p:spPr bwMode="auto">
          <a:xfrm>
            <a:off x="1143000" y="2322434"/>
            <a:ext cx="309880" cy="320040"/>
          </a:xfrm>
          <a:prstGeom prst="rect">
            <a:avLst/>
          </a:prstGeom>
          <a:noFill/>
          <a:ln w="9525">
            <a:noFill/>
            <a:miter lim="800000"/>
          </a:ln>
        </p:spPr>
        <p:txBody>
          <a:bodyPr wrap="none" anchor="ctr">
            <a:spAutoFit/>
          </a:bodyPr>
          <a:lstStyle/>
          <a:p>
            <a:endParaRPr lang="zh-CN" altLang="en-US" sz="1500">
              <a:solidFill>
                <a:srgbClr val="000000"/>
              </a:solidFill>
            </a:endParaRPr>
          </a:p>
        </p:txBody>
      </p:sp>
      <p:sp>
        <p:nvSpPr>
          <p:cNvPr id="92449" name="Rectangle 11"/>
          <p:cNvSpPr>
            <a:spLocks noChangeArrowheads="1"/>
          </p:cNvSpPr>
          <p:nvPr/>
        </p:nvSpPr>
        <p:spPr bwMode="auto">
          <a:xfrm>
            <a:off x="1143000" y="2322434"/>
            <a:ext cx="309880" cy="320040"/>
          </a:xfrm>
          <a:prstGeom prst="rect">
            <a:avLst/>
          </a:prstGeom>
          <a:noFill/>
          <a:ln w="9525">
            <a:noFill/>
            <a:miter lim="800000"/>
          </a:ln>
        </p:spPr>
        <p:txBody>
          <a:bodyPr wrap="none" anchor="ctr">
            <a:spAutoFit/>
          </a:bodyPr>
          <a:lstStyle/>
          <a:p>
            <a:endParaRPr lang="zh-CN" altLang="en-US" sz="1500">
              <a:solidFill>
                <a:srgbClr val="000000"/>
              </a:solidFill>
            </a:endParaRPr>
          </a:p>
        </p:txBody>
      </p:sp>
      <p:graphicFrame>
        <p:nvGraphicFramePr>
          <p:cNvPr id="92441" name="Object 281"/>
          <p:cNvGraphicFramePr>
            <a:graphicFrameLocks noChangeAspect="1"/>
          </p:cNvGraphicFramePr>
          <p:nvPr/>
        </p:nvGraphicFramePr>
        <p:xfrm>
          <a:off x="2303860" y="4245769"/>
          <a:ext cx="4104084" cy="465535"/>
        </p:xfrm>
        <a:graphic>
          <a:graphicData uri="http://schemas.openxmlformats.org/presentationml/2006/ole">
            <mc:AlternateContent xmlns:mc="http://schemas.openxmlformats.org/markup-compatibility/2006">
              <mc:Choice xmlns:v="urn:schemas-microsoft-com:vml" Requires="v">
                <p:oleObj spid="_x0000_s92677" name="公式" r:id="rId9" imgW="2108200" imgH="241300" progId="Equation.3">
                  <p:embed/>
                </p:oleObj>
              </mc:Choice>
              <mc:Fallback>
                <p:oleObj name="公式" r:id="rId9" imgW="2108200" imgH="241300" progId="Equation.3">
                  <p:embed/>
                  <p:pic>
                    <p:nvPicPr>
                      <p:cNvPr id="0" name="Picture 28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3860" y="4245769"/>
                        <a:ext cx="4104084" cy="465535"/>
                      </a:xfrm>
                      <a:prstGeom prst="rect">
                        <a:avLst/>
                      </a:prstGeom>
                      <a:noFill/>
                    </p:spPr>
                  </p:pic>
                </p:oleObj>
              </mc:Fallback>
            </mc:AlternateContent>
          </a:graphicData>
        </a:graphic>
      </p:graphicFrame>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p:cNvSpPr>
            <a:spLocks noChangeArrowheads="1"/>
          </p:cNvSpPr>
          <p:nvPr/>
        </p:nvSpPr>
        <p:spPr bwMode="auto">
          <a:xfrm>
            <a:off x="1601391" y="0"/>
            <a:ext cx="5509022" cy="596504"/>
          </a:xfrm>
          <a:prstGeom prst="rect">
            <a:avLst/>
          </a:prstGeom>
          <a:noFill/>
          <a:ln>
            <a:noFill/>
          </a:ln>
          <a:effectLst/>
        </p:spPr>
        <p:txBody>
          <a:bodyPr anchor="b"/>
          <a:lstStyle/>
          <a:p>
            <a:pPr>
              <a:defRPr/>
            </a:pPr>
            <a:r>
              <a:rPr lang="zh-CN" altLang="en-US" sz="2850" b="1">
                <a:solidFill>
                  <a:srgbClr val="000066"/>
                </a:solidFill>
                <a:effectLst>
                  <a:outerShdw blurRad="38100" dist="38100" dir="2700000" algn="tl">
                    <a:srgbClr val="C0C0C0"/>
                  </a:outerShdw>
                </a:effectLst>
                <a:latin typeface="Times New Roman" pitchFamily="18" charset="0"/>
                <a:ea typeface="楷体" charset="0"/>
              </a:rPr>
              <a:t>算法描述</a:t>
            </a:r>
            <a:endParaRPr lang="ja-JP" altLang="en-US" sz="2850" b="1">
              <a:solidFill>
                <a:srgbClr val="000066"/>
              </a:solidFill>
              <a:effectLst>
                <a:outerShdw blurRad="38100" dist="38100" dir="2700000" algn="tl">
                  <a:srgbClr val="C0C0C0"/>
                </a:outerShdw>
              </a:effectLst>
              <a:latin typeface="Times New Roman" pitchFamily="18" charset="0"/>
              <a:ea typeface="楷体" charset="0"/>
            </a:endParaRPr>
          </a:p>
        </p:txBody>
      </p:sp>
      <p:sp>
        <p:nvSpPr>
          <p:cNvPr id="93261" name="Text Box 3"/>
          <p:cNvSpPr txBox="1">
            <a:spLocks noChangeArrowheads="1"/>
          </p:cNvSpPr>
          <p:nvPr/>
        </p:nvSpPr>
        <p:spPr bwMode="auto">
          <a:xfrm>
            <a:off x="1439466" y="844154"/>
            <a:ext cx="6265069" cy="2286000"/>
          </a:xfrm>
          <a:prstGeom prst="rect">
            <a:avLst/>
          </a:prstGeom>
          <a:solidFill>
            <a:srgbClr val="FFCC00"/>
          </a:solidFill>
          <a:ln w="9525">
            <a:noFill/>
            <a:miter lim="800000"/>
          </a:ln>
        </p:spPr>
        <p:txBody>
          <a:bodyPr>
            <a:spAutoFit/>
          </a:bodyPr>
          <a:lstStyle/>
          <a:p>
            <a:r>
              <a:rPr lang="zh-CN" altLang="en-US" sz="2400">
                <a:solidFill>
                  <a:srgbClr val="000000"/>
                </a:solidFill>
                <a:latin typeface="Times New Roman" pitchFamily="18" charset="0"/>
                <a:ea typeface="楷体" charset="0"/>
              </a:rPr>
              <a:t>流水作业调度问题的</a:t>
            </a:r>
            <a:r>
              <a:rPr lang="en-US" altLang="zh-CN" sz="2400">
                <a:solidFill>
                  <a:srgbClr val="000000"/>
                </a:solidFill>
                <a:latin typeface="Times New Roman" pitchFamily="18" charset="0"/>
                <a:ea typeface="楷体" charset="0"/>
              </a:rPr>
              <a:t>Johnson</a:t>
            </a:r>
            <a:r>
              <a:rPr lang="zh-CN" altLang="en-US" sz="2400">
                <a:solidFill>
                  <a:srgbClr val="000000"/>
                </a:solidFill>
                <a:latin typeface="Times New Roman" pitchFamily="18" charset="0"/>
                <a:ea typeface="楷体" charset="0"/>
              </a:rPr>
              <a:t>算法</a:t>
            </a:r>
          </a:p>
          <a:p>
            <a:r>
              <a:rPr lang="en-US" altLang="zh-CN" sz="2400">
                <a:solidFill>
                  <a:srgbClr val="000000"/>
                </a:solidFill>
                <a:latin typeface="Times New Roman" pitchFamily="18" charset="0"/>
                <a:ea typeface="楷体" charset="0"/>
                <a:cs typeface="楷体_GB2312"/>
              </a:rPr>
              <a:t>(1)</a:t>
            </a:r>
            <a:r>
              <a:rPr lang="zh-CN" altLang="en-US" sz="2400">
                <a:solidFill>
                  <a:srgbClr val="000000"/>
                </a:solidFill>
                <a:latin typeface="Times New Roman" pitchFamily="18" charset="0"/>
                <a:ea typeface="楷体" charset="0"/>
                <a:cs typeface="楷体_GB2312"/>
              </a:rPr>
              <a:t>令</a:t>
            </a:r>
          </a:p>
          <a:p>
            <a:r>
              <a:rPr lang="en-US" altLang="zh-CN" sz="2400">
                <a:solidFill>
                  <a:srgbClr val="000000"/>
                </a:solidFill>
                <a:latin typeface="Times New Roman" pitchFamily="18" charset="0"/>
                <a:ea typeface="楷体" charset="0"/>
                <a:cs typeface="楷体_GB2312"/>
              </a:rPr>
              <a:t>(2)</a:t>
            </a:r>
            <a:r>
              <a:rPr lang="zh-CN" altLang="en-US" sz="2400">
                <a:solidFill>
                  <a:srgbClr val="000000"/>
                </a:solidFill>
                <a:latin typeface="Times New Roman" pitchFamily="18" charset="0"/>
                <a:ea typeface="楷体" charset="0"/>
                <a:cs typeface="楷体_GB2312"/>
              </a:rPr>
              <a:t>将</a:t>
            </a:r>
            <a:r>
              <a:rPr lang="en-US" altLang="zh-CN" sz="2400">
                <a:solidFill>
                  <a:srgbClr val="000000"/>
                </a:solidFill>
                <a:latin typeface="Times New Roman" pitchFamily="18" charset="0"/>
                <a:ea typeface="楷体" charset="0"/>
                <a:cs typeface="楷体_GB2312"/>
              </a:rPr>
              <a:t>N</a:t>
            </a:r>
            <a:r>
              <a:rPr lang="en-US" altLang="zh-CN" sz="2400" baseline="-25000">
                <a:solidFill>
                  <a:srgbClr val="000000"/>
                </a:solidFill>
                <a:latin typeface="Times New Roman" pitchFamily="18" charset="0"/>
                <a:ea typeface="楷体" charset="0"/>
                <a:cs typeface="楷体_GB2312"/>
              </a:rPr>
              <a:t>1</a:t>
            </a:r>
            <a:r>
              <a:rPr lang="zh-CN" altLang="en-US" sz="2400">
                <a:solidFill>
                  <a:srgbClr val="000000"/>
                </a:solidFill>
                <a:latin typeface="Times New Roman" pitchFamily="18" charset="0"/>
                <a:ea typeface="楷体" charset="0"/>
                <a:cs typeface="楷体_GB2312"/>
              </a:rPr>
              <a:t>中作业依</a:t>
            </a:r>
            <a:r>
              <a:rPr lang="en-US" altLang="zh-CN" sz="2400">
                <a:solidFill>
                  <a:srgbClr val="000000"/>
                </a:solidFill>
                <a:latin typeface="Times New Roman" pitchFamily="18" charset="0"/>
                <a:ea typeface="楷体" charset="0"/>
                <a:cs typeface="楷体_GB2312"/>
              </a:rPr>
              <a:t>a</a:t>
            </a:r>
            <a:r>
              <a:rPr lang="en-US" altLang="zh-CN" sz="2400" baseline="-25000">
                <a:solidFill>
                  <a:srgbClr val="000000"/>
                </a:solidFill>
                <a:latin typeface="Times New Roman" pitchFamily="18" charset="0"/>
                <a:ea typeface="楷体" charset="0"/>
                <a:cs typeface="楷体_GB2312"/>
              </a:rPr>
              <a:t>i</a:t>
            </a:r>
            <a:r>
              <a:rPr lang="zh-CN" altLang="en-US" sz="2400">
                <a:solidFill>
                  <a:srgbClr val="000000"/>
                </a:solidFill>
                <a:latin typeface="Times New Roman" pitchFamily="18" charset="0"/>
                <a:ea typeface="楷体" charset="0"/>
                <a:cs typeface="楷体_GB2312"/>
              </a:rPr>
              <a:t>的非减序排序；将</a:t>
            </a:r>
            <a:r>
              <a:rPr lang="en-US" altLang="zh-CN" sz="2400">
                <a:solidFill>
                  <a:srgbClr val="000000"/>
                </a:solidFill>
                <a:latin typeface="Times New Roman" pitchFamily="18" charset="0"/>
                <a:ea typeface="楷体" charset="0"/>
                <a:cs typeface="楷体_GB2312"/>
              </a:rPr>
              <a:t>N</a:t>
            </a:r>
            <a:r>
              <a:rPr lang="en-US" altLang="zh-CN" sz="2400" baseline="-25000">
                <a:solidFill>
                  <a:srgbClr val="000000"/>
                </a:solidFill>
                <a:latin typeface="Times New Roman" pitchFamily="18" charset="0"/>
                <a:ea typeface="楷体" charset="0"/>
                <a:cs typeface="楷体_GB2312"/>
              </a:rPr>
              <a:t>2</a:t>
            </a:r>
            <a:r>
              <a:rPr lang="zh-CN" altLang="en-US" sz="2400">
                <a:solidFill>
                  <a:srgbClr val="000000"/>
                </a:solidFill>
                <a:latin typeface="Times New Roman" pitchFamily="18" charset="0"/>
                <a:ea typeface="楷体" charset="0"/>
                <a:cs typeface="楷体_GB2312"/>
              </a:rPr>
              <a:t>中作业依</a:t>
            </a:r>
            <a:r>
              <a:rPr lang="en-US" altLang="zh-CN" sz="2400">
                <a:solidFill>
                  <a:srgbClr val="000000"/>
                </a:solidFill>
                <a:latin typeface="Times New Roman" pitchFamily="18" charset="0"/>
                <a:ea typeface="楷体" charset="0"/>
                <a:cs typeface="楷体_GB2312"/>
              </a:rPr>
              <a:t>b</a:t>
            </a:r>
            <a:r>
              <a:rPr lang="en-US" altLang="zh-CN" sz="2400" baseline="-25000">
                <a:solidFill>
                  <a:srgbClr val="000000"/>
                </a:solidFill>
                <a:latin typeface="Times New Roman" pitchFamily="18" charset="0"/>
                <a:ea typeface="楷体" charset="0"/>
                <a:cs typeface="楷体_GB2312"/>
              </a:rPr>
              <a:t>i</a:t>
            </a:r>
            <a:r>
              <a:rPr lang="zh-CN" altLang="en-US" sz="2400">
                <a:solidFill>
                  <a:srgbClr val="000000"/>
                </a:solidFill>
                <a:latin typeface="Times New Roman" pitchFamily="18" charset="0"/>
                <a:ea typeface="楷体" charset="0"/>
                <a:cs typeface="楷体_GB2312"/>
              </a:rPr>
              <a:t>的非增序排序；</a:t>
            </a:r>
          </a:p>
          <a:p>
            <a:r>
              <a:rPr lang="en-US" altLang="zh-CN" sz="2400">
                <a:solidFill>
                  <a:srgbClr val="000000"/>
                </a:solidFill>
                <a:latin typeface="Times New Roman" pitchFamily="18" charset="0"/>
                <a:ea typeface="楷体" charset="0"/>
                <a:cs typeface="楷体_GB2312"/>
              </a:rPr>
              <a:t>(3)N</a:t>
            </a:r>
            <a:r>
              <a:rPr lang="en-US" altLang="zh-CN" sz="2400" baseline="-25000">
                <a:solidFill>
                  <a:srgbClr val="000000"/>
                </a:solidFill>
                <a:latin typeface="Times New Roman" pitchFamily="18" charset="0"/>
                <a:ea typeface="楷体" charset="0"/>
                <a:cs typeface="楷体_GB2312"/>
              </a:rPr>
              <a:t>1</a:t>
            </a:r>
            <a:r>
              <a:rPr lang="zh-CN" altLang="en-US" sz="2400">
                <a:solidFill>
                  <a:srgbClr val="000000"/>
                </a:solidFill>
                <a:latin typeface="Times New Roman" pitchFamily="18" charset="0"/>
                <a:ea typeface="楷体" charset="0"/>
                <a:cs typeface="楷体_GB2312"/>
              </a:rPr>
              <a:t>中作业接</a:t>
            </a:r>
            <a:r>
              <a:rPr lang="en-US" altLang="zh-CN" sz="2400">
                <a:solidFill>
                  <a:srgbClr val="000000"/>
                </a:solidFill>
                <a:latin typeface="Times New Roman" pitchFamily="18" charset="0"/>
                <a:ea typeface="楷体" charset="0"/>
                <a:cs typeface="楷体_GB2312"/>
              </a:rPr>
              <a:t>N</a:t>
            </a:r>
            <a:r>
              <a:rPr lang="en-US" altLang="zh-CN" sz="2400" baseline="-25000">
                <a:solidFill>
                  <a:srgbClr val="000000"/>
                </a:solidFill>
                <a:latin typeface="Times New Roman" pitchFamily="18" charset="0"/>
                <a:ea typeface="楷体" charset="0"/>
                <a:cs typeface="楷体_GB2312"/>
              </a:rPr>
              <a:t>2</a:t>
            </a:r>
            <a:r>
              <a:rPr lang="zh-CN" altLang="en-US" sz="2400">
                <a:solidFill>
                  <a:srgbClr val="000000"/>
                </a:solidFill>
                <a:latin typeface="Times New Roman" pitchFamily="18" charset="0"/>
                <a:ea typeface="楷体" charset="0"/>
                <a:cs typeface="楷体_GB2312"/>
              </a:rPr>
              <a:t>中作业构成满足</a:t>
            </a:r>
            <a:r>
              <a:rPr lang="en-US" altLang="zh-CN" sz="2400">
                <a:solidFill>
                  <a:srgbClr val="000000"/>
                </a:solidFill>
                <a:latin typeface="Times New Roman" pitchFamily="18" charset="0"/>
                <a:ea typeface="楷体" charset="0"/>
                <a:cs typeface="楷体_GB2312"/>
              </a:rPr>
              <a:t>Johnson</a:t>
            </a:r>
            <a:r>
              <a:rPr lang="zh-CN" altLang="en-US" sz="2400">
                <a:solidFill>
                  <a:srgbClr val="000000"/>
                </a:solidFill>
                <a:latin typeface="Times New Roman" pitchFamily="18" charset="0"/>
                <a:ea typeface="楷体" charset="0"/>
                <a:cs typeface="楷体_GB2312"/>
              </a:rPr>
              <a:t>法则的最优调度。</a:t>
            </a:r>
          </a:p>
        </p:txBody>
      </p:sp>
      <p:sp>
        <p:nvSpPr>
          <p:cNvPr id="93262" name="Rectangle 4"/>
          <p:cNvSpPr>
            <a:spLocks noChangeArrowheads="1"/>
          </p:cNvSpPr>
          <p:nvPr/>
        </p:nvSpPr>
        <p:spPr bwMode="auto">
          <a:xfrm>
            <a:off x="1143000" y="2326005"/>
            <a:ext cx="309880" cy="320040"/>
          </a:xfrm>
          <a:prstGeom prst="rect">
            <a:avLst/>
          </a:prstGeom>
          <a:noFill/>
          <a:ln w="9525">
            <a:noFill/>
            <a:miter lim="800000"/>
          </a:ln>
        </p:spPr>
        <p:txBody>
          <a:bodyPr wrap="none" anchor="ctr">
            <a:spAutoFit/>
          </a:bodyPr>
          <a:lstStyle/>
          <a:p>
            <a:endParaRPr lang="zh-CN" altLang="en-US" sz="1500"/>
          </a:p>
        </p:txBody>
      </p:sp>
      <p:graphicFrame>
        <p:nvGraphicFramePr>
          <p:cNvPr id="93258" name="Object 74"/>
          <p:cNvGraphicFramePr>
            <a:graphicFrameLocks noChangeAspect="1"/>
          </p:cNvGraphicFramePr>
          <p:nvPr/>
        </p:nvGraphicFramePr>
        <p:xfrm>
          <a:off x="2195513" y="1263254"/>
          <a:ext cx="3132535" cy="350044"/>
        </p:xfrm>
        <a:graphic>
          <a:graphicData uri="http://schemas.openxmlformats.org/presentationml/2006/ole">
            <mc:AlternateContent xmlns:mc="http://schemas.openxmlformats.org/markup-compatibility/2006">
              <mc:Choice xmlns:v="urn:schemas-microsoft-com:vml" Requires="v">
                <p:oleObj spid="_x0000_s93320" name="公式" r:id="rId3" imgW="2044700" imgH="228600" progId="Equation.3">
                  <p:embed/>
                </p:oleObj>
              </mc:Choice>
              <mc:Fallback>
                <p:oleObj name="公式" r:id="rId3" imgW="2044700" imgH="228600" progId="Equation.3">
                  <p:embed/>
                  <p:pic>
                    <p:nvPicPr>
                      <p:cNvPr id="0" name="Picture 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1263254"/>
                        <a:ext cx="3132535" cy="350044"/>
                      </a:xfrm>
                      <a:prstGeom prst="rect">
                        <a:avLst/>
                      </a:prstGeom>
                      <a:noFill/>
                    </p:spPr>
                  </p:pic>
                </p:oleObj>
              </mc:Fallback>
            </mc:AlternateContent>
          </a:graphicData>
        </a:graphic>
      </p:graphicFrame>
      <p:sp>
        <p:nvSpPr>
          <p:cNvPr id="93263" name="Text Box 6"/>
          <p:cNvSpPr txBox="1">
            <a:spLocks noChangeArrowheads="1"/>
          </p:cNvSpPr>
          <p:nvPr/>
        </p:nvSpPr>
        <p:spPr bwMode="auto">
          <a:xfrm>
            <a:off x="925195" y="3381375"/>
            <a:ext cx="7574280" cy="914400"/>
          </a:xfrm>
          <a:prstGeom prst="rect">
            <a:avLst/>
          </a:prstGeom>
          <a:gradFill>
            <a:gsLst>
              <a:gs pos="0">
                <a:srgbClr val="012D86"/>
              </a:gs>
              <a:gs pos="100000">
                <a:srgbClr val="0E2557"/>
              </a:gs>
            </a:gsLst>
            <a:lin ang="3960000" scaled="0"/>
          </a:gradFill>
          <a:ln w="50800">
            <a:solidFill>
              <a:srgbClr val="FF6600"/>
            </a:solidFill>
            <a:miter lim="800000"/>
          </a:ln>
        </p:spPr>
        <p:txBody>
          <a:bodyPr wrap="square">
            <a:spAutoFit/>
          </a:bodyPr>
          <a:lstStyle/>
          <a:p>
            <a:r>
              <a:rPr lang="zh-CN" altLang="en-US" sz="1800" b="1">
                <a:solidFill>
                  <a:schemeClr val="bg1"/>
                </a:solidFill>
                <a:latin typeface="Verdana" pitchFamily="34" charset="0"/>
                <a:ea typeface="黑体" pitchFamily="2" charset="-122"/>
              </a:rPr>
              <a:t>算法复杂度分析：</a:t>
            </a:r>
          </a:p>
          <a:p>
            <a:r>
              <a:rPr lang="zh-CN" altLang="en-US" sz="1800" b="1">
                <a:solidFill>
                  <a:schemeClr val="bg1"/>
                </a:solidFill>
                <a:ea typeface="楷体_GB2312"/>
                <a:cs typeface="楷体_GB2312"/>
              </a:rPr>
              <a:t>算法的主要计算时间花在对作业集的排序。因此，在最坏情况下算法所需的计算时间为</a:t>
            </a:r>
            <a:r>
              <a:rPr lang="en-US" altLang="zh-CN" sz="1800" b="1">
                <a:solidFill>
                  <a:schemeClr val="bg1"/>
                </a:solidFill>
                <a:ea typeface="楷体_GB2312"/>
                <a:cs typeface="楷体_GB2312"/>
              </a:rPr>
              <a:t>O(nlogn)</a:t>
            </a:r>
            <a:r>
              <a:rPr lang="zh-CN" altLang="en-US" sz="1800" b="1">
                <a:solidFill>
                  <a:schemeClr val="bg1"/>
                </a:solidFill>
                <a:ea typeface="楷体_GB2312"/>
                <a:cs typeface="楷体_GB2312"/>
              </a:rPr>
              <a:t>。所需的空间为</a:t>
            </a:r>
            <a:r>
              <a:rPr lang="en-US" altLang="zh-CN" sz="1800" b="1">
                <a:solidFill>
                  <a:schemeClr val="bg1"/>
                </a:solidFill>
                <a:ea typeface="楷体_GB2312"/>
                <a:cs typeface="楷体_GB2312"/>
              </a:rPr>
              <a:t>O(n)</a:t>
            </a:r>
            <a:r>
              <a:rPr lang="zh-CN" altLang="en-US" sz="1800" b="1">
                <a:solidFill>
                  <a:schemeClr val="bg1"/>
                </a:solidFill>
                <a:ea typeface="楷体_GB2312"/>
                <a:cs typeface="楷体_GB2312"/>
              </a:rPr>
              <a:t>。</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2" name="Rectangle 4"/>
          <p:cNvSpPr>
            <a:spLocks noGrp="1" noChangeArrowheads="1"/>
          </p:cNvSpPr>
          <p:nvPr>
            <p:ph type="ctrTitle" idx="4294967295"/>
          </p:nvPr>
        </p:nvSpPr>
        <p:spPr>
          <a:xfrm>
            <a:off x="343535" y="1649730"/>
            <a:ext cx="5391785" cy="1153795"/>
          </a:xfrm>
        </p:spPr>
        <p:txBody>
          <a:bodyPr rtlCol="0">
            <a:noAutofit/>
          </a:bodyPr>
          <a:lstStyle/>
          <a:p>
            <a:pPr eaLnBrk="1" fontAlgn="auto" hangingPunct="1">
              <a:spcAft>
                <a:spcPts val="0"/>
              </a:spcAft>
              <a:defRPr/>
            </a:pPr>
            <a:r>
              <a:rPr lang="en-US" altLang="zh-CN" sz="3450" b="1">
                <a:solidFill>
                  <a:srgbClr val="000000"/>
                </a:solidFill>
                <a:effectLst>
                  <a:outerShdw blurRad="38100" dist="38100" dir="2700000" algn="tl">
                    <a:srgbClr val="C0C0C0"/>
                  </a:outerShdw>
                </a:effectLst>
                <a:latin typeface="Times New Roman" pitchFamily="18" charset="0"/>
                <a:ea typeface="楷体" charset="0"/>
              </a:rPr>
              <a:t>0-1</a:t>
            </a:r>
            <a:r>
              <a:rPr lang="zh-CN" altLang="en-US" sz="3450" b="1">
                <a:solidFill>
                  <a:srgbClr val="000000"/>
                </a:solidFill>
                <a:effectLst>
                  <a:outerShdw blurRad="38100" dist="38100" dir="2700000" algn="tl">
                    <a:srgbClr val="C0C0C0"/>
                  </a:outerShdw>
                </a:effectLst>
                <a:latin typeface="Times New Roman" pitchFamily="18" charset="0"/>
                <a:ea typeface="楷体" charset="0"/>
              </a:rPr>
              <a:t>背包问题</a:t>
            </a:r>
          </a:p>
        </p:txBody>
      </p:sp>
      <p:pic>
        <p:nvPicPr>
          <p:cNvPr id="234499" name="图片 1"/>
          <p:cNvPicPr>
            <a:picLocks noChangeAspect="1"/>
          </p:cNvPicPr>
          <p:nvPr/>
        </p:nvPicPr>
        <p:blipFill>
          <a:blip r:embed="rId2"/>
          <a:srcRect/>
          <a:stretch>
            <a:fillRect/>
          </a:stretch>
        </p:blipFill>
        <p:spPr bwMode="auto">
          <a:xfrm>
            <a:off x="5263515" y="1348740"/>
            <a:ext cx="2985135" cy="2124710"/>
          </a:xfrm>
          <a:prstGeom prst="rect">
            <a:avLst/>
          </a:prstGeom>
          <a:noFill/>
          <a:ln w="9525">
            <a:noFill/>
            <a:miter lim="800000"/>
            <a:headEnd/>
            <a:tailEnd/>
          </a:ln>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BA5CBE72-CBC0-4715-AD1E-C1DCC4A23AAC}"/>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5829300" y="2096692"/>
            <a:ext cx="2171700" cy="1888331"/>
          </a:xfrm>
          <a:noFill/>
        </p:spPr>
      </p:pic>
      <p:sp>
        <p:nvSpPr>
          <p:cNvPr id="5123" name="Rectangle 3">
            <a:extLst>
              <a:ext uri="{FF2B5EF4-FFF2-40B4-BE49-F238E27FC236}">
                <a16:creationId xmlns:a16="http://schemas.microsoft.com/office/drawing/2014/main" id="{2B1ED050-48B2-43FE-A0A9-1A898CA711E4}"/>
              </a:ext>
            </a:extLst>
          </p:cNvPr>
          <p:cNvSpPr>
            <a:spLocks noGrp="1" noRot="1" noChangeArrowheads="1"/>
          </p:cNvSpPr>
          <p:nvPr>
            <p:ph type="title"/>
          </p:nvPr>
        </p:nvSpPr>
        <p:spPr>
          <a:xfrm>
            <a:off x="1371600" y="342900"/>
            <a:ext cx="6405563" cy="857250"/>
          </a:xfrm>
        </p:spPr>
        <p:txBody>
          <a:bodyPr/>
          <a:lstStyle/>
          <a:p>
            <a:pPr eaLnBrk="1" hangingPunct="1"/>
            <a:r>
              <a:rPr lang="en-US" altLang="zh-TW"/>
              <a:t>The Knapsack Problem</a:t>
            </a:r>
          </a:p>
        </p:txBody>
      </p:sp>
      <p:sp>
        <p:nvSpPr>
          <p:cNvPr id="5124" name="Rectangle 4">
            <a:extLst>
              <a:ext uri="{FF2B5EF4-FFF2-40B4-BE49-F238E27FC236}">
                <a16:creationId xmlns:a16="http://schemas.microsoft.com/office/drawing/2014/main" id="{7299B721-9169-4C4A-84AC-D3FBB06E1CE5}"/>
              </a:ext>
            </a:extLst>
          </p:cNvPr>
          <p:cNvSpPr>
            <a:spLocks noGrp="1" noRot="1" noChangeArrowheads="1"/>
          </p:cNvSpPr>
          <p:nvPr>
            <p:ph type="body" sz="half" idx="1"/>
          </p:nvPr>
        </p:nvSpPr>
        <p:spPr>
          <a:xfrm>
            <a:off x="1371600" y="1181101"/>
            <a:ext cx="6005513" cy="3145631"/>
          </a:xfrm>
        </p:spPr>
        <p:txBody>
          <a:bodyPr/>
          <a:lstStyle/>
          <a:p>
            <a:pPr eaLnBrk="1" hangingPunct="1">
              <a:lnSpc>
                <a:spcPct val="120000"/>
              </a:lnSpc>
            </a:pPr>
            <a:r>
              <a:rPr lang="en-US" altLang="zh-CN" sz="1800"/>
              <a:t>Def: </a:t>
            </a:r>
            <a:r>
              <a:rPr lang="zh-CN" altLang="en-US" sz="1800"/>
              <a:t>有</a:t>
            </a:r>
            <a:r>
              <a:rPr lang="en-US" altLang="zh-CN" sz="1800"/>
              <a:t>N</a:t>
            </a:r>
            <a:r>
              <a:rPr lang="zh-CN" altLang="en-US" sz="1800"/>
              <a:t>个物品和一个背包，其中</a:t>
            </a:r>
            <a:r>
              <a:rPr lang="en-US" altLang="zh-CN" sz="1800"/>
              <a:t>:</a:t>
            </a:r>
          </a:p>
          <a:p>
            <a:pPr lvl="1" eaLnBrk="1" hangingPunct="1">
              <a:lnSpc>
                <a:spcPct val="120000"/>
              </a:lnSpc>
            </a:pPr>
            <a:r>
              <a:rPr lang="zh-CN" altLang="en-US" sz="1500"/>
              <a:t>物品具有重量 </a:t>
            </a:r>
            <a:r>
              <a:rPr lang="en-US" altLang="zh-CN" sz="1500"/>
              <a:t>(w</a:t>
            </a:r>
            <a:r>
              <a:rPr lang="en-US" altLang="zh-CN" sz="1500" baseline="-25000"/>
              <a:t>1</a:t>
            </a:r>
            <a:r>
              <a:rPr lang="en-US" altLang="zh-CN" sz="1500"/>
              <a:t>, w</a:t>
            </a:r>
            <a:r>
              <a:rPr lang="en-US" altLang="zh-CN" sz="1500" baseline="-25000"/>
              <a:t>2</a:t>
            </a:r>
            <a:r>
              <a:rPr lang="en-US" altLang="zh-CN" sz="1500"/>
              <a:t>, …, w</a:t>
            </a:r>
            <a:r>
              <a:rPr lang="en-US" altLang="zh-CN" sz="1500" baseline="-25000"/>
              <a:t>n</a:t>
            </a:r>
            <a:r>
              <a:rPr lang="en-US" altLang="zh-CN" sz="1500"/>
              <a:t>) </a:t>
            </a:r>
            <a:r>
              <a:rPr lang="zh-CN" altLang="en-US" sz="1500"/>
              <a:t>和价值 </a:t>
            </a:r>
            <a:r>
              <a:rPr lang="en-US" altLang="zh-CN" sz="1500"/>
              <a:t>(p</a:t>
            </a:r>
            <a:r>
              <a:rPr lang="en-US" altLang="zh-CN" sz="1500" baseline="-25000"/>
              <a:t>1</a:t>
            </a:r>
            <a:r>
              <a:rPr lang="en-US" altLang="zh-CN" sz="1500"/>
              <a:t>, p</a:t>
            </a:r>
            <a:r>
              <a:rPr lang="en-US" altLang="zh-CN" sz="1500" baseline="-25000"/>
              <a:t>2</a:t>
            </a:r>
            <a:r>
              <a:rPr lang="en-US" altLang="zh-CN" sz="1500"/>
              <a:t>, …, p</a:t>
            </a:r>
            <a:r>
              <a:rPr lang="en-US" altLang="zh-CN" sz="1500" baseline="-25000"/>
              <a:t>n</a:t>
            </a:r>
            <a:r>
              <a:rPr lang="en-US" altLang="zh-CN" sz="1500"/>
              <a:t>)</a:t>
            </a:r>
          </a:p>
          <a:p>
            <a:pPr lvl="1" eaLnBrk="1" hangingPunct="1">
              <a:lnSpc>
                <a:spcPct val="120000"/>
              </a:lnSpc>
            </a:pPr>
            <a:r>
              <a:rPr lang="zh-CN" altLang="en-US" sz="1500"/>
              <a:t>背包的最大重量承受限制为</a:t>
            </a:r>
            <a:r>
              <a:rPr lang="en-US" altLang="zh-CN" sz="1500"/>
              <a:t>W</a:t>
            </a:r>
          </a:p>
          <a:p>
            <a:pPr eaLnBrk="1" hangingPunct="1">
              <a:lnSpc>
                <a:spcPct val="120000"/>
              </a:lnSpc>
              <a:buFont typeface="Wingdings" panose="05000000000000000000" pitchFamily="2" charset="2"/>
              <a:buNone/>
            </a:pPr>
            <a:r>
              <a:rPr lang="en-US" altLang="zh-CN" sz="1800"/>
              <a:t>    </a:t>
            </a:r>
            <a:r>
              <a:rPr lang="zh-CN" altLang="en-US" sz="1800"/>
              <a:t>如何放置物品可得最高价值</a:t>
            </a:r>
            <a:r>
              <a:rPr lang="en-US" altLang="zh-CN" sz="1800"/>
              <a:t>?</a:t>
            </a:r>
          </a:p>
          <a:p>
            <a:pPr eaLnBrk="1" hangingPunct="1">
              <a:lnSpc>
                <a:spcPct val="120000"/>
              </a:lnSpc>
              <a:buFont typeface="Wingdings" panose="05000000000000000000" pitchFamily="2" charset="2"/>
              <a:buNone/>
            </a:pPr>
            <a:endParaRPr lang="en-US" altLang="zh-CN" sz="1800"/>
          </a:p>
          <a:p>
            <a:pPr eaLnBrk="1" hangingPunct="1">
              <a:lnSpc>
                <a:spcPct val="120000"/>
              </a:lnSpc>
            </a:pPr>
            <a:r>
              <a:rPr lang="zh-CN" altLang="en-US" sz="1800"/>
              <a:t>此问题可以表示为如下</a:t>
            </a:r>
            <a:r>
              <a:rPr lang="en-US" altLang="zh-CN" sz="1800"/>
              <a:t>:</a:t>
            </a:r>
          </a:p>
        </p:txBody>
      </p:sp>
      <p:pic>
        <p:nvPicPr>
          <p:cNvPr id="16389" name="Picture 5">
            <a:extLst>
              <a:ext uri="{FF2B5EF4-FFF2-40B4-BE49-F238E27FC236}">
                <a16:creationId xmlns:a16="http://schemas.microsoft.com/office/drawing/2014/main" id="{7B54618B-2C90-42C9-9A8A-7C6F060BE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050" y="4057651"/>
            <a:ext cx="4286250" cy="536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nodeType="afterEffect">
                                  <p:stCondLst>
                                    <p:cond delay="0"/>
                                  </p:stCondLst>
                                  <p:childTnLst>
                                    <p:set>
                                      <p:cBhvr>
                                        <p:cTn id="6" dur="1" fill="hold">
                                          <p:stCondLst>
                                            <p:cond delay="0"/>
                                          </p:stCondLst>
                                        </p:cTn>
                                        <p:tgtEl>
                                          <p:spTgt spid="16389"/>
                                        </p:tgtEl>
                                        <p:attrNameLst>
                                          <p:attrName>style.visibility</p:attrName>
                                        </p:attrNameLst>
                                      </p:cBhvr>
                                      <p:to>
                                        <p:strVal val="visible"/>
                                      </p:to>
                                    </p:set>
                                    <p:animEffect transition="in" filter="randombar(horizontal)">
                                      <p:cBhvr>
                                        <p:cTn id="7" dur="500"/>
                                        <p:tgtEl>
                                          <p:spTgt spid="16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C9556053-E48B-4BC6-8898-491971D8C99C}"/>
              </a:ext>
            </a:extLst>
          </p:cNvPr>
          <p:cNvSpPr txBox="1">
            <a:spLocks noChangeArrowheads="1"/>
          </p:cNvSpPr>
          <p:nvPr/>
        </p:nvSpPr>
        <p:spPr bwMode="auto">
          <a:xfrm>
            <a:off x="2628900" y="628650"/>
            <a:ext cx="394335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defTabSz="685800" fontAlgn="base">
              <a:spcBef>
                <a:spcPct val="50000"/>
              </a:spcBef>
              <a:spcAft>
                <a:spcPct val="0"/>
              </a:spcAft>
              <a:buClrTx/>
              <a:buSzTx/>
              <a:buNone/>
            </a:pPr>
            <a:r>
              <a:rPr kumimoji="1" lang="en-US" altLang="zh-CN" sz="2100" b="1">
                <a:solidFill>
                  <a:srgbClr val="0000FF"/>
                </a:solidFill>
                <a:latin typeface="Times New Roman" panose="02020603050405020304" pitchFamily="18" charset="0"/>
                <a:ea typeface="新細明體" panose="02020500000000000000" pitchFamily="18" charset="-120"/>
                <a:sym typeface="Wingdings 2" panose="05020102010507070707" pitchFamily="18" charset="2"/>
              </a:rPr>
              <a:t>2-</a:t>
            </a:r>
            <a:r>
              <a:rPr kumimoji="1" lang="zh-CN" altLang="en-US" sz="2100" b="1">
                <a:solidFill>
                  <a:srgbClr val="0000FF"/>
                </a:solidFill>
                <a:latin typeface="Times New Roman" panose="02020603050405020304" pitchFamily="18" charset="0"/>
                <a:ea typeface="新細明體" panose="02020500000000000000" pitchFamily="18" charset="-120"/>
                <a:sym typeface="Wingdings 2" panose="05020102010507070707" pitchFamily="18" charset="2"/>
              </a:rPr>
              <a:t>动态规划法求解</a:t>
            </a:r>
            <a:r>
              <a:rPr kumimoji="1" lang="en-US" altLang="zh-CN" sz="2100" b="1">
                <a:solidFill>
                  <a:srgbClr val="0000FF"/>
                </a:solidFill>
                <a:latin typeface="Times New Roman" panose="02020603050405020304" pitchFamily="18" charset="0"/>
                <a:ea typeface="新細明體" panose="02020500000000000000" pitchFamily="18" charset="-120"/>
                <a:sym typeface="Wingdings 2" panose="05020102010507070707" pitchFamily="18" charset="2"/>
              </a:rPr>
              <a:t>0/1</a:t>
            </a:r>
            <a:r>
              <a:rPr kumimoji="1" lang="zh-CN" altLang="en-US" sz="2100" b="1">
                <a:solidFill>
                  <a:srgbClr val="0000FF"/>
                </a:solidFill>
                <a:latin typeface="Times New Roman" panose="02020603050405020304" pitchFamily="18" charset="0"/>
                <a:ea typeface="新細明體" panose="02020500000000000000" pitchFamily="18" charset="-120"/>
                <a:sym typeface="Wingdings 2" panose="05020102010507070707" pitchFamily="18" charset="2"/>
              </a:rPr>
              <a:t>背包问题</a:t>
            </a:r>
          </a:p>
        </p:txBody>
      </p:sp>
      <p:sp>
        <p:nvSpPr>
          <p:cNvPr id="6147" name="Rectangle 3">
            <a:extLst>
              <a:ext uri="{FF2B5EF4-FFF2-40B4-BE49-F238E27FC236}">
                <a16:creationId xmlns:a16="http://schemas.microsoft.com/office/drawing/2014/main" id="{A9A90EC3-44B9-4029-817D-34AAACF270C2}"/>
              </a:ext>
            </a:extLst>
          </p:cNvPr>
          <p:cNvSpPr>
            <a:spLocks noChangeArrowheads="1"/>
          </p:cNvSpPr>
          <p:nvPr/>
        </p:nvSpPr>
        <p:spPr bwMode="auto">
          <a:xfrm>
            <a:off x="1547813" y="1032272"/>
            <a:ext cx="5993606"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r>
              <a:rPr kumimoji="1" lang="zh-CN" altLang="en-US" sz="2100" b="1">
                <a:solidFill>
                  <a:srgbClr val="007A77"/>
                </a:solidFill>
              </a:rPr>
              <a:t>动态规划法设计算法一般分成三个阶段：</a:t>
            </a:r>
          </a:p>
          <a:p>
            <a:pPr defTabSz="685800" fontAlgn="base">
              <a:spcBef>
                <a:spcPct val="0"/>
              </a:spcBef>
              <a:spcAft>
                <a:spcPct val="0"/>
              </a:spcAft>
              <a:buClrTx/>
              <a:buSzTx/>
              <a:buNone/>
            </a:pPr>
            <a:r>
              <a:rPr kumimoji="1" lang="zh-CN" altLang="en-US" sz="2100" b="1">
                <a:solidFill>
                  <a:srgbClr val="007A77"/>
                </a:solidFill>
              </a:rPr>
              <a:t>（</a:t>
            </a:r>
            <a:r>
              <a:rPr kumimoji="1" lang="en-US" altLang="zh-CN" sz="2100" b="1">
                <a:solidFill>
                  <a:srgbClr val="007A77"/>
                </a:solidFill>
              </a:rPr>
              <a:t>1</a:t>
            </a:r>
            <a:r>
              <a:rPr kumimoji="1" lang="zh-CN" altLang="en-US" sz="2100" b="1">
                <a:solidFill>
                  <a:srgbClr val="007A77"/>
                </a:solidFill>
              </a:rPr>
              <a:t>）</a:t>
            </a:r>
            <a:r>
              <a:rPr kumimoji="1" lang="zh-CN" altLang="en-US" sz="2100" b="1">
                <a:solidFill>
                  <a:srgbClr val="FF3300"/>
                </a:solidFill>
              </a:rPr>
              <a:t>分段</a:t>
            </a:r>
            <a:r>
              <a:rPr kumimoji="1" lang="zh-CN" altLang="en-US" sz="2100" b="1">
                <a:solidFill>
                  <a:srgbClr val="007A77"/>
                </a:solidFill>
              </a:rPr>
              <a:t>：将原问题分解为若干个相互重叠的子问题；</a:t>
            </a:r>
          </a:p>
          <a:p>
            <a:pPr defTabSz="685800" fontAlgn="base">
              <a:spcBef>
                <a:spcPct val="0"/>
              </a:spcBef>
              <a:spcAft>
                <a:spcPct val="0"/>
              </a:spcAft>
              <a:buClrTx/>
              <a:buSzTx/>
              <a:buNone/>
            </a:pPr>
            <a:r>
              <a:rPr kumimoji="1" lang="zh-CN" altLang="en-US" sz="2100" b="1">
                <a:solidFill>
                  <a:srgbClr val="007A77"/>
                </a:solidFill>
              </a:rPr>
              <a:t>（</a:t>
            </a:r>
            <a:r>
              <a:rPr kumimoji="1" lang="en-US" altLang="zh-CN" sz="2100" b="1">
                <a:solidFill>
                  <a:srgbClr val="007A77"/>
                </a:solidFill>
              </a:rPr>
              <a:t>2</a:t>
            </a:r>
            <a:r>
              <a:rPr kumimoji="1" lang="zh-CN" altLang="en-US" sz="2100" b="1">
                <a:solidFill>
                  <a:srgbClr val="007A77"/>
                </a:solidFill>
              </a:rPr>
              <a:t>）</a:t>
            </a:r>
            <a:r>
              <a:rPr kumimoji="1" lang="zh-CN" altLang="en-US" sz="2100" b="1">
                <a:solidFill>
                  <a:srgbClr val="FF3300"/>
                </a:solidFill>
              </a:rPr>
              <a:t>分析</a:t>
            </a:r>
            <a:r>
              <a:rPr kumimoji="1" lang="zh-CN" altLang="en-US" sz="2100" b="1">
                <a:solidFill>
                  <a:srgbClr val="007A77"/>
                </a:solidFill>
              </a:rPr>
              <a:t>：分析问题是否满足最优性原理，找出动态规划函数的递推式；</a:t>
            </a:r>
          </a:p>
          <a:p>
            <a:pPr defTabSz="685800" fontAlgn="base">
              <a:spcBef>
                <a:spcPct val="0"/>
              </a:spcBef>
              <a:spcAft>
                <a:spcPct val="0"/>
              </a:spcAft>
              <a:buClrTx/>
              <a:buSzTx/>
              <a:buNone/>
            </a:pPr>
            <a:r>
              <a:rPr kumimoji="1" lang="zh-CN" altLang="en-US" sz="2100" b="1">
                <a:solidFill>
                  <a:srgbClr val="007A77"/>
                </a:solidFill>
              </a:rPr>
              <a:t>（</a:t>
            </a:r>
            <a:r>
              <a:rPr kumimoji="1" lang="en-US" altLang="zh-CN" sz="2100" b="1">
                <a:solidFill>
                  <a:srgbClr val="007A77"/>
                </a:solidFill>
              </a:rPr>
              <a:t>3</a:t>
            </a:r>
            <a:r>
              <a:rPr kumimoji="1" lang="zh-CN" altLang="en-US" sz="2100" b="1">
                <a:solidFill>
                  <a:srgbClr val="007A77"/>
                </a:solidFill>
              </a:rPr>
              <a:t>）</a:t>
            </a:r>
            <a:r>
              <a:rPr kumimoji="1" lang="zh-CN" altLang="en-US" sz="2100" b="1">
                <a:solidFill>
                  <a:srgbClr val="FF3300"/>
                </a:solidFill>
              </a:rPr>
              <a:t>求解</a:t>
            </a:r>
            <a:r>
              <a:rPr kumimoji="1" lang="zh-CN" altLang="en-US" sz="2100" b="1">
                <a:solidFill>
                  <a:srgbClr val="007A77"/>
                </a:solidFill>
              </a:rPr>
              <a:t>：利用递推式自底向上计算，实现动态规划过程。  </a:t>
            </a:r>
          </a:p>
          <a:p>
            <a:pPr defTabSz="685800" fontAlgn="base">
              <a:spcBef>
                <a:spcPct val="0"/>
              </a:spcBef>
              <a:spcAft>
                <a:spcPct val="0"/>
              </a:spcAft>
              <a:buClrTx/>
              <a:buSzTx/>
              <a:buNone/>
            </a:pPr>
            <a:endParaRPr kumimoji="1" lang="zh-CN" altLang="en-US" sz="2100" b="1">
              <a:solidFill>
                <a:srgbClr val="007A77"/>
              </a:solidFill>
            </a:endParaRPr>
          </a:p>
          <a:p>
            <a:pPr defTabSz="685800" fontAlgn="base">
              <a:spcBef>
                <a:spcPct val="0"/>
              </a:spcBef>
              <a:spcAft>
                <a:spcPct val="0"/>
              </a:spcAft>
              <a:buClrTx/>
              <a:buSzTx/>
            </a:pPr>
            <a:r>
              <a:rPr kumimoji="1" lang="zh-CN" altLang="en-US" sz="2100" b="1">
                <a:solidFill>
                  <a:srgbClr val="007A77"/>
                </a:solidFill>
              </a:rPr>
              <a:t> 动态规划法利用问题的最优性原理，以</a:t>
            </a:r>
            <a:r>
              <a:rPr kumimoji="1" lang="zh-CN" altLang="en-US" sz="2100" b="1">
                <a:solidFill>
                  <a:srgbClr val="FF3300"/>
                </a:solidFill>
              </a:rPr>
              <a:t>自底向上</a:t>
            </a:r>
            <a:r>
              <a:rPr kumimoji="1" lang="zh-CN" altLang="en-US" sz="2100" b="1">
                <a:solidFill>
                  <a:srgbClr val="007A77"/>
                </a:solidFill>
              </a:rPr>
              <a:t>的方式从子问题的最优解逐步构造出整个问题的最优解。</a:t>
            </a:r>
            <a:endParaRPr kumimoji="1" lang="zh-CN" altLang="en-US" sz="3300" b="1">
              <a:solidFill>
                <a:srgbClr val="007A77"/>
              </a:solidFill>
            </a:endParaRPr>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71" name="Text Box 3">
            <a:extLst>
              <a:ext uri="{FF2B5EF4-FFF2-40B4-BE49-F238E27FC236}">
                <a16:creationId xmlns:a16="http://schemas.microsoft.com/office/drawing/2014/main" id="{1A8A8675-9F07-40DA-9739-AC321C9CD6A9}"/>
              </a:ext>
            </a:extLst>
          </p:cNvPr>
          <p:cNvSpPr txBox="1">
            <a:spLocks noChangeArrowheads="1"/>
          </p:cNvSpPr>
          <p:nvPr/>
        </p:nvSpPr>
        <p:spPr bwMode="auto">
          <a:xfrm>
            <a:off x="1657350" y="1200150"/>
            <a:ext cx="588645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50000"/>
              </a:spcBef>
              <a:spcAft>
                <a:spcPct val="0"/>
              </a:spcAft>
              <a:buClrTx/>
              <a:buSzTx/>
              <a:buNone/>
            </a:pPr>
            <a:r>
              <a:rPr kumimoji="1" lang="en-US" altLang="zh-CN" sz="1800" b="1" dirty="0">
                <a:solidFill>
                  <a:srgbClr val="007A77"/>
                </a:solidFill>
                <a:latin typeface="Times New Roman" panose="02020603050405020304" pitchFamily="18" charset="0"/>
              </a:rPr>
              <a:t>       </a:t>
            </a:r>
            <a:r>
              <a:rPr kumimoji="1" lang="zh-CN" altLang="en-US" sz="1800" b="1" dirty="0">
                <a:solidFill>
                  <a:srgbClr val="007A77"/>
                </a:solidFill>
                <a:latin typeface="宋体" panose="02010600030101010101" pitchFamily="2" charset="-122"/>
              </a:rPr>
              <a:t>在</a:t>
            </a:r>
            <a:r>
              <a:rPr kumimoji="1" lang="en-US" altLang="zh-CN" sz="1800" b="1" dirty="0">
                <a:solidFill>
                  <a:srgbClr val="007A77"/>
                </a:solidFill>
                <a:latin typeface="Times New Roman" panose="02020603050405020304" pitchFamily="18" charset="0"/>
              </a:rPr>
              <a:t>0/1</a:t>
            </a:r>
            <a:r>
              <a:rPr kumimoji="1" lang="zh-CN" altLang="en-US" sz="1800" b="1" dirty="0">
                <a:solidFill>
                  <a:srgbClr val="007A77"/>
                </a:solidFill>
                <a:latin typeface="宋体" panose="02010600030101010101" pitchFamily="2" charset="-122"/>
              </a:rPr>
              <a:t>背包问题中，物品</a:t>
            </a:r>
            <a:r>
              <a:rPr kumimoji="1" lang="en-US" altLang="zh-CN" sz="1800" b="1" i="1" dirty="0" err="1">
                <a:solidFill>
                  <a:srgbClr val="007A77"/>
                </a:solidFill>
                <a:latin typeface="Times New Roman" panose="02020603050405020304" pitchFamily="18" charset="0"/>
              </a:rPr>
              <a:t>i</a:t>
            </a:r>
            <a:r>
              <a:rPr kumimoji="1" lang="zh-CN" altLang="en-US" sz="1800" b="1" dirty="0">
                <a:solidFill>
                  <a:srgbClr val="007A77"/>
                </a:solidFill>
                <a:latin typeface="宋体" panose="02010600030101010101" pitchFamily="2" charset="-122"/>
              </a:rPr>
              <a:t>或者被装入背包，或者不被装入背包，设</a:t>
            </a:r>
            <a:r>
              <a:rPr kumimoji="1" lang="en-US" altLang="zh-CN" sz="1800" b="1" i="1" dirty="0">
                <a:solidFill>
                  <a:srgbClr val="007A77"/>
                </a:solidFill>
                <a:latin typeface="Times New Roman" panose="02020603050405020304" pitchFamily="18" charset="0"/>
              </a:rPr>
              <a:t>x</a:t>
            </a:r>
            <a:r>
              <a:rPr kumimoji="1" lang="en-US" altLang="zh-CN" sz="1800" b="1" i="1" baseline="-30000" dirty="0">
                <a:solidFill>
                  <a:srgbClr val="007A77"/>
                </a:solidFill>
                <a:latin typeface="Times New Roman" panose="02020603050405020304" pitchFamily="18" charset="0"/>
              </a:rPr>
              <a:t>i</a:t>
            </a:r>
            <a:r>
              <a:rPr kumimoji="1" lang="zh-CN" altLang="en-US" sz="1800" b="1" dirty="0">
                <a:solidFill>
                  <a:srgbClr val="007A77"/>
                </a:solidFill>
                <a:latin typeface="宋体" panose="02010600030101010101" pitchFamily="2" charset="-122"/>
              </a:rPr>
              <a:t>表示物品</a:t>
            </a:r>
            <a:r>
              <a:rPr kumimoji="1" lang="en-US" altLang="zh-CN" sz="1800" b="1" i="1" dirty="0" err="1">
                <a:solidFill>
                  <a:srgbClr val="007A77"/>
                </a:solidFill>
                <a:latin typeface="Times New Roman" panose="02020603050405020304" pitchFamily="18" charset="0"/>
              </a:rPr>
              <a:t>i</a:t>
            </a:r>
            <a:r>
              <a:rPr kumimoji="1" lang="zh-CN" altLang="en-US" sz="1800" b="1" dirty="0">
                <a:solidFill>
                  <a:srgbClr val="007A77"/>
                </a:solidFill>
                <a:latin typeface="宋体" panose="02010600030101010101" pitchFamily="2" charset="-122"/>
              </a:rPr>
              <a:t>装入背包的情况，则当</a:t>
            </a:r>
            <a:r>
              <a:rPr kumimoji="1" lang="en-US" altLang="zh-CN" sz="1800" b="1" i="1" dirty="0">
                <a:solidFill>
                  <a:srgbClr val="007A77"/>
                </a:solidFill>
                <a:latin typeface="Times New Roman" panose="02020603050405020304" pitchFamily="18" charset="0"/>
              </a:rPr>
              <a:t>x</a:t>
            </a:r>
            <a:r>
              <a:rPr kumimoji="1" lang="en-US" altLang="zh-CN" sz="1800" b="1" i="1" baseline="-30000" dirty="0">
                <a:solidFill>
                  <a:srgbClr val="007A77"/>
                </a:solidFill>
                <a:latin typeface="Times New Roman" panose="02020603050405020304" pitchFamily="18" charset="0"/>
              </a:rPr>
              <a:t>i</a:t>
            </a:r>
            <a:r>
              <a:rPr kumimoji="1" lang="en-US" altLang="zh-CN" sz="1800" b="1" dirty="0">
                <a:solidFill>
                  <a:srgbClr val="007A77"/>
                </a:solidFill>
                <a:latin typeface="Times New Roman" panose="02020603050405020304" pitchFamily="18" charset="0"/>
              </a:rPr>
              <a:t>=0</a:t>
            </a:r>
            <a:r>
              <a:rPr kumimoji="1" lang="zh-CN" altLang="en-US" sz="1800" b="1" dirty="0">
                <a:solidFill>
                  <a:srgbClr val="007A77"/>
                </a:solidFill>
                <a:latin typeface="宋体" panose="02010600030101010101" pitchFamily="2" charset="-122"/>
              </a:rPr>
              <a:t>时，表示物品</a:t>
            </a:r>
            <a:r>
              <a:rPr kumimoji="1" lang="en-US" altLang="zh-CN" sz="1800" b="1" i="1" dirty="0" err="1">
                <a:solidFill>
                  <a:srgbClr val="007A77"/>
                </a:solidFill>
                <a:latin typeface="Times New Roman" panose="02020603050405020304" pitchFamily="18" charset="0"/>
              </a:rPr>
              <a:t>i</a:t>
            </a:r>
            <a:r>
              <a:rPr kumimoji="1" lang="zh-CN" altLang="en-US" sz="1800" b="1" dirty="0">
                <a:solidFill>
                  <a:srgbClr val="007A77"/>
                </a:solidFill>
                <a:latin typeface="宋体" panose="02010600030101010101" pitchFamily="2" charset="-122"/>
              </a:rPr>
              <a:t>没有被装入背包，</a:t>
            </a:r>
            <a:r>
              <a:rPr kumimoji="1" lang="en-US" altLang="zh-CN" sz="1800" b="1" i="1" dirty="0">
                <a:solidFill>
                  <a:srgbClr val="007A77"/>
                </a:solidFill>
                <a:latin typeface="Times New Roman" panose="02020603050405020304" pitchFamily="18" charset="0"/>
              </a:rPr>
              <a:t>x</a:t>
            </a:r>
            <a:r>
              <a:rPr kumimoji="1" lang="en-US" altLang="zh-CN" sz="1800" b="1" i="1" baseline="-30000" dirty="0">
                <a:solidFill>
                  <a:srgbClr val="007A77"/>
                </a:solidFill>
                <a:latin typeface="Times New Roman" panose="02020603050405020304" pitchFamily="18" charset="0"/>
              </a:rPr>
              <a:t>i</a:t>
            </a:r>
            <a:r>
              <a:rPr kumimoji="1" lang="en-US" altLang="zh-CN" sz="1800" b="1" dirty="0">
                <a:solidFill>
                  <a:srgbClr val="007A77"/>
                </a:solidFill>
                <a:latin typeface="Times New Roman" panose="02020603050405020304" pitchFamily="18" charset="0"/>
              </a:rPr>
              <a:t>=1</a:t>
            </a:r>
            <a:r>
              <a:rPr kumimoji="1" lang="zh-CN" altLang="en-US" sz="1800" b="1" dirty="0">
                <a:solidFill>
                  <a:srgbClr val="007A77"/>
                </a:solidFill>
                <a:latin typeface="宋体" panose="02010600030101010101" pitchFamily="2" charset="-122"/>
              </a:rPr>
              <a:t>时，表示物品</a:t>
            </a:r>
            <a:r>
              <a:rPr kumimoji="1" lang="en-US" altLang="zh-CN" sz="1800" b="1" i="1" dirty="0" err="1">
                <a:solidFill>
                  <a:srgbClr val="007A77"/>
                </a:solidFill>
                <a:latin typeface="Times New Roman" panose="02020603050405020304" pitchFamily="18" charset="0"/>
              </a:rPr>
              <a:t>i</a:t>
            </a:r>
            <a:r>
              <a:rPr kumimoji="1" lang="zh-CN" altLang="en-US" sz="1800" b="1" dirty="0">
                <a:solidFill>
                  <a:srgbClr val="007A77"/>
                </a:solidFill>
                <a:latin typeface="宋体" panose="02010600030101010101" pitchFamily="2" charset="-122"/>
              </a:rPr>
              <a:t>被装入背包。根据问题的要求，有如下约束条件和目标函数：</a:t>
            </a:r>
            <a:r>
              <a:rPr kumimoji="1" lang="zh-CN" altLang="en-US" sz="1800" b="1" dirty="0">
                <a:solidFill>
                  <a:srgbClr val="007A77"/>
                </a:solidFill>
                <a:latin typeface="Times New Roman" panose="02020603050405020304" pitchFamily="18" charset="0"/>
              </a:rPr>
              <a:t> </a:t>
            </a:r>
          </a:p>
        </p:txBody>
      </p:sp>
      <p:grpSp>
        <p:nvGrpSpPr>
          <p:cNvPr id="7172" name="Group 4">
            <a:extLst>
              <a:ext uri="{FF2B5EF4-FFF2-40B4-BE49-F238E27FC236}">
                <a16:creationId xmlns:a16="http://schemas.microsoft.com/office/drawing/2014/main" id="{60CA4B1F-4F2C-4E3E-BD3C-CD0A39D501B6}"/>
              </a:ext>
            </a:extLst>
          </p:cNvPr>
          <p:cNvGrpSpPr>
            <a:grpSpLocks/>
          </p:cNvGrpSpPr>
          <p:nvPr/>
        </p:nvGrpSpPr>
        <p:grpSpPr bwMode="auto">
          <a:xfrm>
            <a:off x="2736057" y="2356248"/>
            <a:ext cx="4266010" cy="1064419"/>
            <a:chOff x="3445" y="9050"/>
            <a:chExt cx="4114" cy="879"/>
          </a:xfrm>
        </p:grpSpPr>
        <p:graphicFrame>
          <p:nvGraphicFramePr>
            <p:cNvPr id="7177" name="Object 5">
              <a:extLst>
                <a:ext uri="{FF2B5EF4-FFF2-40B4-BE49-F238E27FC236}">
                  <a16:creationId xmlns:a16="http://schemas.microsoft.com/office/drawing/2014/main" id="{53D455BF-9E3F-4F59-8D13-DD35E20EEC6C}"/>
                </a:ext>
              </a:extLst>
            </p:cNvPr>
            <p:cNvGraphicFramePr>
              <a:graphicFrameLocks noChangeAspect="1"/>
            </p:cNvGraphicFramePr>
            <p:nvPr/>
          </p:nvGraphicFramePr>
          <p:xfrm>
            <a:off x="3445" y="9050"/>
            <a:ext cx="2100" cy="879"/>
          </p:xfrm>
          <a:graphic>
            <a:graphicData uri="http://schemas.openxmlformats.org/presentationml/2006/ole">
              <mc:AlternateContent xmlns:mc="http://schemas.openxmlformats.org/markup-compatibility/2006">
                <mc:Choice xmlns:v="urn:schemas-microsoft-com:vml" Requires="v">
                  <p:oleObj spid="_x0000_s129028" name="Equation" r:id="rId3" imgW="1333500" imgH="635000" progId="Equation.3">
                    <p:embed/>
                  </p:oleObj>
                </mc:Choice>
                <mc:Fallback>
                  <p:oleObj name="Equation" r:id="rId3" imgW="1333500" imgH="635000" progId="Equation.3">
                    <p:embed/>
                    <p:pic>
                      <p:nvPicPr>
                        <p:cNvPr id="7177" name="Object 5">
                          <a:extLst>
                            <a:ext uri="{FF2B5EF4-FFF2-40B4-BE49-F238E27FC236}">
                              <a16:creationId xmlns:a16="http://schemas.microsoft.com/office/drawing/2014/main" id="{53D455BF-9E3F-4F59-8D13-DD35E20EEC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5" y="9050"/>
                          <a:ext cx="2100" cy="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8" name="Text Box 6">
              <a:extLst>
                <a:ext uri="{FF2B5EF4-FFF2-40B4-BE49-F238E27FC236}">
                  <a16:creationId xmlns:a16="http://schemas.microsoft.com/office/drawing/2014/main" id="{6CE742A2-2BD9-4ED4-B4BF-80BFE1432FD1}"/>
                </a:ext>
              </a:extLst>
            </p:cNvPr>
            <p:cNvSpPr txBox="1">
              <a:spLocks noChangeArrowheads="1"/>
            </p:cNvSpPr>
            <p:nvPr/>
          </p:nvSpPr>
          <p:spPr bwMode="auto">
            <a:xfrm>
              <a:off x="6519" y="9360"/>
              <a:ext cx="10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r>
                <a:rPr lang="zh-CN" altLang="en-US" sz="1350">
                  <a:solidFill>
                    <a:srgbClr val="007A77"/>
                  </a:solidFill>
                  <a:latin typeface="Times New Roman" panose="02020603050405020304" pitchFamily="18" charset="0"/>
                </a:rPr>
                <a:t>（式</a:t>
              </a:r>
              <a:r>
                <a:rPr lang="en-US" altLang="zh-CN" sz="1350">
                  <a:solidFill>
                    <a:srgbClr val="007A77"/>
                  </a:solidFill>
                  <a:latin typeface="Times New Roman" panose="02020603050405020304" pitchFamily="18" charset="0"/>
                </a:rPr>
                <a:t>2.1</a:t>
              </a:r>
              <a:r>
                <a:rPr lang="zh-CN" altLang="en-US" sz="1350">
                  <a:solidFill>
                    <a:srgbClr val="007A77"/>
                  </a:solidFill>
                  <a:latin typeface="Times New Roman" panose="02020603050405020304" pitchFamily="18" charset="0"/>
                </a:rPr>
                <a:t>）</a:t>
              </a:r>
            </a:p>
          </p:txBody>
        </p:sp>
      </p:grpSp>
      <p:grpSp>
        <p:nvGrpSpPr>
          <p:cNvPr id="7173" name="Group 7">
            <a:extLst>
              <a:ext uri="{FF2B5EF4-FFF2-40B4-BE49-F238E27FC236}">
                <a16:creationId xmlns:a16="http://schemas.microsoft.com/office/drawing/2014/main" id="{1C2A0CD3-4E95-40A1-B6AB-1A937DC84845}"/>
              </a:ext>
            </a:extLst>
          </p:cNvPr>
          <p:cNvGrpSpPr>
            <a:grpSpLocks/>
          </p:cNvGrpSpPr>
          <p:nvPr/>
        </p:nvGrpSpPr>
        <p:grpSpPr bwMode="auto">
          <a:xfrm>
            <a:off x="2897981" y="3381375"/>
            <a:ext cx="4158854" cy="781050"/>
            <a:chOff x="3625" y="10416"/>
            <a:chExt cx="3914" cy="680"/>
          </a:xfrm>
        </p:grpSpPr>
        <p:graphicFrame>
          <p:nvGraphicFramePr>
            <p:cNvPr id="7175" name="Object 8">
              <a:extLst>
                <a:ext uri="{FF2B5EF4-FFF2-40B4-BE49-F238E27FC236}">
                  <a16:creationId xmlns:a16="http://schemas.microsoft.com/office/drawing/2014/main" id="{E132F363-DAB4-4B9E-8EE8-3C799A695975}"/>
                </a:ext>
              </a:extLst>
            </p:cNvPr>
            <p:cNvGraphicFramePr>
              <a:graphicFrameLocks noChangeAspect="1"/>
            </p:cNvGraphicFramePr>
            <p:nvPr/>
          </p:nvGraphicFramePr>
          <p:xfrm>
            <a:off x="3625" y="10416"/>
            <a:ext cx="1160" cy="680"/>
          </p:xfrm>
          <a:graphic>
            <a:graphicData uri="http://schemas.openxmlformats.org/presentationml/2006/ole">
              <mc:AlternateContent xmlns:mc="http://schemas.openxmlformats.org/markup-compatibility/2006">
                <mc:Choice xmlns:v="urn:schemas-microsoft-com:vml" Requires="v">
                  <p:oleObj spid="_x0000_s129029" name="Equation" r:id="rId5" imgW="736600" imgH="431800" progId="Equation.3">
                    <p:embed/>
                  </p:oleObj>
                </mc:Choice>
                <mc:Fallback>
                  <p:oleObj name="Equation" r:id="rId5" imgW="736600" imgH="431800" progId="Equation.3">
                    <p:embed/>
                    <p:pic>
                      <p:nvPicPr>
                        <p:cNvPr id="7175" name="Object 8">
                          <a:extLst>
                            <a:ext uri="{FF2B5EF4-FFF2-40B4-BE49-F238E27FC236}">
                              <a16:creationId xmlns:a16="http://schemas.microsoft.com/office/drawing/2014/main" id="{E132F363-DAB4-4B9E-8EE8-3C799A6959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25" y="10416"/>
                          <a:ext cx="1160" cy="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6" name="Text Box 9">
              <a:extLst>
                <a:ext uri="{FF2B5EF4-FFF2-40B4-BE49-F238E27FC236}">
                  <a16:creationId xmlns:a16="http://schemas.microsoft.com/office/drawing/2014/main" id="{85C12BD9-8B4A-4AA2-B2C6-E918C3A072CA}"/>
                </a:ext>
              </a:extLst>
            </p:cNvPr>
            <p:cNvSpPr txBox="1">
              <a:spLocks noChangeArrowheads="1"/>
            </p:cNvSpPr>
            <p:nvPr/>
          </p:nvSpPr>
          <p:spPr bwMode="auto">
            <a:xfrm>
              <a:off x="6499" y="10530"/>
              <a:ext cx="10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r>
                <a:rPr lang="zh-CN" altLang="en-US" sz="1500">
                  <a:solidFill>
                    <a:srgbClr val="007A77"/>
                  </a:solidFill>
                  <a:latin typeface="Times New Roman" panose="02020603050405020304" pitchFamily="18" charset="0"/>
                </a:rPr>
                <a:t>（式</a:t>
              </a:r>
              <a:r>
                <a:rPr lang="en-US" altLang="zh-CN" sz="1500">
                  <a:solidFill>
                    <a:srgbClr val="007A77"/>
                  </a:solidFill>
                  <a:latin typeface="Times New Roman" panose="02020603050405020304" pitchFamily="18" charset="0"/>
                </a:rPr>
                <a:t>2.2</a:t>
              </a:r>
              <a:r>
                <a:rPr lang="zh-CN" altLang="en-US" sz="1500">
                  <a:solidFill>
                    <a:srgbClr val="007A77"/>
                  </a:solidFill>
                  <a:latin typeface="Times New Roman" panose="02020603050405020304" pitchFamily="18" charset="0"/>
                </a:rPr>
                <a:t>）</a:t>
              </a:r>
            </a:p>
          </p:txBody>
        </p:sp>
      </p:grpSp>
      <p:sp>
        <p:nvSpPr>
          <p:cNvPr id="7174" name="Rectangle 10">
            <a:extLst>
              <a:ext uri="{FF2B5EF4-FFF2-40B4-BE49-F238E27FC236}">
                <a16:creationId xmlns:a16="http://schemas.microsoft.com/office/drawing/2014/main" id="{D173B697-BF78-41DA-8503-284836BE3E32}"/>
              </a:ext>
            </a:extLst>
          </p:cNvPr>
          <p:cNvSpPr>
            <a:spLocks noChangeArrowheads="1"/>
          </p:cNvSpPr>
          <p:nvPr/>
        </p:nvSpPr>
        <p:spPr bwMode="auto">
          <a:xfrm>
            <a:off x="1656160" y="4245769"/>
            <a:ext cx="60483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r>
              <a:rPr kumimoji="1" lang="zh-CN" altLang="en-US" sz="1800" b="1">
                <a:solidFill>
                  <a:srgbClr val="007A77"/>
                </a:solidFill>
                <a:latin typeface="Times New Roman" panose="02020603050405020304" pitchFamily="18" charset="0"/>
              </a:rPr>
              <a:t>于是，问题归结为寻找一个满足约束条件式</a:t>
            </a:r>
            <a:r>
              <a:rPr kumimoji="1" lang="en-US" altLang="zh-CN" sz="1800" b="1">
                <a:solidFill>
                  <a:srgbClr val="007A77"/>
                </a:solidFill>
                <a:latin typeface="Times New Roman" panose="02020603050405020304" pitchFamily="18" charset="0"/>
              </a:rPr>
              <a:t>2.1</a:t>
            </a:r>
            <a:r>
              <a:rPr kumimoji="1" lang="zh-CN" altLang="en-US" sz="1800" b="1">
                <a:solidFill>
                  <a:srgbClr val="007A77"/>
                </a:solidFill>
                <a:latin typeface="Times New Roman" panose="02020603050405020304" pitchFamily="18" charset="0"/>
              </a:rPr>
              <a:t>，并使目标函数式</a:t>
            </a:r>
            <a:r>
              <a:rPr kumimoji="1" lang="en-US" altLang="zh-CN" sz="1800" b="1">
                <a:solidFill>
                  <a:srgbClr val="007A77"/>
                </a:solidFill>
                <a:latin typeface="Times New Roman" panose="02020603050405020304" pitchFamily="18" charset="0"/>
              </a:rPr>
              <a:t>2.2</a:t>
            </a:r>
            <a:r>
              <a:rPr kumimoji="1" lang="zh-CN" altLang="en-US" sz="1800" b="1">
                <a:solidFill>
                  <a:srgbClr val="007A77"/>
                </a:solidFill>
                <a:latin typeface="Times New Roman" panose="02020603050405020304" pitchFamily="18" charset="0"/>
              </a:rPr>
              <a:t>达到最大的解向量</a:t>
            </a:r>
            <a:r>
              <a:rPr kumimoji="1" lang="en-US" altLang="zh-CN" sz="1800" b="1" i="1">
                <a:solidFill>
                  <a:srgbClr val="007A77"/>
                </a:solidFill>
                <a:latin typeface="Times New Roman" panose="02020603050405020304" pitchFamily="18" charset="0"/>
              </a:rPr>
              <a:t>X</a:t>
            </a:r>
            <a:r>
              <a:rPr kumimoji="1" lang="en-US" altLang="zh-CN" sz="1800" b="1">
                <a:solidFill>
                  <a:srgbClr val="007A77"/>
                </a:solidFill>
                <a:latin typeface="Times New Roman" panose="02020603050405020304" pitchFamily="18" charset="0"/>
              </a:rPr>
              <a:t>=(</a:t>
            </a:r>
            <a:r>
              <a:rPr kumimoji="1" lang="en-US" altLang="zh-CN" sz="1800" b="1" i="1">
                <a:solidFill>
                  <a:srgbClr val="007A77"/>
                </a:solidFill>
                <a:latin typeface="Times New Roman" panose="02020603050405020304" pitchFamily="18" charset="0"/>
              </a:rPr>
              <a:t>x</a:t>
            </a:r>
            <a:r>
              <a:rPr kumimoji="1" lang="en-US" altLang="zh-CN" sz="1800" b="1" baseline="-25000">
                <a:solidFill>
                  <a:srgbClr val="007A77"/>
                </a:solidFill>
                <a:latin typeface="Times New Roman" panose="02020603050405020304" pitchFamily="18" charset="0"/>
              </a:rPr>
              <a:t>1</a:t>
            </a:r>
            <a:r>
              <a:rPr kumimoji="1" lang="en-US" altLang="zh-CN" sz="1800" b="1">
                <a:solidFill>
                  <a:srgbClr val="007A77"/>
                </a:solidFill>
                <a:latin typeface="Times New Roman" panose="02020603050405020304" pitchFamily="18" charset="0"/>
              </a:rPr>
              <a:t>, </a:t>
            </a:r>
            <a:r>
              <a:rPr kumimoji="1" lang="en-US" altLang="zh-CN" sz="1800" b="1" i="1">
                <a:solidFill>
                  <a:srgbClr val="007A77"/>
                </a:solidFill>
                <a:latin typeface="Times New Roman" panose="02020603050405020304" pitchFamily="18" charset="0"/>
              </a:rPr>
              <a:t>x</a:t>
            </a:r>
            <a:r>
              <a:rPr kumimoji="1" lang="en-US" altLang="zh-CN" sz="1800" b="1" baseline="-25000">
                <a:solidFill>
                  <a:srgbClr val="007A77"/>
                </a:solidFill>
                <a:latin typeface="Times New Roman" panose="02020603050405020304" pitchFamily="18" charset="0"/>
              </a:rPr>
              <a:t>2</a:t>
            </a:r>
            <a:r>
              <a:rPr kumimoji="1" lang="en-US" altLang="zh-CN" sz="1800" b="1">
                <a:solidFill>
                  <a:srgbClr val="007A77"/>
                </a:solidFill>
                <a:latin typeface="Times New Roman" panose="02020603050405020304" pitchFamily="18" charset="0"/>
              </a:rPr>
              <a:t>, …, </a:t>
            </a:r>
            <a:r>
              <a:rPr kumimoji="1" lang="en-US" altLang="zh-CN" sz="1800" b="1" i="1">
                <a:solidFill>
                  <a:srgbClr val="007A77"/>
                </a:solidFill>
                <a:latin typeface="Times New Roman" panose="02020603050405020304" pitchFamily="18" charset="0"/>
              </a:rPr>
              <a:t>x</a:t>
            </a:r>
            <a:r>
              <a:rPr kumimoji="1" lang="en-US" altLang="zh-CN" sz="1800" b="1" i="1" baseline="-25000">
                <a:solidFill>
                  <a:srgbClr val="007A77"/>
                </a:solidFill>
                <a:latin typeface="Times New Roman" panose="02020603050405020304" pitchFamily="18" charset="0"/>
              </a:rPr>
              <a:t>n</a:t>
            </a:r>
            <a:r>
              <a:rPr kumimoji="1" lang="en-US" altLang="zh-CN" sz="1800" b="1">
                <a:solidFill>
                  <a:srgbClr val="007A77"/>
                </a:solidFill>
                <a:latin typeface="Times New Roman" panose="02020603050405020304" pitchFamily="18" charset="0"/>
              </a:rPr>
              <a:t>)</a:t>
            </a:r>
            <a:r>
              <a:rPr kumimoji="1" lang="zh-CN" altLang="en-US" sz="1800" b="1">
                <a:solidFill>
                  <a:srgbClr val="007A77"/>
                </a:solidFill>
                <a:latin typeface="Times New Roman" panose="02020603050405020304" pitchFamily="18" charset="0"/>
              </a:rPr>
              <a:t>。</a:t>
            </a:r>
          </a:p>
        </p:txBody>
      </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D42C3D33-942B-45DC-B265-CA82BC7D0001}"/>
              </a:ext>
            </a:extLst>
          </p:cNvPr>
          <p:cNvSpPr txBox="1">
            <a:spLocks noChangeArrowheads="1"/>
          </p:cNvSpPr>
          <p:nvPr/>
        </p:nvSpPr>
        <p:spPr bwMode="auto">
          <a:xfrm>
            <a:off x="1547813" y="465535"/>
            <a:ext cx="6000750"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50000"/>
              </a:spcBef>
              <a:spcAft>
                <a:spcPct val="0"/>
              </a:spcAft>
              <a:buClrTx/>
              <a:buSzTx/>
              <a:buNone/>
            </a:pPr>
            <a:r>
              <a:rPr kumimoji="1" lang="zh-CN" altLang="en-US" sz="1800" b="1">
                <a:solidFill>
                  <a:srgbClr val="CC0000"/>
                </a:solidFill>
                <a:latin typeface="Times New Roman" panose="02020603050405020304" pitchFamily="18" charset="0"/>
              </a:rPr>
              <a:t>证明</a:t>
            </a:r>
            <a:r>
              <a:rPr kumimoji="1" lang="en-US" altLang="zh-CN" sz="1800" b="1">
                <a:solidFill>
                  <a:srgbClr val="CC0000"/>
                </a:solidFill>
                <a:latin typeface="Times New Roman" panose="02020603050405020304" pitchFamily="18" charset="0"/>
              </a:rPr>
              <a:t>0/1</a:t>
            </a:r>
            <a:r>
              <a:rPr kumimoji="1" lang="zh-CN" altLang="en-US" sz="1800" b="1">
                <a:solidFill>
                  <a:srgbClr val="CC0000"/>
                </a:solidFill>
                <a:latin typeface="Times New Roman" panose="02020603050405020304" pitchFamily="18" charset="0"/>
              </a:rPr>
              <a:t>背包问题满足最优性原理。</a:t>
            </a:r>
          </a:p>
          <a:p>
            <a:pPr algn="just" defTabSz="685800" fontAlgn="base">
              <a:spcBef>
                <a:spcPct val="50000"/>
              </a:spcBef>
              <a:spcAft>
                <a:spcPct val="0"/>
              </a:spcAft>
              <a:buClrTx/>
              <a:buSzTx/>
              <a:buNone/>
            </a:pPr>
            <a:r>
              <a:rPr kumimoji="1" lang="zh-CN" altLang="en-US" sz="1800" b="1">
                <a:solidFill>
                  <a:srgbClr val="007A77"/>
                </a:solidFill>
                <a:latin typeface="Times New Roman" panose="02020603050405020304" pitchFamily="18" charset="0"/>
              </a:rPr>
              <a:t>        设</a:t>
            </a:r>
            <a:r>
              <a:rPr kumimoji="1" lang="en-US" altLang="zh-CN" sz="1800" b="1">
                <a:solidFill>
                  <a:srgbClr val="007A77"/>
                </a:solidFill>
                <a:latin typeface="Times New Roman" panose="02020603050405020304" pitchFamily="18" charset="0"/>
              </a:rPr>
              <a:t>(</a:t>
            </a:r>
            <a:r>
              <a:rPr kumimoji="1" lang="en-US" altLang="zh-CN" sz="1800" b="1" i="1">
                <a:solidFill>
                  <a:srgbClr val="007A77"/>
                </a:solidFill>
                <a:latin typeface="Times New Roman" panose="02020603050405020304" pitchFamily="18" charset="0"/>
              </a:rPr>
              <a:t>x</a:t>
            </a:r>
            <a:r>
              <a:rPr kumimoji="1" lang="en-US" altLang="zh-CN" sz="1800" b="1" baseline="-30000">
                <a:solidFill>
                  <a:srgbClr val="007A77"/>
                </a:solidFill>
                <a:latin typeface="Times New Roman" panose="02020603050405020304" pitchFamily="18" charset="0"/>
              </a:rPr>
              <a:t>1</a:t>
            </a:r>
            <a:r>
              <a:rPr kumimoji="1" lang="en-US" altLang="zh-CN" sz="1800" b="1">
                <a:solidFill>
                  <a:srgbClr val="007A77"/>
                </a:solidFill>
                <a:latin typeface="Times New Roman" panose="02020603050405020304" pitchFamily="18" charset="0"/>
              </a:rPr>
              <a:t>, </a:t>
            </a:r>
            <a:r>
              <a:rPr kumimoji="1" lang="en-US" altLang="zh-CN" sz="1800" b="1" i="1">
                <a:solidFill>
                  <a:srgbClr val="007A77"/>
                </a:solidFill>
                <a:latin typeface="Times New Roman" panose="02020603050405020304" pitchFamily="18" charset="0"/>
              </a:rPr>
              <a:t>x</a:t>
            </a:r>
            <a:r>
              <a:rPr kumimoji="1" lang="en-US" altLang="zh-CN" sz="1800" b="1" baseline="-30000">
                <a:solidFill>
                  <a:srgbClr val="007A77"/>
                </a:solidFill>
                <a:latin typeface="Times New Roman" panose="02020603050405020304" pitchFamily="18" charset="0"/>
              </a:rPr>
              <a:t>2</a:t>
            </a:r>
            <a:r>
              <a:rPr kumimoji="1" lang="en-US" altLang="zh-CN" sz="1800" b="1">
                <a:solidFill>
                  <a:srgbClr val="007A77"/>
                </a:solidFill>
                <a:latin typeface="Times New Roman" panose="02020603050405020304" pitchFamily="18" charset="0"/>
              </a:rPr>
              <a:t>, …, </a:t>
            </a:r>
            <a:r>
              <a:rPr kumimoji="1" lang="en-US" altLang="zh-CN" sz="1800" b="1" i="1">
                <a:solidFill>
                  <a:srgbClr val="007A77"/>
                </a:solidFill>
                <a:latin typeface="Times New Roman" panose="02020603050405020304" pitchFamily="18" charset="0"/>
              </a:rPr>
              <a:t>x</a:t>
            </a:r>
            <a:r>
              <a:rPr kumimoji="1" lang="en-US" altLang="zh-CN" sz="1800" b="1" i="1" baseline="-30000">
                <a:solidFill>
                  <a:srgbClr val="007A77"/>
                </a:solidFill>
                <a:latin typeface="Times New Roman" panose="02020603050405020304" pitchFamily="18" charset="0"/>
              </a:rPr>
              <a:t>n</a:t>
            </a:r>
            <a:r>
              <a:rPr kumimoji="1" lang="en-US" altLang="zh-CN" sz="1800" b="1">
                <a:solidFill>
                  <a:srgbClr val="007A77"/>
                </a:solidFill>
                <a:latin typeface="Times New Roman" panose="02020603050405020304" pitchFamily="18" charset="0"/>
              </a:rPr>
              <a:t>)</a:t>
            </a:r>
            <a:r>
              <a:rPr kumimoji="1" lang="zh-CN" altLang="en-US" sz="1800" b="1">
                <a:solidFill>
                  <a:srgbClr val="007A77"/>
                </a:solidFill>
                <a:latin typeface="Times New Roman" panose="02020603050405020304" pitchFamily="18" charset="0"/>
              </a:rPr>
              <a:t>是所给</a:t>
            </a:r>
            <a:r>
              <a:rPr kumimoji="1" lang="en-US" altLang="zh-CN" sz="1800" b="1">
                <a:solidFill>
                  <a:srgbClr val="007A77"/>
                </a:solidFill>
                <a:latin typeface="Times New Roman" panose="02020603050405020304" pitchFamily="18" charset="0"/>
              </a:rPr>
              <a:t>0/1</a:t>
            </a:r>
            <a:r>
              <a:rPr kumimoji="1" lang="zh-CN" altLang="en-US" sz="1800" b="1">
                <a:solidFill>
                  <a:srgbClr val="007A77"/>
                </a:solidFill>
                <a:latin typeface="Times New Roman" panose="02020603050405020304" pitchFamily="18" charset="0"/>
              </a:rPr>
              <a:t>背包问题的一个最优解，则</a:t>
            </a:r>
            <a:r>
              <a:rPr kumimoji="1" lang="en-US" altLang="zh-CN" sz="1800" b="1">
                <a:solidFill>
                  <a:srgbClr val="007A77"/>
                </a:solidFill>
                <a:latin typeface="Times New Roman" panose="02020603050405020304" pitchFamily="18" charset="0"/>
              </a:rPr>
              <a:t>( </a:t>
            </a:r>
            <a:r>
              <a:rPr kumimoji="1" lang="en-US" altLang="zh-CN" sz="1800" b="1" i="1">
                <a:solidFill>
                  <a:srgbClr val="007A77"/>
                </a:solidFill>
                <a:latin typeface="Times New Roman" panose="02020603050405020304" pitchFamily="18" charset="0"/>
              </a:rPr>
              <a:t>x</a:t>
            </a:r>
            <a:r>
              <a:rPr kumimoji="1" lang="en-US" altLang="zh-CN" sz="1800" b="1" baseline="-30000">
                <a:solidFill>
                  <a:srgbClr val="007A77"/>
                </a:solidFill>
                <a:latin typeface="Times New Roman" panose="02020603050405020304" pitchFamily="18" charset="0"/>
              </a:rPr>
              <a:t>2</a:t>
            </a:r>
            <a:r>
              <a:rPr kumimoji="1" lang="en-US" altLang="zh-CN" sz="1800" b="1">
                <a:solidFill>
                  <a:srgbClr val="007A77"/>
                </a:solidFill>
                <a:latin typeface="Times New Roman" panose="02020603050405020304" pitchFamily="18" charset="0"/>
              </a:rPr>
              <a:t>, …, </a:t>
            </a:r>
            <a:r>
              <a:rPr kumimoji="1" lang="en-US" altLang="zh-CN" sz="1800" b="1" i="1">
                <a:solidFill>
                  <a:srgbClr val="007A77"/>
                </a:solidFill>
                <a:latin typeface="Times New Roman" panose="02020603050405020304" pitchFamily="18" charset="0"/>
              </a:rPr>
              <a:t>x</a:t>
            </a:r>
            <a:r>
              <a:rPr kumimoji="1" lang="en-US" altLang="zh-CN" sz="1800" b="1" i="1" baseline="-30000">
                <a:solidFill>
                  <a:srgbClr val="007A77"/>
                </a:solidFill>
                <a:latin typeface="Times New Roman" panose="02020603050405020304" pitchFamily="18" charset="0"/>
              </a:rPr>
              <a:t>n</a:t>
            </a:r>
            <a:r>
              <a:rPr kumimoji="1" lang="en-US" altLang="zh-CN" sz="1800" b="1">
                <a:solidFill>
                  <a:srgbClr val="007A77"/>
                </a:solidFill>
                <a:latin typeface="Times New Roman" panose="02020603050405020304" pitchFamily="18" charset="0"/>
              </a:rPr>
              <a:t>)</a:t>
            </a:r>
            <a:r>
              <a:rPr kumimoji="1" lang="zh-CN" altLang="en-US" sz="1800" b="1">
                <a:solidFill>
                  <a:srgbClr val="007A77"/>
                </a:solidFill>
                <a:latin typeface="Times New Roman" panose="02020603050405020304" pitchFamily="18" charset="0"/>
              </a:rPr>
              <a:t>是下面一个子问题的最优解：</a:t>
            </a:r>
          </a:p>
        </p:txBody>
      </p:sp>
      <p:graphicFrame>
        <p:nvGraphicFramePr>
          <p:cNvPr id="8195" name="Object 3">
            <a:extLst>
              <a:ext uri="{FF2B5EF4-FFF2-40B4-BE49-F238E27FC236}">
                <a16:creationId xmlns:a16="http://schemas.microsoft.com/office/drawing/2014/main" id="{B0C2C217-3260-4988-95B3-4B65CE2C3CDB}"/>
              </a:ext>
            </a:extLst>
          </p:cNvPr>
          <p:cNvGraphicFramePr>
            <a:graphicFrameLocks noChangeAspect="1"/>
          </p:cNvGraphicFramePr>
          <p:nvPr/>
        </p:nvGraphicFramePr>
        <p:xfrm>
          <a:off x="2250282" y="1545432"/>
          <a:ext cx="2322910" cy="756047"/>
        </p:xfrm>
        <a:graphic>
          <a:graphicData uri="http://schemas.openxmlformats.org/presentationml/2006/ole">
            <mc:AlternateContent xmlns:mc="http://schemas.openxmlformats.org/markup-compatibility/2006">
              <mc:Choice xmlns:v="urn:schemas-microsoft-com:vml" Requires="v">
                <p:oleObj spid="_x0000_s130055" name="Equation" r:id="rId3" imgW="1358310" imgH="634725" progId="Equation.3">
                  <p:embed/>
                </p:oleObj>
              </mc:Choice>
              <mc:Fallback>
                <p:oleObj name="Equation" r:id="rId3" imgW="1358310" imgH="634725" progId="Equation.3">
                  <p:embed/>
                  <p:pic>
                    <p:nvPicPr>
                      <p:cNvPr id="8195" name="Object 3">
                        <a:extLst>
                          <a:ext uri="{FF2B5EF4-FFF2-40B4-BE49-F238E27FC236}">
                            <a16:creationId xmlns:a16="http://schemas.microsoft.com/office/drawing/2014/main" id="{B0C2C217-3260-4988-95B3-4B65CE2C3C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0282" y="1545432"/>
                        <a:ext cx="2322910" cy="756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6" name="Object 4">
            <a:extLst>
              <a:ext uri="{FF2B5EF4-FFF2-40B4-BE49-F238E27FC236}">
                <a16:creationId xmlns:a16="http://schemas.microsoft.com/office/drawing/2014/main" id="{BE5C6C06-EE42-474D-BB7A-D23E8C0AB40D}"/>
              </a:ext>
            </a:extLst>
          </p:cNvPr>
          <p:cNvGraphicFramePr>
            <a:graphicFrameLocks noChangeAspect="1"/>
          </p:cNvGraphicFramePr>
          <p:nvPr/>
        </p:nvGraphicFramePr>
        <p:xfrm>
          <a:off x="4787503" y="1600200"/>
          <a:ext cx="1566863" cy="648891"/>
        </p:xfrm>
        <a:graphic>
          <a:graphicData uri="http://schemas.openxmlformats.org/presentationml/2006/ole">
            <mc:AlternateContent xmlns:mc="http://schemas.openxmlformats.org/markup-compatibility/2006">
              <mc:Choice xmlns:v="urn:schemas-microsoft-com:vml" Requires="v">
                <p:oleObj spid="_x0000_s130056" name="Equation" r:id="rId5" imgW="723586" imgH="431613" progId="Equation.3">
                  <p:embed/>
                </p:oleObj>
              </mc:Choice>
              <mc:Fallback>
                <p:oleObj name="Equation" r:id="rId5" imgW="723586" imgH="431613" progId="Equation.3">
                  <p:embed/>
                  <p:pic>
                    <p:nvPicPr>
                      <p:cNvPr id="8196" name="Object 4">
                        <a:extLst>
                          <a:ext uri="{FF2B5EF4-FFF2-40B4-BE49-F238E27FC236}">
                            <a16:creationId xmlns:a16="http://schemas.microsoft.com/office/drawing/2014/main" id="{BE5C6C06-EE42-474D-BB7A-D23E8C0AB4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7503" y="1600200"/>
                        <a:ext cx="1566863" cy="648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7" name="Text Box 5">
            <a:extLst>
              <a:ext uri="{FF2B5EF4-FFF2-40B4-BE49-F238E27FC236}">
                <a16:creationId xmlns:a16="http://schemas.microsoft.com/office/drawing/2014/main" id="{77391831-9322-4D4A-A22A-CA0C4D7E89EE}"/>
              </a:ext>
            </a:extLst>
          </p:cNvPr>
          <p:cNvSpPr txBox="1">
            <a:spLocks noChangeArrowheads="1"/>
          </p:cNvSpPr>
          <p:nvPr/>
        </p:nvSpPr>
        <p:spPr bwMode="auto">
          <a:xfrm>
            <a:off x="1574007" y="2409825"/>
            <a:ext cx="642699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kumimoji="1" lang="zh-CN" altLang="en-US" sz="1800" b="1">
                <a:solidFill>
                  <a:srgbClr val="007A77"/>
                </a:solidFill>
                <a:latin typeface="宋体" panose="02010600030101010101" pitchFamily="2" charset="-122"/>
              </a:rPr>
              <a:t>如若不然，设</a:t>
            </a:r>
            <a:r>
              <a:rPr kumimoji="1" lang="en-US" altLang="zh-CN" sz="1800" b="1">
                <a:solidFill>
                  <a:srgbClr val="007A77"/>
                </a:solidFill>
                <a:latin typeface="Times New Roman" panose="02020603050405020304" pitchFamily="18" charset="0"/>
              </a:rPr>
              <a:t>(</a:t>
            </a:r>
            <a:r>
              <a:rPr kumimoji="1" lang="en-US" altLang="zh-CN" sz="1800" b="1" i="1">
                <a:solidFill>
                  <a:srgbClr val="007A77"/>
                </a:solidFill>
                <a:latin typeface="Times New Roman" panose="02020603050405020304" pitchFamily="18" charset="0"/>
              </a:rPr>
              <a:t>y</a:t>
            </a:r>
            <a:r>
              <a:rPr kumimoji="1" lang="en-US" altLang="zh-CN" sz="1800" b="1" baseline="-30000">
                <a:solidFill>
                  <a:srgbClr val="007A77"/>
                </a:solidFill>
                <a:latin typeface="Times New Roman" panose="02020603050405020304" pitchFamily="18" charset="0"/>
              </a:rPr>
              <a:t>2</a:t>
            </a:r>
            <a:r>
              <a:rPr kumimoji="1" lang="en-US" altLang="zh-CN" sz="1800" b="1">
                <a:solidFill>
                  <a:srgbClr val="007A77"/>
                </a:solidFill>
                <a:latin typeface="Times New Roman" panose="02020603050405020304" pitchFamily="18" charset="0"/>
              </a:rPr>
              <a:t>, …, </a:t>
            </a:r>
            <a:r>
              <a:rPr kumimoji="1" lang="en-US" altLang="zh-CN" sz="1800" b="1" i="1">
                <a:solidFill>
                  <a:srgbClr val="007A77"/>
                </a:solidFill>
                <a:latin typeface="Times New Roman" panose="02020603050405020304" pitchFamily="18" charset="0"/>
              </a:rPr>
              <a:t>y</a:t>
            </a:r>
            <a:r>
              <a:rPr kumimoji="1" lang="en-US" altLang="zh-CN" sz="1800" b="1" i="1" baseline="-30000">
                <a:solidFill>
                  <a:srgbClr val="007A77"/>
                </a:solidFill>
                <a:latin typeface="Times New Roman" panose="02020603050405020304" pitchFamily="18" charset="0"/>
              </a:rPr>
              <a:t>n</a:t>
            </a:r>
            <a:r>
              <a:rPr kumimoji="1" lang="en-US" altLang="zh-CN" sz="1800" b="1">
                <a:solidFill>
                  <a:srgbClr val="007A77"/>
                </a:solidFill>
                <a:latin typeface="Times New Roman" panose="02020603050405020304" pitchFamily="18" charset="0"/>
              </a:rPr>
              <a:t>)</a:t>
            </a:r>
            <a:r>
              <a:rPr kumimoji="1" lang="zh-CN" altLang="en-US" sz="1800" b="1">
                <a:solidFill>
                  <a:srgbClr val="007A77"/>
                </a:solidFill>
                <a:latin typeface="宋体" panose="02010600030101010101" pitchFamily="2" charset="-122"/>
              </a:rPr>
              <a:t>是上述子问题的一个最优解，则 </a:t>
            </a:r>
          </a:p>
          <a:p>
            <a:pPr defTabSz="685800" fontAlgn="base">
              <a:spcBef>
                <a:spcPct val="50000"/>
              </a:spcBef>
              <a:spcAft>
                <a:spcPct val="0"/>
              </a:spcAft>
              <a:buClrTx/>
              <a:buSzTx/>
              <a:buNone/>
            </a:pPr>
            <a:endParaRPr kumimoji="1" lang="zh-CN" altLang="en-US" sz="1800" b="1">
              <a:solidFill>
                <a:srgbClr val="007A77"/>
              </a:solidFill>
              <a:latin typeface="宋体" panose="02010600030101010101" pitchFamily="2" charset="-122"/>
            </a:endParaRPr>
          </a:p>
          <a:p>
            <a:pPr defTabSz="685800" fontAlgn="base">
              <a:spcBef>
                <a:spcPct val="50000"/>
              </a:spcBef>
              <a:spcAft>
                <a:spcPct val="0"/>
              </a:spcAft>
              <a:buClrTx/>
              <a:buSzTx/>
              <a:buNone/>
            </a:pPr>
            <a:r>
              <a:rPr kumimoji="1" lang="zh-CN" altLang="en-US" sz="1800" b="1">
                <a:solidFill>
                  <a:srgbClr val="007A77"/>
                </a:solidFill>
                <a:latin typeface="宋体" panose="02010600030101010101" pitchFamily="2" charset="-122"/>
              </a:rPr>
              <a:t>因此，</a:t>
            </a:r>
          </a:p>
          <a:p>
            <a:pPr defTabSz="685800" fontAlgn="base">
              <a:spcBef>
                <a:spcPct val="50000"/>
              </a:spcBef>
              <a:spcAft>
                <a:spcPct val="0"/>
              </a:spcAft>
              <a:buClrTx/>
              <a:buSzTx/>
              <a:buNone/>
            </a:pPr>
            <a:r>
              <a:rPr kumimoji="1" lang="zh-CN" altLang="en-US" sz="1800" b="1">
                <a:solidFill>
                  <a:srgbClr val="007A77"/>
                </a:solidFill>
                <a:latin typeface="宋体" panose="02010600030101010101" pitchFamily="2" charset="-122"/>
              </a:rPr>
              <a:t>                  </a:t>
            </a:r>
          </a:p>
          <a:p>
            <a:pPr defTabSz="685800" fontAlgn="base">
              <a:spcBef>
                <a:spcPct val="50000"/>
              </a:spcBef>
              <a:spcAft>
                <a:spcPct val="0"/>
              </a:spcAft>
              <a:buClrTx/>
              <a:buSzTx/>
              <a:buNone/>
            </a:pPr>
            <a:r>
              <a:rPr kumimoji="1" lang="zh-CN" altLang="en-US" sz="1800" b="1">
                <a:solidFill>
                  <a:srgbClr val="007A77"/>
                </a:solidFill>
                <a:latin typeface="宋体" panose="02010600030101010101" pitchFamily="2" charset="-122"/>
              </a:rPr>
              <a:t>这说明</a:t>
            </a:r>
            <a:r>
              <a:rPr kumimoji="1" lang="en-US" altLang="zh-CN" sz="1800" b="1">
                <a:solidFill>
                  <a:srgbClr val="007A77"/>
                </a:solidFill>
                <a:latin typeface="Times New Roman" panose="02020603050405020304" pitchFamily="18" charset="0"/>
              </a:rPr>
              <a:t>(</a:t>
            </a:r>
            <a:r>
              <a:rPr kumimoji="1" lang="en-US" altLang="zh-CN" sz="1800" b="1" i="1">
                <a:solidFill>
                  <a:srgbClr val="007A77"/>
                </a:solidFill>
                <a:latin typeface="Times New Roman" panose="02020603050405020304" pitchFamily="18" charset="0"/>
              </a:rPr>
              <a:t>x</a:t>
            </a:r>
            <a:r>
              <a:rPr kumimoji="1" lang="en-US" altLang="zh-CN" sz="1800" b="1" baseline="-30000">
                <a:solidFill>
                  <a:srgbClr val="007A77"/>
                </a:solidFill>
                <a:latin typeface="Times New Roman" panose="02020603050405020304" pitchFamily="18" charset="0"/>
              </a:rPr>
              <a:t>1</a:t>
            </a:r>
            <a:r>
              <a:rPr kumimoji="1" lang="en-US" altLang="zh-CN" sz="1800" b="1">
                <a:solidFill>
                  <a:srgbClr val="007A77"/>
                </a:solidFill>
                <a:latin typeface="Times New Roman" panose="02020603050405020304" pitchFamily="18" charset="0"/>
              </a:rPr>
              <a:t>, </a:t>
            </a:r>
            <a:r>
              <a:rPr kumimoji="1" lang="en-US" altLang="zh-CN" sz="1800" b="1" i="1">
                <a:solidFill>
                  <a:srgbClr val="007A77"/>
                </a:solidFill>
                <a:latin typeface="Times New Roman" panose="02020603050405020304" pitchFamily="18" charset="0"/>
              </a:rPr>
              <a:t>y</a:t>
            </a:r>
            <a:r>
              <a:rPr kumimoji="1" lang="en-US" altLang="zh-CN" sz="1800" b="1" baseline="-30000">
                <a:solidFill>
                  <a:srgbClr val="007A77"/>
                </a:solidFill>
                <a:latin typeface="Times New Roman" panose="02020603050405020304" pitchFamily="18" charset="0"/>
              </a:rPr>
              <a:t>2</a:t>
            </a:r>
            <a:r>
              <a:rPr kumimoji="1" lang="en-US" altLang="zh-CN" sz="1800" b="1">
                <a:solidFill>
                  <a:srgbClr val="007A77"/>
                </a:solidFill>
                <a:latin typeface="Times New Roman" panose="02020603050405020304" pitchFamily="18" charset="0"/>
              </a:rPr>
              <a:t>, …, </a:t>
            </a:r>
            <a:r>
              <a:rPr kumimoji="1" lang="en-US" altLang="zh-CN" sz="1800" b="1" i="1">
                <a:solidFill>
                  <a:srgbClr val="007A77"/>
                </a:solidFill>
                <a:latin typeface="Times New Roman" panose="02020603050405020304" pitchFamily="18" charset="0"/>
              </a:rPr>
              <a:t>y</a:t>
            </a:r>
            <a:r>
              <a:rPr kumimoji="1" lang="en-US" altLang="zh-CN" sz="1800" b="1" i="1" baseline="-30000">
                <a:solidFill>
                  <a:srgbClr val="007A77"/>
                </a:solidFill>
                <a:latin typeface="Times New Roman" panose="02020603050405020304" pitchFamily="18" charset="0"/>
              </a:rPr>
              <a:t>n</a:t>
            </a:r>
            <a:r>
              <a:rPr kumimoji="1" lang="en-US" altLang="zh-CN" sz="1800" b="1">
                <a:solidFill>
                  <a:srgbClr val="007A77"/>
                </a:solidFill>
                <a:latin typeface="Times New Roman" panose="02020603050405020304" pitchFamily="18" charset="0"/>
              </a:rPr>
              <a:t>)</a:t>
            </a:r>
            <a:r>
              <a:rPr kumimoji="1" lang="zh-CN" altLang="en-US" sz="1800" b="1">
                <a:solidFill>
                  <a:srgbClr val="007A77"/>
                </a:solidFill>
                <a:latin typeface="宋体" panose="02010600030101010101" pitchFamily="2" charset="-122"/>
              </a:rPr>
              <a:t>是所给</a:t>
            </a:r>
            <a:r>
              <a:rPr kumimoji="1" lang="en-US" altLang="zh-CN" sz="1800" b="1">
                <a:solidFill>
                  <a:srgbClr val="007A77"/>
                </a:solidFill>
                <a:latin typeface="Times New Roman" panose="02020603050405020304" pitchFamily="18" charset="0"/>
              </a:rPr>
              <a:t>0/1</a:t>
            </a:r>
            <a:r>
              <a:rPr kumimoji="1" lang="zh-CN" altLang="en-US" sz="1800" b="1">
                <a:solidFill>
                  <a:srgbClr val="007A77"/>
                </a:solidFill>
                <a:latin typeface="宋体" panose="02010600030101010101" pitchFamily="2" charset="-122"/>
              </a:rPr>
              <a:t>背包问题比</a:t>
            </a:r>
            <a:r>
              <a:rPr kumimoji="1" lang="en-US" altLang="zh-CN" sz="1800" b="1">
                <a:solidFill>
                  <a:srgbClr val="007A77"/>
                </a:solidFill>
                <a:latin typeface="Times New Roman" panose="02020603050405020304" pitchFamily="18" charset="0"/>
              </a:rPr>
              <a:t>(</a:t>
            </a:r>
            <a:r>
              <a:rPr kumimoji="1" lang="en-US" altLang="zh-CN" sz="1800" b="1" i="1">
                <a:solidFill>
                  <a:srgbClr val="007A77"/>
                </a:solidFill>
                <a:latin typeface="Times New Roman" panose="02020603050405020304" pitchFamily="18" charset="0"/>
              </a:rPr>
              <a:t>x</a:t>
            </a:r>
            <a:r>
              <a:rPr kumimoji="1" lang="en-US" altLang="zh-CN" sz="1800" b="1" baseline="-30000">
                <a:solidFill>
                  <a:srgbClr val="007A77"/>
                </a:solidFill>
                <a:latin typeface="Times New Roman" panose="02020603050405020304" pitchFamily="18" charset="0"/>
              </a:rPr>
              <a:t>1</a:t>
            </a:r>
            <a:r>
              <a:rPr kumimoji="1" lang="en-US" altLang="zh-CN" sz="1800" b="1">
                <a:solidFill>
                  <a:srgbClr val="007A77"/>
                </a:solidFill>
                <a:latin typeface="Times New Roman" panose="02020603050405020304" pitchFamily="18" charset="0"/>
              </a:rPr>
              <a:t>, </a:t>
            </a:r>
            <a:r>
              <a:rPr kumimoji="1" lang="en-US" altLang="zh-CN" sz="1800" b="1" i="1">
                <a:solidFill>
                  <a:srgbClr val="007A77"/>
                </a:solidFill>
                <a:latin typeface="Times New Roman" panose="02020603050405020304" pitchFamily="18" charset="0"/>
              </a:rPr>
              <a:t>x</a:t>
            </a:r>
            <a:r>
              <a:rPr kumimoji="1" lang="en-US" altLang="zh-CN" sz="1800" b="1" baseline="-30000">
                <a:solidFill>
                  <a:srgbClr val="007A77"/>
                </a:solidFill>
                <a:latin typeface="Times New Roman" panose="02020603050405020304" pitchFamily="18" charset="0"/>
              </a:rPr>
              <a:t>2</a:t>
            </a:r>
            <a:r>
              <a:rPr kumimoji="1" lang="en-US" altLang="zh-CN" sz="1800" b="1">
                <a:solidFill>
                  <a:srgbClr val="007A77"/>
                </a:solidFill>
                <a:latin typeface="Times New Roman" panose="02020603050405020304" pitchFamily="18" charset="0"/>
              </a:rPr>
              <a:t>, …, </a:t>
            </a:r>
            <a:r>
              <a:rPr kumimoji="1" lang="en-US" altLang="zh-CN" sz="1800" b="1" i="1">
                <a:solidFill>
                  <a:srgbClr val="007A77"/>
                </a:solidFill>
                <a:latin typeface="Times New Roman" panose="02020603050405020304" pitchFamily="18" charset="0"/>
              </a:rPr>
              <a:t>x</a:t>
            </a:r>
            <a:r>
              <a:rPr kumimoji="1" lang="en-US" altLang="zh-CN" sz="1800" b="1" i="1" baseline="-30000">
                <a:solidFill>
                  <a:srgbClr val="007A77"/>
                </a:solidFill>
                <a:latin typeface="Times New Roman" panose="02020603050405020304" pitchFamily="18" charset="0"/>
              </a:rPr>
              <a:t>n</a:t>
            </a:r>
            <a:r>
              <a:rPr kumimoji="1" lang="en-US" altLang="zh-CN" sz="1800" b="1">
                <a:solidFill>
                  <a:srgbClr val="007A77"/>
                </a:solidFill>
                <a:latin typeface="Times New Roman" panose="02020603050405020304" pitchFamily="18" charset="0"/>
              </a:rPr>
              <a:t>)</a:t>
            </a:r>
            <a:r>
              <a:rPr kumimoji="1" lang="zh-CN" altLang="en-US" sz="1800" b="1">
                <a:solidFill>
                  <a:srgbClr val="007A77"/>
                </a:solidFill>
                <a:latin typeface="宋体" panose="02010600030101010101" pitchFamily="2" charset="-122"/>
              </a:rPr>
              <a:t>更优的解，从而导致矛盾。</a:t>
            </a:r>
            <a:r>
              <a:rPr kumimoji="1" lang="zh-CN" altLang="en-US" sz="1800" b="1">
                <a:solidFill>
                  <a:srgbClr val="007A77"/>
                </a:solidFill>
                <a:latin typeface="Times New Roman" panose="02020603050405020304" pitchFamily="18" charset="0"/>
              </a:rPr>
              <a:t> </a:t>
            </a:r>
          </a:p>
        </p:txBody>
      </p:sp>
      <p:sp>
        <p:nvSpPr>
          <p:cNvPr id="8198" name="Rectangle 6">
            <a:extLst>
              <a:ext uri="{FF2B5EF4-FFF2-40B4-BE49-F238E27FC236}">
                <a16:creationId xmlns:a16="http://schemas.microsoft.com/office/drawing/2014/main" id="{900B01C4-6325-45CC-AD49-86DC4CE784E3}"/>
              </a:ext>
            </a:extLst>
          </p:cNvPr>
          <p:cNvSpPr>
            <a:spLocks noChangeArrowheads="1"/>
          </p:cNvSpPr>
          <p:nvPr/>
        </p:nvSpPr>
        <p:spPr bwMode="auto">
          <a:xfrm>
            <a:off x="4196954" y="2431256"/>
            <a:ext cx="68580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aphicFrame>
        <p:nvGraphicFramePr>
          <p:cNvPr id="8199" name="Object 7">
            <a:extLst>
              <a:ext uri="{FF2B5EF4-FFF2-40B4-BE49-F238E27FC236}">
                <a16:creationId xmlns:a16="http://schemas.microsoft.com/office/drawing/2014/main" id="{2B17B67B-BAF9-420A-871A-0151596EC3E7}"/>
              </a:ext>
            </a:extLst>
          </p:cNvPr>
          <p:cNvGraphicFramePr>
            <a:graphicFrameLocks noChangeAspect="1"/>
          </p:cNvGraphicFramePr>
          <p:nvPr/>
        </p:nvGraphicFramePr>
        <p:xfrm>
          <a:off x="2250282" y="2733676"/>
          <a:ext cx="1835944" cy="594122"/>
        </p:xfrm>
        <a:graphic>
          <a:graphicData uri="http://schemas.openxmlformats.org/presentationml/2006/ole">
            <mc:AlternateContent xmlns:mc="http://schemas.openxmlformats.org/markup-compatibility/2006">
              <mc:Choice xmlns:v="urn:schemas-microsoft-com:vml" Requires="v">
                <p:oleObj spid="_x0000_s130057" r:id="rId7" imgW="1002865" imgH="431613" progId="Equation.3">
                  <p:embed/>
                </p:oleObj>
              </mc:Choice>
              <mc:Fallback>
                <p:oleObj r:id="rId7" imgW="1002865" imgH="431613" progId="Equation.3">
                  <p:embed/>
                  <p:pic>
                    <p:nvPicPr>
                      <p:cNvPr id="8199" name="Object 7">
                        <a:extLst>
                          <a:ext uri="{FF2B5EF4-FFF2-40B4-BE49-F238E27FC236}">
                            <a16:creationId xmlns:a16="http://schemas.microsoft.com/office/drawing/2014/main" id="{2B17B67B-BAF9-420A-871A-0151596EC3E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50282" y="2733676"/>
                        <a:ext cx="1835944" cy="594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00" name="Rectangle 8">
            <a:extLst>
              <a:ext uri="{FF2B5EF4-FFF2-40B4-BE49-F238E27FC236}">
                <a16:creationId xmlns:a16="http://schemas.microsoft.com/office/drawing/2014/main" id="{327BC5E4-7D10-4679-A7A2-577C00A12C86}"/>
              </a:ext>
            </a:extLst>
          </p:cNvPr>
          <p:cNvSpPr>
            <a:spLocks noChangeArrowheads="1"/>
          </p:cNvSpPr>
          <p:nvPr/>
        </p:nvSpPr>
        <p:spPr bwMode="auto">
          <a:xfrm>
            <a:off x="4175522" y="2431256"/>
            <a:ext cx="68580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aphicFrame>
        <p:nvGraphicFramePr>
          <p:cNvPr id="8201" name="Object 9">
            <a:extLst>
              <a:ext uri="{FF2B5EF4-FFF2-40B4-BE49-F238E27FC236}">
                <a16:creationId xmlns:a16="http://schemas.microsoft.com/office/drawing/2014/main" id="{CA55898A-4095-4467-85F9-BEFF1E144153}"/>
              </a:ext>
            </a:extLst>
          </p:cNvPr>
          <p:cNvGraphicFramePr>
            <a:graphicFrameLocks noChangeAspect="1"/>
          </p:cNvGraphicFramePr>
          <p:nvPr/>
        </p:nvGraphicFramePr>
        <p:xfrm>
          <a:off x="4248150" y="2733676"/>
          <a:ext cx="1890713" cy="594122"/>
        </p:xfrm>
        <a:graphic>
          <a:graphicData uri="http://schemas.openxmlformats.org/presentationml/2006/ole">
            <mc:AlternateContent xmlns:mc="http://schemas.openxmlformats.org/markup-compatibility/2006">
              <mc:Choice xmlns:v="urn:schemas-microsoft-com:vml" Requires="v">
                <p:oleObj spid="_x0000_s130058" r:id="rId9" imgW="1129810" imgH="431613" progId="Equation.3">
                  <p:embed/>
                </p:oleObj>
              </mc:Choice>
              <mc:Fallback>
                <p:oleObj r:id="rId9" imgW="1129810" imgH="431613" progId="Equation.3">
                  <p:embed/>
                  <p:pic>
                    <p:nvPicPr>
                      <p:cNvPr id="8201" name="Object 9">
                        <a:extLst>
                          <a:ext uri="{FF2B5EF4-FFF2-40B4-BE49-F238E27FC236}">
                            <a16:creationId xmlns:a16="http://schemas.microsoft.com/office/drawing/2014/main" id="{CA55898A-4095-4467-85F9-BEFF1E14415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48150" y="2733676"/>
                        <a:ext cx="1890713" cy="594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02" name="Rectangle 10">
            <a:extLst>
              <a:ext uri="{FF2B5EF4-FFF2-40B4-BE49-F238E27FC236}">
                <a16:creationId xmlns:a16="http://schemas.microsoft.com/office/drawing/2014/main" id="{438F6E1D-3455-4D86-BD0C-ADA1DE3676F5}"/>
              </a:ext>
            </a:extLst>
          </p:cNvPr>
          <p:cNvSpPr>
            <a:spLocks noChangeArrowheads="1"/>
          </p:cNvSpPr>
          <p:nvPr/>
        </p:nvSpPr>
        <p:spPr bwMode="auto">
          <a:xfrm>
            <a:off x="3746897" y="2424112"/>
            <a:ext cx="68580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aphicFrame>
        <p:nvGraphicFramePr>
          <p:cNvPr id="8203" name="Object 11">
            <a:extLst>
              <a:ext uri="{FF2B5EF4-FFF2-40B4-BE49-F238E27FC236}">
                <a16:creationId xmlns:a16="http://schemas.microsoft.com/office/drawing/2014/main" id="{672A26B0-75BE-4C9D-94C1-DAC52D27A950}"/>
              </a:ext>
            </a:extLst>
          </p:cNvPr>
          <p:cNvGraphicFramePr>
            <a:graphicFrameLocks noChangeAspect="1"/>
          </p:cNvGraphicFramePr>
          <p:nvPr/>
        </p:nvGraphicFramePr>
        <p:xfrm>
          <a:off x="2465785" y="3436144"/>
          <a:ext cx="3132534" cy="647700"/>
        </p:xfrm>
        <a:graphic>
          <a:graphicData uri="http://schemas.openxmlformats.org/presentationml/2006/ole">
            <mc:AlternateContent xmlns:mc="http://schemas.openxmlformats.org/markup-compatibility/2006">
              <mc:Choice xmlns:v="urn:schemas-microsoft-com:vml" Requires="v">
                <p:oleObj spid="_x0000_s130059" r:id="rId11" imgW="2260600" imgH="431800" progId="Equation.3">
                  <p:embed/>
                </p:oleObj>
              </mc:Choice>
              <mc:Fallback>
                <p:oleObj r:id="rId11" imgW="2260600" imgH="431800" progId="Equation.3">
                  <p:embed/>
                  <p:pic>
                    <p:nvPicPr>
                      <p:cNvPr id="8203" name="Object 11">
                        <a:extLst>
                          <a:ext uri="{FF2B5EF4-FFF2-40B4-BE49-F238E27FC236}">
                            <a16:creationId xmlns:a16="http://schemas.microsoft.com/office/drawing/2014/main" id="{672A26B0-75BE-4C9D-94C1-DAC52D27A95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65785" y="3436144"/>
                        <a:ext cx="3132534"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218" name="Text Box 2">
            <a:extLst>
              <a:ext uri="{FF2B5EF4-FFF2-40B4-BE49-F238E27FC236}">
                <a16:creationId xmlns:a16="http://schemas.microsoft.com/office/drawing/2014/main" id="{22D5EF6A-FD90-4999-AC60-068990D6F656}"/>
              </a:ext>
            </a:extLst>
          </p:cNvPr>
          <p:cNvSpPr txBox="1">
            <a:spLocks noChangeArrowheads="1"/>
          </p:cNvSpPr>
          <p:nvPr/>
        </p:nvSpPr>
        <p:spPr bwMode="auto">
          <a:xfrm>
            <a:off x="1331119" y="1059657"/>
            <a:ext cx="6450806" cy="3305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Aft>
                <a:spcPct val="20000"/>
              </a:spcAft>
              <a:buClrTx/>
              <a:buSzTx/>
              <a:buNone/>
            </a:pPr>
            <a:r>
              <a:rPr kumimoji="1" lang="en-US" altLang="zh-CN" sz="1800" b="1">
                <a:solidFill>
                  <a:srgbClr val="007A77"/>
                </a:solidFill>
                <a:latin typeface="宋体" panose="02010600030101010101" pitchFamily="2" charset="-122"/>
              </a:rPr>
              <a:t>    </a:t>
            </a:r>
            <a:r>
              <a:rPr kumimoji="1" lang="en-US" altLang="zh-CN" sz="1800" b="1">
                <a:solidFill>
                  <a:srgbClr val="007A77"/>
                </a:solidFill>
                <a:latin typeface="Times New Roman" panose="02020603050405020304" pitchFamily="18" charset="0"/>
              </a:rPr>
              <a:t>0/1</a:t>
            </a:r>
            <a:r>
              <a:rPr kumimoji="1" lang="zh-CN" altLang="en-US" sz="1800" b="1">
                <a:solidFill>
                  <a:srgbClr val="007A77"/>
                </a:solidFill>
                <a:latin typeface="Times New Roman" panose="02020603050405020304" pitchFamily="18" charset="0"/>
              </a:rPr>
              <a:t>背包问题可以看作是决策一个序列</a:t>
            </a:r>
            <a:r>
              <a:rPr kumimoji="1" lang="en-US" altLang="zh-CN" sz="1800" b="1">
                <a:solidFill>
                  <a:srgbClr val="007A77"/>
                </a:solidFill>
                <a:latin typeface="Times New Roman" panose="02020603050405020304" pitchFamily="18" charset="0"/>
              </a:rPr>
              <a:t>(</a:t>
            </a:r>
            <a:r>
              <a:rPr kumimoji="1" lang="en-US" altLang="zh-CN" sz="1800" b="1" i="1">
                <a:solidFill>
                  <a:srgbClr val="007A77"/>
                </a:solidFill>
                <a:latin typeface="Times New Roman" panose="02020603050405020304" pitchFamily="18" charset="0"/>
              </a:rPr>
              <a:t>x</a:t>
            </a:r>
            <a:r>
              <a:rPr kumimoji="1" lang="en-US" altLang="zh-CN" sz="1800" b="1" baseline="-30000">
                <a:solidFill>
                  <a:srgbClr val="007A77"/>
                </a:solidFill>
                <a:latin typeface="Times New Roman" panose="02020603050405020304" pitchFamily="18" charset="0"/>
              </a:rPr>
              <a:t>1</a:t>
            </a:r>
            <a:r>
              <a:rPr kumimoji="1" lang="en-US" altLang="zh-CN" sz="1800" b="1">
                <a:solidFill>
                  <a:srgbClr val="007A77"/>
                </a:solidFill>
                <a:latin typeface="Times New Roman" panose="02020603050405020304" pitchFamily="18" charset="0"/>
              </a:rPr>
              <a:t>, </a:t>
            </a:r>
            <a:r>
              <a:rPr kumimoji="1" lang="en-US" altLang="zh-CN" sz="1800" b="1" i="1">
                <a:solidFill>
                  <a:srgbClr val="007A77"/>
                </a:solidFill>
                <a:latin typeface="Times New Roman" panose="02020603050405020304" pitchFamily="18" charset="0"/>
              </a:rPr>
              <a:t>x</a:t>
            </a:r>
            <a:r>
              <a:rPr kumimoji="1" lang="en-US" altLang="zh-CN" sz="1800" b="1" baseline="-30000">
                <a:solidFill>
                  <a:srgbClr val="007A77"/>
                </a:solidFill>
                <a:latin typeface="Times New Roman" panose="02020603050405020304" pitchFamily="18" charset="0"/>
              </a:rPr>
              <a:t>2</a:t>
            </a:r>
            <a:r>
              <a:rPr kumimoji="1" lang="en-US" altLang="zh-CN" sz="1800" b="1">
                <a:solidFill>
                  <a:srgbClr val="007A77"/>
                </a:solidFill>
                <a:latin typeface="Times New Roman" panose="02020603050405020304" pitchFamily="18" charset="0"/>
              </a:rPr>
              <a:t>, …, </a:t>
            </a:r>
            <a:r>
              <a:rPr kumimoji="1" lang="en-US" altLang="zh-CN" sz="1800" b="1" i="1">
                <a:solidFill>
                  <a:srgbClr val="007A77"/>
                </a:solidFill>
                <a:latin typeface="Times New Roman" panose="02020603050405020304" pitchFamily="18" charset="0"/>
              </a:rPr>
              <a:t>x</a:t>
            </a:r>
            <a:r>
              <a:rPr kumimoji="1" lang="en-US" altLang="zh-CN" sz="1800" b="1" i="1" baseline="-30000">
                <a:solidFill>
                  <a:srgbClr val="007A77"/>
                </a:solidFill>
                <a:latin typeface="Times New Roman" panose="02020603050405020304" pitchFamily="18" charset="0"/>
              </a:rPr>
              <a:t>n</a:t>
            </a:r>
            <a:r>
              <a:rPr kumimoji="1" lang="en-US" altLang="zh-CN" sz="1800" b="1">
                <a:solidFill>
                  <a:srgbClr val="007A77"/>
                </a:solidFill>
                <a:latin typeface="Times New Roman" panose="02020603050405020304" pitchFamily="18" charset="0"/>
              </a:rPr>
              <a:t>)</a:t>
            </a:r>
            <a:r>
              <a:rPr kumimoji="1" lang="zh-CN" altLang="en-US" sz="1800" b="1">
                <a:solidFill>
                  <a:srgbClr val="007A77"/>
                </a:solidFill>
                <a:latin typeface="Times New Roman" panose="02020603050405020304" pitchFamily="18" charset="0"/>
              </a:rPr>
              <a:t>，对任一变量</a:t>
            </a:r>
            <a:r>
              <a:rPr kumimoji="1" lang="en-US" altLang="zh-CN" sz="1800" b="1" i="1">
                <a:solidFill>
                  <a:srgbClr val="007A77"/>
                </a:solidFill>
                <a:latin typeface="Times New Roman" panose="02020603050405020304" pitchFamily="18" charset="0"/>
              </a:rPr>
              <a:t>x</a:t>
            </a:r>
            <a:r>
              <a:rPr kumimoji="1" lang="en-US" altLang="zh-CN" sz="1800" b="1" i="1" baseline="-30000">
                <a:solidFill>
                  <a:srgbClr val="007A77"/>
                </a:solidFill>
                <a:latin typeface="Times New Roman" panose="02020603050405020304" pitchFamily="18" charset="0"/>
              </a:rPr>
              <a:t>i</a:t>
            </a:r>
            <a:r>
              <a:rPr kumimoji="1" lang="zh-CN" altLang="en-US" sz="1800" b="1">
                <a:solidFill>
                  <a:srgbClr val="007A77"/>
                </a:solidFill>
                <a:latin typeface="Times New Roman" panose="02020603050405020304" pitchFamily="18" charset="0"/>
              </a:rPr>
              <a:t>的决策是决定</a:t>
            </a:r>
            <a:r>
              <a:rPr kumimoji="1" lang="en-US" altLang="zh-CN" sz="1800" b="1" i="1">
                <a:solidFill>
                  <a:srgbClr val="007A77"/>
                </a:solidFill>
                <a:latin typeface="Times New Roman" panose="02020603050405020304" pitchFamily="18" charset="0"/>
              </a:rPr>
              <a:t>x</a:t>
            </a:r>
            <a:r>
              <a:rPr kumimoji="1" lang="en-US" altLang="zh-CN" sz="1800" b="1" i="1" baseline="-30000">
                <a:solidFill>
                  <a:srgbClr val="007A77"/>
                </a:solidFill>
                <a:latin typeface="Times New Roman" panose="02020603050405020304" pitchFamily="18" charset="0"/>
              </a:rPr>
              <a:t>i</a:t>
            </a:r>
            <a:r>
              <a:rPr kumimoji="1" lang="en-US" altLang="zh-CN" sz="1800" b="1">
                <a:solidFill>
                  <a:srgbClr val="007A77"/>
                </a:solidFill>
                <a:latin typeface="Times New Roman" panose="02020603050405020304" pitchFamily="18" charset="0"/>
              </a:rPr>
              <a:t>=1</a:t>
            </a:r>
            <a:r>
              <a:rPr kumimoji="1" lang="zh-CN" altLang="en-US" sz="1800" b="1">
                <a:solidFill>
                  <a:srgbClr val="007A77"/>
                </a:solidFill>
                <a:latin typeface="Times New Roman" panose="02020603050405020304" pitchFamily="18" charset="0"/>
              </a:rPr>
              <a:t>还是</a:t>
            </a:r>
            <a:r>
              <a:rPr kumimoji="1" lang="en-US" altLang="zh-CN" sz="1800" b="1" i="1">
                <a:solidFill>
                  <a:srgbClr val="007A77"/>
                </a:solidFill>
                <a:latin typeface="Times New Roman" panose="02020603050405020304" pitchFamily="18" charset="0"/>
              </a:rPr>
              <a:t>x</a:t>
            </a:r>
            <a:r>
              <a:rPr kumimoji="1" lang="en-US" altLang="zh-CN" sz="1800" b="1" i="1" baseline="-30000">
                <a:solidFill>
                  <a:srgbClr val="007A77"/>
                </a:solidFill>
                <a:latin typeface="Times New Roman" panose="02020603050405020304" pitchFamily="18" charset="0"/>
              </a:rPr>
              <a:t>i</a:t>
            </a:r>
            <a:r>
              <a:rPr kumimoji="1" lang="en-US" altLang="zh-CN" sz="1800" b="1">
                <a:solidFill>
                  <a:srgbClr val="007A77"/>
                </a:solidFill>
                <a:latin typeface="Times New Roman" panose="02020603050405020304" pitchFamily="18" charset="0"/>
              </a:rPr>
              <a:t>=0</a:t>
            </a:r>
            <a:r>
              <a:rPr kumimoji="1" lang="zh-CN" altLang="en-US" sz="1800" b="1">
                <a:solidFill>
                  <a:srgbClr val="007A77"/>
                </a:solidFill>
                <a:latin typeface="Times New Roman" panose="02020603050405020304" pitchFamily="18" charset="0"/>
              </a:rPr>
              <a:t>。在对</a:t>
            </a:r>
            <a:r>
              <a:rPr kumimoji="1" lang="en-US" altLang="zh-CN" sz="1800" b="1" i="1">
                <a:solidFill>
                  <a:srgbClr val="007A77"/>
                </a:solidFill>
                <a:latin typeface="Times New Roman" panose="02020603050405020304" pitchFamily="18" charset="0"/>
              </a:rPr>
              <a:t>x</a:t>
            </a:r>
            <a:r>
              <a:rPr kumimoji="1" lang="en-US" altLang="zh-CN" sz="1800" b="1" i="1" baseline="-30000">
                <a:solidFill>
                  <a:srgbClr val="007A77"/>
                </a:solidFill>
                <a:latin typeface="Times New Roman" panose="02020603050405020304" pitchFamily="18" charset="0"/>
              </a:rPr>
              <a:t>i</a:t>
            </a:r>
            <a:r>
              <a:rPr kumimoji="1" lang="en-US" altLang="zh-CN" sz="1800" b="1" baseline="-30000">
                <a:solidFill>
                  <a:srgbClr val="007A77"/>
                </a:solidFill>
                <a:latin typeface="Times New Roman" panose="02020603050405020304" pitchFamily="18" charset="0"/>
              </a:rPr>
              <a:t>-1</a:t>
            </a:r>
            <a:r>
              <a:rPr kumimoji="1" lang="zh-CN" altLang="en-US" sz="1800" b="1">
                <a:solidFill>
                  <a:srgbClr val="007A77"/>
                </a:solidFill>
                <a:latin typeface="Times New Roman" panose="02020603050405020304" pitchFamily="18" charset="0"/>
              </a:rPr>
              <a:t>决策后，已确定了</a:t>
            </a:r>
            <a:r>
              <a:rPr kumimoji="1" lang="en-US" altLang="zh-CN" sz="1800" b="1">
                <a:solidFill>
                  <a:srgbClr val="007A77"/>
                </a:solidFill>
                <a:latin typeface="Times New Roman" panose="02020603050405020304" pitchFamily="18" charset="0"/>
              </a:rPr>
              <a:t>(</a:t>
            </a:r>
            <a:r>
              <a:rPr kumimoji="1" lang="en-US" altLang="zh-CN" sz="1800" b="1" i="1">
                <a:solidFill>
                  <a:srgbClr val="007A77"/>
                </a:solidFill>
                <a:latin typeface="Times New Roman" panose="02020603050405020304" pitchFamily="18" charset="0"/>
              </a:rPr>
              <a:t>x</a:t>
            </a:r>
            <a:r>
              <a:rPr kumimoji="1" lang="en-US" altLang="zh-CN" sz="1800" b="1" baseline="-30000">
                <a:solidFill>
                  <a:srgbClr val="007A77"/>
                </a:solidFill>
                <a:latin typeface="Times New Roman" panose="02020603050405020304" pitchFamily="18" charset="0"/>
              </a:rPr>
              <a:t>1</a:t>
            </a:r>
            <a:r>
              <a:rPr kumimoji="1" lang="en-US" altLang="zh-CN" sz="1800" b="1">
                <a:solidFill>
                  <a:srgbClr val="007A77"/>
                </a:solidFill>
                <a:latin typeface="Times New Roman" panose="02020603050405020304" pitchFamily="18" charset="0"/>
              </a:rPr>
              <a:t>, …, </a:t>
            </a:r>
            <a:r>
              <a:rPr kumimoji="1" lang="en-US" altLang="zh-CN" sz="1800" b="1" i="1">
                <a:solidFill>
                  <a:srgbClr val="007A77"/>
                </a:solidFill>
                <a:latin typeface="Times New Roman" panose="02020603050405020304" pitchFamily="18" charset="0"/>
              </a:rPr>
              <a:t>x</a:t>
            </a:r>
            <a:r>
              <a:rPr kumimoji="1" lang="en-US" altLang="zh-CN" sz="1800" b="1" i="1" baseline="-30000">
                <a:solidFill>
                  <a:srgbClr val="007A77"/>
                </a:solidFill>
                <a:latin typeface="Times New Roman" panose="02020603050405020304" pitchFamily="18" charset="0"/>
              </a:rPr>
              <a:t>i</a:t>
            </a:r>
            <a:r>
              <a:rPr kumimoji="1" lang="en-US" altLang="zh-CN" sz="1800" b="1" baseline="-30000">
                <a:solidFill>
                  <a:srgbClr val="007A77"/>
                </a:solidFill>
                <a:latin typeface="Times New Roman" panose="02020603050405020304" pitchFamily="18" charset="0"/>
              </a:rPr>
              <a:t>-1</a:t>
            </a:r>
            <a:r>
              <a:rPr kumimoji="1" lang="en-US" altLang="zh-CN" sz="1800" b="1">
                <a:solidFill>
                  <a:srgbClr val="007A77"/>
                </a:solidFill>
                <a:latin typeface="Times New Roman" panose="02020603050405020304" pitchFamily="18" charset="0"/>
              </a:rPr>
              <a:t>)</a:t>
            </a:r>
            <a:r>
              <a:rPr kumimoji="1" lang="zh-CN" altLang="en-US" sz="1800" b="1">
                <a:solidFill>
                  <a:srgbClr val="007A77"/>
                </a:solidFill>
                <a:latin typeface="Times New Roman" panose="02020603050405020304" pitchFamily="18" charset="0"/>
              </a:rPr>
              <a:t>，在决策</a:t>
            </a:r>
            <a:r>
              <a:rPr kumimoji="1" lang="en-US" altLang="zh-CN" sz="1800" b="1" i="1">
                <a:solidFill>
                  <a:srgbClr val="007A77"/>
                </a:solidFill>
                <a:latin typeface="Times New Roman" panose="02020603050405020304" pitchFamily="18" charset="0"/>
              </a:rPr>
              <a:t>x</a:t>
            </a:r>
            <a:r>
              <a:rPr kumimoji="1" lang="en-US" altLang="zh-CN" sz="1800" b="1" i="1" baseline="-30000">
                <a:solidFill>
                  <a:srgbClr val="007A77"/>
                </a:solidFill>
                <a:latin typeface="Times New Roman" panose="02020603050405020304" pitchFamily="18" charset="0"/>
              </a:rPr>
              <a:t>i</a:t>
            </a:r>
            <a:r>
              <a:rPr kumimoji="1" lang="zh-CN" altLang="en-US" sz="1800" b="1">
                <a:solidFill>
                  <a:srgbClr val="007A77"/>
                </a:solidFill>
                <a:latin typeface="Times New Roman" panose="02020603050405020304" pitchFamily="18" charset="0"/>
              </a:rPr>
              <a:t>时，问题处于下列两种状态之一：</a:t>
            </a:r>
          </a:p>
          <a:p>
            <a:pPr algn="just" defTabSz="685800" fontAlgn="base">
              <a:spcAft>
                <a:spcPct val="20000"/>
              </a:spcAft>
              <a:buClrTx/>
              <a:buSzTx/>
              <a:buNone/>
            </a:pPr>
            <a:r>
              <a:rPr kumimoji="1" lang="zh-CN" altLang="en-US" sz="1800" b="1">
                <a:solidFill>
                  <a:srgbClr val="007A77"/>
                </a:solidFill>
                <a:latin typeface="Times New Roman" panose="02020603050405020304" pitchFamily="18" charset="0"/>
              </a:rPr>
              <a:t>（</a:t>
            </a:r>
            <a:r>
              <a:rPr kumimoji="1" lang="en-US" altLang="zh-CN" sz="1800" b="1">
                <a:solidFill>
                  <a:srgbClr val="007A77"/>
                </a:solidFill>
                <a:latin typeface="Times New Roman" panose="02020603050405020304" pitchFamily="18" charset="0"/>
              </a:rPr>
              <a:t>1</a:t>
            </a:r>
            <a:r>
              <a:rPr kumimoji="1" lang="zh-CN" altLang="en-US" sz="1800" b="1">
                <a:solidFill>
                  <a:srgbClr val="007A77"/>
                </a:solidFill>
                <a:latin typeface="Times New Roman" panose="02020603050405020304" pitchFamily="18" charset="0"/>
              </a:rPr>
              <a:t>）背包容量不足以装入物品</a:t>
            </a:r>
            <a:r>
              <a:rPr kumimoji="1" lang="en-US" altLang="zh-CN" sz="1800" b="1" i="1">
                <a:solidFill>
                  <a:srgbClr val="007A77"/>
                </a:solidFill>
                <a:latin typeface="Times New Roman" panose="02020603050405020304" pitchFamily="18" charset="0"/>
              </a:rPr>
              <a:t>i</a:t>
            </a:r>
            <a:r>
              <a:rPr kumimoji="1" lang="zh-CN" altLang="en-US" sz="1800" b="1">
                <a:solidFill>
                  <a:srgbClr val="007A77"/>
                </a:solidFill>
                <a:latin typeface="Times New Roman" panose="02020603050405020304" pitchFamily="18" charset="0"/>
              </a:rPr>
              <a:t>，则</a:t>
            </a:r>
            <a:r>
              <a:rPr kumimoji="1" lang="en-US" altLang="zh-CN" sz="1800" b="1" i="1">
                <a:solidFill>
                  <a:srgbClr val="007A77"/>
                </a:solidFill>
                <a:latin typeface="Times New Roman" panose="02020603050405020304" pitchFamily="18" charset="0"/>
              </a:rPr>
              <a:t>x</a:t>
            </a:r>
            <a:r>
              <a:rPr kumimoji="1" lang="en-US" altLang="zh-CN" sz="1800" b="1" i="1" baseline="-30000">
                <a:solidFill>
                  <a:srgbClr val="007A77"/>
                </a:solidFill>
                <a:latin typeface="Times New Roman" panose="02020603050405020304" pitchFamily="18" charset="0"/>
              </a:rPr>
              <a:t>i</a:t>
            </a:r>
            <a:r>
              <a:rPr kumimoji="1" lang="en-US" altLang="zh-CN" sz="1800" b="1">
                <a:solidFill>
                  <a:srgbClr val="007A77"/>
                </a:solidFill>
                <a:latin typeface="Times New Roman" panose="02020603050405020304" pitchFamily="18" charset="0"/>
              </a:rPr>
              <a:t>=0</a:t>
            </a:r>
            <a:r>
              <a:rPr kumimoji="1" lang="zh-CN" altLang="en-US" sz="1800" b="1">
                <a:solidFill>
                  <a:srgbClr val="007A77"/>
                </a:solidFill>
                <a:latin typeface="Times New Roman" panose="02020603050405020304" pitchFamily="18" charset="0"/>
              </a:rPr>
              <a:t>，背包不增加价值；</a:t>
            </a:r>
          </a:p>
          <a:p>
            <a:pPr algn="just" defTabSz="685800" fontAlgn="base">
              <a:spcAft>
                <a:spcPct val="20000"/>
              </a:spcAft>
              <a:buClrTx/>
              <a:buSzTx/>
              <a:buNone/>
            </a:pPr>
            <a:r>
              <a:rPr kumimoji="1" lang="zh-CN" altLang="en-US" sz="1800" b="1">
                <a:solidFill>
                  <a:srgbClr val="007A77"/>
                </a:solidFill>
                <a:latin typeface="Times New Roman" panose="02020603050405020304" pitchFamily="18" charset="0"/>
              </a:rPr>
              <a:t>（</a:t>
            </a:r>
            <a:r>
              <a:rPr kumimoji="1" lang="en-US" altLang="zh-CN" sz="1800" b="1">
                <a:solidFill>
                  <a:srgbClr val="007A77"/>
                </a:solidFill>
                <a:latin typeface="Times New Roman" panose="02020603050405020304" pitchFamily="18" charset="0"/>
              </a:rPr>
              <a:t>2</a:t>
            </a:r>
            <a:r>
              <a:rPr kumimoji="1" lang="zh-CN" altLang="en-US" sz="1800" b="1">
                <a:solidFill>
                  <a:srgbClr val="007A77"/>
                </a:solidFill>
                <a:latin typeface="Times New Roman" panose="02020603050405020304" pitchFamily="18" charset="0"/>
              </a:rPr>
              <a:t>）背包容量可以装入物品</a:t>
            </a:r>
            <a:r>
              <a:rPr kumimoji="1" lang="en-US" altLang="zh-CN" sz="1800" b="1" i="1">
                <a:solidFill>
                  <a:srgbClr val="007A77"/>
                </a:solidFill>
                <a:latin typeface="Times New Roman" panose="02020603050405020304" pitchFamily="18" charset="0"/>
              </a:rPr>
              <a:t>i</a:t>
            </a:r>
            <a:r>
              <a:rPr kumimoji="1" lang="zh-CN" altLang="en-US" sz="1800" b="1">
                <a:solidFill>
                  <a:srgbClr val="007A77"/>
                </a:solidFill>
                <a:latin typeface="Times New Roman" panose="02020603050405020304" pitchFamily="18" charset="0"/>
              </a:rPr>
              <a:t>，则</a:t>
            </a:r>
            <a:r>
              <a:rPr kumimoji="1" lang="en-US" altLang="zh-CN" sz="1800" b="1" i="1">
                <a:solidFill>
                  <a:srgbClr val="007A77"/>
                </a:solidFill>
                <a:latin typeface="Times New Roman" panose="02020603050405020304" pitchFamily="18" charset="0"/>
              </a:rPr>
              <a:t>x</a:t>
            </a:r>
            <a:r>
              <a:rPr kumimoji="1" lang="en-US" altLang="zh-CN" sz="1800" b="1" i="1" baseline="-30000">
                <a:solidFill>
                  <a:srgbClr val="007A77"/>
                </a:solidFill>
                <a:latin typeface="Times New Roman" panose="02020603050405020304" pitchFamily="18" charset="0"/>
              </a:rPr>
              <a:t>i</a:t>
            </a:r>
            <a:r>
              <a:rPr kumimoji="1" lang="en-US" altLang="zh-CN" sz="1800" b="1">
                <a:solidFill>
                  <a:srgbClr val="007A77"/>
                </a:solidFill>
                <a:latin typeface="Times New Roman" panose="02020603050405020304" pitchFamily="18" charset="0"/>
              </a:rPr>
              <a:t>=1</a:t>
            </a:r>
            <a:r>
              <a:rPr kumimoji="1" lang="zh-CN" altLang="en-US" sz="1800" b="1">
                <a:solidFill>
                  <a:srgbClr val="007A77"/>
                </a:solidFill>
                <a:latin typeface="Times New Roman" panose="02020603050405020304" pitchFamily="18" charset="0"/>
              </a:rPr>
              <a:t>，背包的价值增加了</a:t>
            </a:r>
            <a:r>
              <a:rPr kumimoji="1" lang="en-US" altLang="zh-CN" sz="1800" b="1" i="1">
                <a:solidFill>
                  <a:srgbClr val="007A77"/>
                </a:solidFill>
                <a:latin typeface="Times New Roman" panose="02020603050405020304" pitchFamily="18" charset="0"/>
              </a:rPr>
              <a:t>v</a:t>
            </a:r>
            <a:r>
              <a:rPr kumimoji="1" lang="en-US" altLang="zh-CN" sz="1800" b="1" i="1" baseline="-30000">
                <a:solidFill>
                  <a:srgbClr val="007A77"/>
                </a:solidFill>
                <a:latin typeface="Times New Roman" panose="02020603050405020304" pitchFamily="18" charset="0"/>
              </a:rPr>
              <a:t>i</a:t>
            </a:r>
            <a:r>
              <a:rPr kumimoji="1" lang="zh-CN" altLang="en-US" sz="1800" b="1">
                <a:solidFill>
                  <a:srgbClr val="007A77"/>
                </a:solidFill>
                <a:latin typeface="Times New Roman" panose="02020603050405020304" pitchFamily="18" charset="0"/>
              </a:rPr>
              <a:t>。</a:t>
            </a:r>
          </a:p>
          <a:p>
            <a:pPr algn="just" defTabSz="685800" fontAlgn="base">
              <a:spcAft>
                <a:spcPct val="20000"/>
              </a:spcAft>
              <a:buClrTx/>
              <a:buSzTx/>
              <a:buNone/>
            </a:pPr>
            <a:r>
              <a:rPr kumimoji="1" lang="zh-CN" altLang="en-US" sz="1800" b="1">
                <a:solidFill>
                  <a:srgbClr val="007A77"/>
                </a:solidFill>
                <a:latin typeface="Times New Roman" panose="02020603050405020304" pitchFamily="18" charset="0"/>
              </a:rPr>
              <a:t>        这两种情况下背包价值的最大者应该是</a:t>
            </a:r>
            <a:r>
              <a:rPr kumimoji="1" lang="zh-CN" altLang="en-US" sz="1800" b="1">
                <a:solidFill>
                  <a:srgbClr val="FF0000"/>
                </a:solidFill>
                <a:latin typeface="Times New Roman" panose="02020603050405020304" pitchFamily="18" charset="0"/>
              </a:rPr>
              <a:t>对</a:t>
            </a:r>
            <a:r>
              <a:rPr kumimoji="1" lang="en-US" altLang="zh-CN" sz="1800" b="1">
                <a:solidFill>
                  <a:srgbClr val="FF0000"/>
                </a:solidFill>
                <a:latin typeface="Times New Roman" panose="02020603050405020304" pitchFamily="18" charset="0"/>
              </a:rPr>
              <a:t>xi</a:t>
            </a:r>
            <a:r>
              <a:rPr kumimoji="1" lang="zh-CN" altLang="en-US" sz="1800" b="1">
                <a:solidFill>
                  <a:srgbClr val="FF0000"/>
                </a:solidFill>
                <a:latin typeface="Times New Roman" panose="02020603050405020304" pitchFamily="18" charset="0"/>
              </a:rPr>
              <a:t>决策后</a:t>
            </a:r>
            <a:r>
              <a:rPr kumimoji="1" lang="zh-CN" altLang="en-US" sz="1800" b="1">
                <a:solidFill>
                  <a:srgbClr val="007A77"/>
                </a:solidFill>
                <a:latin typeface="Times New Roman" panose="02020603050405020304" pitchFamily="18" charset="0"/>
              </a:rPr>
              <a:t>的背包价值。令</a:t>
            </a:r>
            <a:r>
              <a:rPr kumimoji="1" lang="en-US" altLang="zh-CN" sz="1800" b="1" i="1">
                <a:solidFill>
                  <a:srgbClr val="007A77"/>
                </a:solidFill>
                <a:latin typeface="Times New Roman" panose="02020603050405020304" pitchFamily="18" charset="0"/>
              </a:rPr>
              <a:t>M</a:t>
            </a:r>
            <a:r>
              <a:rPr kumimoji="1" lang="en-US" altLang="zh-CN" sz="1800" b="1">
                <a:solidFill>
                  <a:srgbClr val="007A77"/>
                </a:solidFill>
                <a:latin typeface="Times New Roman" panose="02020603050405020304" pitchFamily="18" charset="0"/>
              </a:rPr>
              <a:t>(</a:t>
            </a:r>
            <a:r>
              <a:rPr kumimoji="1" lang="en-US" altLang="zh-CN" sz="1800" b="1" i="1">
                <a:solidFill>
                  <a:srgbClr val="007A77"/>
                </a:solidFill>
                <a:latin typeface="Times New Roman" panose="02020603050405020304" pitchFamily="18" charset="0"/>
              </a:rPr>
              <a:t>i, j</a:t>
            </a:r>
            <a:r>
              <a:rPr kumimoji="1" lang="en-US" altLang="zh-CN" sz="1800" b="1">
                <a:solidFill>
                  <a:srgbClr val="007A77"/>
                </a:solidFill>
                <a:latin typeface="Times New Roman" panose="02020603050405020304" pitchFamily="18" charset="0"/>
              </a:rPr>
              <a:t>)</a:t>
            </a:r>
            <a:r>
              <a:rPr kumimoji="1" lang="zh-CN" altLang="en-US" sz="1800" b="1">
                <a:solidFill>
                  <a:srgbClr val="007A77"/>
                </a:solidFill>
                <a:latin typeface="Times New Roman" panose="02020603050405020304" pitchFamily="18" charset="0"/>
              </a:rPr>
              <a:t>表示在</a:t>
            </a:r>
            <a:r>
              <a:rPr kumimoji="1" lang="zh-CN" altLang="en-US" sz="1800" b="1">
                <a:solidFill>
                  <a:srgbClr val="0000FF"/>
                </a:solidFill>
                <a:latin typeface="Times New Roman" panose="02020603050405020304" pitchFamily="18" charset="0"/>
              </a:rPr>
              <a:t>前</a:t>
            </a:r>
            <a:r>
              <a:rPr kumimoji="1" lang="en-US" altLang="zh-CN" sz="1800" b="1" i="1">
                <a:solidFill>
                  <a:srgbClr val="0000FF"/>
                </a:solidFill>
                <a:latin typeface="Times New Roman" panose="02020603050405020304" pitchFamily="18" charset="0"/>
              </a:rPr>
              <a:t>i</a:t>
            </a:r>
            <a:r>
              <a:rPr kumimoji="1" lang="en-US" altLang="zh-CN" sz="1800" b="1">
                <a:solidFill>
                  <a:srgbClr val="0000FF"/>
                </a:solidFill>
                <a:latin typeface="Times New Roman" panose="02020603050405020304" pitchFamily="18" charset="0"/>
              </a:rPr>
              <a:t>(1≤</a:t>
            </a:r>
            <a:r>
              <a:rPr kumimoji="1" lang="en-US" altLang="zh-CN" sz="1800" b="1" i="1">
                <a:solidFill>
                  <a:srgbClr val="0000FF"/>
                </a:solidFill>
                <a:latin typeface="Times New Roman" panose="02020603050405020304" pitchFamily="18" charset="0"/>
              </a:rPr>
              <a:t>i</a:t>
            </a:r>
            <a:r>
              <a:rPr kumimoji="1" lang="en-US" altLang="zh-CN" sz="1800" b="1">
                <a:solidFill>
                  <a:srgbClr val="0000FF"/>
                </a:solidFill>
                <a:latin typeface="Times New Roman" panose="02020603050405020304" pitchFamily="18" charset="0"/>
              </a:rPr>
              <a:t>≤</a:t>
            </a:r>
            <a:r>
              <a:rPr kumimoji="1" lang="en-US" altLang="zh-CN" sz="1800" b="1" i="1">
                <a:solidFill>
                  <a:srgbClr val="0000FF"/>
                </a:solidFill>
                <a:latin typeface="Times New Roman" panose="02020603050405020304" pitchFamily="18" charset="0"/>
              </a:rPr>
              <a:t>n</a:t>
            </a:r>
            <a:r>
              <a:rPr kumimoji="1" lang="en-US" altLang="zh-CN" sz="1800" b="1">
                <a:solidFill>
                  <a:srgbClr val="0000FF"/>
                </a:solidFill>
                <a:latin typeface="Times New Roman" panose="02020603050405020304" pitchFamily="18" charset="0"/>
              </a:rPr>
              <a:t>)</a:t>
            </a:r>
            <a:r>
              <a:rPr kumimoji="1" lang="zh-CN" altLang="en-US" sz="1800" b="1">
                <a:solidFill>
                  <a:srgbClr val="0000FF"/>
                </a:solidFill>
                <a:latin typeface="Times New Roman" panose="02020603050405020304" pitchFamily="18" charset="0"/>
              </a:rPr>
              <a:t>个物品中能够装入容量为</a:t>
            </a:r>
            <a:r>
              <a:rPr kumimoji="1" lang="en-US" altLang="zh-CN" sz="1800" b="1" i="1">
                <a:solidFill>
                  <a:srgbClr val="0000FF"/>
                </a:solidFill>
                <a:latin typeface="Times New Roman" panose="02020603050405020304" pitchFamily="18" charset="0"/>
              </a:rPr>
              <a:t>j</a:t>
            </a:r>
            <a:r>
              <a:rPr kumimoji="1" lang="zh-CN" altLang="en-US" sz="1800" b="1">
                <a:solidFill>
                  <a:srgbClr val="0000FF"/>
                </a:solidFill>
                <a:latin typeface="Times New Roman" panose="02020603050405020304" pitchFamily="18" charset="0"/>
              </a:rPr>
              <a:t>（</a:t>
            </a:r>
            <a:r>
              <a:rPr kumimoji="1" lang="en-US" altLang="zh-CN" sz="1800" b="1">
                <a:solidFill>
                  <a:srgbClr val="0000FF"/>
                </a:solidFill>
                <a:latin typeface="Times New Roman" panose="02020603050405020304" pitchFamily="18" charset="0"/>
              </a:rPr>
              <a:t>1≤</a:t>
            </a:r>
            <a:r>
              <a:rPr kumimoji="1" lang="en-US" altLang="zh-CN" sz="1800" b="1" i="1">
                <a:solidFill>
                  <a:srgbClr val="0000FF"/>
                </a:solidFill>
                <a:latin typeface="Times New Roman" panose="02020603050405020304" pitchFamily="18" charset="0"/>
              </a:rPr>
              <a:t>j</a:t>
            </a:r>
            <a:r>
              <a:rPr kumimoji="1" lang="en-US" altLang="zh-CN" sz="1800" b="1">
                <a:solidFill>
                  <a:srgbClr val="0000FF"/>
                </a:solidFill>
                <a:latin typeface="Times New Roman" panose="02020603050405020304" pitchFamily="18" charset="0"/>
              </a:rPr>
              <a:t>≤</a:t>
            </a:r>
            <a:r>
              <a:rPr kumimoji="1" lang="en-US" altLang="zh-CN" sz="1800" b="1" i="1">
                <a:solidFill>
                  <a:srgbClr val="0000FF"/>
                </a:solidFill>
                <a:latin typeface="Times New Roman" panose="02020603050405020304" pitchFamily="18" charset="0"/>
              </a:rPr>
              <a:t>C</a:t>
            </a:r>
            <a:r>
              <a:rPr kumimoji="1" lang="zh-CN" altLang="en-US" sz="1800" b="1">
                <a:solidFill>
                  <a:srgbClr val="0000FF"/>
                </a:solidFill>
                <a:latin typeface="Times New Roman" panose="02020603050405020304" pitchFamily="18" charset="0"/>
              </a:rPr>
              <a:t>）的背包中的物品的最大值</a:t>
            </a:r>
            <a:r>
              <a:rPr kumimoji="1" lang="zh-CN" altLang="en-US" sz="1800" b="1">
                <a:solidFill>
                  <a:srgbClr val="007A77"/>
                </a:solidFill>
                <a:latin typeface="Times New Roman" panose="02020603050405020304" pitchFamily="18" charset="0"/>
              </a:rPr>
              <a:t>，则可以得到如下动态规划函数：</a:t>
            </a:r>
          </a:p>
          <a:p>
            <a:pPr algn="just" defTabSz="685800" fontAlgn="base">
              <a:spcAft>
                <a:spcPct val="20000"/>
              </a:spcAft>
              <a:buClrTx/>
              <a:buSzTx/>
              <a:buNone/>
            </a:pPr>
            <a:r>
              <a:rPr kumimoji="1" lang="zh-CN" altLang="en-US" sz="1800" b="1" i="1">
                <a:solidFill>
                  <a:srgbClr val="007A77"/>
                </a:solidFill>
                <a:latin typeface="Times New Roman" panose="02020603050405020304" pitchFamily="18" charset="0"/>
              </a:rPr>
              <a:t>                   </a:t>
            </a:r>
            <a:endParaRPr kumimoji="1" lang="zh-CN" altLang="en-US" sz="1800" b="1">
              <a:solidFill>
                <a:srgbClr val="007A77"/>
              </a:solidFill>
              <a:latin typeface="Times New Roman" panose="02020603050405020304" pitchFamily="18" charset="0"/>
            </a:endParaRPr>
          </a:p>
        </p:txBody>
      </p:sp>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1F7BFED1-D762-4CC6-A862-A33A0A4C8137}"/>
              </a:ext>
            </a:extLst>
          </p:cNvPr>
          <p:cNvSpPr>
            <a:spLocks noGrp="1" noRot="1" noChangeArrowheads="1"/>
          </p:cNvSpPr>
          <p:nvPr>
            <p:ph type="title"/>
          </p:nvPr>
        </p:nvSpPr>
        <p:spPr/>
        <p:txBody>
          <a:bodyPr/>
          <a:lstStyle/>
          <a:p>
            <a:pPr eaLnBrk="1" hangingPunct="1"/>
            <a:r>
              <a:rPr lang="zh-CN" altLang="en-US" dirty="0"/>
              <a:t>背包的递推式子</a:t>
            </a:r>
            <a:endParaRPr lang="zh-CN" altLang="zh-CN" dirty="0"/>
          </a:p>
        </p:txBody>
      </p:sp>
      <p:sp>
        <p:nvSpPr>
          <p:cNvPr id="10243" name="Rectangle 3">
            <a:extLst>
              <a:ext uri="{FF2B5EF4-FFF2-40B4-BE49-F238E27FC236}">
                <a16:creationId xmlns:a16="http://schemas.microsoft.com/office/drawing/2014/main" id="{D8EF6E9A-3C7F-442C-AA39-098A1DF17E04}"/>
              </a:ext>
            </a:extLst>
          </p:cNvPr>
          <p:cNvSpPr>
            <a:spLocks noGrp="1" noRot="1" noChangeArrowheads="1"/>
          </p:cNvSpPr>
          <p:nvPr>
            <p:ph type="body" sz="half" idx="1"/>
          </p:nvPr>
        </p:nvSpPr>
        <p:spPr>
          <a:xfrm>
            <a:off x="1369219" y="1428751"/>
            <a:ext cx="3144441" cy="3145631"/>
          </a:xfrm>
        </p:spPr>
        <p:txBody>
          <a:bodyPr/>
          <a:lstStyle/>
          <a:p>
            <a:pPr eaLnBrk="1" hangingPunct="1"/>
            <a:r>
              <a:rPr lang="en-US" altLang="zh-TW" sz="2100"/>
              <a:t>[</a:t>
            </a:r>
            <a:r>
              <a:rPr lang="zh-CN" altLang="en-US" sz="2100"/>
              <a:t>动态规划函数</a:t>
            </a:r>
            <a:r>
              <a:rPr lang="en-US" altLang="zh-TW" sz="2100"/>
              <a:t>]:</a:t>
            </a:r>
          </a:p>
          <a:p>
            <a:pPr eaLnBrk="1" hangingPunct="1"/>
            <a:endParaRPr lang="zh-TW" altLang="en-US" sz="2100"/>
          </a:p>
        </p:txBody>
      </p:sp>
      <p:graphicFrame>
        <p:nvGraphicFramePr>
          <p:cNvPr id="10244" name="Object 4">
            <a:extLst>
              <a:ext uri="{FF2B5EF4-FFF2-40B4-BE49-F238E27FC236}">
                <a16:creationId xmlns:a16="http://schemas.microsoft.com/office/drawing/2014/main" id="{3DC2EAE1-F502-41B6-BBAA-14744FBC1F85}"/>
              </a:ext>
            </a:extLst>
          </p:cNvPr>
          <p:cNvGraphicFramePr>
            <a:graphicFrameLocks noChangeAspect="1"/>
          </p:cNvGraphicFramePr>
          <p:nvPr>
            <p:ph sz="quarter" idx="2"/>
          </p:nvPr>
        </p:nvGraphicFramePr>
        <p:xfrm>
          <a:off x="1154907" y="2576513"/>
          <a:ext cx="6004322" cy="1132285"/>
        </p:xfrm>
        <a:graphic>
          <a:graphicData uri="http://schemas.openxmlformats.org/presentationml/2006/ole">
            <mc:AlternateContent xmlns:mc="http://schemas.openxmlformats.org/markup-compatibility/2006">
              <mc:Choice xmlns:v="urn:schemas-microsoft-com:vml" Requires="v">
                <p:oleObj spid="_x0000_s131075" name="公式" r:id="rId3" imgW="3771900" imgH="711200" progId="Equation.3">
                  <p:embed/>
                </p:oleObj>
              </mc:Choice>
              <mc:Fallback>
                <p:oleObj name="公式" r:id="rId3" imgW="3771900" imgH="711200" progId="Equation.3">
                  <p:embed/>
                  <p:pic>
                    <p:nvPicPr>
                      <p:cNvPr id="10244" name="Object 4">
                        <a:extLst>
                          <a:ext uri="{FF2B5EF4-FFF2-40B4-BE49-F238E27FC236}">
                            <a16:creationId xmlns:a16="http://schemas.microsoft.com/office/drawing/2014/main" id="{3DC2EAE1-F502-41B6-BBAA-14744FBC1F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4907" y="2576513"/>
                        <a:ext cx="6004322" cy="1132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3" name="AutoShape 5">
            <a:extLst>
              <a:ext uri="{FF2B5EF4-FFF2-40B4-BE49-F238E27FC236}">
                <a16:creationId xmlns:a16="http://schemas.microsoft.com/office/drawing/2014/main" id="{A6D87455-717A-4291-AECD-08495EE0A33C}"/>
              </a:ext>
            </a:extLst>
          </p:cNvPr>
          <p:cNvSpPr>
            <a:spLocks noChangeArrowheads="1"/>
          </p:cNvSpPr>
          <p:nvPr/>
        </p:nvSpPr>
        <p:spPr bwMode="auto">
          <a:xfrm>
            <a:off x="4762501" y="1999060"/>
            <a:ext cx="1375172" cy="353615"/>
          </a:xfrm>
          <a:prstGeom prst="wedgeRectCallout">
            <a:avLst>
              <a:gd name="adj1" fmla="val 73370"/>
              <a:gd name="adj2" fmla="val 126838"/>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defTabSz="685800" fontAlgn="base">
              <a:spcBef>
                <a:spcPct val="0"/>
              </a:spcBef>
              <a:spcAft>
                <a:spcPct val="0"/>
              </a:spcAft>
              <a:buClrTx/>
              <a:buSzTx/>
              <a:buNone/>
            </a:pPr>
            <a:r>
              <a:rPr kumimoji="1" lang="en-US" altLang="zh-CN" sz="1350" b="1">
                <a:solidFill>
                  <a:srgbClr val="007A77"/>
                </a:solidFill>
                <a:latin typeface="Times New Roman" panose="02020603050405020304" pitchFamily="18" charset="0"/>
                <a:ea typeface="新細明體" panose="02020500000000000000" pitchFamily="18" charset="-120"/>
                <a:sym typeface="Wingdings" panose="05000000000000000000" pitchFamily="2" charset="2"/>
              </a:rPr>
              <a:t>1</a:t>
            </a:r>
            <a:r>
              <a:rPr kumimoji="1" lang="zh-CN" altLang="en-US" sz="1350" b="1">
                <a:solidFill>
                  <a:srgbClr val="007A77"/>
                </a:solidFill>
                <a:latin typeface="Times New Roman" panose="02020603050405020304" pitchFamily="18" charset="0"/>
                <a:ea typeface="新細明體" panose="02020500000000000000" pitchFamily="18" charset="-120"/>
              </a:rPr>
              <a:t>装入</a:t>
            </a:r>
            <a:r>
              <a:rPr kumimoji="1" lang="en-US" altLang="zh-CN" sz="1350" b="1">
                <a:solidFill>
                  <a:srgbClr val="007A77"/>
                </a:solidFill>
                <a:latin typeface="Times New Roman" panose="02020603050405020304" pitchFamily="18" charset="0"/>
                <a:ea typeface="新細明體" panose="02020500000000000000" pitchFamily="18" charset="-120"/>
              </a:rPr>
              <a:t>0</a:t>
            </a:r>
            <a:r>
              <a:rPr kumimoji="1" lang="zh-CN" altLang="en-US" sz="1350" b="1">
                <a:solidFill>
                  <a:srgbClr val="007A77"/>
                </a:solidFill>
                <a:latin typeface="Times New Roman" panose="02020603050405020304" pitchFamily="18" charset="0"/>
                <a:ea typeface="新細明體" panose="02020500000000000000" pitchFamily="18" charset="-120"/>
              </a:rPr>
              <a:t>个物品</a:t>
            </a:r>
          </a:p>
        </p:txBody>
      </p:sp>
      <p:sp>
        <p:nvSpPr>
          <p:cNvPr id="12294" name="AutoShape 6">
            <a:extLst>
              <a:ext uri="{FF2B5EF4-FFF2-40B4-BE49-F238E27FC236}">
                <a16:creationId xmlns:a16="http://schemas.microsoft.com/office/drawing/2014/main" id="{93ADE2F6-B4BC-4CF8-86DE-E4DCD11C9D4F}"/>
              </a:ext>
            </a:extLst>
          </p:cNvPr>
          <p:cNvSpPr>
            <a:spLocks noChangeArrowheads="1"/>
          </p:cNvSpPr>
          <p:nvPr/>
        </p:nvSpPr>
        <p:spPr bwMode="auto">
          <a:xfrm>
            <a:off x="6248401" y="1999060"/>
            <a:ext cx="1402556" cy="353615"/>
          </a:xfrm>
          <a:prstGeom prst="wedgeRectCallout">
            <a:avLst>
              <a:gd name="adj1" fmla="val 7787"/>
              <a:gd name="adj2" fmla="val 101472"/>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defTabSz="685800" fontAlgn="base">
              <a:spcBef>
                <a:spcPct val="0"/>
              </a:spcBef>
              <a:spcAft>
                <a:spcPct val="0"/>
              </a:spcAft>
              <a:buClrTx/>
              <a:buSzTx/>
              <a:buNone/>
            </a:pPr>
            <a:r>
              <a:rPr kumimoji="1" lang="en-US" altLang="zh-CN" sz="1350" b="1">
                <a:solidFill>
                  <a:srgbClr val="007A77"/>
                </a:solidFill>
                <a:latin typeface="Times New Roman" panose="02020603050405020304" pitchFamily="18" charset="0"/>
                <a:ea typeface="新細明體" panose="02020500000000000000" pitchFamily="18" charset="-120"/>
                <a:sym typeface="Wingdings" panose="05000000000000000000" pitchFamily="2" charset="2"/>
              </a:rPr>
              <a:t>2</a:t>
            </a:r>
            <a:r>
              <a:rPr kumimoji="1" lang="en-US" altLang="zh-TW" sz="1350" b="1">
                <a:solidFill>
                  <a:srgbClr val="007A77"/>
                </a:solidFill>
                <a:latin typeface="Times New Roman" panose="02020603050405020304" pitchFamily="18" charset="0"/>
                <a:ea typeface="新細明體" panose="02020500000000000000" pitchFamily="18" charset="-120"/>
                <a:sym typeface="Wingdings" panose="05000000000000000000" pitchFamily="2" charset="2"/>
              </a:rPr>
              <a:t> </a:t>
            </a:r>
            <a:r>
              <a:rPr kumimoji="1" lang="zh-CN" altLang="en-US" sz="1350" b="1">
                <a:solidFill>
                  <a:srgbClr val="007A77"/>
                </a:solidFill>
                <a:latin typeface="Times New Roman" panose="02020603050405020304" pitchFamily="18" charset="0"/>
                <a:ea typeface="新細明體" panose="02020500000000000000" pitchFamily="18" charset="-120"/>
              </a:rPr>
              <a:t>背包容量为</a:t>
            </a:r>
            <a:r>
              <a:rPr kumimoji="1" lang="en-US" altLang="zh-CN" sz="1350" b="1">
                <a:solidFill>
                  <a:srgbClr val="007A77"/>
                </a:solidFill>
                <a:latin typeface="Times New Roman" panose="02020603050405020304" pitchFamily="18" charset="0"/>
                <a:ea typeface="新細明體" panose="02020500000000000000" pitchFamily="18" charset="-120"/>
              </a:rPr>
              <a:t>0</a:t>
            </a:r>
          </a:p>
        </p:txBody>
      </p:sp>
      <p:sp>
        <p:nvSpPr>
          <p:cNvPr id="12295" name="AutoShape 7">
            <a:extLst>
              <a:ext uri="{FF2B5EF4-FFF2-40B4-BE49-F238E27FC236}">
                <a16:creationId xmlns:a16="http://schemas.microsoft.com/office/drawing/2014/main" id="{64A2AFA7-633A-4553-911B-6F6F9D7E6CEA}"/>
              </a:ext>
            </a:extLst>
          </p:cNvPr>
          <p:cNvSpPr>
            <a:spLocks noChangeArrowheads="1"/>
          </p:cNvSpPr>
          <p:nvPr/>
        </p:nvSpPr>
        <p:spPr bwMode="auto">
          <a:xfrm>
            <a:off x="2066926" y="3945731"/>
            <a:ext cx="2365772" cy="353616"/>
          </a:xfrm>
          <a:prstGeom prst="wedgeRectCallout">
            <a:avLst>
              <a:gd name="adj1" fmla="val 16889"/>
              <a:gd name="adj2" fmla="val -124634"/>
            </a:avLst>
          </a:prstGeom>
          <a:solidFill>
            <a:srgbClr val="CC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defTabSz="685800" fontAlgn="base">
              <a:spcBef>
                <a:spcPct val="0"/>
              </a:spcBef>
              <a:spcAft>
                <a:spcPct val="0"/>
              </a:spcAft>
              <a:buClrTx/>
              <a:buSzTx/>
              <a:buNone/>
            </a:pPr>
            <a:r>
              <a:rPr kumimoji="1" lang="en-US" altLang="zh-CN" sz="1350" b="1">
                <a:solidFill>
                  <a:srgbClr val="007A77"/>
                </a:solidFill>
                <a:latin typeface="Times New Roman" panose="02020603050405020304" pitchFamily="18" charset="0"/>
                <a:ea typeface="新細明體" panose="02020500000000000000" pitchFamily="18" charset="-120"/>
                <a:sym typeface="Wingdings" panose="05000000000000000000" pitchFamily="2" charset="2"/>
              </a:rPr>
              <a:t>5</a:t>
            </a:r>
            <a:r>
              <a:rPr kumimoji="1" lang="en-US" altLang="zh-TW" sz="1350" b="1">
                <a:solidFill>
                  <a:srgbClr val="007A77"/>
                </a:solidFill>
                <a:latin typeface="Times New Roman" panose="02020603050405020304" pitchFamily="18" charset="0"/>
                <a:ea typeface="新細明體" panose="02020500000000000000" pitchFamily="18" charset="-120"/>
                <a:sym typeface="Wingdings" panose="05000000000000000000" pitchFamily="2" charset="2"/>
              </a:rPr>
              <a:t> </a:t>
            </a:r>
            <a:r>
              <a:rPr kumimoji="1" lang="zh-CN" altLang="en-US" sz="1350" b="1">
                <a:solidFill>
                  <a:srgbClr val="007A77"/>
                </a:solidFill>
                <a:latin typeface="Times New Roman" panose="02020603050405020304" pitchFamily="18" charset="0"/>
                <a:ea typeface="新細明體" panose="02020500000000000000" pitchFamily="18" charset="-120"/>
              </a:rPr>
              <a:t>放入</a:t>
            </a:r>
            <a:r>
              <a:rPr kumimoji="1" lang="zh-TW" altLang="en-US" sz="1350" b="1">
                <a:solidFill>
                  <a:srgbClr val="007A77"/>
                </a:solidFill>
                <a:latin typeface="Times New Roman" panose="02020603050405020304" pitchFamily="18" charset="0"/>
                <a:ea typeface="新細明體" panose="02020500000000000000" pitchFamily="18" charset="-120"/>
              </a:rPr>
              <a:t>第 </a:t>
            </a:r>
            <a:r>
              <a:rPr kumimoji="1" lang="en-US" altLang="zh-TW" sz="1350" b="1">
                <a:solidFill>
                  <a:srgbClr val="007A77"/>
                </a:solidFill>
                <a:latin typeface="Times New Roman" panose="02020603050405020304" pitchFamily="18" charset="0"/>
                <a:ea typeface="新細明體" panose="02020500000000000000" pitchFamily="18" charset="-120"/>
              </a:rPr>
              <a:t>i </a:t>
            </a:r>
            <a:r>
              <a:rPr kumimoji="1" lang="zh-TW" altLang="en-US" sz="1350" b="1">
                <a:solidFill>
                  <a:srgbClr val="007A77"/>
                </a:solidFill>
                <a:latin typeface="Times New Roman" panose="02020603050405020304" pitchFamily="18" charset="0"/>
                <a:ea typeface="新細明體" panose="02020500000000000000" pitchFamily="18" charset="-120"/>
              </a:rPr>
              <a:t>物</a:t>
            </a:r>
            <a:r>
              <a:rPr kumimoji="1" lang="zh-CN" altLang="en-US" sz="1350" b="1">
                <a:solidFill>
                  <a:srgbClr val="007A77"/>
                </a:solidFill>
                <a:latin typeface="Times New Roman" panose="02020603050405020304" pitchFamily="18" charset="0"/>
                <a:ea typeface="新細明體" panose="02020500000000000000" pitchFamily="18" charset="-120"/>
              </a:rPr>
              <a:t>后</a:t>
            </a:r>
            <a:r>
              <a:rPr kumimoji="1" lang="zh-TW" altLang="en-US" sz="1350" b="1">
                <a:solidFill>
                  <a:srgbClr val="007A77"/>
                </a:solidFill>
                <a:latin typeface="Times New Roman" panose="02020603050405020304" pitchFamily="18" charset="0"/>
                <a:ea typeface="新細明體" panose="02020500000000000000" pitchFamily="18" charset="-120"/>
              </a:rPr>
              <a:t>可得的</a:t>
            </a:r>
            <a:r>
              <a:rPr kumimoji="1" lang="zh-CN" altLang="en-US" sz="1350" b="1">
                <a:solidFill>
                  <a:srgbClr val="007A77"/>
                </a:solidFill>
                <a:latin typeface="Times New Roman" panose="02020603050405020304" pitchFamily="18" charset="0"/>
                <a:ea typeface="新細明體" panose="02020500000000000000" pitchFamily="18" charset="-120"/>
              </a:rPr>
              <a:t>价值</a:t>
            </a:r>
            <a:endParaRPr kumimoji="1" lang="zh-TW" altLang="en-US" sz="1350" b="1">
              <a:solidFill>
                <a:srgbClr val="007A77"/>
              </a:solidFill>
              <a:latin typeface="Times New Roman" panose="02020603050405020304" pitchFamily="18" charset="0"/>
              <a:ea typeface="新細明體" panose="02020500000000000000" pitchFamily="18" charset="-120"/>
            </a:endParaRPr>
          </a:p>
        </p:txBody>
      </p:sp>
      <p:sp>
        <p:nvSpPr>
          <p:cNvPr id="12296" name="AutoShape 8">
            <a:extLst>
              <a:ext uri="{FF2B5EF4-FFF2-40B4-BE49-F238E27FC236}">
                <a16:creationId xmlns:a16="http://schemas.microsoft.com/office/drawing/2014/main" id="{1F069535-DC97-4DD6-B1FE-7ED17E8B072E}"/>
              </a:ext>
            </a:extLst>
          </p:cNvPr>
          <p:cNvSpPr>
            <a:spLocks noChangeArrowheads="1"/>
          </p:cNvSpPr>
          <p:nvPr/>
        </p:nvSpPr>
        <p:spPr bwMode="auto">
          <a:xfrm>
            <a:off x="4543425" y="3945731"/>
            <a:ext cx="2296716" cy="353616"/>
          </a:xfrm>
          <a:prstGeom prst="wedgeRectCallout">
            <a:avLst>
              <a:gd name="adj1" fmla="val -18792"/>
              <a:gd name="adj2" fmla="val -122056"/>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defTabSz="685800" fontAlgn="base">
              <a:spcBef>
                <a:spcPct val="0"/>
              </a:spcBef>
              <a:spcAft>
                <a:spcPct val="0"/>
              </a:spcAft>
              <a:buClrTx/>
              <a:buSzTx/>
              <a:buNone/>
            </a:pPr>
            <a:r>
              <a:rPr kumimoji="1" lang="en-US" altLang="zh-CN" sz="1350" b="1">
                <a:solidFill>
                  <a:srgbClr val="007A77"/>
                </a:solidFill>
                <a:latin typeface="Times New Roman" panose="02020603050405020304" pitchFamily="18" charset="0"/>
                <a:ea typeface="新細明體" panose="02020500000000000000" pitchFamily="18" charset="-120"/>
                <a:sym typeface="Wingdings" panose="05000000000000000000" pitchFamily="2" charset="2"/>
              </a:rPr>
              <a:t>4</a:t>
            </a:r>
            <a:r>
              <a:rPr kumimoji="1" lang="en-US" altLang="zh-TW" sz="1350" b="1">
                <a:solidFill>
                  <a:srgbClr val="007A77"/>
                </a:solidFill>
                <a:latin typeface="Times New Roman" panose="02020603050405020304" pitchFamily="18" charset="0"/>
                <a:ea typeface="新細明體" panose="02020500000000000000" pitchFamily="18" charset="-120"/>
                <a:sym typeface="Wingdings" panose="05000000000000000000" pitchFamily="2" charset="2"/>
              </a:rPr>
              <a:t> </a:t>
            </a:r>
            <a:r>
              <a:rPr kumimoji="1" lang="zh-TW" altLang="en-US" sz="1350" b="1">
                <a:solidFill>
                  <a:srgbClr val="007A77"/>
                </a:solidFill>
                <a:latin typeface="Times New Roman" panose="02020603050405020304" pitchFamily="18" charset="0"/>
                <a:ea typeface="新細明體" panose="02020500000000000000" pitchFamily="18" charset="-120"/>
                <a:sym typeface="Wingdings" panose="05000000000000000000" pitchFamily="2" charset="2"/>
              </a:rPr>
              <a:t>不</a:t>
            </a:r>
            <a:r>
              <a:rPr kumimoji="1" lang="zh-CN" altLang="en-US" sz="1350" b="1">
                <a:solidFill>
                  <a:srgbClr val="007A77"/>
                </a:solidFill>
                <a:latin typeface="Times New Roman" panose="02020603050405020304" pitchFamily="18" charset="0"/>
                <a:ea typeface="新細明體" panose="02020500000000000000" pitchFamily="18" charset="-120"/>
              </a:rPr>
              <a:t>放入</a:t>
            </a:r>
            <a:r>
              <a:rPr kumimoji="1" lang="zh-TW" altLang="en-US" sz="1350" b="1">
                <a:solidFill>
                  <a:srgbClr val="007A77"/>
                </a:solidFill>
                <a:latin typeface="Times New Roman" panose="02020603050405020304" pitchFamily="18" charset="0"/>
                <a:ea typeface="新細明體" panose="02020500000000000000" pitchFamily="18" charset="-120"/>
              </a:rPr>
              <a:t>第 </a:t>
            </a:r>
            <a:r>
              <a:rPr kumimoji="1" lang="en-US" altLang="zh-TW" sz="1350" b="1">
                <a:solidFill>
                  <a:srgbClr val="007A77"/>
                </a:solidFill>
                <a:latin typeface="Times New Roman" panose="02020603050405020304" pitchFamily="18" charset="0"/>
                <a:ea typeface="新細明體" panose="02020500000000000000" pitchFamily="18" charset="-120"/>
              </a:rPr>
              <a:t>i </a:t>
            </a:r>
            <a:r>
              <a:rPr kumimoji="1" lang="zh-TW" altLang="en-US" sz="1350" b="1">
                <a:solidFill>
                  <a:srgbClr val="007A77"/>
                </a:solidFill>
                <a:latin typeface="Times New Roman" panose="02020603050405020304" pitchFamily="18" charset="0"/>
                <a:ea typeface="新細明體" panose="02020500000000000000" pitchFamily="18" charset="-120"/>
              </a:rPr>
              <a:t>物可得的</a:t>
            </a:r>
            <a:r>
              <a:rPr kumimoji="1" lang="zh-CN" altLang="en-US" sz="1350" b="1">
                <a:solidFill>
                  <a:srgbClr val="007A77"/>
                </a:solidFill>
                <a:latin typeface="Times New Roman" panose="02020603050405020304" pitchFamily="18" charset="0"/>
                <a:ea typeface="新細明體" panose="02020500000000000000" pitchFamily="18" charset="-120"/>
              </a:rPr>
              <a:t>价值</a:t>
            </a:r>
          </a:p>
        </p:txBody>
      </p:sp>
      <p:sp>
        <p:nvSpPr>
          <p:cNvPr id="12297" name="AutoShape 9">
            <a:extLst>
              <a:ext uri="{FF2B5EF4-FFF2-40B4-BE49-F238E27FC236}">
                <a16:creationId xmlns:a16="http://schemas.microsoft.com/office/drawing/2014/main" id="{FACD3602-9A9C-4A09-8350-8A2CE1AC8300}"/>
              </a:ext>
            </a:extLst>
          </p:cNvPr>
          <p:cNvSpPr>
            <a:spLocks noChangeArrowheads="1"/>
          </p:cNvSpPr>
          <p:nvPr/>
        </p:nvSpPr>
        <p:spPr bwMode="auto">
          <a:xfrm>
            <a:off x="2397919" y="1999060"/>
            <a:ext cx="2090738" cy="531019"/>
          </a:xfrm>
          <a:prstGeom prst="wedgeRectCallout">
            <a:avLst>
              <a:gd name="adj1" fmla="val -6032"/>
              <a:gd name="adj2" fmla="val 134560"/>
            </a:avLst>
          </a:prstGeom>
          <a:solidFill>
            <a:srgbClr val="FFCC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r" defTabSz="685800" fontAlgn="base">
              <a:spcBef>
                <a:spcPct val="0"/>
              </a:spcBef>
              <a:spcAft>
                <a:spcPct val="0"/>
              </a:spcAft>
              <a:buClrTx/>
              <a:buSzTx/>
              <a:buNone/>
            </a:pPr>
            <a:r>
              <a:rPr kumimoji="1" lang="en-US" altLang="zh-CN" sz="1350" b="1">
                <a:solidFill>
                  <a:srgbClr val="007A77"/>
                </a:solidFill>
                <a:latin typeface="Times New Roman" panose="02020603050405020304" pitchFamily="18" charset="0"/>
                <a:ea typeface="新細明體" panose="02020500000000000000" pitchFamily="18" charset="-120"/>
                <a:sym typeface="Wingdings" panose="05000000000000000000" pitchFamily="2" charset="2"/>
              </a:rPr>
              <a:t>3</a:t>
            </a:r>
            <a:r>
              <a:rPr kumimoji="1" lang="en-US" altLang="zh-TW" sz="1350" b="1">
                <a:solidFill>
                  <a:srgbClr val="007A77"/>
                </a:solidFill>
                <a:latin typeface="Times New Roman" panose="02020603050405020304" pitchFamily="18" charset="0"/>
                <a:ea typeface="新細明體" panose="02020500000000000000" pitchFamily="18" charset="-120"/>
                <a:sym typeface="Wingdings" panose="05000000000000000000" pitchFamily="2" charset="2"/>
              </a:rPr>
              <a:t> </a:t>
            </a:r>
            <a:r>
              <a:rPr kumimoji="1" lang="zh-TW" altLang="en-US" sz="1350" b="1">
                <a:solidFill>
                  <a:srgbClr val="007A77"/>
                </a:solidFill>
                <a:latin typeface="Times New Roman" panose="02020603050405020304" pitchFamily="18" charset="0"/>
                <a:ea typeface="新細明體" panose="02020500000000000000" pitchFamily="18" charset="-120"/>
              </a:rPr>
              <a:t>第 </a:t>
            </a:r>
            <a:r>
              <a:rPr kumimoji="1" lang="en-US" altLang="zh-TW" sz="1350" b="1">
                <a:solidFill>
                  <a:srgbClr val="007A77"/>
                </a:solidFill>
                <a:latin typeface="Times New Roman" panose="02020603050405020304" pitchFamily="18" charset="0"/>
                <a:ea typeface="新細明體" panose="02020500000000000000" pitchFamily="18" charset="-120"/>
              </a:rPr>
              <a:t>i </a:t>
            </a:r>
            <a:r>
              <a:rPr kumimoji="1" lang="zh-TW" altLang="en-US" sz="1350" b="1">
                <a:solidFill>
                  <a:srgbClr val="007A77"/>
                </a:solidFill>
                <a:latin typeface="Times New Roman" panose="02020603050405020304" pitchFamily="18" charset="0"/>
                <a:ea typeface="新細明體" panose="02020500000000000000" pitchFamily="18" charset="-120"/>
              </a:rPr>
              <a:t>物的重量比背包目  前可承受之重量</a:t>
            </a:r>
            <a:r>
              <a:rPr kumimoji="1" lang="zh-CN" altLang="en-US" sz="1350" b="1">
                <a:solidFill>
                  <a:srgbClr val="007A77"/>
                </a:solidFill>
                <a:latin typeface="Times New Roman" panose="02020603050405020304" pitchFamily="18" charset="0"/>
                <a:ea typeface="新細明體" panose="02020500000000000000" pitchFamily="18" charset="-120"/>
              </a:rPr>
              <a:t>还</a:t>
            </a:r>
            <a:r>
              <a:rPr kumimoji="1" lang="zh-TW" altLang="en-US" sz="1350" b="1">
                <a:solidFill>
                  <a:srgbClr val="007A77"/>
                </a:solidFill>
                <a:latin typeface="Times New Roman" panose="02020603050405020304" pitchFamily="18" charset="0"/>
                <a:ea typeface="新細明體" panose="02020500000000000000" pitchFamily="18" charset="-120"/>
              </a:rPr>
              <a:t>重</a:t>
            </a:r>
          </a:p>
        </p:txBody>
      </p:sp>
      <p:sp>
        <p:nvSpPr>
          <p:cNvPr id="10250" name="Rectangle 10">
            <a:extLst>
              <a:ext uri="{FF2B5EF4-FFF2-40B4-BE49-F238E27FC236}">
                <a16:creationId xmlns:a16="http://schemas.microsoft.com/office/drawing/2014/main" id="{F35ACD4A-1357-405D-91E1-CAF6EA00FCB0}"/>
              </a:ext>
            </a:extLst>
          </p:cNvPr>
          <p:cNvSpPr>
            <a:spLocks noChangeArrowheads="1"/>
          </p:cNvSpPr>
          <p:nvPr/>
        </p:nvSpPr>
        <p:spPr bwMode="auto">
          <a:xfrm>
            <a:off x="7134225" y="2571750"/>
            <a:ext cx="920445"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Aft>
                <a:spcPct val="20000"/>
              </a:spcAft>
              <a:buClrTx/>
              <a:buSzTx/>
              <a:buNone/>
            </a:pPr>
            <a:r>
              <a:rPr kumimoji="1" lang="zh-CN" altLang="en-US" sz="1350">
                <a:solidFill>
                  <a:srgbClr val="007A77"/>
                </a:solidFill>
                <a:latin typeface="Times New Roman" panose="02020603050405020304" pitchFamily="18" charset="0"/>
              </a:rPr>
              <a:t>（式</a:t>
            </a:r>
            <a:r>
              <a:rPr kumimoji="1" lang="en-US" altLang="zh-CN" sz="1350">
                <a:solidFill>
                  <a:srgbClr val="007A77"/>
                </a:solidFill>
                <a:latin typeface="Times New Roman" panose="02020603050405020304" pitchFamily="18" charset="0"/>
              </a:rPr>
              <a:t>2.3</a:t>
            </a:r>
            <a:r>
              <a:rPr kumimoji="1" lang="zh-CN" altLang="en-US" sz="1350">
                <a:solidFill>
                  <a:srgbClr val="007A77"/>
                </a:solidFill>
                <a:latin typeface="Times New Roman" panose="02020603050405020304" pitchFamily="18" charset="0"/>
              </a:rPr>
              <a:t>）</a:t>
            </a:r>
          </a:p>
        </p:txBody>
      </p:sp>
      <p:sp>
        <p:nvSpPr>
          <p:cNvPr id="10251" name="Text Box 11">
            <a:extLst>
              <a:ext uri="{FF2B5EF4-FFF2-40B4-BE49-F238E27FC236}">
                <a16:creationId xmlns:a16="http://schemas.microsoft.com/office/drawing/2014/main" id="{78FC9F30-B359-4350-B5AF-F0ACFEC7FBBC}"/>
              </a:ext>
            </a:extLst>
          </p:cNvPr>
          <p:cNvSpPr txBox="1">
            <a:spLocks noChangeArrowheads="1"/>
          </p:cNvSpPr>
          <p:nvPr/>
        </p:nvSpPr>
        <p:spPr bwMode="auto">
          <a:xfrm>
            <a:off x="6925866" y="3003947"/>
            <a:ext cx="1075134"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50000"/>
              </a:spcBef>
              <a:spcAft>
                <a:spcPct val="0"/>
              </a:spcAft>
              <a:buClrTx/>
              <a:buSzTx/>
              <a:buNone/>
            </a:pPr>
            <a:r>
              <a:rPr kumimoji="1" lang="zh-CN" altLang="en-US" sz="1350">
                <a:solidFill>
                  <a:srgbClr val="007A77"/>
                </a:solidFill>
                <a:latin typeface="Times New Roman" panose="02020603050405020304" pitchFamily="18" charset="0"/>
              </a:rPr>
              <a:t>（式</a:t>
            </a:r>
            <a:r>
              <a:rPr kumimoji="1" lang="en-US" altLang="zh-CN" sz="1350">
                <a:solidFill>
                  <a:srgbClr val="007A77"/>
                </a:solidFill>
                <a:latin typeface="Times New Roman" panose="02020603050405020304" pitchFamily="18" charset="0"/>
              </a:rPr>
              <a:t>2.4.1</a:t>
            </a:r>
            <a:r>
              <a:rPr kumimoji="1" lang="zh-CN" altLang="en-US" sz="1350">
                <a:solidFill>
                  <a:srgbClr val="007A77"/>
                </a:solidFill>
                <a:latin typeface="Times New Roman" panose="02020603050405020304" pitchFamily="18" charset="0"/>
              </a:rPr>
              <a:t>）</a:t>
            </a:r>
          </a:p>
        </p:txBody>
      </p:sp>
      <p:sp>
        <p:nvSpPr>
          <p:cNvPr id="10252" name="Text Box 12">
            <a:extLst>
              <a:ext uri="{FF2B5EF4-FFF2-40B4-BE49-F238E27FC236}">
                <a16:creationId xmlns:a16="http://schemas.microsoft.com/office/drawing/2014/main" id="{1EC8B1A6-EBA8-40BE-BEC0-FCC709E22BA3}"/>
              </a:ext>
            </a:extLst>
          </p:cNvPr>
          <p:cNvSpPr txBox="1">
            <a:spLocks noChangeArrowheads="1"/>
          </p:cNvSpPr>
          <p:nvPr/>
        </p:nvSpPr>
        <p:spPr bwMode="auto">
          <a:xfrm>
            <a:off x="6925866" y="3381375"/>
            <a:ext cx="1075134"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50000"/>
              </a:spcBef>
              <a:spcAft>
                <a:spcPct val="0"/>
              </a:spcAft>
              <a:buClrTx/>
              <a:buSzTx/>
              <a:buNone/>
            </a:pPr>
            <a:r>
              <a:rPr kumimoji="1" lang="zh-CN" altLang="en-US" sz="1350">
                <a:solidFill>
                  <a:srgbClr val="007A77"/>
                </a:solidFill>
                <a:latin typeface="Times New Roman" panose="02020603050405020304" pitchFamily="18" charset="0"/>
              </a:rPr>
              <a:t>（式</a:t>
            </a:r>
            <a:r>
              <a:rPr kumimoji="1" lang="en-US" altLang="zh-CN" sz="1350">
                <a:solidFill>
                  <a:srgbClr val="007A77"/>
                </a:solidFill>
                <a:latin typeface="Times New Roman" panose="02020603050405020304" pitchFamily="18" charset="0"/>
              </a:rPr>
              <a:t>2.4.2</a:t>
            </a:r>
            <a:r>
              <a:rPr kumimoji="1" lang="zh-CN" altLang="en-US" sz="1350">
                <a:solidFill>
                  <a:srgbClr val="007A77"/>
                </a:solidFill>
                <a:latin typeface="Times New Roman" panose="02020603050405020304" pitchFamily="18" charset="0"/>
              </a:rPr>
              <a:t>）</a:t>
            </a:r>
          </a:p>
        </p:txBody>
      </p:sp>
      <p:pic>
        <p:nvPicPr>
          <p:cNvPr id="10253" name="Picture 13">
            <a:hlinkClick r:id="rId5"/>
            <a:extLst>
              <a:ext uri="{FF2B5EF4-FFF2-40B4-BE49-F238E27FC236}">
                <a16:creationId xmlns:a16="http://schemas.microsoft.com/office/drawing/2014/main" id="{4ECAA803-473F-4826-9E2F-8913F4E198E9}"/>
              </a:ext>
            </a:extLst>
          </p:cNvPr>
          <p:cNvPicPr>
            <a:picLocks noChangeAspect="1" noChangeArrowheads="1"/>
          </p:cNvPicPr>
          <p:nvPr>
            <p:ph sz="quarter" idx="3"/>
          </p:nvPr>
        </p:nvPicPr>
        <p:blipFill>
          <a:blip r:embed="rId6">
            <a:extLst>
              <a:ext uri="{28A0092B-C50C-407E-A947-70E740481C1C}">
                <a14:useLocalDpi xmlns:a14="http://schemas.microsoft.com/office/drawing/2010/main" val="0"/>
              </a:ext>
            </a:extLst>
          </a:blip>
          <a:srcRect/>
          <a:stretch>
            <a:fillRect/>
          </a:stretch>
        </p:blipFill>
        <p:spPr>
          <a:xfrm>
            <a:off x="6904435" y="3706416"/>
            <a:ext cx="1096565" cy="139541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54" name="AutoShape 14">
            <a:extLst>
              <a:ext uri="{FF2B5EF4-FFF2-40B4-BE49-F238E27FC236}">
                <a16:creationId xmlns:a16="http://schemas.microsoft.com/office/drawing/2014/main" id="{DC2099F9-F303-4816-894C-CD61CAEBD238}"/>
              </a:ext>
            </a:extLst>
          </p:cNvPr>
          <p:cNvSpPr>
            <a:spLocks noChangeArrowheads="1"/>
          </p:cNvSpPr>
          <p:nvPr/>
        </p:nvSpPr>
        <p:spPr bwMode="auto">
          <a:xfrm>
            <a:off x="2033588" y="3381375"/>
            <a:ext cx="4698206" cy="378619"/>
          </a:xfrm>
          <a:prstGeom prst="roundRect">
            <a:avLst>
              <a:gd name="adj" fmla="val 16667"/>
            </a:avLst>
          </a:prstGeom>
          <a:noFill/>
          <a:ln w="19050">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293"/>
                                        </p:tgtEl>
                                        <p:attrNameLst>
                                          <p:attrName>style.visibility</p:attrName>
                                        </p:attrNameLst>
                                      </p:cBhvr>
                                      <p:to>
                                        <p:strVal val="visible"/>
                                      </p:to>
                                    </p:set>
                                    <p:animEffect transition="in" filter="checkerboard(across)">
                                      <p:cBhvr>
                                        <p:cTn id="7" dur="500"/>
                                        <p:tgtEl>
                                          <p:spTgt spid="122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294"/>
                                        </p:tgtEl>
                                        <p:attrNameLst>
                                          <p:attrName>style.visibility</p:attrName>
                                        </p:attrNameLst>
                                      </p:cBhvr>
                                      <p:to>
                                        <p:strVal val="visible"/>
                                      </p:to>
                                    </p:set>
                                    <p:animEffect transition="in" filter="checkerboard(across)">
                                      <p:cBhvr>
                                        <p:cTn id="12" dur="500"/>
                                        <p:tgtEl>
                                          <p:spTgt spid="122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2297"/>
                                        </p:tgtEl>
                                        <p:attrNameLst>
                                          <p:attrName>style.visibility</p:attrName>
                                        </p:attrNameLst>
                                      </p:cBhvr>
                                      <p:to>
                                        <p:strVal val="visible"/>
                                      </p:to>
                                    </p:set>
                                    <p:animEffect transition="in" filter="checkerboard(across)">
                                      <p:cBhvr>
                                        <p:cTn id="17" dur="500"/>
                                        <p:tgtEl>
                                          <p:spTgt spid="122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2296"/>
                                        </p:tgtEl>
                                        <p:attrNameLst>
                                          <p:attrName>style.visibility</p:attrName>
                                        </p:attrNameLst>
                                      </p:cBhvr>
                                      <p:to>
                                        <p:strVal val="visible"/>
                                      </p:to>
                                    </p:set>
                                    <p:animEffect transition="in" filter="checkerboard(across)">
                                      <p:cBhvr>
                                        <p:cTn id="22" dur="500"/>
                                        <p:tgtEl>
                                          <p:spTgt spid="1229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2295"/>
                                        </p:tgtEl>
                                        <p:attrNameLst>
                                          <p:attrName>style.visibility</p:attrName>
                                        </p:attrNameLst>
                                      </p:cBhvr>
                                      <p:to>
                                        <p:strVal val="visible"/>
                                      </p:to>
                                    </p:set>
                                    <p:animEffect transition="in" filter="checkerboard(across)">
                                      <p:cBhvr>
                                        <p:cTn id="27" dur="500"/>
                                        <p:tgtEl>
                                          <p:spTgt spid="12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animBg="1"/>
      <p:bldP spid="12294" grpId="0" animBg="1"/>
      <p:bldP spid="12295" grpId="0" animBg="1"/>
      <p:bldP spid="12296" grpId="0" animBg="1"/>
      <p:bldP spid="12297" grpId="0" animBg="1"/>
    </p:bldLst>
  </p:timing>
</p:sld>
</file>

<file path=ppt/slides/slide1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C29B64E9-BCFF-4DC7-AACC-275F8955E94A}"/>
              </a:ext>
            </a:extLst>
          </p:cNvPr>
          <p:cNvSpPr>
            <a:spLocks noGrp="1" noRot="1" noChangeArrowheads="1"/>
          </p:cNvSpPr>
          <p:nvPr>
            <p:ph type="title"/>
          </p:nvPr>
        </p:nvSpPr>
        <p:spPr/>
        <p:txBody>
          <a:bodyPr/>
          <a:lstStyle/>
          <a:p>
            <a:pPr eaLnBrk="1" hangingPunct="1"/>
            <a:r>
              <a:rPr lang="zh-CN" altLang="en-US"/>
              <a:t>先看一个简单的例子吧！</a:t>
            </a:r>
          </a:p>
        </p:txBody>
      </p:sp>
      <p:sp>
        <p:nvSpPr>
          <p:cNvPr id="11267" name="Rectangle 3">
            <a:extLst>
              <a:ext uri="{FF2B5EF4-FFF2-40B4-BE49-F238E27FC236}">
                <a16:creationId xmlns:a16="http://schemas.microsoft.com/office/drawing/2014/main" id="{2DC144DA-2772-401A-BD51-0CE147EEDE4A}"/>
              </a:ext>
            </a:extLst>
          </p:cNvPr>
          <p:cNvSpPr>
            <a:spLocks noGrp="1" noRot="1" noChangeArrowheads="1"/>
          </p:cNvSpPr>
          <p:nvPr>
            <p:ph type="body" idx="1"/>
          </p:nvPr>
        </p:nvSpPr>
        <p:spPr/>
        <p:txBody>
          <a:bodyPr/>
          <a:lstStyle/>
          <a:p>
            <a:pPr eaLnBrk="1" hangingPunct="1"/>
            <a:r>
              <a:rPr lang="zh-CN" altLang="en-US"/>
              <a:t>若有</a:t>
            </a:r>
            <a:r>
              <a:rPr lang="en-US" altLang="zh-CN"/>
              <a:t>3</a:t>
            </a:r>
            <a:r>
              <a:rPr lang="zh-CN" altLang="en-US"/>
              <a:t>个物品，重量分别是</a:t>
            </a:r>
            <a:r>
              <a:rPr lang="en-US" altLang="zh-CN"/>
              <a:t>{2,4,5}</a:t>
            </a:r>
            <a:r>
              <a:rPr lang="zh-CN" altLang="en-US"/>
              <a:t>，而价值分别是</a:t>
            </a:r>
            <a:r>
              <a:rPr lang="en-US" altLang="zh-CN"/>
              <a:t>{4,10,13}</a:t>
            </a:r>
            <a:r>
              <a:rPr lang="zh-CN" altLang="en-US"/>
              <a:t>，背包容量为</a:t>
            </a:r>
            <a:r>
              <a:rPr lang="en-US" altLang="zh-CN"/>
              <a:t>6</a:t>
            </a:r>
            <a:r>
              <a:rPr lang="zh-CN" altLang="en-US"/>
              <a:t>，求能装入背包物品的最大价值？</a:t>
            </a:r>
          </a:p>
          <a:p>
            <a:pPr eaLnBrk="1" hangingPunct="1"/>
            <a:r>
              <a:rPr lang="zh-CN" altLang="en-US"/>
              <a:t>不难算出当</a:t>
            </a:r>
            <a:r>
              <a:rPr lang="en-US" altLang="zh-CN"/>
              <a:t>X1=1,X2=1</a:t>
            </a:r>
            <a:r>
              <a:rPr lang="zh-CN" altLang="en-US"/>
              <a:t>，</a:t>
            </a:r>
            <a:r>
              <a:rPr lang="en-US" altLang="zh-CN"/>
              <a:t>X3=0</a:t>
            </a:r>
            <a:r>
              <a:rPr lang="zh-CN" altLang="en-US"/>
              <a:t>时价值最大，即选择第一，二个物品，价值量为</a:t>
            </a:r>
            <a:r>
              <a:rPr lang="en-US" altLang="zh-CN"/>
              <a:t>14</a:t>
            </a:r>
            <a:r>
              <a:rPr lang="zh-CN" altLang="en-US"/>
              <a:t>，其他的选择方案均小于</a:t>
            </a:r>
            <a:r>
              <a:rPr lang="en-US" altLang="zh-CN"/>
              <a:t>14.</a:t>
            </a:r>
          </a:p>
          <a:p>
            <a:pPr eaLnBrk="1" hangingPunct="1"/>
            <a:r>
              <a:rPr lang="zh-CN" altLang="en-US"/>
              <a:t>根据动态函数的定义，我们需要一个二维数组</a:t>
            </a:r>
            <a:r>
              <a:rPr lang="en-US" altLang="zh-CN"/>
              <a:t>M</a:t>
            </a:r>
            <a:r>
              <a:rPr lang="zh-CN" altLang="en-US"/>
              <a:t>（</a:t>
            </a:r>
            <a:r>
              <a:rPr lang="en-US" altLang="zh-CN"/>
              <a:t>i,j</a:t>
            </a:r>
            <a:r>
              <a:rPr lang="zh-CN" altLang="en-US"/>
              <a:t>）。</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257FD6F8-DE99-4A56-B121-1A71E98E06F4}"/>
              </a:ext>
            </a:extLst>
          </p:cNvPr>
          <p:cNvSpPr>
            <a:spLocks noGrp="1" noRot="1" noChangeArrowheads="1"/>
          </p:cNvSpPr>
          <p:nvPr>
            <p:ph type="title"/>
          </p:nvPr>
        </p:nvSpPr>
        <p:spPr/>
        <p:txBody>
          <a:bodyPr/>
          <a:lstStyle/>
          <a:p>
            <a:pPr eaLnBrk="1" hangingPunct="1"/>
            <a:r>
              <a:rPr lang="en-US" altLang="zh-CN" sz="3000"/>
              <a:t>M</a:t>
            </a:r>
            <a:r>
              <a:rPr lang="zh-CN" altLang="en-US" sz="3000"/>
              <a:t>（</a:t>
            </a:r>
            <a:r>
              <a:rPr lang="en-US" altLang="zh-CN" sz="3000"/>
              <a:t>i,j</a:t>
            </a:r>
            <a:r>
              <a:rPr lang="zh-CN" altLang="en-US" sz="3000"/>
              <a:t>）就是一个长宽分别为</a:t>
            </a:r>
            <a:r>
              <a:rPr lang="en-US" altLang="zh-CN" sz="3000"/>
              <a:t>i,j</a:t>
            </a:r>
            <a:r>
              <a:rPr lang="zh-CN" altLang="en-US" sz="3000"/>
              <a:t>的表</a:t>
            </a:r>
          </a:p>
        </p:txBody>
      </p:sp>
      <p:graphicFrame>
        <p:nvGraphicFramePr>
          <p:cNvPr id="36956" name="Group 92">
            <a:extLst>
              <a:ext uri="{FF2B5EF4-FFF2-40B4-BE49-F238E27FC236}">
                <a16:creationId xmlns:a16="http://schemas.microsoft.com/office/drawing/2014/main" id="{7A2E9277-86B3-4D58-9477-BEB3645627A9}"/>
              </a:ext>
            </a:extLst>
          </p:cNvPr>
          <p:cNvGraphicFramePr>
            <a:graphicFrameLocks noGrp="1"/>
          </p:cNvGraphicFramePr>
          <p:nvPr>
            <p:ph sz="quarter" idx="3"/>
          </p:nvPr>
        </p:nvGraphicFramePr>
        <p:xfrm>
          <a:off x="2437210" y="1639491"/>
          <a:ext cx="4861322" cy="2352676"/>
        </p:xfrm>
        <a:graphic>
          <a:graphicData uri="http://schemas.openxmlformats.org/drawingml/2006/table">
            <a:tbl>
              <a:tblPr/>
              <a:tblGrid>
                <a:gridCol w="695325">
                  <a:extLst>
                    <a:ext uri="{9D8B030D-6E8A-4147-A177-3AD203B41FA5}">
                      <a16:colId xmlns:a16="http://schemas.microsoft.com/office/drawing/2014/main" val="20000"/>
                    </a:ext>
                  </a:extLst>
                </a:gridCol>
                <a:gridCol w="692944">
                  <a:extLst>
                    <a:ext uri="{9D8B030D-6E8A-4147-A177-3AD203B41FA5}">
                      <a16:colId xmlns:a16="http://schemas.microsoft.com/office/drawing/2014/main" val="20001"/>
                    </a:ext>
                  </a:extLst>
                </a:gridCol>
                <a:gridCol w="695325">
                  <a:extLst>
                    <a:ext uri="{9D8B030D-6E8A-4147-A177-3AD203B41FA5}">
                      <a16:colId xmlns:a16="http://schemas.microsoft.com/office/drawing/2014/main" val="20002"/>
                    </a:ext>
                  </a:extLst>
                </a:gridCol>
                <a:gridCol w="694134">
                  <a:extLst>
                    <a:ext uri="{9D8B030D-6E8A-4147-A177-3AD203B41FA5}">
                      <a16:colId xmlns:a16="http://schemas.microsoft.com/office/drawing/2014/main" val="20003"/>
                    </a:ext>
                  </a:extLst>
                </a:gridCol>
                <a:gridCol w="695325">
                  <a:extLst>
                    <a:ext uri="{9D8B030D-6E8A-4147-A177-3AD203B41FA5}">
                      <a16:colId xmlns:a16="http://schemas.microsoft.com/office/drawing/2014/main" val="20004"/>
                    </a:ext>
                  </a:extLst>
                </a:gridCol>
                <a:gridCol w="692944">
                  <a:extLst>
                    <a:ext uri="{9D8B030D-6E8A-4147-A177-3AD203B41FA5}">
                      <a16:colId xmlns:a16="http://schemas.microsoft.com/office/drawing/2014/main" val="20005"/>
                    </a:ext>
                  </a:extLst>
                </a:gridCol>
                <a:gridCol w="695325">
                  <a:extLst>
                    <a:ext uri="{9D8B030D-6E8A-4147-A177-3AD203B41FA5}">
                      <a16:colId xmlns:a16="http://schemas.microsoft.com/office/drawing/2014/main" val="20006"/>
                    </a:ext>
                  </a:extLst>
                </a:gridCol>
              </a:tblGrid>
              <a:tr h="588169">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100" b="0" i="0" u="none" strike="noStrike" cap="none" normalizeH="0" baseline="0">
                          <a:ln>
                            <a:noFill/>
                          </a:ln>
                          <a:solidFill>
                            <a:schemeClr val="tx1"/>
                          </a:solidFill>
                          <a:effectLst/>
                          <a:latin typeface="Arial" charset="0"/>
                          <a:ea typeface="宋体" charset="-122"/>
                        </a:rPr>
                        <a:t>0</a:t>
                      </a: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100" b="0" i="0" u="none" strike="noStrike" cap="none" normalizeH="0" baseline="0">
                          <a:ln>
                            <a:noFill/>
                          </a:ln>
                          <a:solidFill>
                            <a:schemeClr val="tx1"/>
                          </a:solidFill>
                          <a:effectLst/>
                          <a:latin typeface="Arial" charset="0"/>
                          <a:ea typeface="宋体" charset="-122"/>
                        </a:rPr>
                        <a:t>0</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100" b="0" i="0" u="none" strike="noStrike" cap="none" normalizeH="0" baseline="0">
                          <a:ln>
                            <a:noFill/>
                          </a:ln>
                          <a:solidFill>
                            <a:schemeClr val="tx1"/>
                          </a:solidFill>
                          <a:effectLst/>
                          <a:latin typeface="Arial" charset="0"/>
                          <a:ea typeface="宋体" charset="-122"/>
                        </a:rPr>
                        <a:t>0</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100" b="0" i="0" u="none" strike="noStrike" cap="none" normalizeH="0" baseline="0">
                          <a:ln>
                            <a:noFill/>
                          </a:ln>
                          <a:solidFill>
                            <a:schemeClr val="tx1"/>
                          </a:solidFill>
                          <a:effectLst/>
                          <a:latin typeface="Arial" charset="0"/>
                          <a:ea typeface="宋体" charset="-122"/>
                        </a:rPr>
                        <a:t>0</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100" b="0" i="0" u="none" strike="noStrike" cap="none" normalizeH="0" baseline="0">
                          <a:ln>
                            <a:noFill/>
                          </a:ln>
                          <a:solidFill>
                            <a:schemeClr val="tx1"/>
                          </a:solidFill>
                          <a:effectLst/>
                          <a:latin typeface="Arial" charset="0"/>
                          <a:ea typeface="宋体" charset="-122"/>
                        </a:rPr>
                        <a:t>0</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100" b="0" i="0" u="none" strike="noStrike" cap="none" normalizeH="0" baseline="0">
                          <a:ln>
                            <a:noFill/>
                          </a:ln>
                          <a:solidFill>
                            <a:schemeClr val="tx1"/>
                          </a:solidFill>
                          <a:effectLst/>
                          <a:latin typeface="Arial" charset="0"/>
                          <a:ea typeface="宋体" charset="-122"/>
                        </a:rPr>
                        <a:t>0</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2100" b="0" i="0" u="none" strike="noStrike" cap="none" normalizeH="0" baseline="0">
                          <a:ln>
                            <a:noFill/>
                          </a:ln>
                          <a:solidFill>
                            <a:schemeClr val="tx1"/>
                          </a:solidFill>
                          <a:effectLst/>
                          <a:latin typeface="Arial" charset="0"/>
                          <a:ea typeface="宋体" charset="-122"/>
                        </a:rPr>
                        <a:t>0</a:t>
                      </a: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8169">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8169">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8169">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endParaRPr kumimoji="0" lang="zh-CN" altLang="zh-CN" sz="2100" b="0" i="0" u="none" strike="noStrike" cap="none" normalizeH="0" baseline="0">
                        <a:ln>
                          <a:noFill/>
                        </a:ln>
                        <a:solidFill>
                          <a:schemeClr val="tx1"/>
                        </a:solidFill>
                        <a:effectLst/>
                        <a:latin typeface="Arial" charset="0"/>
                        <a:ea typeface="宋体" charset="-122"/>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2333" name="Text Box 96">
            <a:extLst>
              <a:ext uri="{FF2B5EF4-FFF2-40B4-BE49-F238E27FC236}">
                <a16:creationId xmlns:a16="http://schemas.microsoft.com/office/drawing/2014/main" id="{22A4C96F-01AC-4463-A6DA-FC85141B6E69}"/>
              </a:ext>
            </a:extLst>
          </p:cNvPr>
          <p:cNvSpPr txBox="1">
            <a:spLocks noChangeArrowheads="1"/>
          </p:cNvSpPr>
          <p:nvPr/>
        </p:nvSpPr>
        <p:spPr bwMode="auto">
          <a:xfrm>
            <a:off x="2514600" y="1028700"/>
            <a:ext cx="462915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  0               1              2          3             4            5           6</a:t>
            </a:r>
          </a:p>
        </p:txBody>
      </p:sp>
      <p:sp>
        <p:nvSpPr>
          <p:cNvPr id="12334" name="Text Box 99">
            <a:extLst>
              <a:ext uri="{FF2B5EF4-FFF2-40B4-BE49-F238E27FC236}">
                <a16:creationId xmlns:a16="http://schemas.microsoft.com/office/drawing/2014/main" id="{17C011CB-834C-4CA4-90C1-290030BBD4DC}"/>
              </a:ext>
            </a:extLst>
          </p:cNvPr>
          <p:cNvSpPr txBox="1">
            <a:spLocks noChangeArrowheads="1"/>
          </p:cNvSpPr>
          <p:nvPr/>
        </p:nvSpPr>
        <p:spPr bwMode="auto">
          <a:xfrm>
            <a:off x="2171700" y="1600200"/>
            <a:ext cx="3429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0</a:t>
            </a:r>
          </a:p>
        </p:txBody>
      </p:sp>
      <p:graphicFrame>
        <p:nvGraphicFramePr>
          <p:cNvPr id="12335" name="Object 100">
            <a:extLst>
              <a:ext uri="{FF2B5EF4-FFF2-40B4-BE49-F238E27FC236}">
                <a16:creationId xmlns:a16="http://schemas.microsoft.com/office/drawing/2014/main" id="{00349813-01CB-4A84-8CE5-4D53063FD5EC}"/>
              </a:ext>
            </a:extLst>
          </p:cNvPr>
          <p:cNvGraphicFramePr>
            <a:graphicFrameLocks noChangeAspect="1"/>
          </p:cNvGraphicFramePr>
          <p:nvPr>
            <p:ph sz="quarter" idx="2"/>
          </p:nvPr>
        </p:nvGraphicFramePr>
        <p:xfrm>
          <a:off x="4927998" y="1428751"/>
          <a:ext cx="2549128" cy="1516856"/>
        </p:xfrm>
        <a:graphic>
          <a:graphicData uri="http://schemas.openxmlformats.org/presentationml/2006/ole">
            <mc:AlternateContent xmlns:mc="http://schemas.openxmlformats.org/markup-compatibility/2006">
              <mc:Choice xmlns:v="urn:schemas-microsoft-com:vml" Requires="v">
                <p:oleObj spid="_x0000_s132099" name="图表" r:id="rId3" imgW="7620000" imgH="5084038" progId="MSGraph.Chart.8">
                  <p:embed followColorScheme="full"/>
                </p:oleObj>
              </mc:Choice>
              <mc:Fallback>
                <p:oleObj name="图表" r:id="rId3" imgW="7620000" imgH="5084038" progId="MSGraph.Chart.8">
                  <p:embed followColorScheme="full"/>
                  <p:pic>
                    <p:nvPicPr>
                      <p:cNvPr id="12335" name="Object 100">
                        <a:extLst>
                          <a:ext uri="{FF2B5EF4-FFF2-40B4-BE49-F238E27FC236}">
                            <a16:creationId xmlns:a16="http://schemas.microsoft.com/office/drawing/2014/main" id="{00349813-01CB-4A84-8CE5-4D53063FD5EC}"/>
                          </a:ext>
                        </a:extLst>
                      </p:cNvPr>
                      <p:cNvPicPr>
                        <a:picLocks noChangeAspect="1" noChangeArrowheads="1"/>
                      </p:cNvPicPr>
                      <p:nvPr/>
                    </p:nvPicPr>
                    <p:blipFill>
                      <a:blip r:embed="rId4"/>
                      <a:srcRect/>
                      <a:stretch>
                        <a:fillRect/>
                      </a:stretch>
                    </p:blipFill>
                    <p:spPr bwMode="auto">
                      <a:xfrm>
                        <a:off x="4927998" y="1428751"/>
                        <a:ext cx="2549128" cy="15168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36" name="Text Box 102">
            <a:extLst>
              <a:ext uri="{FF2B5EF4-FFF2-40B4-BE49-F238E27FC236}">
                <a16:creationId xmlns:a16="http://schemas.microsoft.com/office/drawing/2014/main" id="{ED9EF4E9-EF0C-4CF7-8321-450EE9BF48BE}"/>
              </a:ext>
            </a:extLst>
          </p:cNvPr>
          <p:cNvSpPr txBox="1">
            <a:spLocks noChangeArrowheads="1"/>
          </p:cNvSpPr>
          <p:nvPr/>
        </p:nvSpPr>
        <p:spPr bwMode="auto">
          <a:xfrm>
            <a:off x="2171700" y="3486150"/>
            <a:ext cx="3429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3</a:t>
            </a:r>
          </a:p>
        </p:txBody>
      </p:sp>
      <p:sp>
        <p:nvSpPr>
          <p:cNvPr id="12337" name="Text Box 103">
            <a:extLst>
              <a:ext uri="{FF2B5EF4-FFF2-40B4-BE49-F238E27FC236}">
                <a16:creationId xmlns:a16="http://schemas.microsoft.com/office/drawing/2014/main" id="{30064297-7080-473F-8C8E-DB0E3CFC4D4F}"/>
              </a:ext>
            </a:extLst>
          </p:cNvPr>
          <p:cNvSpPr txBox="1">
            <a:spLocks noChangeArrowheads="1"/>
          </p:cNvSpPr>
          <p:nvPr/>
        </p:nvSpPr>
        <p:spPr bwMode="auto">
          <a:xfrm>
            <a:off x="2171700" y="2286000"/>
            <a:ext cx="3429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1</a:t>
            </a:r>
          </a:p>
        </p:txBody>
      </p:sp>
      <p:sp>
        <p:nvSpPr>
          <p:cNvPr id="12338" name="Text Box 104">
            <a:extLst>
              <a:ext uri="{FF2B5EF4-FFF2-40B4-BE49-F238E27FC236}">
                <a16:creationId xmlns:a16="http://schemas.microsoft.com/office/drawing/2014/main" id="{A7C47A48-B8B6-4472-993B-9589A2FA06CE}"/>
              </a:ext>
            </a:extLst>
          </p:cNvPr>
          <p:cNvSpPr txBox="1">
            <a:spLocks noChangeArrowheads="1"/>
          </p:cNvSpPr>
          <p:nvPr/>
        </p:nvSpPr>
        <p:spPr bwMode="auto">
          <a:xfrm>
            <a:off x="2171700" y="2857500"/>
            <a:ext cx="3429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2</a:t>
            </a:r>
          </a:p>
        </p:txBody>
      </p:sp>
      <p:sp>
        <p:nvSpPr>
          <p:cNvPr id="12339" name="Text Box 106">
            <a:extLst>
              <a:ext uri="{FF2B5EF4-FFF2-40B4-BE49-F238E27FC236}">
                <a16:creationId xmlns:a16="http://schemas.microsoft.com/office/drawing/2014/main" id="{18612D28-2C88-4D55-8D97-D1F285E09441}"/>
              </a:ext>
            </a:extLst>
          </p:cNvPr>
          <p:cNvSpPr txBox="1">
            <a:spLocks noChangeArrowheads="1"/>
          </p:cNvSpPr>
          <p:nvPr/>
        </p:nvSpPr>
        <p:spPr bwMode="auto">
          <a:xfrm>
            <a:off x="7315200" y="1028700"/>
            <a:ext cx="6858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zh-CN" altLang="en-US" sz="1350">
                <a:solidFill>
                  <a:srgbClr val="007A77"/>
                </a:solidFill>
              </a:rPr>
              <a:t>容量</a:t>
            </a:r>
          </a:p>
        </p:txBody>
      </p:sp>
      <p:sp>
        <p:nvSpPr>
          <p:cNvPr id="12340" name="Text Box 107">
            <a:extLst>
              <a:ext uri="{FF2B5EF4-FFF2-40B4-BE49-F238E27FC236}">
                <a16:creationId xmlns:a16="http://schemas.microsoft.com/office/drawing/2014/main" id="{14A6B9CF-45A1-4268-918F-650BF7BAC0BC}"/>
              </a:ext>
            </a:extLst>
          </p:cNvPr>
          <p:cNvSpPr txBox="1">
            <a:spLocks noChangeArrowheads="1"/>
          </p:cNvSpPr>
          <p:nvPr/>
        </p:nvSpPr>
        <p:spPr bwMode="auto">
          <a:xfrm>
            <a:off x="1828800" y="3829050"/>
            <a:ext cx="62865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zh-CN" altLang="en-US" sz="1350">
                <a:solidFill>
                  <a:srgbClr val="007A77"/>
                </a:solidFill>
              </a:rPr>
              <a:t>物品</a:t>
            </a:r>
          </a:p>
        </p:txBody>
      </p:sp>
      <p:sp>
        <p:nvSpPr>
          <p:cNvPr id="12341" name="Text Box 108">
            <a:extLst>
              <a:ext uri="{FF2B5EF4-FFF2-40B4-BE49-F238E27FC236}">
                <a16:creationId xmlns:a16="http://schemas.microsoft.com/office/drawing/2014/main" id="{DD7BF736-AA3B-4C63-A628-271CD0A730F9}"/>
              </a:ext>
            </a:extLst>
          </p:cNvPr>
          <p:cNvSpPr txBox="1">
            <a:spLocks noChangeArrowheads="1"/>
          </p:cNvSpPr>
          <p:nvPr/>
        </p:nvSpPr>
        <p:spPr bwMode="auto">
          <a:xfrm>
            <a:off x="1143000" y="2057400"/>
            <a:ext cx="971550"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zh-CN" altLang="en-US" sz="1050">
                <a:solidFill>
                  <a:srgbClr val="007A77"/>
                </a:solidFill>
              </a:rPr>
              <a:t>物品</a:t>
            </a:r>
            <a:r>
              <a:rPr lang="en-US" altLang="zh-CN" sz="1050">
                <a:solidFill>
                  <a:srgbClr val="007A77"/>
                </a:solidFill>
              </a:rPr>
              <a:t>1</a:t>
            </a:r>
            <a:r>
              <a:rPr lang="zh-CN" altLang="en-US" sz="1050">
                <a:solidFill>
                  <a:srgbClr val="007A77"/>
                </a:solidFill>
              </a:rPr>
              <a:t>（</a:t>
            </a:r>
            <a:r>
              <a:rPr lang="en-US" altLang="zh-CN" sz="1050">
                <a:solidFill>
                  <a:srgbClr val="007A77"/>
                </a:solidFill>
              </a:rPr>
              <a:t>2,4</a:t>
            </a:r>
            <a:r>
              <a:rPr lang="zh-CN" altLang="en-US" sz="1050">
                <a:solidFill>
                  <a:srgbClr val="007A77"/>
                </a:solidFill>
              </a:rPr>
              <a:t>）</a:t>
            </a:r>
          </a:p>
        </p:txBody>
      </p:sp>
      <p:sp>
        <p:nvSpPr>
          <p:cNvPr id="12342" name="Text Box 109">
            <a:extLst>
              <a:ext uri="{FF2B5EF4-FFF2-40B4-BE49-F238E27FC236}">
                <a16:creationId xmlns:a16="http://schemas.microsoft.com/office/drawing/2014/main" id="{6859B0E8-32AB-4C72-8BAB-2310281A2F0C}"/>
              </a:ext>
            </a:extLst>
          </p:cNvPr>
          <p:cNvSpPr txBox="1">
            <a:spLocks noChangeArrowheads="1"/>
          </p:cNvSpPr>
          <p:nvPr/>
        </p:nvSpPr>
        <p:spPr bwMode="auto">
          <a:xfrm>
            <a:off x="1143000" y="2628900"/>
            <a:ext cx="971550"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zh-CN" altLang="en-US" sz="1050">
                <a:solidFill>
                  <a:srgbClr val="007A77"/>
                </a:solidFill>
              </a:rPr>
              <a:t>物品</a:t>
            </a:r>
            <a:r>
              <a:rPr lang="en-US" altLang="zh-CN" sz="1050">
                <a:solidFill>
                  <a:srgbClr val="007A77"/>
                </a:solidFill>
              </a:rPr>
              <a:t>2</a:t>
            </a:r>
            <a:r>
              <a:rPr lang="zh-CN" altLang="en-US" sz="1050">
                <a:solidFill>
                  <a:srgbClr val="007A77"/>
                </a:solidFill>
              </a:rPr>
              <a:t>（</a:t>
            </a:r>
            <a:r>
              <a:rPr lang="en-US" altLang="zh-CN" sz="1050">
                <a:solidFill>
                  <a:srgbClr val="007A77"/>
                </a:solidFill>
              </a:rPr>
              <a:t>4,10</a:t>
            </a:r>
            <a:r>
              <a:rPr lang="zh-CN" altLang="en-US" sz="1050">
                <a:solidFill>
                  <a:srgbClr val="007A77"/>
                </a:solidFill>
              </a:rPr>
              <a:t>）</a:t>
            </a:r>
          </a:p>
        </p:txBody>
      </p:sp>
      <p:sp>
        <p:nvSpPr>
          <p:cNvPr id="12343" name="Text Box 110">
            <a:extLst>
              <a:ext uri="{FF2B5EF4-FFF2-40B4-BE49-F238E27FC236}">
                <a16:creationId xmlns:a16="http://schemas.microsoft.com/office/drawing/2014/main" id="{CC0F522D-2DBF-48B1-A76A-A460A0ECCCB4}"/>
              </a:ext>
            </a:extLst>
          </p:cNvPr>
          <p:cNvSpPr txBox="1">
            <a:spLocks noChangeArrowheads="1"/>
          </p:cNvSpPr>
          <p:nvPr/>
        </p:nvSpPr>
        <p:spPr bwMode="auto">
          <a:xfrm>
            <a:off x="1143000" y="3143250"/>
            <a:ext cx="971550"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zh-CN" altLang="en-US" sz="1050">
                <a:solidFill>
                  <a:srgbClr val="007A77"/>
                </a:solidFill>
              </a:rPr>
              <a:t>物品</a:t>
            </a:r>
            <a:r>
              <a:rPr lang="en-US" altLang="zh-CN" sz="1050">
                <a:solidFill>
                  <a:srgbClr val="007A77"/>
                </a:solidFill>
              </a:rPr>
              <a:t>3</a:t>
            </a:r>
            <a:r>
              <a:rPr lang="zh-CN" altLang="en-US" sz="1050">
                <a:solidFill>
                  <a:srgbClr val="007A77"/>
                </a:solidFill>
              </a:rPr>
              <a:t>（</a:t>
            </a:r>
            <a:r>
              <a:rPr lang="en-US" altLang="zh-CN" sz="1050">
                <a:solidFill>
                  <a:srgbClr val="007A77"/>
                </a:solidFill>
              </a:rPr>
              <a:t>5,13</a:t>
            </a:r>
            <a:r>
              <a:rPr lang="zh-CN" altLang="en-US" sz="1050">
                <a:solidFill>
                  <a:srgbClr val="007A77"/>
                </a:solidFill>
              </a:rPr>
              <a:t>）</a:t>
            </a:r>
          </a:p>
        </p:txBody>
      </p:sp>
      <p:sp>
        <p:nvSpPr>
          <p:cNvPr id="12344" name="Text Box 112">
            <a:extLst>
              <a:ext uri="{FF2B5EF4-FFF2-40B4-BE49-F238E27FC236}">
                <a16:creationId xmlns:a16="http://schemas.microsoft.com/office/drawing/2014/main" id="{4AAC1E2F-1B22-4795-AA90-C85A65685A5A}"/>
              </a:ext>
            </a:extLst>
          </p:cNvPr>
          <p:cNvSpPr txBox="1">
            <a:spLocks noChangeArrowheads="1"/>
          </p:cNvSpPr>
          <p:nvPr/>
        </p:nvSpPr>
        <p:spPr bwMode="auto">
          <a:xfrm>
            <a:off x="1143000" y="3600450"/>
            <a:ext cx="108585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zh-CN" altLang="en-US" sz="1350">
                <a:solidFill>
                  <a:srgbClr val="007A77"/>
                </a:solidFill>
              </a:rPr>
              <a:t>最大容量为</a:t>
            </a:r>
            <a:r>
              <a:rPr lang="en-US" altLang="zh-CN" sz="1350">
                <a:solidFill>
                  <a:srgbClr val="007A77"/>
                </a:solidFill>
              </a:rPr>
              <a:t>6</a:t>
            </a:r>
          </a:p>
        </p:txBody>
      </p:sp>
      <p:sp>
        <p:nvSpPr>
          <p:cNvPr id="12345" name="Text Box 113">
            <a:extLst>
              <a:ext uri="{FF2B5EF4-FFF2-40B4-BE49-F238E27FC236}">
                <a16:creationId xmlns:a16="http://schemas.microsoft.com/office/drawing/2014/main" id="{E89CA457-559D-4D5F-BD72-A7C1557374E8}"/>
              </a:ext>
            </a:extLst>
          </p:cNvPr>
          <p:cNvSpPr txBox="1">
            <a:spLocks noChangeArrowheads="1"/>
          </p:cNvSpPr>
          <p:nvPr/>
        </p:nvSpPr>
        <p:spPr bwMode="auto">
          <a:xfrm>
            <a:off x="1828800" y="1485900"/>
            <a:ext cx="51435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i</a:t>
            </a:r>
          </a:p>
        </p:txBody>
      </p:sp>
      <p:sp>
        <p:nvSpPr>
          <p:cNvPr id="12346" name="Text Box 114">
            <a:extLst>
              <a:ext uri="{FF2B5EF4-FFF2-40B4-BE49-F238E27FC236}">
                <a16:creationId xmlns:a16="http://schemas.microsoft.com/office/drawing/2014/main" id="{B5E2B6B3-2E14-4D4F-B466-97D7282459DF}"/>
              </a:ext>
            </a:extLst>
          </p:cNvPr>
          <p:cNvSpPr txBox="1">
            <a:spLocks noChangeArrowheads="1"/>
          </p:cNvSpPr>
          <p:nvPr/>
        </p:nvSpPr>
        <p:spPr bwMode="auto">
          <a:xfrm>
            <a:off x="2114550" y="1085850"/>
            <a:ext cx="51435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j</a:t>
            </a:r>
          </a:p>
        </p:txBody>
      </p:sp>
      <p:sp>
        <p:nvSpPr>
          <p:cNvPr id="12347" name="Text Box 115">
            <a:extLst>
              <a:ext uri="{FF2B5EF4-FFF2-40B4-BE49-F238E27FC236}">
                <a16:creationId xmlns:a16="http://schemas.microsoft.com/office/drawing/2014/main" id="{69FE3DD1-E3F8-4E41-867C-4DEBC69AA11B}"/>
              </a:ext>
            </a:extLst>
          </p:cNvPr>
          <p:cNvSpPr txBox="1">
            <a:spLocks noChangeArrowheads="1"/>
          </p:cNvSpPr>
          <p:nvPr/>
        </p:nvSpPr>
        <p:spPr bwMode="auto">
          <a:xfrm>
            <a:off x="2571750" y="2286000"/>
            <a:ext cx="4572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endParaRPr lang="zh-CN" altLang="zh-CN" sz="1350">
              <a:solidFill>
                <a:srgbClr val="007A77"/>
              </a:solidFill>
            </a:endParaRPr>
          </a:p>
        </p:txBody>
      </p:sp>
      <p:sp>
        <p:nvSpPr>
          <p:cNvPr id="36980" name="Text Box 116">
            <a:extLst>
              <a:ext uri="{FF2B5EF4-FFF2-40B4-BE49-F238E27FC236}">
                <a16:creationId xmlns:a16="http://schemas.microsoft.com/office/drawing/2014/main" id="{95431781-9DF2-40DD-844E-E2EA85F1F167}"/>
              </a:ext>
            </a:extLst>
          </p:cNvPr>
          <p:cNvSpPr txBox="1">
            <a:spLocks noChangeArrowheads="1"/>
          </p:cNvSpPr>
          <p:nvPr/>
        </p:nvSpPr>
        <p:spPr bwMode="auto">
          <a:xfrm>
            <a:off x="2571750" y="222885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0</a:t>
            </a:r>
          </a:p>
        </p:txBody>
      </p:sp>
      <p:sp>
        <p:nvSpPr>
          <p:cNvPr id="36981" name="Text Box 117">
            <a:extLst>
              <a:ext uri="{FF2B5EF4-FFF2-40B4-BE49-F238E27FC236}">
                <a16:creationId xmlns:a16="http://schemas.microsoft.com/office/drawing/2014/main" id="{71EA7127-EF6C-4420-996D-D7D298607941}"/>
              </a:ext>
            </a:extLst>
          </p:cNvPr>
          <p:cNvSpPr txBox="1">
            <a:spLocks noChangeArrowheads="1"/>
          </p:cNvSpPr>
          <p:nvPr/>
        </p:nvSpPr>
        <p:spPr bwMode="auto">
          <a:xfrm>
            <a:off x="3886200" y="348615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4</a:t>
            </a:r>
          </a:p>
        </p:txBody>
      </p:sp>
      <p:sp>
        <p:nvSpPr>
          <p:cNvPr id="36982" name="Text Box 118">
            <a:extLst>
              <a:ext uri="{FF2B5EF4-FFF2-40B4-BE49-F238E27FC236}">
                <a16:creationId xmlns:a16="http://schemas.microsoft.com/office/drawing/2014/main" id="{A1731F03-7213-4F1F-9A92-45D44878E407}"/>
              </a:ext>
            </a:extLst>
          </p:cNvPr>
          <p:cNvSpPr txBox="1">
            <a:spLocks noChangeArrowheads="1"/>
          </p:cNvSpPr>
          <p:nvPr/>
        </p:nvSpPr>
        <p:spPr bwMode="auto">
          <a:xfrm>
            <a:off x="3257550" y="222885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0</a:t>
            </a:r>
          </a:p>
        </p:txBody>
      </p:sp>
      <p:sp>
        <p:nvSpPr>
          <p:cNvPr id="36983" name="Text Box 119">
            <a:extLst>
              <a:ext uri="{FF2B5EF4-FFF2-40B4-BE49-F238E27FC236}">
                <a16:creationId xmlns:a16="http://schemas.microsoft.com/office/drawing/2014/main" id="{3A43578E-4C16-4FFD-8AF0-3D204AC1E00C}"/>
              </a:ext>
            </a:extLst>
          </p:cNvPr>
          <p:cNvSpPr txBox="1">
            <a:spLocks noChangeArrowheads="1"/>
          </p:cNvSpPr>
          <p:nvPr/>
        </p:nvSpPr>
        <p:spPr bwMode="auto">
          <a:xfrm>
            <a:off x="3257550" y="291465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0</a:t>
            </a:r>
          </a:p>
        </p:txBody>
      </p:sp>
      <p:sp>
        <p:nvSpPr>
          <p:cNvPr id="36984" name="Text Box 120">
            <a:extLst>
              <a:ext uri="{FF2B5EF4-FFF2-40B4-BE49-F238E27FC236}">
                <a16:creationId xmlns:a16="http://schemas.microsoft.com/office/drawing/2014/main" id="{0BD7486D-A42D-4FB1-8377-E9D09280CE5A}"/>
              </a:ext>
            </a:extLst>
          </p:cNvPr>
          <p:cNvSpPr txBox="1">
            <a:spLocks noChangeArrowheads="1"/>
          </p:cNvSpPr>
          <p:nvPr/>
        </p:nvSpPr>
        <p:spPr bwMode="auto">
          <a:xfrm>
            <a:off x="3886200" y="228600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4</a:t>
            </a:r>
          </a:p>
        </p:txBody>
      </p:sp>
      <p:sp>
        <p:nvSpPr>
          <p:cNvPr id="36985" name="Text Box 121">
            <a:extLst>
              <a:ext uri="{FF2B5EF4-FFF2-40B4-BE49-F238E27FC236}">
                <a16:creationId xmlns:a16="http://schemas.microsoft.com/office/drawing/2014/main" id="{AACC3E45-983F-46D8-896F-5B2462F3F764}"/>
              </a:ext>
            </a:extLst>
          </p:cNvPr>
          <p:cNvSpPr txBox="1">
            <a:spLocks noChangeArrowheads="1"/>
          </p:cNvSpPr>
          <p:nvPr/>
        </p:nvSpPr>
        <p:spPr bwMode="auto">
          <a:xfrm>
            <a:off x="4572000" y="348615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4</a:t>
            </a:r>
          </a:p>
        </p:txBody>
      </p:sp>
      <p:sp>
        <p:nvSpPr>
          <p:cNvPr id="36986" name="Text Box 122">
            <a:extLst>
              <a:ext uri="{FF2B5EF4-FFF2-40B4-BE49-F238E27FC236}">
                <a16:creationId xmlns:a16="http://schemas.microsoft.com/office/drawing/2014/main" id="{51E132FA-5915-4615-B8F7-E77F97DB15F1}"/>
              </a:ext>
            </a:extLst>
          </p:cNvPr>
          <p:cNvSpPr txBox="1">
            <a:spLocks noChangeArrowheads="1"/>
          </p:cNvSpPr>
          <p:nvPr/>
        </p:nvSpPr>
        <p:spPr bwMode="auto">
          <a:xfrm>
            <a:off x="4629150" y="228600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4</a:t>
            </a:r>
          </a:p>
        </p:txBody>
      </p:sp>
      <p:sp>
        <p:nvSpPr>
          <p:cNvPr id="36987" name="Text Box 123">
            <a:extLst>
              <a:ext uri="{FF2B5EF4-FFF2-40B4-BE49-F238E27FC236}">
                <a16:creationId xmlns:a16="http://schemas.microsoft.com/office/drawing/2014/main" id="{E13EF27E-52D5-4A75-999B-58606D36457C}"/>
              </a:ext>
            </a:extLst>
          </p:cNvPr>
          <p:cNvSpPr txBox="1">
            <a:spLocks noChangeArrowheads="1"/>
          </p:cNvSpPr>
          <p:nvPr/>
        </p:nvSpPr>
        <p:spPr bwMode="auto">
          <a:xfrm>
            <a:off x="5257800" y="348615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10</a:t>
            </a:r>
          </a:p>
        </p:txBody>
      </p:sp>
      <p:sp>
        <p:nvSpPr>
          <p:cNvPr id="36988" name="Text Box 124">
            <a:extLst>
              <a:ext uri="{FF2B5EF4-FFF2-40B4-BE49-F238E27FC236}">
                <a16:creationId xmlns:a16="http://schemas.microsoft.com/office/drawing/2014/main" id="{1FFA00A7-206D-4C6B-A632-2806195E983C}"/>
              </a:ext>
            </a:extLst>
          </p:cNvPr>
          <p:cNvSpPr txBox="1">
            <a:spLocks noChangeArrowheads="1"/>
          </p:cNvSpPr>
          <p:nvPr/>
        </p:nvSpPr>
        <p:spPr bwMode="auto">
          <a:xfrm>
            <a:off x="5886450" y="348615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13</a:t>
            </a:r>
          </a:p>
        </p:txBody>
      </p:sp>
      <p:sp>
        <p:nvSpPr>
          <p:cNvPr id="36989" name="Text Box 125">
            <a:extLst>
              <a:ext uri="{FF2B5EF4-FFF2-40B4-BE49-F238E27FC236}">
                <a16:creationId xmlns:a16="http://schemas.microsoft.com/office/drawing/2014/main" id="{690E7303-0C87-4DFD-89D5-219452277789}"/>
              </a:ext>
            </a:extLst>
          </p:cNvPr>
          <p:cNvSpPr txBox="1">
            <a:spLocks noChangeArrowheads="1"/>
          </p:cNvSpPr>
          <p:nvPr/>
        </p:nvSpPr>
        <p:spPr bwMode="auto">
          <a:xfrm>
            <a:off x="3886200" y="291465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4</a:t>
            </a:r>
          </a:p>
        </p:txBody>
      </p:sp>
      <p:sp>
        <p:nvSpPr>
          <p:cNvPr id="36990" name="Text Box 126">
            <a:extLst>
              <a:ext uri="{FF2B5EF4-FFF2-40B4-BE49-F238E27FC236}">
                <a16:creationId xmlns:a16="http://schemas.microsoft.com/office/drawing/2014/main" id="{99396762-1337-4DFE-A4E1-1CF39C68EA80}"/>
              </a:ext>
            </a:extLst>
          </p:cNvPr>
          <p:cNvSpPr txBox="1">
            <a:spLocks noChangeArrowheads="1"/>
          </p:cNvSpPr>
          <p:nvPr/>
        </p:nvSpPr>
        <p:spPr bwMode="auto">
          <a:xfrm>
            <a:off x="4514850" y="291465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4</a:t>
            </a:r>
          </a:p>
        </p:txBody>
      </p:sp>
      <p:sp>
        <p:nvSpPr>
          <p:cNvPr id="36991" name="Text Box 127">
            <a:extLst>
              <a:ext uri="{FF2B5EF4-FFF2-40B4-BE49-F238E27FC236}">
                <a16:creationId xmlns:a16="http://schemas.microsoft.com/office/drawing/2014/main" id="{4D99A20B-24AF-49EF-84CA-A5870BDE2E74}"/>
              </a:ext>
            </a:extLst>
          </p:cNvPr>
          <p:cNvSpPr txBox="1">
            <a:spLocks noChangeArrowheads="1"/>
          </p:cNvSpPr>
          <p:nvPr/>
        </p:nvSpPr>
        <p:spPr bwMode="auto">
          <a:xfrm>
            <a:off x="5886450" y="285750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10</a:t>
            </a:r>
          </a:p>
        </p:txBody>
      </p:sp>
      <p:sp>
        <p:nvSpPr>
          <p:cNvPr id="36992" name="Text Box 128">
            <a:extLst>
              <a:ext uri="{FF2B5EF4-FFF2-40B4-BE49-F238E27FC236}">
                <a16:creationId xmlns:a16="http://schemas.microsoft.com/office/drawing/2014/main" id="{033BBAF0-26CC-4722-BEA8-B0C68C044DB6}"/>
              </a:ext>
            </a:extLst>
          </p:cNvPr>
          <p:cNvSpPr txBox="1">
            <a:spLocks noChangeArrowheads="1"/>
          </p:cNvSpPr>
          <p:nvPr/>
        </p:nvSpPr>
        <p:spPr bwMode="auto">
          <a:xfrm>
            <a:off x="5257800" y="228600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4</a:t>
            </a:r>
          </a:p>
        </p:txBody>
      </p:sp>
      <p:sp>
        <p:nvSpPr>
          <p:cNvPr id="36993" name="Text Box 129">
            <a:extLst>
              <a:ext uri="{FF2B5EF4-FFF2-40B4-BE49-F238E27FC236}">
                <a16:creationId xmlns:a16="http://schemas.microsoft.com/office/drawing/2014/main" id="{BC1EC702-22FE-4864-AE4D-5E7F542B0BA0}"/>
              </a:ext>
            </a:extLst>
          </p:cNvPr>
          <p:cNvSpPr txBox="1">
            <a:spLocks noChangeArrowheads="1"/>
          </p:cNvSpPr>
          <p:nvPr/>
        </p:nvSpPr>
        <p:spPr bwMode="auto">
          <a:xfrm>
            <a:off x="5257800" y="285750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10</a:t>
            </a:r>
          </a:p>
        </p:txBody>
      </p:sp>
      <p:sp>
        <p:nvSpPr>
          <p:cNvPr id="36994" name="Text Box 130">
            <a:extLst>
              <a:ext uri="{FF2B5EF4-FFF2-40B4-BE49-F238E27FC236}">
                <a16:creationId xmlns:a16="http://schemas.microsoft.com/office/drawing/2014/main" id="{1D412FB4-A518-46DB-845F-1F2D4AA303CA}"/>
              </a:ext>
            </a:extLst>
          </p:cNvPr>
          <p:cNvSpPr txBox="1">
            <a:spLocks noChangeArrowheads="1"/>
          </p:cNvSpPr>
          <p:nvPr/>
        </p:nvSpPr>
        <p:spPr bwMode="auto">
          <a:xfrm>
            <a:off x="5886450" y="228600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4</a:t>
            </a:r>
          </a:p>
        </p:txBody>
      </p:sp>
      <p:sp>
        <p:nvSpPr>
          <p:cNvPr id="36995" name="Text Box 131">
            <a:extLst>
              <a:ext uri="{FF2B5EF4-FFF2-40B4-BE49-F238E27FC236}">
                <a16:creationId xmlns:a16="http://schemas.microsoft.com/office/drawing/2014/main" id="{8E2335B6-66AA-46F3-AF9F-DF6C6FF6D5E0}"/>
              </a:ext>
            </a:extLst>
          </p:cNvPr>
          <p:cNvSpPr txBox="1">
            <a:spLocks noChangeArrowheads="1"/>
          </p:cNvSpPr>
          <p:nvPr/>
        </p:nvSpPr>
        <p:spPr bwMode="auto">
          <a:xfrm>
            <a:off x="6572250" y="348615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14</a:t>
            </a:r>
          </a:p>
        </p:txBody>
      </p:sp>
      <p:sp>
        <p:nvSpPr>
          <p:cNvPr id="36996" name="Text Box 132">
            <a:extLst>
              <a:ext uri="{FF2B5EF4-FFF2-40B4-BE49-F238E27FC236}">
                <a16:creationId xmlns:a16="http://schemas.microsoft.com/office/drawing/2014/main" id="{023994E7-7553-422D-884F-0404DD20DE39}"/>
              </a:ext>
            </a:extLst>
          </p:cNvPr>
          <p:cNvSpPr txBox="1">
            <a:spLocks noChangeArrowheads="1"/>
          </p:cNvSpPr>
          <p:nvPr/>
        </p:nvSpPr>
        <p:spPr bwMode="auto">
          <a:xfrm>
            <a:off x="6572250" y="285750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14</a:t>
            </a:r>
          </a:p>
        </p:txBody>
      </p:sp>
      <p:sp>
        <p:nvSpPr>
          <p:cNvPr id="36997" name="Text Box 133">
            <a:extLst>
              <a:ext uri="{FF2B5EF4-FFF2-40B4-BE49-F238E27FC236}">
                <a16:creationId xmlns:a16="http://schemas.microsoft.com/office/drawing/2014/main" id="{EEF7DBF3-2D98-487A-9551-B76448C67BEE}"/>
              </a:ext>
            </a:extLst>
          </p:cNvPr>
          <p:cNvSpPr txBox="1">
            <a:spLocks noChangeArrowheads="1"/>
          </p:cNvSpPr>
          <p:nvPr/>
        </p:nvSpPr>
        <p:spPr bwMode="auto">
          <a:xfrm>
            <a:off x="6572250" y="2286000"/>
            <a:ext cx="5715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4			</a:t>
            </a:r>
          </a:p>
        </p:txBody>
      </p:sp>
      <p:sp>
        <p:nvSpPr>
          <p:cNvPr id="36998" name="Text Box 134">
            <a:extLst>
              <a:ext uri="{FF2B5EF4-FFF2-40B4-BE49-F238E27FC236}">
                <a16:creationId xmlns:a16="http://schemas.microsoft.com/office/drawing/2014/main" id="{60B61308-AFE5-4F5F-8B8C-712616E87DC1}"/>
              </a:ext>
            </a:extLst>
          </p:cNvPr>
          <p:cNvSpPr txBox="1">
            <a:spLocks noChangeArrowheads="1"/>
          </p:cNvSpPr>
          <p:nvPr/>
        </p:nvSpPr>
        <p:spPr bwMode="auto">
          <a:xfrm>
            <a:off x="2686050" y="348615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0</a:t>
            </a:r>
          </a:p>
        </p:txBody>
      </p:sp>
      <p:sp>
        <p:nvSpPr>
          <p:cNvPr id="36999" name="Text Box 135">
            <a:extLst>
              <a:ext uri="{FF2B5EF4-FFF2-40B4-BE49-F238E27FC236}">
                <a16:creationId xmlns:a16="http://schemas.microsoft.com/office/drawing/2014/main" id="{6ED8218C-6AE5-4612-B918-BF7D77F552CF}"/>
              </a:ext>
            </a:extLst>
          </p:cNvPr>
          <p:cNvSpPr txBox="1">
            <a:spLocks noChangeArrowheads="1"/>
          </p:cNvSpPr>
          <p:nvPr/>
        </p:nvSpPr>
        <p:spPr bwMode="auto">
          <a:xfrm>
            <a:off x="3200400" y="348615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0</a:t>
            </a:r>
          </a:p>
        </p:txBody>
      </p:sp>
      <p:sp>
        <p:nvSpPr>
          <p:cNvPr id="37000" name="Text Box 136">
            <a:extLst>
              <a:ext uri="{FF2B5EF4-FFF2-40B4-BE49-F238E27FC236}">
                <a16:creationId xmlns:a16="http://schemas.microsoft.com/office/drawing/2014/main" id="{4F3B3915-B6EA-4452-A5B6-71F01C81EE53}"/>
              </a:ext>
            </a:extLst>
          </p:cNvPr>
          <p:cNvSpPr txBox="1">
            <a:spLocks noChangeArrowheads="1"/>
          </p:cNvSpPr>
          <p:nvPr/>
        </p:nvSpPr>
        <p:spPr bwMode="auto">
          <a:xfrm>
            <a:off x="2571750" y="2914650"/>
            <a:ext cx="5715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980">
                                            <p:txEl>
                                              <p:pRg st="0" end="0"/>
                                            </p:txEl>
                                          </p:spTgt>
                                        </p:tgtEl>
                                        <p:attrNameLst>
                                          <p:attrName>style.visibility</p:attrName>
                                        </p:attrNameLst>
                                      </p:cBhvr>
                                      <p:to>
                                        <p:strVal val="visible"/>
                                      </p:to>
                                    </p:set>
                                    <p:anim calcmode="lin" valueType="num">
                                      <p:cBhvr additive="base">
                                        <p:cTn id="7" dur="500" fill="hold"/>
                                        <p:tgtEl>
                                          <p:spTgt spid="369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9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6982">
                                            <p:txEl>
                                              <p:pRg st="0" end="0"/>
                                            </p:txEl>
                                          </p:spTgt>
                                        </p:tgtEl>
                                        <p:attrNameLst>
                                          <p:attrName>style.visibility</p:attrName>
                                        </p:attrNameLst>
                                      </p:cBhvr>
                                      <p:to>
                                        <p:strVal val="visible"/>
                                      </p:to>
                                    </p:set>
                                    <p:anim calcmode="lin" valueType="num">
                                      <p:cBhvr additive="base">
                                        <p:cTn id="13" dur="500" fill="hold"/>
                                        <p:tgtEl>
                                          <p:spTgt spid="3698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98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6984">
                                            <p:txEl>
                                              <p:pRg st="0" end="0"/>
                                            </p:txEl>
                                          </p:spTgt>
                                        </p:tgtEl>
                                        <p:attrNameLst>
                                          <p:attrName>style.visibility</p:attrName>
                                        </p:attrNameLst>
                                      </p:cBhvr>
                                      <p:to>
                                        <p:strVal val="visible"/>
                                      </p:to>
                                    </p:set>
                                    <p:anim calcmode="lin" valueType="num">
                                      <p:cBhvr additive="base">
                                        <p:cTn id="19" dur="500" fill="hold"/>
                                        <p:tgtEl>
                                          <p:spTgt spid="36984">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98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6986">
                                            <p:txEl>
                                              <p:pRg st="0" end="0"/>
                                            </p:txEl>
                                          </p:spTgt>
                                        </p:tgtEl>
                                        <p:attrNameLst>
                                          <p:attrName>style.visibility</p:attrName>
                                        </p:attrNameLst>
                                      </p:cBhvr>
                                      <p:to>
                                        <p:strVal val="visible"/>
                                      </p:to>
                                    </p:set>
                                    <p:anim calcmode="lin" valueType="num">
                                      <p:cBhvr additive="base">
                                        <p:cTn id="25" dur="500" fill="hold"/>
                                        <p:tgtEl>
                                          <p:spTgt spid="36986">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98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6992">
                                            <p:txEl>
                                              <p:pRg st="0" end="0"/>
                                            </p:txEl>
                                          </p:spTgt>
                                        </p:tgtEl>
                                        <p:attrNameLst>
                                          <p:attrName>style.visibility</p:attrName>
                                        </p:attrNameLst>
                                      </p:cBhvr>
                                      <p:to>
                                        <p:strVal val="visible"/>
                                      </p:to>
                                    </p:set>
                                    <p:anim calcmode="lin" valueType="num">
                                      <p:cBhvr additive="base">
                                        <p:cTn id="31" dur="500" fill="hold"/>
                                        <p:tgtEl>
                                          <p:spTgt spid="36992">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99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36994">
                                            <p:txEl>
                                              <p:pRg st="0" end="0"/>
                                            </p:txEl>
                                          </p:spTgt>
                                        </p:tgtEl>
                                        <p:attrNameLst>
                                          <p:attrName>style.visibility</p:attrName>
                                        </p:attrNameLst>
                                      </p:cBhvr>
                                      <p:to>
                                        <p:strVal val="visible"/>
                                      </p:to>
                                    </p:set>
                                    <p:anim calcmode="lin" valueType="num">
                                      <p:cBhvr additive="base">
                                        <p:cTn id="37" dur="500" fill="hold"/>
                                        <p:tgtEl>
                                          <p:spTgt spid="36994">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69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36997">
                                            <p:txEl>
                                              <p:pRg st="0" end="0"/>
                                            </p:txEl>
                                          </p:spTgt>
                                        </p:tgtEl>
                                        <p:attrNameLst>
                                          <p:attrName>style.visibility</p:attrName>
                                        </p:attrNameLst>
                                      </p:cBhvr>
                                      <p:to>
                                        <p:strVal val="visible"/>
                                      </p:to>
                                    </p:set>
                                    <p:anim calcmode="lin" valueType="num">
                                      <p:cBhvr additive="base">
                                        <p:cTn id="43" dur="500" fill="hold"/>
                                        <p:tgtEl>
                                          <p:spTgt spid="36997">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699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37000">
                                            <p:txEl>
                                              <p:pRg st="0" end="0"/>
                                            </p:txEl>
                                          </p:spTgt>
                                        </p:tgtEl>
                                        <p:attrNameLst>
                                          <p:attrName>style.visibility</p:attrName>
                                        </p:attrNameLst>
                                      </p:cBhvr>
                                      <p:to>
                                        <p:strVal val="visible"/>
                                      </p:to>
                                    </p:set>
                                    <p:anim calcmode="lin" valueType="num">
                                      <p:cBhvr additive="base">
                                        <p:cTn id="49" dur="500" fill="hold"/>
                                        <p:tgtEl>
                                          <p:spTgt spid="37000">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700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36983">
                                            <p:txEl>
                                              <p:pRg st="0" end="0"/>
                                            </p:txEl>
                                          </p:spTgt>
                                        </p:tgtEl>
                                        <p:attrNameLst>
                                          <p:attrName>style.visibility</p:attrName>
                                        </p:attrNameLst>
                                      </p:cBhvr>
                                      <p:to>
                                        <p:strVal val="visible"/>
                                      </p:to>
                                    </p:set>
                                    <p:anim calcmode="lin" valueType="num">
                                      <p:cBhvr additive="base">
                                        <p:cTn id="55" dur="500" fill="hold"/>
                                        <p:tgtEl>
                                          <p:spTgt spid="36983">
                                            <p:txEl>
                                              <p:pRg st="0" end="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69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nodeType="clickEffect">
                                  <p:stCondLst>
                                    <p:cond delay="0"/>
                                  </p:stCondLst>
                                  <p:childTnLst>
                                    <p:set>
                                      <p:cBhvr>
                                        <p:cTn id="60" dur="1" fill="hold">
                                          <p:stCondLst>
                                            <p:cond delay="0"/>
                                          </p:stCondLst>
                                        </p:cTn>
                                        <p:tgtEl>
                                          <p:spTgt spid="36989">
                                            <p:txEl>
                                              <p:pRg st="0" end="0"/>
                                            </p:txEl>
                                          </p:spTgt>
                                        </p:tgtEl>
                                        <p:attrNameLst>
                                          <p:attrName>style.visibility</p:attrName>
                                        </p:attrNameLst>
                                      </p:cBhvr>
                                      <p:to>
                                        <p:strVal val="visible"/>
                                      </p:to>
                                    </p:set>
                                    <p:anim calcmode="lin" valueType="num">
                                      <p:cBhvr additive="base">
                                        <p:cTn id="61" dur="500" fill="hold"/>
                                        <p:tgtEl>
                                          <p:spTgt spid="36989">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698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nodeType="clickEffect">
                                  <p:stCondLst>
                                    <p:cond delay="0"/>
                                  </p:stCondLst>
                                  <p:childTnLst>
                                    <p:set>
                                      <p:cBhvr>
                                        <p:cTn id="66" dur="1" fill="hold">
                                          <p:stCondLst>
                                            <p:cond delay="0"/>
                                          </p:stCondLst>
                                        </p:cTn>
                                        <p:tgtEl>
                                          <p:spTgt spid="36990">
                                            <p:txEl>
                                              <p:pRg st="0" end="0"/>
                                            </p:txEl>
                                          </p:spTgt>
                                        </p:tgtEl>
                                        <p:attrNameLst>
                                          <p:attrName>style.visibility</p:attrName>
                                        </p:attrNameLst>
                                      </p:cBhvr>
                                      <p:to>
                                        <p:strVal val="visible"/>
                                      </p:to>
                                    </p:set>
                                    <p:anim calcmode="lin" valueType="num">
                                      <p:cBhvr additive="base">
                                        <p:cTn id="67" dur="500" fill="hold"/>
                                        <p:tgtEl>
                                          <p:spTgt spid="36990">
                                            <p:txEl>
                                              <p:pRg st="0" end="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699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4" fill="hold" nodeType="clickEffect">
                                  <p:stCondLst>
                                    <p:cond delay="0"/>
                                  </p:stCondLst>
                                  <p:childTnLst>
                                    <p:set>
                                      <p:cBhvr>
                                        <p:cTn id="72" dur="1" fill="hold">
                                          <p:stCondLst>
                                            <p:cond delay="0"/>
                                          </p:stCondLst>
                                        </p:cTn>
                                        <p:tgtEl>
                                          <p:spTgt spid="36993">
                                            <p:txEl>
                                              <p:pRg st="0" end="0"/>
                                            </p:txEl>
                                          </p:spTgt>
                                        </p:tgtEl>
                                        <p:attrNameLst>
                                          <p:attrName>style.visibility</p:attrName>
                                        </p:attrNameLst>
                                      </p:cBhvr>
                                      <p:to>
                                        <p:strVal val="visible"/>
                                      </p:to>
                                    </p:set>
                                    <p:anim calcmode="lin" valueType="num">
                                      <p:cBhvr additive="base">
                                        <p:cTn id="73" dur="500" fill="hold"/>
                                        <p:tgtEl>
                                          <p:spTgt spid="36993">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699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4" fill="hold" nodeType="clickEffect">
                                  <p:stCondLst>
                                    <p:cond delay="0"/>
                                  </p:stCondLst>
                                  <p:childTnLst>
                                    <p:set>
                                      <p:cBhvr>
                                        <p:cTn id="78" dur="1" fill="hold">
                                          <p:stCondLst>
                                            <p:cond delay="0"/>
                                          </p:stCondLst>
                                        </p:cTn>
                                        <p:tgtEl>
                                          <p:spTgt spid="36991">
                                            <p:txEl>
                                              <p:pRg st="0" end="0"/>
                                            </p:txEl>
                                          </p:spTgt>
                                        </p:tgtEl>
                                        <p:attrNameLst>
                                          <p:attrName>style.visibility</p:attrName>
                                        </p:attrNameLst>
                                      </p:cBhvr>
                                      <p:to>
                                        <p:strVal val="visible"/>
                                      </p:to>
                                    </p:set>
                                    <p:anim calcmode="lin" valueType="num">
                                      <p:cBhvr additive="base">
                                        <p:cTn id="79" dur="500" fill="hold"/>
                                        <p:tgtEl>
                                          <p:spTgt spid="36991">
                                            <p:txEl>
                                              <p:pRg st="0" end="0"/>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69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2" presetClass="entr" presetSubtype="4" fill="hold" nodeType="clickEffect">
                                  <p:stCondLst>
                                    <p:cond delay="0"/>
                                  </p:stCondLst>
                                  <p:childTnLst>
                                    <p:set>
                                      <p:cBhvr>
                                        <p:cTn id="84" dur="1" fill="hold">
                                          <p:stCondLst>
                                            <p:cond delay="0"/>
                                          </p:stCondLst>
                                        </p:cTn>
                                        <p:tgtEl>
                                          <p:spTgt spid="36996">
                                            <p:txEl>
                                              <p:pRg st="0" end="0"/>
                                            </p:txEl>
                                          </p:spTgt>
                                        </p:tgtEl>
                                        <p:attrNameLst>
                                          <p:attrName>style.visibility</p:attrName>
                                        </p:attrNameLst>
                                      </p:cBhvr>
                                      <p:to>
                                        <p:strVal val="visible"/>
                                      </p:to>
                                    </p:set>
                                    <p:anim calcmode="lin" valueType="num">
                                      <p:cBhvr additive="base">
                                        <p:cTn id="85" dur="500" fill="hold"/>
                                        <p:tgtEl>
                                          <p:spTgt spid="36996">
                                            <p:txEl>
                                              <p:pRg st="0" end="0"/>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699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2" presetClass="entr" presetSubtype="4" fill="hold" nodeType="clickEffect">
                                  <p:stCondLst>
                                    <p:cond delay="0"/>
                                  </p:stCondLst>
                                  <p:childTnLst>
                                    <p:set>
                                      <p:cBhvr>
                                        <p:cTn id="90" dur="1" fill="hold">
                                          <p:stCondLst>
                                            <p:cond delay="0"/>
                                          </p:stCondLst>
                                        </p:cTn>
                                        <p:tgtEl>
                                          <p:spTgt spid="36998">
                                            <p:txEl>
                                              <p:pRg st="0" end="0"/>
                                            </p:txEl>
                                          </p:spTgt>
                                        </p:tgtEl>
                                        <p:attrNameLst>
                                          <p:attrName>style.visibility</p:attrName>
                                        </p:attrNameLst>
                                      </p:cBhvr>
                                      <p:to>
                                        <p:strVal val="visible"/>
                                      </p:to>
                                    </p:set>
                                    <p:anim calcmode="lin" valueType="num">
                                      <p:cBhvr additive="base">
                                        <p:cTn id="91" dur="500" fill="hold"/>
                                        <p:tgtEl>
                                          <p:spTgt spid="36998">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69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2" presetClass="entr" presetSubtype="4" fill="hold" nodeType="clickEffect">
                                  <p:stCondLst>
                                    <p:cond delay="0"/>
                                  </p:stCondLst>
                                  <p:childTnLst>
                                    <p:set>
                                      <p:cBhvr>
                                        <p:cTn id="96" dur="1" fill="hold">
                                          <p:stCondLst>
                                            <p:cond delay="0"/>
                                          </p:stCondLst>
                                        </p:cTn>
                                        <p:tgtEl>
                                          <p:spTgt spid="36999">
                                            <p:txEl>
                                              <p:pRg st="0" end="0"/>
                                            </p:txEl>
                                          </p:spTgt>
                                        </p:tgtEl>
                                        <p:attrNameLst>
                                          <p:attrName>style.visibility</p:attrName>
                                        </p:attrNameLst>
                                      </p:cBhvr>
                                      <p:to>
                                        <p:strVal val="visible"/>
                                      </p:to>
                                    </p:set>
                                    <p:anim calcmode="lin" valueType="num">
                                      <p:cBhvr additive="base">
                                        <p:cTn id="97" dur="500" fill="hold"/>
                                        <p:tgtEl>
                                          <p:spTgt spid="36999">
                                            <p:txEl>
                                              <p:pRg st="0" end="0"/>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369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2" presetClass="entr" presetSubtype="4" fill="hold" nodeType="clickEffect">
                                  <p:stCondLst>
                                    <p:cond delay="0"/>
                                  </p:stCondLst>
                                  <p:childTnLst>
                                    <p:set>
                                      <p:cBhvr>
                                        <p:cTn id="102" dur="1" fill="hold">
                                          <p:stCondLst>
                                            <p:cond delay="0"/>
                                          </p:stCondLst>
                                        </p:cTn>
                                        <p:tgtEl>
                                          <p:spTgt spid="36981">
                                            <p:txEl>
                                              <p:pRg st="0" end="0"/>
                                            </p:txEl>
                                          </p:spTgt>
                                        </p:tgtEl>
                                        <p:attrNameLst>
                                          <p:attrName>style.visibility</p:attrName>
                                        </p:attrNameLst>
                                      </p:cBhvr>
                                      <p:to>
                                        <p:strVal val="visible"/>
                                      </p:to>
                                    </p:set>
                                    <p:anim calcmode="lin" valueType="num">
                                      <p:cBhvr additive="base">
                                        <p:cTn id="103" dur="500" fill="hold"/>
                                        <p:tgtEl>
                                          <p:spTgt spid="36981">
                                            <p:txEl>
                                              <p:pRg st="0" end="0"/>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3698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 presetClass="entr" presetSubtype="4" fill="hold" nodeType="clickEffect">
                                  <p:stCondLst>
                                    <p:cond delay="0"/>
                                  </p:stCondLst>
                                  <p:childTnLst>
                                    <p:set>
                                      <p:cBhvr>
                                        <p:cTn id="108" dur="1" fill="hold">
                                          <p:stCondLst>
                                            <p:cond delay="0"/>
                                          </p:stCondLst>
                                        </p:cTn>
                                        <p:tgtEl>
                                          <p:spTgt spid="36985">
                                            <p:txEl>
                                              <p:pRg st="0" end="0"/>
                                            </p:txEl>
                                          </p:spTgt>
                                        </p:tgtEl>
                                        <p:attrNameLst>
                                          <p:attrName>style.visibility</p:attrName>
                                        </p:attrNameLst>
                                      </p:cBhvr>
                                      <p:to>
                                        <p:strVal val="visible"/>
                                      </p:to>
                                    </p:set>
                                    <p:anim calcmode="lin" valueType="num">
                                      <p:cBhvr additive="base">
                                        <p:cTn id="109" dur="500" fill="hold"/>
                                        <p:tgtEl>
                                          <p:spTgt spid="36985">
                                            <p:txEl>
                                              <p:pRg st="0" end="0"/>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3698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 presetClass="entr" presetSubtype="4" fill="hold" nodeType="clickEffect">
                                  <p:stCondLst>
                                    <p:cond delay="0"/>
                                  </p:stCondLst>
                                  <p:childTnLst>
                                    <p:set>
                                      <p:cBhvr>
                                        <p:cTn id="114" dur="1" fill="hold">
                                          <p:stCondLst>
                                            <p:cond delay="0"/>
                                          </p:stCondLst>
                                        </p:cTn>
                                        <p:tgtEl>
                                          <p:spTgt spid="36987">
                                            <p:txEl>
                                              <p:pRg st="0" end="0"/>
                                            </p:txEl>
                                          </p:spTgt>
                                        </p:tgtEl>
                                        <p:attrNameLst>
                                          <p:attrName>style.visibility</p:attrName>
                                        </p:attrNameLst>
                                      </p:cBhvr>
                                      <p:to>
                                        <p:strVal val="visible"/>
                                      </p:to>
                                    </p:set>
                                    <p:anim calcmode="lin" valueType="num">
                                      <p:cBhvr additive="base">
                                        <p:cTn id="115" dur="500" fill="hold"/>
                                        <p:tgtEl>
                                          <p:spTgt spid="36987">
                                            <p:txEl>
                                              <p:pRg st="0" end="0"/>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369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 presetClass="entr" presetSubtype="4" fill="hold" nodeType="clickEffect">
                                  <p:stCondLst>
                                    <p:cond delay="0"/>
                                  </p:stCondLst>
                                  <p:childTnLst>
                                    <p:set>
                                      <p:cBhvr>
                                        <p:cTn id="120" dur="1" fill="hold">
                                          <p:stCondLst>
                                            <p:cond delay="0"/>
                                          </p:stCondLst>
                                        </p:cTn>
                                        <p:tgtEl>
                                          <p:spTgt spid="36988">
                                            <p:txEl>
                                              <p:pRg st="0" end="0"/>
                                            </p:txEl>
                                          </p:spTgt>
                                        </p:tgtEl>
                                        <p:attrNameLst>
                                          <p:attrName>style.visibility</p:attrName>
                                        </p:attrNameLst>
                                      </p:cBhvr>
                                      <p:to>
                                        <p:strVal val="visible"/>
                                      </p:to>
                                    </p:set>
                                    <p:anim calcmode="lin" valueType="num">
                                      <p:cBhvr additive="base">
                                        <p:cTn id="121" dur="500" fill="hold"/>
                                        <p:tgtEl>
                                          <p:spTgt spid="36988">
                                            <p:txEl>
                                              <p:pRg st="0" end="0"/>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3698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 presetClass="entr" presetSubtype="4" fill="hold" nodeType="clickEffect">
                                  <p:stCondLst>
                                    <p:cond delay="0"/>
                                  </p:stCondLst>
                                  <p:childTnLst>
                                    <p:set>
                                      <p:cBhvr>
                                        <p:cTn id="126" dur="1" fill="hold">
                                          <p:stCondLst>
                                            <p:cond delay="0"/>
                                          </p:stCondLst>
                                        </p:cTn>
                                        <p:tgtEl>
                                          <p:spTgt spid="36995">
                                            <p:txEl>
                                              <p:pRg st="0" end="0"/>
                                            </p:txEl>
                                          </p:spTgt>
                                        </p:tgtEl>
                                        <p:attrNameLst>
                                          <p:attrName>style.visibility</p:attrName>
                                        </p:attrNameLst>
                                      </p:cBhvr>
                                      <p:to>
                                        <p:strVal val="visible"/>
                                      </p:to>
                                    </p:set>
                                    <p:anim calcmode="lin" valueType="num">
                                      <p:cBhvr additive="base">
                                        <p:cTn id="127" dur="500" fill="hold"/>
                                        <p:tgtEl>
                                          <p:spTgt spid="36995">
                                            <p:txEl>
                                              <p:pRg st="0" end="0"/>
                                            </p:txEl>
                                          </p:spTgt>
                                        </p:tgtEl>
                                        <p:attrNameLst>
                                          <p:attrName>ppt_x</p:attrName>
                                        </p:attrNameLst>
                                      </p:cBhvr>
                                      <p:tavLst>
                                        <p:tav tm="0">
                                          <p:val>
                                            <p:strVal val="#ppt_x"/>
                                          </p:val>
                                        </p:tav>
                                        <p:tav tm="100000">
                                          <p:val>
                                            <p:strVal val="#ppt_x"/>
                                          </p:val>
                                        </p:tav>
                                      </p:tavLst>
                                    </p:anim>
                                    <p:anim calcmode="lin" valueType="num">
                                      <p:cBhvr additive="base">
                                        <p:cTn id="128" dur="500" fill="hold"/>
                                        <p:tgtEl>
                                          <p:spTgt spid="3699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3314" name="Text Box 2">
            <a:extLst>
              <a:ext uri="{FF2B5EF4-FFF2-40B4-BE49-F238E27FC236}">
                <a16:creationId xmlns:a16="http://schemas.microsoft.com/office/drawing/2014/main" id="{5E18AAB5-46D4-43C1-BA22-05E6A25B3040}"/>
              </a:ext>
            </a:extLst>
          </p:cNvPr>
          <p:cNvSpPr txBox="1">
            <a:spLocks noChangeArrowheads="1"/>
          </p:cNvSpPr>
          <p:nvPr/>
        </p:nvSpPr>
        <p:spPr bwMode="auto">
          <a:xfrm>
            <a:off x="1439467" y="1059657"/>
            <a:ext cx="637341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kumimoji="1" lang="en-US" altLang="zh-CN" sz="1800">
                <a:solidFill>
                  <a:srgbClr val="007A77"/>
                </a:solidFill>
                <a:latin typeface="宋体" panose="02010600030101010101" pitchFamily="2" charset="-122"/>
              </a:rPr>
              <a:t>   </a:t>
            </a:r>
            <a:r>
              <a:rPr kumimoji="1" lang="zh-CN" altLang="en-US" sz="1800">
                <a:solidFill>
                  <a:srgbClr val="007A77"/>
                </a:solidFill>
                <a:latin typeface="宋体" panose="02010600030101010101" pitchFamily="2" charset="-122"/>
              </a:rPr>
              <a:t>根据动态规划函数，用一个</a:t>
            </a:r>
            <a:r>
              <a:rPr kumimoji="1" lang="en-US" altLang="zh-CN" sz="1800">
                <a:solidFill>
                  <a:srgbClr val="007A77"/>
                </a:solidFill>
                <a:latin typeface="Times New Roman" panose="02020603050405020304" pitchFamily="18" charset="0"/>
              </a:rPr>
              <a:t>(n+1)</a:t>
            </a:r>
            <a:r>
              <a:rPr kumimoji="1" lang="en-US" altLang="zh-CN" sz="1800">
                <a:solidFill>
                  <a:srgbClr val="007A77"/>
                </a:solidFill>
                <a:latin typeface="宋体" panose="02010600030101010101" pitchFamily="2" charset="-122"/>
              </a:rPr>
              <a:t>×</a:t>
            </a:r>
            <a:r>
              <a:rPr kumimoji="1" lang="en-US" altLang="zh-CN" sz="1800">
                <a:solidFill>
                  <a:srgbClr val="007A77"/>
                </a:solidFill>
                <a:latin typeface="Times New Roman" panose="02020603050405020304" pitchFamily="18" charset="0"/>
              </a:rPr>
              <a:t>(C+1)</a:t>
            </a:r>
            <a:r>
              <a:rPr kumimoji="1" lang="zh-CN" altLang="en-US" sz="1800">
                <a:solidFill>
                  <a:srgbClr val="007A77"/>
                </a:solidFill>
                <a:latin typeface="宋体" panose="02010600030101010101" pitchFamily="2" charset="-122"/>
              </a:rPr>
              <a:t>的二维表</a:t>
            </a:r>
            <a:r>
              <a:rPr kumimoji="1" lang="en-US" altLang="zh-CN" sz="1800">
                <a:solidFill>
                  <a:srgbClr val="007A77"/>
                </a:solidFill>
                <a:latin typeface="Times New Roman" panose="02020603050405020304" pitchFamily="18" charset="0"/>
              </a:rPr>
              <a:t>V</a:t>
            </a:r>
            <a:r>
              <a:rPr kumimoji="1" lang="zh-CN" altLang="en-US" sz="1800">
                <a:solidFill>
                  <a:srgbClr val="007A77"/>
                </a:solidFill>
                <a:latin typeface="宋体" panose="02010600030101010101" pitchFamily="2" charset="-122"/>
              </a:rPr>
              <a:t>，</a:t>
            </a:r>
            <a:r>
              <a:rPr kumimoji="1" lang="en-US" altLang="zh-CN" sz="1800">
                <a:solidFill>
                  <a:srgbClr val="007A77"/>
                </a:solidFill>
                <a:latin typeface="Times New Roman" panose="02020603050405020304" pitchFamily="18" charset="0"/>
              </a:rPr>
              <a:t>V[i][j]</a:t>
            </a:r>
            <a:r>
              <a:rPr kumimoji="1" lang="zh-CN" altLang="en-US" sz="1800">
                <a:solidFill>
                  <a:srgbClr val="007A77"/>
                </a:solidFill>
                <a:latin typeface="宋体" panose="02010600030101010101" pitchFamily="2" charset="-122"/>
              </a:rPr>
              <a:t>表示把前</a:t>
            </a:r>
            <a:r>
              <a:rPr kumimoji="1" lang="en-US" altLang="zh-CN" sz="1800">
                <a:solidFill>
                  <a:srgbClr val="007A77"/>
                </a:solidFill>
                <a:latin typeface="Times New Roman" panose="02020603050405020304" pitchFamily="18" charset="0"/>
              </a:rPr>
              <a:t>i</a:t>
            </a:r>
            <a:r>
              <a:rPr kumimoji="1" lang="zh-CN" altLang="en-US" sz="1800">
                <a:solidFill>
                  <a:srgbClr val="007A77"/>
                </a:solidFill>
                <a:latin typeface="宋体" panose="02010600030101010101" pitchFamily="2" charset="-122"/>
              </a:rPr>
              <a:t>个物品装入容量为</a:t>
            </a:r>
            <a:r>
              <a:rPr kumimoji="1" lang="en-US" altLang="zh-CN" sz="1800">
                <a:solidFill>
                  <a:srgbClr val="007A77"/>
                </a:solidFill>
                <a:latin typeface="Times New Roman" panose="02020603050405020304" pitchFamily="18" charset="0"/>
              </a:rPr>
              <a:t>j</a:t>
            </a:r>
            <a:r>
              <a:rPr kumimoji="1" lang="zh-CN" altLang="en-US" sz="1800">
                <a:solidFill>
                  <a:srgbClr val="007A77"/>
                </a:solidFill>
                <a:latin typeface="宋体" panose="02010600030101010101" pitchFamily="2" charset="-122"/>
              </a:rPr>
              <a:t>的背包中获得的最大价值。</a:t>
            </a:r>
            <a:r>
              <a:rPr kumimoji="1" lang="zh-CN" altLang="en-US" sz="1800">
                <a:solidFill>
                  <a:srgbClr val="007A77"/>
                </a:solidFill>
                <a:latin typeface="Times New Roman" panose="02020603050405020304" pitchFamily="18" charset="0"/>
              </a:rPr>
              <a:t> </a:t>
            </a:r>
          </a:p>
        </p:txBody>
      </p:sp>
      <p:sp>
        <p:nvSpPr>
          <p:cNvPr id="13315" name="Text Box 3">
            <a:extLst>
              <a:ext uri="{FF2B5EF4-FFF2-40B4-BE49-F238E27FC236}">
                <a16:creationId xmlns:a16="http://schemas.microsoft.com/office/drawing/2014/main" id="{DE6E6360-AF97-4665-A922-CE85C8CBE867}"/>
              </a:ext>
            </a:extLst>
          </p:cNvPr>
          <p:cNvSpPr txBox="1">
            <a:spLocks noChangeArrowheads="1"/>
          </p:cNvSpPr>
          <p:nvPr/>
        </p:nvSpPr>
        <p:spPr bwMode="auto">
          <a:xfrm>
            <a:off x="1439467" y="411957"/>
            <a:ext cx="637341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kumimoji="1" lang="en-US" altLang="zh-CN" sz="1800">
                <a:solidFill>
                  <a:srgbClr val="007A77"/>
                </a:solidFill>
                <a:latin typeface="宋体" panose="02010600030101010101" pitchFamily="2" charset="-122"/>
              </a:rPr>
              <a:t>    </a:t>
            </a:r>
            <a:r>
              <a:rPr kumimoji="1" lang="zh-CN" altLang="en-US" sz="1800">
                <a:solidFill>
                  <a:srgbClr val="007A77"/>
                </a:solidFill>
                <a:latin typeface="宋体" panose="02010600030101010101" pitchFamily="2" charset="-122"/>
              </a:rPr>
              <a:t>例如，有</a:t>
            </a:r>
            <a:r>
              <a:rPr kumimoji="1" lang="en-US" altLang="zh-CN" sz="1800">
                <a:solidFill>
                  <a:srgbClr val="007A77"/>
                </a:solidFill>
                <a:latin typeface="Times New Roman" panose="02020603050405020304" pitchFamily="18" charset="0"/>
              </a:rPr>
              <a:t>5</a:t>
            </a:r>
            <a:r>
              <a:rPr kumimoji="1" lang="zh-CN" altLang="en-US" sz="1800">
                <a:solidFill>
                  <a:srgbClr val="007A77"/>
                </a:solidFill>
                <a:latin typeface="宋体" panose="02010600030101010101" pitchFamily="2" charset="-122"/>
              </a:rPr>
              <a:t>个物品，其重量分别是</a:t>
            </a:r>
            <a:r>
              <a:rPr kumimoji="1" lang="en-US" altLang="zh-CN" sz="1800">
                <a:solidFill>
                  <a:srgbClr val="007A77"/>
                </a:solidFill>
                <a:latin typeface="Times New Roman" panose="02020603050405020304" pitchFamily="18" charset="0"/>
              </a:rPr>
              <a:t>{2, 2, 6, 5, 4}</a:t>
            </a:r>
            <a:r>
              <a:rPr kumimoji="1" lang="zh-CN" altLang="en-US" sz="1800">
                <a:solidFill>
                  <a:srgbClr val="007A77"/>
                </a:solidFill>
                <a:latin typeface="宋体" panose="02010600030101010101" pitchFamily="2" charset="-122"/>
              </a:rPr>
              <a:t>，价值分别为</a:t>
            </a:r>
            <a:r>
              <a:rPr kumimoji="1" lang="en-US" altLang="zh-CN" sz="1800">
                <a:solidFill>
                  <a:srgbClr val="007A77"/>
                </a:solidFill>
                <a:latin typeface="Times New Roman" panose="02020603050405020304" pitchFamily="18" charset="0"/>
              </a:rPr>
              <a:t>{6, 3, 5, 4, 6}</a:t>
            </a:r>
            <a:r>
              <a:rPr kumimoji="1" lang="zh-CN" altLang="en-US" sz="1800">
                <a:solidFill>
                  <a:srgbClr val="007A77"/>
                </a:solidFill>
                <a:latin typeface="宋体" panose="02010600030101010101" pitchFamily="2" charset="-122"/>
              </a:rPr>
              <a:t>，背包的容量为</a:t>
            </a:r>
            <a:r>
              <a:rPr kumimoji="1" lang="en-US" altLang="zh-CN" sz="1800">
                <a:solidFill>
                  <a:srgbClr val="007A77"/>
                </a:solidFill>
                <a:latin typeface="Times New Roman" panose="02020603050405020304" pitchFamily="18" charset="0"/>
              </a:rPr>
              <a:t>10</a:t>
            </a:r>
            <a:r>
              <a:rPr kumimoji="1" lang="zh-CN" altLang="en-US" sz="1800">
                <a:solidFill>
                  <a:srgbClr val="007A77"/>
                </a:solidFill>
                <a:latin typeface="宋体" panose="02010600030101010101" pitchFamily="2" charset="-122"/>
              </a:rPr>
              <a:t>。</a:t>
            </a:r>
            <a:endParaRPr kumimoji="1" lang="zh-CN" altLang="en-US" sz="1800">
              <a:solidFill>
                <a:srgbClr val="007A77"/>
              </a:solidFill>
              <a:latin typeface="Times New Roman" panose="02020603050405020304" pitchFamily="18" charset="0"/>
            </a:endParaRPr>
          </a:p>
        </p:txBody>
      </p:sp>
      <p:grpSp>
        <p:nvGrpSpPr>
          <p:cNvPr id="13316" name="Group 4">
            <a:extLst>
              <a:ext uri="{FF2B5EF4-FFF2-40B4-BE49-F238E27FC236}">
                <a16:creationId xmlns:a16="http://schemas.microsoft.com/office/drawing/2014/main" id="{2219E66C-D42D-4605-9243-F29CDACC0E62}"/>
              </a:ext>
            </a:extLst>
          </p:cNvPr>
          <p:cNvGrpSpPr>
            <a:grpSpLocks/>
          </p:cNvGrpSpPr>
          <p:nvPr/>
        </p:nvGrpSpPr>
        <p:grpSpPr bwMode="auto">
          <a:xfrm>
            <a:off x="1441848" y="1870473"/>
            <a:ext cx="845344" cy="402431"/>
            <a:chOff x="0" y="0"/>
            <a:chExt cx="590" cy="480"/>
          </a:xfrm>
        </p:grpSpPr>
        <p:sp>
          <p:nvSpPr>
            <p:cNvPr id="13556" name="Rectangle 5">
              <a:extLst>
                <a:ext uri="{FF2B5EF4-FFF2-40B4-BE49-F238E27FC236}">
                  <a16:creationId xmlns:a16="http://schemas.microsoft.com/office/drawing/2014/main" id="{37FDB763-8760-424B-93EB-7BDE6BF07C40}"/>
                </a:ext>
              </a:extLst>
            </p:cNvPr>
            <p:cNvSpPr>
              <a:spLocks noChangeArrowheads="1"/>
            </p:cNvSpPr>
            <p:nvPr/>
          </p:nvSpPr>
          <p:spPr bwMode="auto">
            <a:xfrm>
              <a:off x="43" y="0"/>
              <a:ext cx="5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 </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3557" name="Rectangle 6">
              <a:extLst>
                <a:ext uri="{FF2B5EF4-FFF2-40B4-BE49-F238E27FC236}">
                  <a16:creationId xmlns:a16="http://schemas.microsoft.com/office/drawing/2014/main" id="{98DD2FFF-B682-4158-85CE-F5A39E9239C6}"/>
                </a:ext>
              </a:extLst>
            </p:cNvPr>
            <p:cNvSpPr>
              <a:spLocks noChangeArrowheads="1"/>
            </p:cNvSpPr>
            <p:nvPr/>
          </p:nvSpPr>
          <p:spPr bwMode="auto">
            <a:xfrm>
              <a:off x="0" y="0"/>
              <a:ext cx="5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17" name="Group 7">
            <a:extLst>
              <a:ext uri="{FF2B5EF4-FFF2-40B4-BE49-F238E27FC236}">
                <a16:creationId xmlns:a16="http://schemas.microsoft.com/office/drawing/2014/main" id="{9E317158-4A38-45B9-9F7F-BE4BC77085CB}"/>
              </a:ext>
            </a:extLst>
          </p:cNvPr>
          <p:cNvGrpSpPr>
            <a:grpSpLocks/>
          </p:cNvGrpSpPr>
          <p:nvPr/>
        </p:nvGrpSpPr>
        <p:grpSpPr bwMode="auto">
          <a:xfrm>
            <a:off x="2287192" y="1870473"/>
            <a:ext cx="383381" cy="402431"/>
            <a:chOff x="590" y="0"/>
            <a:chExt cx="268" cy="480"/>
          </a:xfrm>
        </p:grpSpPr>
        <p:sp>
          <p:nvSpPr>
            <p:cNvPr id="13554" name="Rectangle 8">
              <a:extLst>
                <a:ext uri="{FF2B5EF4-FFF2-40B4-BE49-F238E27FC236}">
                  <a16:creationId xmlns:a16="http://schemas.microsoft.com/office/drawing/2014/main" id="{5BC8846B-2B53-4F1E-8754-F2FE71CF105E}"/>
                </a:ext>
              </a:extLst>
            </p:cNvPr>
            <p:cNvSpPr>
              <a:spLocks noChangeArrowheads="1"/>
            </p:cNvSpPr>
            <p:nvPr/>
          </p:nvSpPr>
          <p:spPr bwMode="auto">
            <a:xfrm>
              <a:off x="633"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 </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55" name="Rectangle 9">
              <a:extLst>
                <a:ext uri="{FF2B5EF4-FFF2-40B4-BE49-F238E27FC236}">
                  <a16:creationId xmlns:a16="http://schemas.microsoft.com/office/drawing/2014/main" id="{5100ABB6-4F7B-466A-B7F9-381DAE9AA641}"/>
                </a:ext>
              </a:extLst>
            </p:cNvPr>
            <p:cNvSpPr>
              <a:spLocks noChangeArrowheads="1"/>
            </p:cNvSpPr>
            <p:nvPr/>
          </p:nvSpPr>
          <p:spPr bwMode="auto">
            <a:xfrm>
              <a:off x="590"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18" name="Group 10">
            <a:extLst>
              <a:ext uri="{FF2B5EF4-FFF2-40B4-BE49-F238E27FC236}">
                <a16:creationId xmlns:a16="http://schemas.microsoft.com/office/drawing/2014/main" id="{451D2BB6-6A70-432C-835A-853D78D73D9D}"/>
              </a:ext>
            </a:extLst>
          </p:cNvPr>
          <p:cNvGrpSpPr>
            <a:grpSpLocks/>
          </p:cNvGrpSpPr>
          <p:nvPr/>
        </p:nvGrpSpPr>
        <p:grpSpPr bwMode="auto">
          <a:xfrm>
            <a:off x="2670573" y="1870473"/>
            <a:ext cx="383381" cy="402431"/>
            <a:chOff x="858" y="0"/>
            <a:chExt cx="268" cy="480"/>
          </a:xfrm>
        </p:grpSpPr>
        <p:sp>
          <p:nvSpPr>
            <p:cNvPr id="13552" name="Rectangle 11">
              <a:extLst>
                <a:ext uri="{FF2B5EF4-FFF2-40B4-BE49-F238E27FC236}">
                  <a16:creationId xmlns:a16="http://schemas.microsoft.com/office/drawing/2014/main" id="{3BCCDFA8-2E0A-464A-8C61-0E9B2A82A68F}"/>
                </a:ext>
              </a:extLst>
            </p:cNvPr>
            <p:cNvSpPr>
              <a:spLocks noChangeArrowheads="1"/>
            </p:cNvSpPr>
            <p:nvPr/>
          </p:nvSpPr>
          <p:spPr bwMode="auto">
            <a:xfrm>
              <a:off x="901"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53" name="Rectangle 12">
              <a:extLst>
                <a:ext uri="{FF2B5EF4-FFF2-40B4-BE49-F238E27FC236}">
                  <a16:creationId xmlns:a16="http://schemas.microsoft.com/office/drawing/2014/main" id="{851DFD58-E754-4381-B8EC-B93297FCFE89}"/>
                </a:ext>
              </a:extLst>
            </p:cNvPr>
            <p:cNvSpPr>
              <a:spLocks noChangeArrowheads="1"/>
            </p:cNvSpPr>
            <p:nvPr/>
          </p:nvSpPr>
          <p:spPr bwMode="auto">
            <a:xfrm>
              <a:off x="858"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19" name="Group 13">
            <a:extLst>
              <a:ext uri="{FF2B5EF4-FFF2-40B4-BE49-F238E27FC236}">
                <a16:creationId xmlns:a16="http://schemas.microsoft.com/office/drawing/2014/main" id="{F0206028-5272-4AA6-AA3A-947F745FB94A}"/>
              </a:ext>
            </a:extLst>
          </p:cNvPr>
          <p:cNvGrpSpPr>
            <a:grpSpLocks/>
          </p:cNvGrpSpPr>
          <p:nvPr/>
        </p:nvGrpSpPr>
        <p:grpSpPr bwMode="auto">
          <a:xfrm>
            <a:off x="3053953" y="1870473"/>
            <a:ext cx="384572" cy="402431"/>
            <a:chOff x="1126" y="0"/>
            <a:chExt cx="268" cy="480"/>
          </a:xfrm>
        </p:grpSpPr>
        <p:sp>
          <p:nvSpPr>
            <p:cNvPr id="13550" name="Rectangle 14">
              <a:extLst>
                <a:ext uri="{FF2B5EF4-FFF2-40B4-BE49-F238E27FC236}">
                  <a16:creationId xmlns:a16="http://schemas.microsoft.com/office/drawing/2014/main" id="{E2B4D7F3-C1C3-4E52-9FA6-EBC9D70A4CDE}"/>
                </a:ext>
              </a:extLst>
            </p:cNvPr>
            <p:cNvSpPr>
              <a:spLocks noChangeArrowheads="1"/>
            </p:cNvSpPr>
            <p:nvPr/>
          </p:nvSpPr>
          <p:spPr bwMode="auto">
            <a:xfrm>
              <a:off x="1169"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51" name="Rectangle 15">
              <a:extLst>
                <a:ext uri="{FF2B5EF4-FFF2-40B4-BE49-F238E27FC236}">
                  <a16:creationId xmlns:a16="http://schemas.microsoft.com/office/drawing/2014/main" id="{06F43DF0-C6FA-46B2-B674-FB2DD48AE198}"/>
                </a:ext>
              </a:extLst>
            </p:cNvPr>
            <p:cNvSpPr>
              <a:spLocks noChangeArrowheads="1"/>
            </p:cNvSpPr>
            <p:nvPr/>
          </p:nvSpPr>
          <p:spPr bwMode="auto">
            <a:xfrm>
              <a:off x="1126"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20" name="Group 16">
            <a:extLst>
              <a:ext uri="{FF2B5EF4-FFF2-40B4-BE49-F238E27FC236}">
                <a16:creationId xmlns:a16="http://schemas.microsoft.com/office/drawing/2014/main" id="{600C6237-D85A-4D38-AF30-7ED09FBC4B97}"/>
              </a:ext>
            </a:extLst>
          </p:cNvPr>
          <p:cNvGrpSpPr>
            <a:grpSpLocks/>
          </p:cNvGrpSpPr>
          <p:nvPr/>
        </p:nvGrpSpPr>
        <p:grpSpPr bwMode="auto">
          <a:xfrm>
            <a:off x="3438526" y="1870473"/>
            <a:ext cx="383381" cy="402431"/>
            <a:chOff x="1394" y="0"/>
            <a:chExt cx="268" cy="480"/>
          </a:xfrm>
        </p:grpSpPr>
        <p:sp>
          <p:nvSpPr>
            <p:cNvPr id="13548" name="Rectangle 17">
              <a:extLst>
                <a:ext uri="{FF2B5EF4-FFF2-40B4-BE49-F238E27FC236}">
                  <a16:creationId xmlns:a16="http://schemas.microsoft.com/office/drawing/2014/main" id="{DAE4C3D3-B2AF-4B77-90EA-025579C03E2A}"/>
                </a:ext>
              </a:extLst>
            </p:cNvPr>
            <p:cNvSpPr>
              <a:spLocks noChangeArrowheads="1"/>
            </p:cNvSpPr>
            <p:nvPr/>
          </p:nvSpPr>
          <p:spPr bwMode="auto">
            <a:xfrm>
              <a:off x="1437"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2</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49" name="Rectangle 18">
              <a:extLst>
                <a:ext uri="{FF2B5EF4-FFF2-40B4-BE49-F238E27FC236}">
                  <a16:creationId xmlns:a16="http://schemas.microsoft.com/office/drawing/2014/main" id="{1B678951-F9E4-4A24-984C-44AEC103AA6F}"/>
                </a:ext>
              </a:extLst>
            </p:cNvPr>
            <p:cNvSpPr>
              <a:spLocks noChangeArrowheads="1"/>
            </p:cNvSpPr>
            <p:nvPr/>
          </p:nvSpPr>
          <p:spPr bwMode="auto">
            <a:xfrm>
              <a:off x="1394"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21" name="Group 19">
            <a:extLst>
              <a:ext uri="{FF2B5EF4-FFF2-40B4-BE49-F238E27FC236}">
                <a16:creationId xmlns:a16="http://schemas.microsoft.com/office/drawing/2014/main" id="{DA98656F-8BB1-4CD3-A76A-BA5256B1B801}"/>
              </a:ext>
            </a:extLst>
          </p:cNvPr>
          <p:cNvGrpSpPr>
            <a:grpSpLocks/>
          </p:cNvGrpSpPr>
          <p:nvPr/>
        </p:nvGrpSpPr>
        <p:grpSpPr bwMode="auto">
          <a:xfrm>
            <a:off x="3821907" y="1870473"/>
            <a:ext cx="383381" cy="402431"/>
            <a:chOff x="1662" y="0"/>
            <a:chExt cx="268" cy="480"/>
          </a:xfrm>
        </p:grpSpPr>
        <p:sp>
          <p:nvSpPr>
            <p:cNvPr id="13546" name="Rectangle 20">
              <a:extLst>
                <a:ext uri="{FF2B5EF4-FFF2-40B4-BE49-F238E27FC236}">
                  <a16:creationId xmlns:a16="http://schemas.microsoft.com/office/drawing/2014/main" id="{E77922CA-FC96-4D55-96AF-B93C526E028F}"/>
                </a:ext>
              </a:extLst>
            </p:cNvPr>
            <p:cNvSpPr>
              <a:spLocks noChangeArrowheads="1"/>
            </p:cNvSpPr>
            <p:nvPr/>
          </p:nvSpPr>
          <p:spPr bwMode="auto">
            <a:xfrm>
              <a:off x="1705"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3</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47" name="Rectangle 21">
              <a:extLst>
                <a:ext uri="{FF2B5EF4-FFF2-40B4-BE49-F238E27FC236}">
                  <a16:creationId xmlns:a16="http://schemas.microsoft.com/office/drawing/2014/main" id="{3883E126-A745-4FC0-B49E-7947BA95C5E5}"/>
                </a:ext>
              </a:extLst>
            </p:cNvPr>
            <p:cNvSpPr>
              <a:spLocks noChangeArrowheads="1"/>
            </p:cNvSpPr>
            <p:nvPr/>
          </p:nvSpPr>
          <p:spPr bwMode="auto">
            <a:xfrm>
              <a:off x="1662"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22" name="Group 22">
            <a:extLst>
              <a:ext uri="{FF2B5EF4-FFF2-40B4-BE49-F238E27FC236}">
                <a16:creationId xmlns:a16="http://schemas.microsoft.com/office/drawing/2014/main" id="{035A1686-F1FC-4007-A3CD-4A9221438A36}"/>
              </a:ext>
            </a:extLst>
          </p:cNvPr>
          <p:cNvGrpSpPr>
            <a:grpSpLocks/>
          </p:cNvGrpSpPr>
          <p:nvPr/>
        </p:nvGrpSpPr>
        <p:grpSpPr bwMode="auto">
          <a:xfrm>
            <a:off x="4205288" y="1870473"/>
            <a:ext cx="384572" cy="402431"/>
            <a:chOff x="1930" y="0"/>
            <a:chExt cx="268" cy="480"/>
          </a:xfrm>
        </p:grpSpPr>
        <p:sp>
          <p:nvSpPr>
            <p:cNvPr id="13544" name="Rectangle 23">
              <a:extLst>
                <a:ext uri="{FF2B5EF4-FFF2-40B4-BE49-F238E27FC236}">
                  <a16:creationId xmlns:a16="http://schemas.microsoft.com/office/drawing/2014/main" id="{41BAEB89-5FB4-4544-BFCD-C344206895D5}"/>
                </a:ext>
              </a:extLst>
            </p:cNvPr>
            <p:cNvSpPr>
              <a:spLocks noChangeArrowheads="1"/>
            </p:cNvSpPr>
            <p:nvPr/>
          </p:nvSpPr>
          <p:spPr bwMode="auto">
            <a:xfrm>
              <a:off x="1973"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4</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45" name="Rectangle 24">
              <a:extLst>
                <a:ext uri="{FF2B5EF4-FFF2-40B4-BE49-F238E27FC236}">
                  <a16:creationId xmlns:a16="http://schemas.microsoft.com/office/drawing/2014/main" id="{D563BDA9-D278-4707-AA6D-06AB8CB2E1F9}"/>
                </a:ext>
              </a:extLst>
            </p:cNvPr>
            <p:cNvSpPr>
              <a:spLocks noChangeArrowheads="1"/>
            </p:cNvSpPr>
            <p:nvPr/>
          </p:nvSpPr>
          <p:spPr bwMode="auto">
            <a:xfrm>
              <a:off x="1930"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23" name="Group 25">
            <a:extLst>
              <a:ext uri="{FF2B5EF4-FFF2-40B4-BE49-F238E27FC236}">
                <a16:creationId xmlns:a16="http://schemas.microsoft.com/office/drawing/2014/main" id="{F9C496FF-14A8-45E1-AA3C-DB2959E76A98}"/>
              </a:ext>
            </a:extLst>
          </p:cNvPr>
          <p:cNvGrpSpPr>
            <a:grpSpLocks/>
          </p:cNvGrpSpPr>
          <p:nvPr/>
        </p:nvGrpSpPr>
        <p:grpSpPr bwMode="auto">
          <a:xfrm>
            <a:off x="4589860" y="1870473"/>
            <a:ext cx="383381" cy="402431"/>
            <a:chOff x="2198" y="0"/>
            <a:chExt cx="268" cy="480"/>
          </a:xfrm>
        </p:grpSpPr>
        <p:sp>
          <p:nvSpPr>
            <p:cNvPr id="13542" name="Rectangle 26">
              <a:extLst>
                <a:ext uri="{FF2B5EF4-FFF2-40B4-BE49-F238E27FC236}">
                  <a16:creationId xmlns:a16="http://schemas.microsoft.com/office/drawing/2014/main" id="{5134D582-1D36-40D1-AE8A-3AF3DAE308DF}"/>
                </a:ext>
              </a:extLst>
            </p:cNvPr>
            <p:cNvSpPr>
              <a:spLocks noChangeArrowheads="1"/>
            </p:cNvSpPr>
            <p:nvPr/>
          </p:nvSpPr>
          <p:spPr bwMode="auto">
            <a:xfrm>
              <a:off x="2241"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5</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43" name="Rectangle 27">
              <a:extLst>
                <a:ext uri="{FF2B5EF4-FFF2-40B4-BE49-F238E27FC236}">
                  <a16:creationId xmlns:a16="http://schemas.microsoft.com/office/drawing/2014/main" id="{96CCAF6D-05A5-4A1C-96F6-D30E962F2C64}"/>
                </a:ext>
              </a:extLst>
            </p:cNvPr>
            <p:cNvSpPr>
              <a:spLocks noChangeArrowheads="1"/>
            </p:cNvSpPr>
            <p:nvPr/>
          </p:nvSpPr>
          <p:spPr bwMode="auto">
            <a:xfrm>
              <a:off x="2198"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24" name="Group 28">
            <a:extLst>
              <a:ext uri="{FF2B5EF4-FFF2-40B4-BE49-F238E27FC236}">
                <a16:creationId xmlns:a16="http://schemas.microsoft.com/office/drawing/2014/main" id="{F75EFCFA-341F-4D36-BA7E-C5D01DEA63E4}"/>
              </a:ext>
            </a:extLst>
          </p:cNvPr>
          <p:cNvGrpSpPr>
            <a:grpSpLocks/>
          </p:cNvGrpSpPr>
          <p:nvPr/>
        </p:nvGrpSpPr>
        <p:grpSpPr bwMode="auto">
          <a:xfrm>
            <a:off x="4973241" y="1870473"/>
            <a:ext cx="384572" cy="402431"/>
            <a:chOff x="2466" y="0"/>
            <a:chExt cx="268" cy="480"/>
          </a:xfrm>
        </p:grpSpPr>
        <p:sp>
          <p:nvSpPr>
            <p:cNvPr id="13540" name="Rectangle 29">
              <a:extLst>
                <a:ext uri="{FF2B5EF4-FFF2-40B4-BE49-F238E27FC236}">
                  <a16:creationId xmlns:a16="http://schemas.microsoft.com/office/drawing/2014/main" id="{BF752182-CBFB-4D94-B824-3EB4BBDBE85F}"/>
                </a:ext>
              </a:extLst>
            </p:cNvPr>
            <p:cNvSpPr>
              <a:spLocks noChangeArrowheads="1"/>
            </p:cNvSpPr>
            <p:nvPr/>
          </p:nvSpPr>
          <p:spPr bwMode="auto">
            <a:xfrm>
              <a:off x="2509"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41" name="Rectangle 30">
              <a:extLst>
                <a:ext uri="{FF2B5EF4-FFF2-40B4-BE49-F238E27FC236}">
                  <a16:creationId xmlns:a16="http://schemas.microsoft.com/office/drawing/2014/main" id="{65CCDE15-EBC7-458A-ADBE-034436624379}"/>
                </a:ext>
              </a:extLst>
            </p:cNvPr>
            <p:cNvSpPr>
              <a:spLocks noChangeArrowheads="1"/>
            </p:cNvSpPr>
            <p:nvPr/>
          </p:nvSpPr>
          <p:spPr bwMode="auto">
            <a:xfrm>
              <a:off x="2466"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25" name="Group 31">
            <a:extLst>
              <a:ext uri="{FF2B5EF4-FFF2-40B4-BE49-F238E27FC236}">
                <a16:creationId xmlns:a16="http://schemas.microsoft.com/office/drawing/2014/main" id="{B22BFB72-5109-4CB2-93E3-DF71F9C7A28B}"/>
              </a:ext>
            </a:extLst>
          </p:cNvPr>
          <p:cNvGrpSpPr>
            <a:grpSpLocks/>
          </p:cNvGrpSpPr>
          <p:nvPr/>
        </p:nvGrpSpPr>
        <p:grpSpPr bwMode="auto">
          <a:xfrm>
            <a:off x="5357813" y="1870473"/>
            <a:ext cx="383381" cy="402431"/>
            <a:chOff x="2734" y="0"/>
            <a:chExt cx="268" cy="480"/>
          </a:xfrm>
        </p:grpSpPr>
        <p:sp>
          <p:nvSpPr>
            <p:cNvPr id="13538" name="Rectangle 32">
              <a:extLst>
                <a:ext uri="{FF2B5EF4-FFF2-40B4-BE49-F238E27FC236}">
                  <a16:creationId xmlns:a16="http://schemas.microsoft.com/office/drawing/2014/main" id="{F4A4A7E8-3360-4DED-82A4-3636C9876D0E}"/>
                </a:ext>
              </a:extLst>
            </p:cNvPr>
            <p:cNvSpPr>
              <a:spLocks noChangeArrowheads="1"/>
            </p:cNvSpPr>
            <p:nvPr/>
          </p:nvSpPr>
          <p:spPr bwMode="auto">
            <a:xfrm>
              <a:off x="2777"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7</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39" name="Rectangle 33">
              <a:extLst>
                <a:ext uri="{FF2B5EF4-FFF2-40B4-BE49-F238E27FC236}">
                  <a16:creationId xmlns:a16="http://schemas.microsoft.com/office/drawing/2014/main" id="{5E03EA46-3E42-4ACF-AB14-7048C7FA7B7C}"/>
                </a:ext>
              </a:extLst>
            </p:cNvPr>
            <p:cNvSpPr>
              <a:spLocks noChangeArrowheads="1"/>
            </p:cNvSpPr>
            <p:nvPr/>
          </p:nvSpPr>
          <p:spPr bwMode="auto">
            <a:xfrm>
              <a:off x="2734"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26" name="Group 34">
            <a:extLst>
              <a:ext uri="{FF2B5EF4-FFF2-40B4-BE49-F238E27FC236}">
                <a16:creationId xmlns:a16="http://schemas.microsoft.com/office/drawing/2014/main" id="{1B4BAC47-FBFB-4F87-A4F7-9C2CDF89AD6C}"/>
              </a:ext>
            </a:extLst>
          </p:cNvPr>
          <p:cNvGrpSpPr>
            <a:grpSpLocks/>
          </p:cNvGrpSpPr>
          <p:nvPr/>
        </p:nvGrpSpPr>
        <p:grpSpPr bwMode="auto">
          <a:xfrm>
            <a:off x="5741194" y="1870473"/>
            <a:ext cx="383381" cy="402431"/>
            <a:chOff x="3002" y="0"/>
            <a:chExt cx="268" cy="480"/>
          </a:xfrm>
        </p:grpSpPr>
        <p:sp>
          <p:nvSpPr>
            <p:cNvPr id="13536" name="Rectangle 35">
              <a:extLst>
                <a:ext uri="{FF2B5EF4-FFF2-40B4-BE49-F238E27FC236}">
                  <a16:creationId xmlns:a16="http://schemas.microsoft.com/office/drawing/2014/main" id="{03E8E37B-3501-4D13-AB28-5B05DDB748C3}"/>
                </a:ext>
              </a:extLst>
            </p:cNvPr>
            <p:cNvSpPr>
              <a:spLocks noChangeArrowheads="1"/>
            </p:cNvSpPr>
            <p:nvPr/>
          </p:nvSpPr>
          <p:spPr bwMode="auto">
            <a:xfrm>
              <a:off x="3045"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8</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37" name="Rectangle 36">
              <a:extLst>
                <a:ext uri="{FF2B5EF4-FFF2-40B4-BE49-F238E27FC236}">
                  <a16:creationId xmlns:a16="http://schemas.microsoft.com/office/drawing/2014/main" id="{36BEA428-9D7E-4E6D-8D71-D54CC6EEDD9A}"/>
                </a:ext>
              </a:extLst>
            </p:cNvPr>
            <p:cNvSpPr>
              <a:spLocks noChangeArrowheads="1"/>
            </p:cNvSpPr>
            <p:nvPr/>
          </p:nvSpPr>
          <p:spPr bwMode="auto">
            <a:xfrm>
              <a:off x="3002"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27" name="Group 37">
            <a:extLst>
              <a:ext uri="{FF2B5EF4-FFF2-40B4-BE49-F238E27FC236}">
                <a16:creationId xmlns:a16="http://schemas.microsoft.com/office/drawing/2014/main" id="{D1F80330-D566-4710-8F1E-41DB4E6D8550}"/>
              </a:ext>
            </a:extLst>
          </p:cNvPr>
          <p:cNvGrpSpPr>
            <a:grpSpLocks/>
          </p:cNvGrpSpPr>
          <p:nvPr/>
        </p:nvGrpSpPr>
        <p:grpSpPr bwMode="auto">
          <a:xfrm>
            <a:off x="6124576" y="1870473"/>
            <a:ext cx="384572" cy="402431"/>
            <a:chOff x="3270" y="0"/>
            <a:chExt cx="268" cy="480"/>
          </a:xfrm>
        </p:grpSpPr>
        <p:sp>
          <p:nvSpPr>
            <p:cNvPr id="13534" name="Rectangle 38">
              <a:extLst>
                <a:ext uri="{FF2B5EF4-FFF2-40B4-BE49-F238E27FC236}">
                  <a16:creationId xmlns:a16="http://schemas.microsoft.com/office/drawing/2014/main" id="{39FDF278-E54E-433B-9673-13A9EA412564}"/>
                </a:ext>
              </a:extLst>
            </p:cNvPr>
            <p:cNvSpPr>
              <a:spLocks noChangeArrowheads="1"/>
            </p:cNvSpPr>
            <p:nvPr/>
          </p:nvSpPr>
          <p:spPr bwMode="auto">
            <a:xfrm>
              <a:off x="3313"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35" name="Rectangle 39">
              <a:extLst>
                <a:ext uri="{FF2B5EF4-FFF2-40B4-BE49-F238E27FC236}">
                  <a16:creationId xmlns:a16="http://schemas.microsoft.com/office/drawing/2014/main" id="{6136A4B4-6FEB-476F-8254-8A8279B5339B}"/>
                </a:ext>
              </a:extLst>
            </p:cNvPr>
            <p:cNvSpPr>
              <a:spLocks noChangeArrowheads="1"/>
            </p:cNvSpPr>
            <p:nvPr/>
          </p:nvSpPr>
          <p:spPr bwMode="auto">
            <a:xfrm>
              <a:off x="3270"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28" name="Group 40">
            <a:extLst>
              <a:ext uri="{FF2B5EF4-FFF2-40B4-BE49-F238E27FC236}">
                <a16:creationId xmlns:a16="http://schemas.microsoft.com/office/drawing/2014/main" id="{0BA2CEC3-DA50-4BBF-B441-7742C1289432}"/>
              </a:ext>
            </a:extLst>
          </p:cNvPr>
          <p:cNvGrpSpPr>
            <a:grpSpLocks/>
          </p:cNvGrpSpPr>
          <p:nvPr/>
        </p:nvGrpSpPr>
        <p:grpSpPr bwMode="auto">
          <a:xfrm>
            <a:off x="6509148" y="1870473"/>
            <a:ext cx="383381" cy="402431"/>
            <a:chOff x="3538" y="0"/>
            <a:chExt cx="268" cy="480"/>
          </a:xfrm>
        </p:grpSpPr>
        <p:sp>
          <p:nvSpPr>
            <p:cNvPr id="13532" name="Rectangle 41">
              <a:extLst>
                <a:ext uri="{FF2B5EF4-FFF2-40B4-BE49-F238E27FC236}">
                  <a16:creationId xmlns:a16="http://schemas.microsoft.com/office/drawing/2014/main" id="{545C73E0-111D-4677-B711-6A4F9204CEB5}"/>
                </a:ext>
              </a:extLst>
            </p:cNvPr>
            <p:cNvSpPr>
              <a:spLocks noChangeArrowheads="1"/>
            </p:cNvSpPr>
            <p:nvPr/>
          </p:nvSpPr>
          <p:spPr bwMode="auto">
            <a:xfrm>
              <a:off x="3581"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33" name="Rectangle 42">
              <a:extLst>
                <a:ext uri="{FF2B5EF4-FFF2-40B4-BE49-F238E27FC236}">
                  <a16:creationId xmlns:a16="http://schemas.microsoft.com/office/drawing/2014/main" id="{574D633E-A31B-4C5A-9D4D-1803E8F7B023}"/>
                </a:ext>
              </a:extLst>
            </p:cNvPr>
            <p:cNvSpPr>
              <a:spLocks noChangeArrowheads="1"/>
            </p:cNvSpPr>
            <p:nvPr/>
          </p:nvSpPr>
          <p:spPr bwMode="auto">
            <a:xfrm>
              <a:off x="3538"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29" name="Group 43">
            <a:extLst>
              <a:ext uri="{FF2B5EF4-FFF2-40B4-BE49-F238E27FC236}">
                <a16:creationId xmlns:a16="http://schemas.microsoft.com/office/drawing/2014/main" id="{45DBD4EE-3F8B-463C-B0C8-963E734FA192}"/>
              </a:ext>
            </a:extLst>
          </p:cNvPr>
          <p:cNvGrpSpPr>
            <a:grpSpLocks/>
          </p:cNvGrpSpPr>
          <p:nvPr/>
        </p:nvGrpSpPr>
        <p:grpSpPr bwMode="auto">
          <a:xfrm>
            <a:off x="1441848" y="2272904"/>
            <a:ext cx="845344" cy="321469"/>
            <a:chOff x="0" y="480"/>
            <a:chExt cx="590" cy="384"/>
          </a:xfrm>
        </p:grpSpPr>
        <p:sp>
          <p:nvSpPr>
            <p:cNvPr id="13530" name="Rectangle 44">
              <a:extLst>
                <a:ext uri="{FF2B5EF4-FFF2-40B4-BE49-F238E27FC236}">
                  <a16:creationId xmlns:a16="http://schemas.microsoft.com/office/drawing/2014/main" id="{A5B75477-8E32-44C2-9139-CCECA7A04AF9}"/>
                </a:ext>
              </a:extLst>
            </p:cNvPr>
            <p:cNvSpPr>
              <a:spLocks noChangeArrowheads="1"/>
            </p:cNvSpPr>
            <p:nvPr/>
          </p:nvSpPr>
          <p:spPr bwMode="auto">
            <a:xfrm>
              <a:off x="43" y="480"/>
              <a:ext cx="50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 </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3531" name="Rectangle 45">
              <a:extLst>
                <a:ext uri="{FF2B5EF4-FFF2-40B4-BE49-F238E27FC236}">
                  <a16:creationId xmlns:a16="http://schemas.microsoft.com/office/drawing/2014/main" id="{1AE9AB6F-897A-44A0-ADE2-6FF587B84831}"/>
                </a:ext>
              </a:extLst>
            </p:cNvPr>
            <p:cNvSpPr>
              <a:spLocks noChangeArrowheads="1"/>
            </p:cNvSpPr>
            <p:nvPr/>
          </p:nvSpPr>
          <p:spPr bwMode="auto">
            <a:xfrm>
              <a:off x="0" y="480"/>
              <a:ext cx="59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30" name="Group 46">
            <a:extLst>
              <a:ext uri="{FF2B5EF4-FFF2-40B4-BE49-F238E27FC236}">
                <a16:creationId xmlns:a16="http://schemas.microsoft.com/office/drawing/2014/main" id="{653C8E5A-4911-4302-8C37-DD8C6FDD4D66}"/>
              </a:ext>
            </a:extLst>
          </p:cNvPr>
          <p:cNvGrpSpPr>
            <a:grpSpLocks/>
          </p:cNvGrpSpPr>
          <p:nvPr/>
        </p:nvGrpSpPr>
        <p:grpSpPr bwMode="auto">
          <a:xfrm>
            <a:off x="2287192" y="2272904"/>
            <a:ext cx="383381" cy="321469"/>
            <a:chOff x="590" y="480"/>
            <a:chExt cx="268" cy="384"/>
          </a:xfrm>
        </p:grpSpPr>
        <p:sp>
          <p:nvSpPr>
            <p:cNvPr id="13528" name="Rectangle 47">
              <a:extLst>
                <a:ext uri="{FF2B5EF4-FFF2-40B4-BE49-F238E27FC236}">
                  <a16:creationId xmlns:a16="http://schemas.microsoft.com/office/drawing/2014/main" id="{B117E605-C98E-414E-88CF-47CDEBCDD0CB}"/>
                </a:ext>
              </a:extLst>
            </p:cNvPr>
            <p:cNvSpPr>
              <a:spLocks noChangeArrowheads="1"/>
            </p:cNvSpPr>
            <p:nvPr/>
          </p:nvSpPr>
          <p:spPr bwMode="auto">
            <a:xfrm>
              <a:off x="633"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29" name="Rectangle 48">
              <a:extLst>
                <a:ext uri="{FF2B5EF4-FFF2-40B4-BE49-F238E27FC236}">
                  <a16:creationId xmlns:a16="http://schemas.microsoft.com/office/drawing/2014/main" id="{FBAD3E60-E27B-43F6-BDCA-DE4EF0730414}"/>
                </a:ext>
              </a:extLst>
            </p:cNvPr>
            <p:cNvSpPr>
              <a:spLocks noChangeArrowheads="1"/>
            </p:cNvSpPr>
            <p:nvPr/>
          </p:nvSpPr>
          <p:spPr bwMode="auto">
            <a:xfrm>
              <a:off x="590" y="480"/>
              <a:ext cx="2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31" name="Group 49">
            <a:extLst>
              <a:ext uri="{FF2B5EF4-FFF2-40B4-BE49-F238E27FC236}">
                <a16:creationId xmlns:a16="http://schemas.microsoft.com/office/drawing/2014/main" id="{9711E080-E243-4083-B130-4DA519308FF4}"/>
              </a:ext>
            </a:extLst>
          </p:cNvPr>
          <p:cNvGrpSpPr>
            <a:grpSpLocks/>
          </p:cNvGrpSpPr>
          <p:nvPr/>
        </p:nvGrpSpPr>
        <p:grpSpPr bwMode="auto">
          <a:xfrm>
            <a:off x="1441848" y="2594373"/>
            <a:ext cx="845344" cy="321469"/>
            <a:chOff x="0" y="864"/>
            <a:chExt cx="590" cy="384"/>
          </a:xfrm>
        </p:grpSpPr>
        <p:sp>
          <p:nvSpPr>
            <p:cNvPr id="13526" name="Rectangle 50">
              <a:extLst>
                <a:ext uri="{FF2B5EF4-FFF2-40B4-BE49-F238E27FC236}">
                  <a16:creationId xmlns:a16="http://schemas.microsoft.com/office/drawing/2014/main" id="{A91FBA56-AE2C-489E-913C-A42610AEE308}"/>
                </a:ext>
              </a:extLst>
            </p:cNvPr>
            <p:cNvSpPr>
              <a:spLocks noChangeArrowheads="1"/>
            </p:cNvSpPr>
            <p:nvPr/>
          </p:nvSpPr>
          <p:spPr bwMode="auto">
            <a:xfrm>
              <a:off x="43" y="864"/>
              <a:ext cx="50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1</a:t>
              </a:r>
              <a:r>
                <a:rPr kumimoji="1" lang="en-US" altLang="zh-CN" sz="1200" b="1">
                  <a:solidFill>
                    <a:srgbClr val="007A77"/>
                  </a:solidFill>
                  <a:latin typeface="Times New Roman" panose="02020603050405020304" pitchFamily="18" charset="0"/>
                </a:rPr>
                <a:t>=2 v</a:t>
              </a:r>
              <a:r>
                <a:rPr kumimoji="1" lang="en-US" altLang="zh-CN" sz="1200" b="1" baseline="-30000">
                  <a:solidFill>
                    <a:srgbClr val="007A77"/>
                  </a:solidFill>
                  <a:latin typeface="Times New Roman" panose="02020603050405020304" pitchFamily="18" charset="0"/>
                </a:rPr>
                <a:t>1</a:t>
              </a:r>
              <a:r>
                <a:rPr kumimoji="1" lang="en-US" altLang="zh-CN" sz="12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3527" name="Rectangle 51">
              <a:extLst>
                <a:ext uri="{FF2B5EF4-FFF2-40B4-BE49-F238E27FC236}">
                  <a16:creationId xmlns:a16="http://schemas.microsoft.com/office/drawing/2014/main" id="{67E00B81-794E-4CBD-BFDF-A2D2A6A311C1}"/>
                </a:ext>
              </a:extLst>
            </p:cNvPr>
            <p:cNvSpPr>
              <a:spLocks noChangeArrowheads="1"/>
            </p:cNvSpPr>
            <p:nvPr/>
          </p:nvSpPr>
          <p:spPr bwMode="auto">
            <a:xfrm>
              <a:off x="0" y="864"/>
              <a:ext cx="59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32" name="Group 52">
            <a:extLst>
              <a:ext uri="{FF2B5EF4-FFF2-40B4-BE49-F238E27FC236}">
                <a16:creationId xmlns:a16="http://schemas.microsoft.com/office/drawing/2014/main" id="{B1DF84B0-8566-4F23-B4B2-1B09A702E85E}"/>
              </a:ext>
            </a:extLst>
          </p:cNvPr>
          <p:cNvGrpSpPr>
            <a:grpSpLocks/>
          </p:cNvGrpSpPr>
          <p:nvPr/>
        </p:nvGrpSpPr>
        <p:grpSpPr bwMode="auto">
          <a:xfrm>
            <a:off x="2287192" y="2594373"/>
            <a:ext cx="383381" cy="321469"/>
            <a:chOff x="590" y="864"/>
            <a:chExt cx="268" cy="384"/>
          </a:xfrm>
        </p:grpSpPr>
        <p:sp>
          <p:nvSpPr>
            <p:cNvPr id="13524" name="Rectangle 53">
              <a:extLst>
                <a:ext uri="{FF2B5EF4-FFF2-40B4-BE49-F238E27FC236}">
                  <a16:creationId xmlns:a16="http://schemas.microsoft.com/office/drawing/2014/main" id="{47B087D4-5B24-47FD-9B5E-6B562ED79B1D}"/>
                </a:ext>
              </a:extLst>
            </p:cNvPr>
            <p:cNvSpPr>
              <a:spLocks noChangeArrowheads="1"/>
            </p:cNvSpPr>
            <p:nvPr/>
          </p:nvSpPr>
          <p:spPr bwMode="auto">
            <a:xfrm>
              <a:off x="633"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25" name="Rectangle 54">
              <a:extLst>
                <a:ext uri="{FF2B5EF4-FFF2-40B4-BE49-F238E27FC236}">
                  <a16:creationId xmlns:a16="http://schemas.microsoft.com/office/drawing/2014/main" id="{40B37C5F-9A9B-437B-9CB5-8D39DE592394}"/>
                </a:ext>
              </a:extLst>
            </p:cNvPr>
            <p:cNvSpPr>
              <a:spLocks noChangeArrowheads="1"/>
            </p:cNvSpPr>
            <p:nvPr/>
          </p:nvSpPr>
          <p:spPr bwMode="auto">
            <a:xfrm>
              <a:off x="590" y="864"/>
              <a:ext cx="2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33" name="Group 55">
            <a:extLst>
              <a:ext uri="{FF2B5EF4-FFF2-40B4-BE49-F238E27FC236}">
                <a16:creationId xmlns:a16="http://schemas.microsoft.com/office/drawing/2014/main" id="{75DD4E3C-2575-4777-8693-FD8987451B25}"/>
              </a:ext>
            </a:extLst>
          </p:cNvPr>
          <p:cNvGrpSpPr>
            <a:grpSpLocks/>
          </p:cNvGrpSpPr>
          <p:nvPr/>
        </p:nvGrpSpPr>
        <p:grpSpPr bwMode="auto">
          <a:xfrm>
            <a:off x="1441848" y="2915841"/>
            <a:ext cx="845344" cy="321469"/>
            <a:chOff x="0" y="1248"/>
            <a:chExt cx="590" cy="384"/>
          </a:xfrm>
        </p:grpSpPr>
        <p:sp>
          <p:nvSpPr>
            <p:cNvPr id="13522" name="Rectangle 56">
              <a:extLst>
                <a:ext uri="{FF2B5EF4-FFF2-40B4-BE49-F238E27FC236}">
                  <a16:creationId xmlns:a16="http://schemas.microsoft.com/office/drawing/2014/main" id="{77191DA5-D0D7-4E37-ACD7-9A84EF7C2D00}"/>
                </a:ext>
              </a:extLst>
            </p:cNvPr>
            <p:cNvSpPr>
              <a:spLocks noChangeArrowheads="1"/>
            </p:cNvSpPr>
            <p:nvPr/>
          </p:nvSpPr>
          <p:spPr bwMode="auto">
            <a:xfrm>
              <a:off x="43" y="1248"/>
              <a:ext cx="50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2</a:t>
              </a:r>
              <a:r>
                <a:rPr kumimoji="1" lang="en-US" altLang="zh-CN" sz="1200" b="1">
                  <a:solidFill>
                    <a:srgbClr val="007A77"/>
                  </a:solidFill>
                  <a:latin typeface="Times New Roman" panose="02020603050405020304" pitchFamily="18" charset="0"/>
                </a:rPr>
                <a:t>=2 v</a:t>
              </a:r>
              <a:r>
                <a:rPr kumimoji="1" lang="en-US" altLang="zh-CN" sz="1200" b="1" baseline="-30000">
                  <a:solidFill>
                    <a:srgbClr val="007A77"/>
                  </a:solidFill>
                  <a:latin typeface="Times New Roman" panose="02020603050405020304" pitchFamily="18" charset="0"/>
                </a:rPr>
                <a:t>2</a:t>
              </a:r>
              <a:r>
                <a:rPr kumimoji="1" lang="en-US" altLang="zh-CN" sz="1200" b="1">
                  <a:solidFill>
                    <a:srgbClr val="007A77"/>
                  </a:solidFill>
                  <a:latin typeface="Times New Roman" panose="02020603050405020304" pitchFamily="18" charset="0"/>
                </a:rPr>
                <a:t>=3</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3523" name="Rectangle 57">
              <a:extLst>
                <a:ext uri="{FF2B5EF4-FFF2-40B4-BE49-F238E27FC236}">
                  <a16:creationId xmlns:a16="http://schemas.microsoft.com/office/drawing/2014/main" id="{AC946F24-4009-4378-83E6-99446D55D9A0}"/>
                </a:ext>
              </a:extLst>
            </p:cNvPr>
            <p:cNvSpPr>
              <a:spLocks noChangeArrowheads="1"/>
            </p:cNvSpPr>
            <p:nvPr/>
          </p:nvSpPr>
          <p:spPr bwMode="auto">
            <a:xfrm>
              <a:off x="0" y="1248"/>
              <a:ext cx="59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34" name="Group 58">
            <a:extLst>
              <a:ext uri="{FF2B5EF4-FFF2-40B4-BE49-F238E27FC236}">
                <a16:creationId xmlns:a16="http://schemas.microsoft.com/office/drawing/2014/main" id="{6D654CC9-4F28-454B-AE3F-B9C92512DA6D}"/>
              </a:ext>
            </a:extLst>
          </p:cNvPr>
          <p:cNvGrpSpPr>
            <a:grpSpLocks/>
          </p:cNvGrpSpPr>
          <p:nvPr/>
        </p:nvGrpSpPr>
        <p:grpSpPr bwMode="auto">
          <a:xfrm>
            <a:off x="2287192" y="2915841"/>
            <a:ext cx="383381" cy="321469"/>
            <a:chOff x="590" y="1248"/>
            <a:chExt cx="268" cy="384"/>
          </a:xfrm>
        </p:grpSpPr>
        <p:sp>
          <p:nvSpPr>
            <p:cNvPr id="13520" name="Rectangle 59">
              <a:extLst>
                <a:ext uri="{FF2B5EF4-FFF2-40B4-BE49-F238E27FC236}">
                  <a16:creationId xmlns:a16="http://schemas.microsoft.com/office/drawing/2014/main" id="{E4A391DB-ED07-4D2D-B23A-C7A863F3D741}"/>
                </a:ext>
              </a:extLst>
            </p:cNvPr>
            <p:cNvSpPr>
              <a:spLocks noChangeArrowheads="1"/>
            </p:cNvSpPr>
            <p:nvPr/>
          </p:nvSpPr>
          <p:spPr bwMode="auto">
            <a:xfrm>
              <a:off x="633"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2</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21" name="Rectangle 60">
              <a:extLst>
                <a:ext uri="{FF2B5EF4-FFF2-40B4-BE49-F238E27FC236}">
                  <a16:creationId xmlns:a16="http://schemas.microsoft.com/office/drawing/2014/main" id="{4992C0A3-FF8E-4DB0-948B-47581AC59124}"/>
                </a:ext>
              </a:extLst>
            </p:cNvPr>
            <p:cNvSpPr>
              <a:spLocks noChangeArrowheads="1"/>
            </p:cNvSpPr>
            <p:nvPr/>
          </p:nvSpPr>
          <p:spPr bwMode="auto">
            <a:xfrm>
              <a:off x="590" y="1248"/>
              <a:ext cx="2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35" name="Group 61">
            <a:extLst>
              <a:ext uri="{FF2B5EF4-FFF2-40B4-BE49-F238E27FC236}">
                <a16:creationId xmlns:a16="http://schemas.microsoft.com/office/drawing/2014/main" id="{8136FB05-017C-4221-8757-8E937822F4B6}"/>
              </a:ext>
            </a:extLst>
          </p:cNvPr>
          <p:cNvGrpSpPr>
            <a:grpSpLocks/>
          </p:cNvGrpSpPr>
          <p:nvPr/>
        </p:nvGrpSpPr>
        <p:grpSpPr bwMode="auto">
          <a:xfrm>
            <a:off x="1441848" y="3237310"/>
            <a:ext cx="845344" cy="401240"/>
            <a:chOff x="0" y="1632"/>
            <a:chExt cx="590" cy="480"/>
          </a:xfrm>
        </p:grpSpPr>
        <p:sp>
          <p:nvSpPr>
            <p:cNvPr id="13518" name="Rectangle 62">
              <a:extLst>
                <a:ext uri="{FF2B5EF4-FFF2-40B4-BE49-F238E27FC236}">
                  <a16:creationId xmlns:a16="http://schemas.microsoft.com/office/drawing/2014/main" id="{506C304F-877E-42B5-9460-7C40D7E59770}"/>
                </a:ext>
              </a:extLst>
            </p:cNvPr>
            <p:cNvSpPr>
              <a:spLocks noChangeArrowheads="1"/>
            </p:cNvSpPr>
            <p:nvPr/>
          </p:nvSpPr>
          <p:spPr bwMode="auto">
            <a:xfrm>
              <a:off x="43" y="1632"/>
              <a:ext cx="5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3</a:t>
              </a:r>
              <a:r>
                <a:rPr kumimoji="1" lang="en-US" altLang="zh-CN" sz="1200" b="1">
                  <a:solidFill>
                    <a:srgbClr val="007A77"/>
                  </a:solidFill>
                  <a:latin typeface="Times New Roman" panose="02020603050405020304" pitchFamily="18" charset="0"/>
                </a:rPr>
                <a:t>=6 v</a:t>
              </a:r>
              <a:r>
                <a:rPr kumimoji="1" lang="en-US" altLang="zh-CN" sz="1200" b="1" baseline="-30000">
                  <a:solidFill>
                    <a:srgbClr val="007A77"/>
                  </a:solidFill>
                  <a:latin typeface="Times New Roman" panose="02020603050405020304" pitchFamily="18" charset="0"/>
                </a:rPr>
                <a:t>3</a:t>
              </a:r>
              <a:r>
                <a:rPr kumimoji="1" lang="en-US" altLang="zh-CN" sz="1200" b="1">
                  <a:solidFill>
                    <a:srgbClr val="007A77"/>
                  </a:solidFill>
                  <a:latin typeface="Times New Roman" panose="02020603050405020304" pitchFamily="18" charset="0"/>
                </a:rPr>
                <a:t>=5</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3519" name="Rectangle 63">
              <a:extLst>
                <a:ext uri="{FF2B5EF4-FFF2-40B4-BE49-F238E27FC236}">
                  <a16:creationId xmlns:a16="http://schemas.microsoft.com/office/drawing/2014/main" id="{7535D6F9-62C4-4C4B-9B4D-7D3680CF41B1}"/>
                </a:ext>
              </a:extLst>
            </p:cNvPr>
            <p:cNvSpPr>
              <a:spLocks noChangeArrowheads="1"/>
            </p:cNvSpPr>
            <p:nvPr/>
          </p:nvSpPr>
          <p:spPr bwMode="auto">
            <a:xfrm>
              <a:off x="0" y="1632"/>
              <a:ext cx="5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36" name="Group 64">
            <a:extLst>
              <a:ext uri="{FF2B5EF4-FFF2-40B4-BE49-F238E27FC236}">
                <a16:creationId xmlns:a16="http://schemas.microsoft.com/office/drawing/2014/main" id="{46201DD7-2251-491F-9792-540C06D1E7F8}"/>
              </a:ext>
            </a:extLst>
          </p:cNvPr>
          <p:cNvGrpSpPr>
            <a:grpSpLocks/>
          </p:cNvGrpSpPr>
          <p:nvPr/>
        </p:nvGrpSpPr>
        <p:grpSpPr bwMode="auto">
          <a:xfrm>
            <a:off x="2287192" y="3237310"/>
            <a:ext cx="383381" cy="401240"/>
            <a:chOff x="590" y="1632"/>
            <a:chExt cx="268" cy="480"/>
          </a:xfrm>
        </p:grpSpPr>
        <p:sp>
          <p:nvSpPr>
            <p:cNvPr id="13516" name="Rectangle 65">
              <a:extLst>
                <a:ext uri="{FF2B5EF4-FFF2-40B4-BE49-F238E27FC236}">
                  <a16:creationId xmlns:a16="http://schemas.microsoft.com/office/drawing/2014/main" id="{BBB38716-C053-4FEF-A42A-A5137632D1F3}"/>
                </a:ext>
              </a:extLst>
            </p:cNvPr>
            <p:cNvSpPr>
              <a:spLocks noChangeArrowheads="1"/>
            </p:cNvSpPr>
            <p:nvPr/>
          </p:nvSpPr>
          <p:spPr bwMode="auto">
            <a:xfrm>
              <a:off x="633"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3</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17" name="Rectangle 66">
              <a:extLst>
                <a:ext uri="{FF2B5EF4-FFF2-40B4-BE49-F238E27FC236}">
                  <a16:creationId xmlns:a16="http://schemas.microsoft.com/office/drawing/2014/main" id="{AA1407BC-A651-4C12-A1FF-EAED47FB7709}"/>
                </a:ext>
              </a:extLst>
            </p:cNvPr>
            <p:cNvSpPr>
              <a:spLocks noChangeArrowheads="1"/>
            </p:cNvSpPr>
            <p:nvPr/>
          </p:nvSpPr>
          <p:spPr bwMode="auto">
            <a:xfrm>
              <a:off x="590" y="1632"/>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37" name="Group 67">
            <a:extLst>
              <a:ext uri="{FF2B5EF4-FFF2-40B4-BE49-F238E27FC236}">
                <a16:creationId xmlns:a16="http://schemas.microsoft.com/office/drawing/2014/main" id="{AB035037-3184-49FA-9E6D-EE29B1190391}"/>
              </a:ext>
            </a:extLst>
          </p:cNvPr>
          <p:cNvGrpSpPr>
            <a:grpSpLocks/>
          </p:cNvGrpSpPr>
          <p:nvPr/>
        </p:nvGrpSpPr>
        <p:grpSpPr bwMode="auto">
          <a:xfrm>
            <a:off x="1441848" y="3638551"/>
            <a:ext cx="845344" cy="402431"/>
            <a:chOff x="0" y="2112"/>
            <a:chExt cx="590" cy="480"/>
          </a:xfrm>
        </p:grpSpPr>
        <p:sp>
          <p:nvSpPr>
            <p:cNvPr id="13514" name="Rectangle 68">
              <a:extLst>
                <a:ext uri="{FF2B5EF4-FFF2-40B4-BE49-F238E27FC236}">
                  <a16:creationId xmlns:a16="http://schemas.microsoft.com/office/drawing/2014/main" id="{7519AF39-5DEE-4B83-9D43-326224487E30}"/>
                </a:ext>
              </a:extLst>
            </p:cNvPr>
            <p:cNvSpPr>
              <a:spLocks noChangeArrowheads="1"/>
            </p:cNvSpPr>
            <p:nvPr/>
          </p:nvSpPr>
          <p:spPr bwMode="auto">
            <a:xfrm>
              <a:off x="43" y="2112"/>
              <a:ext cx="5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4</a:t>
              </a:r>
              <a:r>
                <a:rPr kumimoji="1" lang="en-US" altLang="zh-CN" sz="1200" b="1">
                  <a:solidFill>
                    <a:srgbClr val="007A77"/>
                  </a:solidFill>
                  <a:latin typeface="Times New Roman" panose="02020603050405020304" pitchFamily="18" charset="0"/>
                </a:rPr>
                <a:t>=5 v</a:t>
              </a:r>
              <a:r>
                <a:rPr kumimoji="1" lang="en-US" altLang="zh-CN" sz="1200" b="1" baseline="-30000">
                  <a:solidFill>
                    <a:srgbClr val="007A77"/>
                  </a:solidFill>
                  <a:latin typeface="Times New Roman" panose="02020603050405020304" pitchFamily="18" charset="0"/>
                </a:rPr>
                <a:t>4</a:t>
              </a:r>
              <a:r>
                <a:rPr kumimoji="1" lang="en-US" altLang="zh-CN" sz="1200" b="1">
                  <a:solidFill>
                    <a:srgbClr val="007A77"/>
                  </a:solidFill>
                  <a:latin typeface="Times New Roman" panose="02020603050405020304" pitchFamily="18" charset="0"/>
                </a:rPr>
                <a:t>=4</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3515" name="Rectangle 69">
              <a:extLst>
                <a:ext uri="{FF2B5EF4-FFF2-40B4-BE49-F238E27FC236}">
                  <a16:creationId xmlns:a16="http://schemas.microsoft.com/office/drawing/2014/main" id="{80AC815C-3853-49DF-8AE7-E956C52D33EF}"/>
                </a:ext>
              </a:extLst>
            </p:cNvPr>
            <p:cNvSpPr>
              <a:spLocks noChangeArrowheads="1"/>
            </p:cNvSpPr>
            <p:nvPr/>
          </p:nvSpPr>
          <p:spPr bwMode="auto">
            <a:xfrm>
              <a:off x="0" y="2112"/>
              <a:ext cx="5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38" name="Group 70">
            <a:extLst>
              <a:ext uri="{FF2B5EF4-FFF2-40B4-BE49-F238E27FC236}">
                <a16:creationId xmlns:a16="http://schemas.microsoft.com/office/drawing/2014/main" id="{1EB2BA26-0C62-4E90-B6B8-D44370E90A78}"/>
              </a:ext>
            </a:extLst>
          </p:cNvPr>
          <p:cNvGrpSpPr>
            <a:grpSpLocks/>
          </p:cNvGrpSpPr>
          <p:nvPr/>
        </p:nvGrpSpPr>
        <p:grpSpPr bwMode="auto">
          <a:xfrm>
            <a:off x="2287192" y="3638551"/>
            <a:ext cx="383381" cy="402431"/>
            <a:chOff x="590" y="2112"/>
            <a:chExt cx="268" cy="480"/>
          </a:xfrm>
        </p:grpSpPr>
        <p:sp>
          <p:nvSpPr>
            <p:cNvPr id="13512" name="Rectangle 71">
              <a:extLst>
                <a:ext uri="{FF2B5EF4-FFF2-40B4-BE49-F238E27FC236}">
                  <a16:creationId xmlns:a16="http://schemas.microsoft.com/office/drawing/2014/main" id="{174BAD67-EB15-4863-964A-6A0BCEFD9E43}"/>
                </a:ext>
              </a:extLst>
            </p:cNvPr>
            <p:cNvSpPr>
              <a:spLocks noChangeArrowheads="1"/>
            </p:cNvSpPr>
            <p:nvPr/>
          </p:nvSpPr>
          <p:spPr bwMode="auto">
            <a:xfrm>
              <a:off x="633"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4</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13" name="Rectangle 72">
              <a:extLst>
                <a:ext uri="{FF2B5EF4-FFF2-40B4-BE49-F238E27FC236}">
                  <a16:creationId xmlns:a16="http://schemas.microsoft.com/office/drawing/2014/main" id="{531D9A6F-1496-4389-9633-9BF6C21045AD}"/>
                </a:ext>
              </a:extLst>
            </p:cNvPr>
            <p:cNvSpPr>
              <a:spLocks noChangeArrowheads="1"/>
            </p:cNvSpPr>
            <p:nvPr/>
          </p:nvSpPr>
          <p:spPr bwMode="auto">
            <a:xfrm>
              <a:off x="590" y="2112"/>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39" name="Group 73">
            <a:extLst>
              <a:ext uri="{FF2B5EF4-FFF2-40B4-BE49-F238E27FC236}">
                <a16:creationId xmlns:a16="http://schemas.microsoft.com/office/drawing/2014/main" id="{BEB804B4-E135-46DC-986B-87395374E960}"/>
              </a:ext>
            </a:extLst>
          </p:cNvPr>
          <p:cNvGrpSpPr>
            <a:grpSpLocks/>
          </p:cNvGrpSpPr>
          <p:nvPr/>
        </p:nvGrpSpPr>
        <p:grpSpPr bwMode="auto">
          <a:xfrm>
            <a:off x="1441848" y="4040981"/>
            <a:ext cx="845344" cy="401241"/>
            <a:chOff x="0" y="2592"/>
            <a:chExt cx="590" cy="480"/>
          </a:xfrm>
        </p:grpSpPr>
        <p:sp>
          <p:nvSpPr>
            <p:cNvPr id="13510" name="Rectangle 74">
              <a:extLst>
                <a:ext uri="{FF2B5EF4-FFF2-40B4-BE49-F238E27FC236}">
                  <a16:creationId xmlns:a16="http://schemas.microsoft.com/office/drawing/2014/main" id="{6A8141A8-050E-4A93-98F8-338130E62CB8}"/>
                </a:ext>
              </a:extLst>
            </p:cNvPr>
            <p:cNvSpPr>
              <a:spLocks noChangeArrowheads="1"/>
            </p:cNvSpPr>
            <p:nvPr/>
          </p:nvSpPr>
          <p:spPr bwMode="auto">
            <a:xfrm>
              <a:off x="43" y="2592"/>
              <a:ext cx="5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5</a:t>
              </a:r>
              <a:r>
                <a:rPr kumimoji="1" lang="en-US" altLang="zh-CN" sz="1200" b="1">
                  <a:solidFill>
                    <a:srgbClr val="007A77"/>
                  </a:solidFill>
                  <a:latin typeface="Times New Roman" panose="02020603050405020304" pitchFamily="18" charset="0"/>
                </a:rPr>
                <a:t>=4 v</a:t>
              </a:r>
              <a:r>
                <a:rPr kumimoji="1" lang="en-US" altLang="zh-CN" sz="1200" b="1" baseline="-30000">
                  <a:solidFill>
                    <a:srgbClr val="007A77"/>
                  </a:solidFill>
                  <a:latin typeface="Times New Roman" panose="02020603050405020304" pitchFamily="18" charset="0"/>
                </a:rPr>
                <a:t>5</a:t>
              </a:r>
              <a:r>
                <a:rPr kumimoji="1" lang="en-US" altLang="zh-CN" sz="12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3511" name="Rectangle 75">
              <a:extLst>
                <a:ext uri="{FF2B5EF4-FFF2-40B4-BE49-F238E27FC236}">
                  <a16:creationId xmlns:a16="http://schemas.microsoft.com/office/drawing/2014/main" id="{29A7338E-8DB3-4D86-A1FF-63948B6F1946}"/>
                </a:ext>
              </a:extLst>
            </p:cNvPr>
            <p:cNvSpPr>
              <a:spLocks noChangeArrowheads="1"/>
            </p:cNvSpPr>
            <p:nvPr/>
          </p:nvSpPr>
          <p:spPr bwMode="auto">
            <a:xfrm>
              <a:off x="0" y="2592"/>
              <a:ext cx="5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40" name="Group 76">
            <a:extLst>
              <a:ext uri="{FF2B5EF4-FFF2-40B4-BE49-F238E27FC236}">
                <a16:creationId xmlns:a16="http://schemas.microsoft.com/office/drawing/2014/main" id="{2F7451D9-4559-4A19-A134-8438247B4707}"/>
              </a:ext>
            </a:extLst>
          </p:cNvPr>
          <p:cNvGrpSpPr>
            <a:grpSpLocks/>
          </p:cNvGrpSpPr>
          <p:nvPr/>
        </p:nvGrpSpPr>
        <p:grpSpPr bwMode="auto">
          <a:xfrm>
            <a:off x="2287192" y="4040981"/>
            <a:ext cx="383381" cy="401241"/>
            <a:chOff x="590" y="2592"/>
            <a:chExt cx="268" cy="480"/>
          </a:xfrm>
        </p:grpSpPr>
        <p:sp>
          <p:nvSpPr>
            <p:cNvPr id="13508" name="Rectangle 77">
              <a:extLst>
                <a:ext uri="{FF2B5EF4-FFF2-40B4-BE49-F238E27FC236}">
                  <a16:creationId xmlns:a16="http://schemas.microsoft.com/office/drawing/2014/main" id="{02BD74F1-753C-49D0-A0D5-CCC6387031E1}"/>
                </a:ext>
              </a:extLst>
            </p:cNvPr>
            <p:cNvSpPr>
              <a:spLocks noChangeArrowheads="1"/>
            </p:cNvSpPr>
            <p:nvPr/>
          </p:nvSpPr>
          <p:spPr bwMode="auto">
            <a:xfrm>
              <a:off x="63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5</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09" name="Rectangle 78">
              <a:extLst>
                <a:ext uri="{FF2B5EF4-FFF2-40B4-BE49-F238E27FC236}">
                  <a16:creationId xmlns:a16="http://schemas.microsoft.com/office/drawing/2014/main" id="{7B20BFFD-9AC6-4AE6-972E-687340716967}"/>
                </a:ext>
              </a:extLst>
            </p:cNvPr>
            <p:cNvSpPr>
              <a:spLocks noChangeArrowheads="1"/>
            </p:cNvSpPr>
            <p:nvPr/>
          </p:nvSpPr>
          <p:spPr bwMode="auto">
            <a:xfrm>
              <a:off x="590" y="2592"/>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41" name="Group 79">
            <a:extLst>
              <a:ext uri="{FF2B5EF4-FFF2-40B4-BE49-F238E27FC236}">
                <a16:creationId xmlns:a16="http://schemas.microsoft.com/office/drawing/2014/main" id="{701E6C4E-077A-4492-A9A1-C54239E2AE82}"/>
              </a:ext>
            </a:extLst>
          </p:cNvPr>
          <p:cNvGrpSpPr>
            <a:grpSpLocks/>
          </p:cNvGrpSpPr>
          <p:nvPr/>
        </p:nvGrpSpPr>
        <p:grpSpPr bwMode="auto">
          <a:xfrm>
            <a:off x="2670573" y="4040981"/>
            <a:ext cx="383381" cy="401241"/>
            <a:chOff x="858" y="2592"/>
            <a:chExt cx="268" cy="480"/>
          </a:xfrm>
        </p:grpSpPr>
        <p:sp>
          <p:nvSpPr>
            <p:cNvPr id="13506" name="Rectangle 80">
              <a:extLst>
                <a:ext uri="{FF2B5EF4-FFF2-40B4-BE49-F238E27FC236}">
                  <a16:creationId xmlns:a16="http://schemas.microsoft.com/office/drawing/2014/main" id="{EBB78B99-5CF4-49C6-B492-38534960F367}"/>
                </a:ext>
              </a:extLst>
            </p:cNvPr>
            <p:cNvSpPr>
              <a:spLocks noChangeArrowheads="1"/>
            </p:cNvSpPr>
            <p:nvPr/>
          </p:nvSpPr>
          <p:spPr bwMode="auto">
            <a:xfrm>
              <a:off x="90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507" name="Rectangle 81">
              <a:extLst>
                <a:ext uri="{FF2B5EF4-FFF2-40B4-BE49-F238E27FC236}">
                  <a16:creationId xmlns:a16="http://schemas.microsoft.com/office/drawing/2014/main" id="{2828ACE0-9047-4FB4-BA02-C31DAE8F9722}"/>
                </a:ext>
              </a:extLst>
            </p:cNvPr>
            <p:cNvSpPr>
              <a:spLocks noChangeArrowheads="1"/>
            </p:cNvSpPr>
            <p:nvPr/>
          </p:nvSpPr>
          <p:spPr bwMode="auto">
            <a:xfrm>
              <a:off x="85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42" name="Group 82">
            <a:extLst>
              <a:ext uri="{FF2B5EF4-FFF2-40B4-BE49-F238E27FC236}">
                <a16:creationId xmlns:a16="http://schemas.microsoft.com/office/drawing/2014/main" id="{902607BF-9529-4656-B15F-F9E333FE70C9}"/>
              </a:ext>
            </a:extLst>
          </p:cNvPr>
          <p:cNvGrpSpPr>
            <a:grpSpLocks/>
          </p:cNvGrpSpPr>
          <p:nvPr/>
        </p:nvGrpSpPr>
        <p:grpSpPr bwMode="auto">
          <a:xfrm>
            <a:off x="3053953" y="4040981"/>
            <a:ext cx="384572" cy="401241"/>
            <a:chOff x="1126" y="2592"/>
            <a:chExt cx="268" cy="480"/>
          </a:xfrm>
        </p:grpSpPr>
        <p:sp>
          <p:nvSpPr>
            <p:cNvPr id="13504" name="Rectangle 83">
              <a:extLst>
                <a:ext uri="{FF2B5EF4-FFF2-40B4-BE49-F238E27FC236}">
                  <a16:creationId xmlns:a16="http://schemas.microsoft.com/office/drawing/2014/main" id="{E873569A-5991-4D18-BBC4-CCFB73C31915}"/>
                </a:ext>
              </a:extLst>
            </p:cNvPr>
            <p:cNvSpPr>
              <a:spLocks noChangeArrowheads="1"/>
            </p:cNvSpPr>
            <p:nvPr/>
          </p:nvSpPr>
          <p:spPr bwMode="auto">
            <a:xfrm>
              <a:off x="1169"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en-US" altLang="zh-CN" sz="1500" b="1">
                <a:solidFill>
                  <a:srgbClr val="007A77"/>
                </a:solidFill>
                <a:latin typeface="Times New Roman" panose="02020603050405020304" pitchFamily="18" charset="0"/>
              </a:endParaRP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05" name="Rectangle 84">
              <a:extLst>
                <a:ext uri="{FF2B5EF4-FFF2-40B4-BE49-F238E27FC236}">
                  <a16:creationId xmlns:a16="http://schemas.microsoft.com/office/drawing/2014/main" id="{ACD715FD-310A-4AF8-8BCF-A5459048F324}"/>
                </a:ext>
              </a:extLst>
            </p:cNvPr>
            <p:cNvSpPr>
              <a:spLocks noChangeArrowheads="1"/>
            </p:cNvSpPr>
            <p:nvPr/>
          </p:nvSpPr>
          <p:spPr bwMode="auto">
            <a:xfrm>
              <a:off x="1126"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43" name="Group 85">
            <a:extLst>
              <a:ext uri="{FF2B5EF4-FFF2-40B4-BE49-F238E27FC236}">
                <a16:creationId xmlns:a16="http://schemas.microsoft.com/office/drawing/2014/main" id="{A031A1C1-8E0B-4143-BE58-88B1044849CD}"/>
              </a:ext>
            </a:extLst>
          </p:cNvPr>
          <p:cNvGrpSpPr>
            <a:grpSpLocks/>
          </p:cNvGrpSpPr>
          <p:nvPr/>
        </p:nvGrpSpPr>
        <p:grpSpPr bwMode="auto">
          <a:xfrm>
            <a:off x="3438526" y="4040981"/>
            <a:ext cx="383381" cy="401241"/>
            <a:chOff x="1394" y="2592"/>
            <a:chExt cx="268" cy="480"/>
          </a:xfrm>
        </p:grpSpPr>
        <p:sp>
          <p:nvSpPr>
            <p:cNvPr id="13502" name="Rectangle 86">
              <a:extLst>
                <a:ext uri="{FF2B5EF4-FFF2-40B4-BE49-F238E27FC236}">
                  <a16:creationId xmlns:a16="http://schemas.microsoft.com/office/drawing/2014/main" id="{AA37F2C5-2C3B-48C0-8325-B3CA2284AD97}"/>
                </a:ext>
              </a:extLst>
            </p:cNvPr>
            <p:cNvSpPr>
              <a:spLocks noChangeArrowheads="1"/>
            </p:cNvSpPr>
            <p:nvPr/>
          </p:nvSpPr>
          <p:spPr bwMode="auto">
            <a:xfrm>
              <a:off x="1437"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en-US" altLang="zh-CN" sz="1500" b="1">
                <a:solidFill>
                  <a:srgbClr val="007A77"/>
                </a:solidFill>
                <a:latin typeface="Times New Roman" panose="02020603050405020304" pitchFamily="18" charset="0"/>
              </a:endParaRP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503" name="Rectangle 87">
              <a:extLst>
                <a:ext uri="{FF2B5EF4-FFF2-40B4-BE49-F238E27FC236}">
                  <a16:creationId xmlns:a16="http://schemas.microsoft.com/office/drawing/2014/main" id="{EEAA4E70-87EE-4C4A-9C1F-6630ADFF2095}"/>
                </a:ext>
              </a:extLst>
            </p:cNvPr>
            <p:cNvSpPr>
              <a:spLocks noChangeArrowheads="1"/>
            </p:cNvSpPr>
            <p:nvPr/>
          </p:nvSpPr>
          <p:spPr bwMode="auto">
            <a:xfrm>
              <a:off x="1394"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44" name="Group 88">
            <a:extLst>
              <a:ext uri="{FF2B5EF4-FFF2-40B4-BE49-F238E27FC236}">
                <a16:creationId xmlns:a16="http://schemas.microsoft.com/office/drawing/2014/main" id="{E5374554-4E91-45FD-B36E-992869288787}"/>
              </a:ext>
            </a:extLst>
          </p:cNvPr>
          <p:cNvGrpSpPr>
            <a:grpSpLocks/>
          </p:cNvGrpSpPr>
          <p:nvPr/>
        </p:nvGrpSpPr>
        <p:grpSpPr bwMode="auto">
          <a:xfrm>
            <a:off x="3821907" y="4040981"/>
            <a:ext cx="383381" cy="401241"/>
            <a:chOff x="1662" y="2592"/>
            <a:chExt cx="268" cy="480"/>
          </a:xfrm>
        </p:grpSpPr>
        <p:sp>
          <p:nvSpPr>
            <p:cNvPr id="13500" name="Rectangle 89">
              <a:extLst>
                <a:ext uri="{FF2B5EF4-FFF2-40B4-BE49-F238E27FC236}">
                  <a16:creationId xmlns:a16="http://schemas.microsoft.com/office/drawing/2014/main" id="{1CD40686-E75D-4516-B0CD-C248F642B587}"/>
                </a:ext>
              </a:extLst>
            </p:cNvPr>
            <p:cNvSpPr>
              <a:spLocks noChangeArrowheads="1"/>
            </p:cNvSpPr>
            <p:nvPr/>
          </p:nvSpPr>
          <p:spPr bwMode="auto">
            <a:xfrm>
              <a:off x="1705"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501" name="Rectangle 90">
              <a:extLst>
                <a:ext uri="{FF2B5EF4-FFF2-40B4-BE49-F238E27FC236}">
                  <a16:creationId xmlns:a16="http://schemas.microsoft.com/office/drawing/2014/main" id="{5DD15A46-24B6-4EEB-89DF-36818754B09F}"/>
                </a:ext>
              </a:extLst>
            </p:cNvPr>
            <p:cNvSpPr>
              <a:spLocks noChangeArrowheads="1"/>
            </p:cNvSpPr>
            <p:nvPr/>
          </p:nvSpPr>
          <p:spPr bwMode="auto">
            <a:xfrm>
              <a:off x="1662"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45" name="Group 91">
            <a:extLst>
              <a:ext uri="{FF2B5EF4-FFF2-40B4-BE49-F238E27FC236}">
                <a16:creationId xmlns:a16="http://schemas.microsoft.com/office/drawing/2014/main" id="{879D89A0-0802-4E9F-AB18-D8669B95953D}"/>
              </a:ext>
            </a:extLst>
          </p:cNvPr>
          <p:cNvGrpSpPr>
            <a:grpSpLocks/>
          </p:cNvGrpSpPr>
          <p:nvPr/>
        </p:nvGrpSpPr>
        <p:grpSpPr bwMode="auto">
          <a:xfrm>
            <a:off x="4205288" y="4040981"/>
            <a:ext cx="384572" cy="401241"/>
            <a:chOff x="1930" y="2592"/>
            <a:chExt cx="268" cy="480"/>
          </a:xfrm>
        </p:grpSpPr>
        <p:sp>
          <p:nvSpPr>
            <p:cNvPr id="13498" name="Rectangle 92">
              <a:extLst>
                <a:ext uri="{FF2B5EF4-FFF2-40B4-BE49-F238E27FC236}">
                  <a16:creationId xmlns:a16="http://schemas.microsoft.com/office/drawing/2014/main" id="{C9C4A150-649B-428E-905F-4C8BF167D319}"/>
                </a:ext>
              </a:extLst>
            </p:cNvPr>
            <p:cNvSpPr>
              <a:spLocks noChangeArrowheads="1"/>
            </p:cNvSpPr>
            <p:nvPr/>
          </p:nvSpPr>
          <p:spPr bwMode="auto">
            <a:xfrm>
              <a:off x="197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99" name="Rectangle 93">
              <a:extLst>
                <a:ext uri="{FF2B5EF4-FFF2-40B4-BE49-F238E27FC236}">
                  <a16:creationId xmlns:a16="http://schemas.microsoft.com/office/drawing/2014/main" id="{0C4BF3D2-33F3-4B48-A4AE-50FBD49C3BFA}"/>
                </a:ext>
              </a:extLst>
            </p:cNvPr>
            <p:cNvSpPr>
              <a:spLocks noChangeArrowheads="1"/>
            </p:cNvSpPr>
            <p:nvPr/>
          </p:nvSpPr>
          <p:spPr bwMode="auto">
            <a:xfrm>
              <a:off x="1930"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46" name="Group 94">
            <a:extLst>
              <a:ext uri="{FF2B5EF4-FFF2-40B4-BE49-F238E27FC236}">
                <a16:creationId xmlns:a16="http://schemas.microsoft.com/office/drawing/2014/main" id="{54D80D83-F167-4A1E-A86B-C537657DCC8D}"/>
              </a:ext>
            </a:extLst>
          </p:cNvPr>
          <p:cNvGrpSpPr>
            <a:grpSpLocks/>
          </p:cNvGrpSpPr>
          <p:nvPr/>
        </p:nvGrpSpPr>
        <p:grpSpPr bwMode="auto">
          <a:xfrm>
            <a:off x="4589860" y="4040981"/>
            <a:ext cx="383381" cy="401241"/>
            <a:chOff x="2198" y="2592"/>
            <a:chExt cx="268" cy="480"/>
          </a:xfrm>
        </p:grpSpPr>
        <p:sp>
          <p:nvSpPr>
            <p:cNvPr id="13496" name="Rectangle 95">
              <a:extLst>
                <a:ext uri="{FF2B5EF4-FFF2-40B4-BE49-F238E27FC236}">
                  <a16:creationId xmlns:a16="http://schemas.microsoft.com/office/drawing/2014/main" id="{34C5D1D4-012D-43AA-8179-ED60FB998E65}"/>
                </a:ext>
              </a:extLst>
            </p:cNvPr>
            <p:cNvSpPr>
              <a:spLocks noChangeArrowheads="1"/>
            </p:cNvSpPr>
            <p:nvPr/>
          </p:nvSpPr>
          <p:spPr bwMode="auto">
            <a:xfrm>
              <a:off x="224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97" name="Rectangle 96">
              <a:extLst>
                <a:ext uri="{FF2B5EF4-FFF2-40B4-BE49-F238E27FC236}">
                  <a16:creationId xmlns:a16="http://schemas.microsoft.com/office/drawing/2014/main" id="{8251916F-2936-4C0E-B777-013779F6553D}"/>
                </a:ext>
              </a:extLst>
            </p:cNvPr>
            <p:cNvSpPr>
              <a:spLocks noChangeArrowheads="1"/>
            </p:cNvSpPr>
            <p:nvPr/>
          </p:nvSpPr>
          <p:spPr bwMode="auto">
            <a:xfrm>
              <a:off x="219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47" name="Group 97">
            <a:extLst>
              <a:ext uri="{FF2B5EF4-FFF2-40B4-BE49-F238E27FC236}">
                <a16:creationId xmlns:a16="http://schemas.microsoft.com/office/drawing/2014/main" id="{9428B5E0-7C4A-4523-8447-E889B8C10CA5}"/>
              </a:ext>
            </a:extLst>
          </p:cNvPr>
          <p:cNvGrpSpPr>
            <a:grpSpLocks/>
          </p:cNvGrpSpPr>
          <p:nvPr/>
        </p:nvGrpSpPr>
        <p:grpSpPr bwMode="auto">
          <a:xfrm>
            <a:off x="4973241" y="4040981"/>
            <a:ext cx="384572" cy="401241"/>
            <a:chOff x="2466" y="2592"/>
            <a:chExt cx="268" cy="480"/>
          </a:xfrm>
        </p:grpSpPr>
        <p:sp>
          <p:nvSpPr>
            <p:cNvPr id="13494" name="Rectangle 98">
              <a:extLst>
                <a:ext uri="{FF2B5EF4-FFF2-40B4-BE49-F238E27FC236}">
                  <a16:creationId xmlns:a16="http://schemas.microsoft.com/office/drawing/2014/main" id="{EF3E3AD0-B2FA-4D72-BBBF-B64ACC66FF63}"/>
                </a:ext>
              </a:extLst>
            </p:cNvPr>
            <p:cNvSpPr>
              <a:spLocks noChangeArrowheads="1"/>
            </p:cNvSpPr>
            <p:nvPr/>
          </p:nvSpPr>
          <p:spPr bwMode="auto">
            <a:xfrm>
              <a:off x="2509"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95" name="Rectangle 99">
              <a:extLst>
                <a:ext uri="{FF2B5EF4-FFF2-40B4-BE49-F238E27FC236}">
                  <a16:creationId xmlns:a16="http://schemas.microsoft.com/office/drawing/2014/main" id="{D14C06CE-20C7-4BF1-9ACA-0DF7A191E9C8}"/>
                </a:ext>
              </a:extLst>
            </p:cNvPr>
            <p:cNvSpPr>
              <a:spLocks noChangeArrowheads="1"/>
            </p:cNvSpPr>
            <p:nvPr/>
          </p:nvSpPr>
          <p:spPr bwMode="auto">
            <a:xfrm>
              <a:off x="2466"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48" name="Group 100">
            <a:extLst>
              <a:ext uri="{FF2B5EF4-FFF2-40B4-BE49-F238E27FC236}">
                <a16:creationId xmlns:a16="http://schemas.microsoft.com/office/drawing/2014/main" id="{40CAC51F-0C30-41A6-814D-E8C8AA517FFA}"/>
              </a:ext>
            </a:extLst>
          </p:cNvPr>
          <p:cNvGrpSpPr>
            <a:grpSpLocks/>
          </p:cNvGrpSpPr>
          <p:nvPr/>
        </p:nvGrpSpPr>
        <p:grpSpPr bwMode="auto">
          <a:xfrm>
            <a:off x="5357813" y="4040981"/>
            <a:ext cx="383381" cy="401241"/>
            <a:chOff x="2734" y="2592"/>
            <a:chExt cx="268" cy="480"/>
          </a:xfrm>
        </p:grpSpPr>
        <p:sp>
          <p:nvSpPr>
            <p:cNvPr id="13492" name="Rectangle 101">
              <a:extLst>
                <a:ext uri="{FF2B5EF4-FFF2-40B4-BE49-F238E27FC236}">
                  <a16:creationId xmlns:a16="http://schemas.microsoft.com/office/drawing/2014/main" id="{5348C707-1777-48DB-9937-6E88ECE607EC}"/>
                </a:ext>
              </a:extLst>
            </p:cNvPr>
            <p:cNvSpPr>
              <a:spLocks noChangeArrowheads="1"/>
            </p:cNvSpPr>
            <p:nvPr/>
          </p:nvSpPr>
          <p:spPr bwMode="auto">
            <a:xfrm>
              <a:off x="2777"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93" name="Rectangle 102">
              <a:extLst>
                <a:ext uri="{FF2B5EF4-FFF2-40B4-BE49-F238E27FC236}">
                  <a16:creationId xmlns:a16="http://schemas.microsoft.com/office/drawing/2014/main" id="{24F2881C-EB93-4480-8A77-5EC37C58BFF3}"/>
                </a:ext>
              </a:extLst>
            </p:cNvPr>
            <p:cNvSpPr>
              <a:spLocks noChangeArrowheads="1"/>
            </p:cNvSpPr>
            <p:nvPr/>
          </p:nvSpPr>
          <p:spPr bwMode="auto">
            <a:xfrm>
              <a:off x="2734"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49" name="Group 103">
            <a:extLst>
              <a:ext uri="{FF2B5EF4-FFF2-40B4-BE49-F238E27FC236}">
                <a16:creationId xmlns:a16="http://schemas.microsoft.com/office/drawing/2014/main" id="{73249E06-3759-4774-A9D8-4CDEB14DDF93}"/>
              </a:ext>
            </a:extLst>
          </p:cNvPr>
          <p:cNvGrpSpPr>
            <a:grpSpLocks/>
          </p:cNvGrpSpPr>
          <p:nvPr/>
        </p:nvGrpSpPr>
        <p:grpSpPr bwMode="auto">
          <a:xfrm>
            <a:off x="5741194" y="4040981"/>
            <a:ext cx="383381" cy="401241"/>
            <a:chOff x="3002" y="2592"/>
            <a:chExt cx="268" cy="480"/>
          </a:xfrm>
        </p:grpSpPr>
        <p:sp>
          <p:nvSpPr>
            <p:cNvPr id="13490" name="Rectangle 104">
              <a:extLst>
                <a:ext uri="{FF2B5EF4-FFF2-40B4-BE49-F238E27FC236}">
                  <a16:creationId xmlns:a16="http://schemas.microsoft.com/office/drawing/2014/main" id="{06042F55-3A01-4868-AC3E-60BC378A1C36}"/>
                </a:ext>
              </a:extLst>
            </p:cNvPr>
            <p:cNvSpPr>
              <a:spLocks noChangeArrowheads="1"/>
            </p:cNvSpPr>
            <p:nvPr/>
          </p:nvSpPr>
          <p:spPr bwMode="auto">
            <a:xfrm>
              <a:off x="3045"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91" name="Rectangle 105">
              <a:extLst>
                <a:ext uri="{FF2B5EF4-FFF2-40B4-BE49-F238E27FC236}">
                  <a16:creationId xmlns:a16="http://schemas.microsoft.com/office/drawing/2014/main" id="{78DCB90A-547A-4381-A7BE-42CD7D47D924}"/>
                </a:ext>
              </a:extLst>
            </p:cNvPr>
            <p:cNvSpPr>
              <a:spLocks noChangeArrowheads="1"/>
            </p:cNvSpPr>
            <p:nvPr/>
          </p:nvSpPr>
          <p:spPr bwMode="auto">
            <a:xfrm>
              <a:off x="3002"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50" name="Group 106">
            <a:extLst>
              <a:ext uri="{FF2B5EF4-FFF2-40B4-BE49-F238E27FC236}">
                <a16:creationId xmlns:a16="http://schemas.microsoft.com/office/drawing/2014/main" id="{DE51C9EE-F9BE-4219-B1AA-282746E116C0}"/>
              </a:ext>
            </a:extLst>
          </p:cNvPr>
          <p:cNvGrpSpPr>
            <a:grpSpLocks/>
          </p:cNvGrpSpPr>
          <p:nvPr/>
        </p:nvGrpSpPr>
        <p:grpSpPr bwMode="auto">
          <a:xfrm>
            <a:off x="6124576" y="4040981"/>
            <a:ext cx="384572" cy="401241"/>
            <a:chOff x="3270" y="2592"/>
            <a:chExt cx="268" cy="480"/>
          </a:xfrm>
        </p:grpSpPr>
        <p:sp>
          <p:nvSpPr>
            <p:cNvPr id="13488" name="Rectangle 107">
              <a:extLst>
                <a:ext uri="{FF2B5EF4-FFF2-40B4-BE49-F238E27FC236}">
                  <a16:creationId xmlns:a16="http://schemas.microsoft.com/office/drawing/2014/main" id="{8A025EA4-2A77-4B7C-B560-B7FBBF8AE957}"/>
                </a:ext>
              </a:extLst>
            </p:cNvPr>
            <p:cNvSpPr>
              <a:spLocks noChangeArrowheads="1"/>
            </p:cNvSpPr>
            <p:nvPr/>
          </p:nvSpPr>
          <p:spPr bwMode="auto">
            <a:xfrm>
              <a:off x="331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en-US" altLang="zh-CN" sz="1500" b="1">
                <a:solidFill>
                  <a:srgbClr val="007A77"/>
                </a:solidFill>
                <a:latin typeface="Times New Roman" panose="02020603050405020304" pitchFamily="18" charset="0"/>
              </a:endParaRP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489" name="Rectangle 108">
              <a:extLst>
                <a:ext uri="{FF2B5EF4-FFF2-40B4-BE49-F238E27FC236}">
                  <a16:creationId xmlns:a16="http://schemas.microsoft.com/office/drawing/2014/main" id="{C7CEF445-554F-4D95-BDC4-557928C8A8B0}"/>
                </a:ext>
              </a:extLst>
            </p:cNvPr>
            <p:cNvSpPr>
              <a:spLocks noChangeArrowheads="1"/>
            </p:cNvSpPr>
            <p:nvPr/>
          </p:nvSpPr>
          <p:spPr bwMode="auto">
            <a:xfrm>
              <a:off x="3270"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51" name="Group 109">
            <a:extLst>
              <a:ext uri="{FF2B5EF4-FFF2-40B4-BE49-F238E27FC236}">
                <a16:creationId xmlns:a16="http://schemas.microsoft.com/office/drawing/2014/main" id="{19E823D3-818E-49C9-8754-F585BE33E4B5}"/>
              </a:ext>
            </a:extLst>
          </p:cNvPr>
          <p:cNvGrpSpPr>
            <a:grpSpLocks/>
          </p:cNvGrpSpPr>
          <p:nvPr/>
        </p:nvGrpSpPr>
        <p:grpSpPr bwMode="auto">
          <a:xfrm>
            <a:off x="6509148" y="4040981"/>
            <a:ext cx="383381" cy="401241"/>
            <a:chOff x="3538" y="2592"/>
            <a:chExt cx="268" cy="480"/>
          </a:xfrm>
        </p:grpSpPr>
        <p:sp>
          <p:nvSpPr>
            <p:cNvPr id="13486" name="Rectangle 110">
              <a:extLst>
                <a:ext uri="{FF2B5EF4-FFF2-40B4-BE49-F238E27FC236}">
                  <a16:creationId xmlns:a16="http://schemas.microsoft.com/office/drawing/2014/main" id="{98052A6F-FDA1-45AE-AF7F-561F06ABE7D6}"/>
                </a:ext>
              </a:extLst>
            </p:cNvPr>
            <p:cNvSpPr>
              <a:spLocks noChangeArrowheads="1"/>
            </p:cNvSpPr>
            <p:nvPr/>
          </p:nvSpPr>
          <p:spPr bwMode="auto">
            <a:xfrm>
              <a:off x="358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87" name="Rectangle 111">
              <a:extLst>
                <a:ext uri="{FF2B5EF4-FFF2-40B4-BE49-F238E27FC236}">
                  <a16:creationId xmlns:a16="http://schemas.microsoft.com/office/drawing/2014/main" id="{F1E38C17-C102-4ECA-B7EF-462FCA26A389}"/>
                </a:ext>
              </a:extLst>
            </p:cNvPr>
            <p:cNvSpPr>
              <a:spLocks noChangeArrowheads="1"/>
            </p:cNvSpPr>
            <p:nvPr/>
          </p:nvSpPr>
          <p:spPr bwMode="auto">
            <a:xfrm>
              <a:off x="353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sp>
        <p:nvSpPr>
          <p:cNvPr id="13352" name="Rectangle 112">
            <a:extLst>
              <a:ext uri="{FF2B5EF4-FFF2-40B4-BE49-F238E27FC236}">
                <a16:creationId xmlns:a16="http://schemas.microsoft.com/office/drawing/2014/main" id="{E27B6EE8-9E97-4857-ADEA-BDD384D6E50F}"/>
              </a:ext>
            </a:extLst>
          </p:cNvPr>
          <p:cNvSpPr>
            <a:spLocks noChangeArrowheads="1"/>
          </p:cNvSpPr>
          <p:nvPr/>
        </p:nvSpPr>
        <p:spPr bwMode="auto">
          <a:xfrm>
            <a:off x="1439466" y="1869282"/>
            <a:ext cx="5455444" cy="2574131"/>
          </a:xfrm>
          <a:prstGeom prst="rect">
            <a:avLst/>
          </a:prstGeom>
          <a:noFill/>
          <a:ln w="6350">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nvGrpSpPr>
          <p:cNvPr id="13353" name="Group 113">
            <a:extLst>
              <a:ext uri="{FF2B5EF4-FFF2-40B4-BE49-F238E27FC236}">
                <a16:creationId xmlns:a16="http://schemas.microsoft.com/office/drawing/2014/main" id="{926C4B65-D1D3-4C42-983C-8810E409D5A7}"/>
              </a:ext>
            </a:extLst>
          </p:cNvPr>
          <p:cNvGrpSpPr>
            <a:grpSpLocks/>
          </p:cNvGrpSpPr>
          <p:nvPr/>
        </p:nvGrpSpPr>
        <p:grpSpPr bwMode="auto">
          <a:xfrm>
            <a:off x="2664619" y="3651648"/>
            <a:ext cx="383381" cy="401240"/>
            <a:chOff x="858" y="2592"/>
            <a:chExt cx="268" cy="480"/>
          </a:xfrm>
        </p:grpSpPr>
        <p:sp>
          <p:nvSpPr>
            <p:cNvPr id="13484" name="Rectangle 114">
              <a:extLst>
                <a:ext uri="{FF2B5EF4-FFF2-40B4-BE49-F238E27FC236}">
                  <a16:creationId xmlns:a16="http://schemas.microsoft.com/office/drawing/2014/main" id="{BDDE7E7A-3FE0-4171-833D-C1EDBD3799A8}"/>
                </a:ext>
              </a:extLst>
            </p:cNvPr>
            <p:cNvSpPr>
              <a:spLocks noChangeArrowheads="1"/>
            </p:cNvSpPr>
            <p:nvPr/>
          </p:nvSpPr>
          <p:spPr bwMode="auto">
            <a:xfrm>
              <a:off x="90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85" name="Rectangle 115">
              <a:extLst>
                <a:ext uri="{FF2B5EF4-FFF2-40B4-BE49-F238E27FC236}">
                  <a16:creationId xmlns:a16="http://schemas.microsoft.com/office/drawing/2014/main" id="{95A8DBEB-B2F7-405D-A8A6-2DC37E6A311C}"/>
                </a:ext>
              </a:extLst>
            </p:cNvPr>
            <p:cNvSpPr>
              <a:spLocks noChangeArrowheads="1"/>
            </p:cNvSpPr>
            <p:nvPr/>
          </p:nvSpPr>
          <p:spPr bwMode="auto">
            <a:xfrm>
              <a:off x="85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54" name="Group 116">
            <a:extLst>
              <a:ext uri="{FF2B5EF4-FFF2-40B4-BE49-F238E27FC236}">
                <a16:creationId xmlns:a16="http://schemas.microsoft.com/office/drawing/2014/main" id="{48DD4652-6B06-44FA-B804-F87951DBE1E0}"/>
              </a:ext>
            </a:extLst>
          </p:cNvPr>
          <p:cNvGrpSpPr>
            <a:grpSpLocks/>
          </p:cNvGrpSpPr>
          <p:nvPr/>
        </p:nvGrpSpPr>
        <p:grpSpPr bwMode="auto">
          <a:xfrm>
            <a:off x="3048001" y="3651648"/>
            <a:ext cx="384572" cy="401240"/>
            <a:chOff x="1126" y="2592"/>
            <a:chExt cx="268" cy="480"/>
          </a:xfrm>
        </p:grpSpPr>
        <p:sp>
          <p:nvSpPr>
            <p:cNvPr id="13482" name="Rectangle 117">
              <a:extLst>
                <a:ext uri="{FF2B5EF4-FFF2-40B4-BE49-F238E27FC236}">
                  <a16:creationId xmlns:a16="http://schemas.microsoft.com/office/drawing/2014/main" id="{B952BF48-B94A-4882-8169-02A921C859B3}"/>
                </a:ext>
              </a:extLst>
            </p:cNvPr>
            <p:cNvSpPr>
              <a:spLocks noChangeArrowheads="1"/>
            </p:cNvSpPr>
            <p:nvPr/>
          </p:nvSpPr>
          <p:spPr bwMode="auto">
            <a:xfrm>
              <a:off x="1169"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en-US" altLang="zh-CN" sz="1500" b="1">
                <a:solidFill>
                  <a:srgbClr val="007A77"/>
                </a:solidFill>
                <a:latin typeface="Times New Roman" panose="02020603050405020304" pitchFamily="18" charset="0"/>
              </a:endParaRP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483" name="Rectangle 118">
              <a:extLst>
                <a:ext uri="{FF2B5EF4-FFF2-40B4-BE49-F238E27FC236}">
                  <a16:creationId xmlns:a16="http://schemas.microsoft.com/office/drawing/2014/main" id="{9BBF97EC-D226-41A1-8D0D-50C72142CB98}"/>
                </a:ext>
              </a:extLst>
            </p:cNvPr>
            <p:cNvSpPr>
              <a:spLocks noChangeArrowheads="1"/>
            </p:cNvSpPr>
            <p:nvPr/>
          </p:nvSpPr>
          <p:spPr bwMode="auto">
            <a:xfrm>
              <a:off x="1126"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55" name="Group 119">
            <a:extLst>
              <a:ext uri="{FF2B5EF4-FFF2-40B4-BE49-F238E27FC236}">
                <a16:creationId xmlns:a16="http://schemas.microsoft.com/office/drawing/2014/main" id="{1D94BF71-6945-48C1-9816-78571B906151}"/>
              </a:ext>
            </a:extLst>
          </p:cNvPr>
          <p:cNvGrpSpPr>
            <a:grpSpLocks/>
          </p:cNvGrpSpPr>
          <p:nvPr/>
        </p:nvGrpSpPr>
        <p:grpSpPr bwMode="auto">
          <a:xfrm>
            <a:off x="3432573" y="3651648"/>
            <a:ext cx="383381" cy="401240"/>
            <a:chOff x="1394" y="2592"/>
            <a:chExt cx="268" cy="480"/>
          </a:xfrm>
        </p:grpSpPr>
        <p:sp>
          <p:nvSpPr>
            <p:cNvPr id="13480" name="Rectangle 120">
              <a:extLst>
                <a:ext uri="{FF2B5EF4-FFF2-40B4-BE49-F238E27FC236}">
                  <a16:creationId xmlns:a16="http://schemas.microsoft.com/office/drawing/2014/main" id="{D93ECD72-1087-499C-9828-79A9640D7C18}"/>
                </a:ext>
              </a:extLst>
            </p:cNvPr>
            <p:cNvSpPr>
              <a:spLocks noChangeArrowheads="1"/>
            </p:cNvSpPr>
            <p:nvPr/>
          </p:nvSpPr>
          <p:spPr bwMode="auto">
            <a:xfrm>
              <a:off x="1437"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en-US" altLang="zh-CN" sz="1500" b="1">
                <a:solidFill>
                  <a:srgbClr val="007A77"/>
                </a:solidFill>
                <a:latin typeface="Times New Roman" panose="02020603050405020304" pitchFamily="18" charset="0"/>
              </a:endParaRP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481" name="Rectangle 121">
              <a:extLst>
                <a:ext uri="{FF2B5EF4-FFF2-40B4-BE49-F238E27FC236}">
                  <a16:creationId xmlns:a16="http://schemas.microsoft.com/office/drawing/2014/main" id="{E434C658-345E-4664-B084-F648C155A743}"/>
                </a:ext>
              </a:extLst>
            </p:cNvPr>
            <p:cNvSpPr>
              <a:spLocks noChangeArrowheads="1"/>
            </p:cNvSpPr>
            <p:nvPr/>
          </p:nvSpPr>
          <p:spPr bwMode="auto">
            <a:xfrm>
              <a:off x="1394"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56" name="Group 122">
            <a:extLst>
              <a:ext uri="{FF2B5EF4-FFF2-40B4-BE49-F238E27FC236}">
                <a16:creationId xmlns:a16="http://schemas.microsoft.com/office/drawing/2014/main" id="{5C3387C2-6EF6-4D4C-A379-AD669E395AC0}"/>
              </a:ext>
            </a:extLst>
          </p:cNvPr>
          <p:cNvGrpSpPr>
            <a:grpSpLocks/>
          </p:cNvGrpSpPr>
          <p:nvPr/>
        </p:nvGrpSpPr>
        <p:grpSpPr bwMode="auto">
          <a:xfrm>
            <a:off x="3815954" y="3651648"/>
            <a:ext cx="383381" cy="401240"/>
            <a:chOff x="1662" y="2592"/>
            <a:chExt cx="268" cy="480"/>
          </a:xfrm>
        </p:grpSpPr>
        <p:sp>
          <p:nvSpPr>
            <p:cNvPr id="13478" name="Rectangle 123">
              <a:extLst>
                <a:ext uri="{FF2B5EF4-FFF2-40B4-BE49-F238E27FC236}">
                  <a16:creationId xmlns:a16="http://schemas.microsoft.com/office/drawing/2014/main" id="{B528862E-E4D3-4469-ADA5-BB1197F69875}"/>
                </a:ext>
              </a:extLst>
            </p:cNvPr>
            <p:cNvSpPr>
              <a:spLocks noChangeArrowheads="1"/>
            </p:cNvSpPr>
            <p:nvPr/>
          </p:nvSpPr>
          <p:spPr bwMode="auto">
            <a:xfrm>
              <a:off x="1705"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79" name="Rectangle 124">
              <a:extLst>
                <a:ext uri="{FF2B5EF4-FFF2-40B4-BE49-F238E27FC236}">
                  <a16:creationId xmlns:a16="http://schemas.microsoft.com/office/drawing/2014/main" id="{700F781B-D8C6-46CC-9821-2C06DA9111AF}"/>
                </a:ext>
              </a:extLst>
            </p:cNvPr>
            <p:cNvSpPr>
              <a:spLocks noChangeArrowheads="1"/>
            </p:cNvSpPr>
            <p:nvPr/>
          </p:nvSpPr>
          <p:spPr bwMode="auto">
            <a:xfrm>
              <a:off x="1662"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57" name="Group 125">
            <a:extLst>
              <a:ext uri="{FF2B5EF4-FFF2-40B4-BE49-F238E27FC236}">
                <a16:creationId xmlns:a16="http://schemas.microsoft.com/office/drawing/2014/main" id="{9A20905B-23DA-43C4-B4CA-D099F350B6DC}"/>
              </a:ext>
            </a:extLst>
          </p:cNvPr>
          <p:cNvGrpSpPr>
            <a:grpSpLocks/>
          </p:cNvGrpSpPr>
          <p:nvPr/>
        </p:nvGrpSpPr>
        <p:grpSpPr bwMode="auto">
          <a:xfrm>
            <a:off x="4199335" y="3651648"/>
            <a:ext cx="384572" cy="401240"/>
            <a:chOff x="1930" y="2592"/>
            <a:chExt cx="268" cy="480"/>
          </a:xfrm>
        </p:grpSpPr>
        <p:sp>
          <p:nvSpPr>
            <p:cNvPr id="13476" name="Rectangle 126">
              <a:extLst>
                <a:ext uri="{FF2B5EF4-FFF2-40B4-BE49-F238E27FC236}">
                  <a16:creationId xmlns:a16="http://schemas.microsoft.com/office/drawing/2014/main" id="{777B5127-97EC-4F13-9729-2CFC2D098FFE}"/>
                </a:ext>
              </a:extLst>
            </p:cNvPr>
            <p:cNvSpPr>
              <a:spLocks noChangeArrowheads="1"/>
            </p:cNvSpPr>
            <p:nvPr/>
          </p:nvSpPr>
          <p:spPr bwMode="auto">
            <a:xfrm>
              <a:off x="197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77" name="Rectangle 127">
              <a:extLst>
                <a:ext uri="{FF2B5EF4-FFF2-40B4-BE49-F238E27FC236}">
                  <a16:creationId xmlns:a16="http://schemas.microsoft.com/office/drawing/2014/main" id="{4F2A94D2-CD96-413D-BE83-E8A16E2C803D}"/>
                </a:ext>
              </a:extLst>
            </p:cNvPr>
            <p:cNvSpPr>
              <a:spLocks noChangeArrowheads="1"/>
            </p:cNvSpPr>
            <p:nvPr/>
          </p:nvSpPr>
          <p:spPr bwMode="auto">
            <a:xfrm>
              <a:off x="1930"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58" name="Group 128">
            <a:extLst>
              <a:ext uri="{FF2B5EF4-FFF2-40B4-BE49-F238E27FC236}">
                <a16:creationId xmlns:a16="http://schemas.microsoft.com/office/drawing/2014/main" id="{981613D2-7922-4F4B-8169-FEDECB91C0B5}"/>
              </a:ext>
            </a:extLst>
          </p:cNvPr>
          <p:cNvGrpSpPr>
            <a:grpSpLocks/>
          </p:cNvGrpSpPr>
          <p:nvPr/>
        </p:nvGrpSpPr>
        <p:grpSpPr bwMode="auto">
          <a:xfrm>
            <a:off x="4583907" y="3651648"/>
            <a:ext cx="383381" cy="401240"/>
            <a:chOff x="2198" y="2592"/>
            <a:chExt cx="268" cy="480"/>
          </a:xfrm>
        </p:grpSpPr>
        <p:sp>
          <p:nvSpPr>
            <p:cNvPr id="13474" name="Rectangle 129">
              <a:extLst>
                <a:ext uri="{FF2B5EF4-FFF2-40B4-BE49-F238E27FC236}">
                  <a16:creationId xmlns:a16="http://schemas.microsoft.com/office/drawing/2014/main" id="{262C45AC-D352-42C7-9962-71EB4272CF6A}"/>
                </a:ext>
              </a:extLst>
            </p:cNvPr>
            <p:cNvSpPr>
              <a:spLocks noChangeArrowheads="1"/>
            </p:cNvSpPr>
            <p:nvPr/>
          </p:nvSpPr>
          <p:spPr bwMode="auto">
            <a:xfrm>
              <a:off x="224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75" name="Rectangle 130">
              <a:extLst>
                <a:ext uri="{FF2B5EF4-FFF2-40B4-BE49-F238E27FC236}">
                  <a16:creationId xmlns:a16="http://schemas.microsoft.com/office/drawing/2014/main" id="{FA7E0444-B90B-439F-A64F-8C54FE652E80}"/>
                </a:ext>
              </a:extLst>
            </p:cNvPr>
            <p:cNvSpPr>
              <a:spLocks noChangeArrowheads="1"/>
            </p:cNvSpPr>
            <p:nvPr/>
          </p:nvSpPr>
          <p:spPr bwMode="auto">
            <a:xfrm>
              <a:off x="219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59" name="Group 131">
            <a:extLst>
              <a:ext uri="{FF2B5EF4-FFF2-40B4-BE49-F238E27FC236}">
                <a16:creationId xmlns:a16="http://schemas.microsoft.com/office/drawing/2014/main" id="{50D00E34-2742-4AA2-B67B-596305EC5A83}"/>
              </a:ext>
            </a:extLst>
          </p:cNvPr>
          <p:cNvGrpSpPr>
            <a:grpSpLocks/>
          </p:cNvGrpSpPr>
          <p:nvPr/>
        </p:nvGrpSpPr>
        <p:grpSpPr bwMode="auto">
          <a:xfrm>
            <a:off x="4967288" y="3651648"/>
            <a:ext cx="384572" cy="401240"/>
            <a:chOff x="2466" y="2592"/>
            <a:chExt cx="268" cy="480"/>
          </a:xfrm>
        </p:grpSpPr>
        <p:sp>
          <p:nvSpPr>
            <p:cNvPr id="13472" name="Rectangle 132">
              <a:extLst>
                <a:ext uri="{FF2B5EF4-FFF2-40B4-BE49-F238E27FC236}">
                  <a16:creationId xmlns:a16="http://schemas.microsoft.com/office/drawing/2014/main" id="{C50DAD48-45BC-4A7A-9051-8152F649C62A}"/>
                </a:ext>
              </a:extLst>
            </p:cNvPr>
            <p:cNvSpPr>
              <a:spLocks noChangeArrowheads="1"/>
            </p:cNvSpPr>
            <p:nvPr/>
          </p:nvSpPr>
          <p:spPr bwMode="auto">
            <a:xfrm>
              <a:off x="2509"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73" name="Rectangle 133">
              <a:extLst>
                <a:ext uri="{FF2B5EF4-FFF2-40B4-BE49-F238E27FC236}">
                  <a16:creationId xmlns:a16="http://schemas.microsoft.com/office/drawing/2014/main" id="{A83AFB1F-0B76-40FD-9306-9D4CF7B6FF70}"/>
                </a:ext>
              </a:extLst>
            </p:cNvPr>
            <p:cNvSpPr>
              <a:spLocks noChangeArrowheads="1"/>
            </p:cNvSpPr>
            <p:nvPr/>
          </p:nvSpPr>
          <p:spPr bwMode="auto">
            <a:xfrm>
              <a:off x="2466"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60" name="Group 134">
            <a:extLst>
              <a:ext uri="{FF2B5EF4-FFF2-40B4-BE49-F238E27FC236}">
                <a16:creationId xmlns:a16="http://schemas.microsoft.com/office/drawing/2014/main" id="{F8552E42-202F-489D-9CBD-F8DE9F1D30AE}"/>
              </a:ext>
            </a:extLst>
          </p:cNvPr>
          <p:cNvGrpSpPr>
            <a:grpSpLocks/>
          </p:cNvGrpSpPr>
          <p:nvPr/>
        </p:nvGrpSpPr>
        <p:grpSpPr bwMode="auto">
          <a:xfrm>
            <a:off x="5351860" y="3651648"/>
            <a:ext cx="383381" cy="401240"/>
            <a:chOff x="2734" y="2592"/>
            <a:chExt cx="268" cy="480"/>
          </a:xfrm>
        </p:grpSpPr>
        <p:sp>
          <p:nvSpPr>
            <p:cNvPr id="13470" name="Rectangle 135">
              <a:extLst>
                <a:ext uri="{FF2B5EF4-FFF2-40B4-BE49-F238E27FC236}">
                  <a16:creationId xmlns:a16="http://schemas.microsoft.com/office/drawing/2014/main" id="{86A4D6FB-6653-44E2-B552-C1B4E66BEE28}"/>
                </a:ext>
              </a:extLst>
            </p:cNvPr>
            <p:cNvSpPr>
              <a:spLocks noChangeArrowheads="1"/>
            </p:cNvSpPr>
            <p:nvPr/>
          </p:nvSpPr>
          <p:spPr bwMode="auto">
            <a:xfrm>
              <a:off x="2777"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71" name="Rectangle 136">
              <a:extLst>
                <a:ext uri="{FF2B5EF4-FFF2-40B4-BE49-F238E27FC236}">
                  <a16:creationId xmlns:a16="http://schemas.microsoft.com/office/drawing/2014/main" id="{A10D85C4-8832-4AE4-A52C-63FFD52BD4B9}"/>
                </a:ext>
              </a:extLst>
            </p:cNvPr>
            <p:cNvSpPr>
              <a:spLocks noChangeArrowheads="1"/>
            </p:cNvSpPr>
            <p:nvPr/>
          </p:nvSpPr>
          <p:spPr bwMode="auto">
            <a:xfrm>
              <a:off x="2734"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61" name="Group 137">
            <a:extLst>
              <a:ext uri="{FF2B5EF4-FFF2-40B4-BE49-F238E27FC236}">
                <a16:creationId xmlns:a16="http://schemas.microsoft.com/office/drawing/2014/main" id="{5B36A779-D1A8-403D-ADB9-445CC4890AE7}"/>
              </a:ext>
            </a:extLst>
          </p:cNvPr>
          <p:cNvGrpSpPr>
            <a:grpSpLocks/>
          </p:cNvGrpSpPr>
          <p:nvPr/>
        </p:nvGrpSpPr>
        <p:grpSpPr bwMode="auto">
          <a:xfrm>
            <a:off x="5735242" y="3651648"/>
            <a:ext cx="383381" cy="401240"/>
            <a:chOff x="3002" y="2592"/>
            <a:chExt cx="268" cy="480"/>
          </a:xfrm>
        </p:grpSpPr>
        <p:sp>
          <p:nvSpPr>
            <p:cNvPr id="13468" name="Rectangle 138">
              <a:extLst>
                <a:ext uri="{FF2B5EF4-FFF2-40B4-BE49-F238E27FC236}">
                  <a16:creationId xmlns:a16="http://schemas.microsoft.com/office/drawing/2014/main" id="{7042B01E-4DCC-4E9A-9D18-E347BDF3AD8A}"/>
                </a:ext>
              </a:extLst>
            </p:cNvPr>
            <p:cNvSpPr>
              <a:spLocks noChangeArrowheads="1"/>
            </p:cNvSpPr>
            <p:nvPr/>
          </p:nvSpPr>
          <p:spPr bwMode="auto">
            <a:xfrm>
              <a:off x="3045"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69" name="Rectangle 139">
              <a:extLst>
                <a:ext uri="{FF2B5EF4-FFF2-40B4-BE49-F238E27FC236}">
                  <a16:creationId xmlns:a16="http://schemas.microsoft.com/office/drawing/2014/main" id="{A5F06339-6A75-4195-89EE-735E62F9DE0B}"/>
                </a:ext>
              </a:extLst>
            </p:cNvPr>
            <p:cNvSpPr>
              <a:spLocks noChangeArrowheads="1"/>
            </p:cNvSpPr>
            <p:nvPr/>
          </p:nvSpPr>
          <p:spPr bwMode="auto">
            <a:xfrm>
              <a:off x="3002"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62" name="Group 140">
            <a:extLst>
              <a:ext uri="{FF2B5EF4-FFF2-40B4-BE49-F238E27FC236}">
                <a16:creationId xmlns:a16="http://schemas.microsoft.com/office/drawing/2014/main" id="{37840F7C-C482-41F9-976F-CED287BDFD24}"/>
              </a:ext>
            </a:extLst>
          </p:cNvPr>
          <p:cNvGrpSpPr>
            <a:grpSpLocks/>
          </p:cNvGrpSpPr>
          <p:nvPr/>
        </p:nvGrpSpPr>
        <p:grpSpPr bwMode="auto">
          <a:xfrm>
            <a:off x="6118622" y="3651648"/>
            <a:ext cx="384572" cy="401240"/>
            <a:chOff x="3270" y="2592"/>
            <a:chExt cx="268" cy="480"/>
          </a:xfrm>
        </p:grpSpPr>
        <p:sp>
          <p:nvSpPr>
            <p:cNvPr id="13466" name="Rectangle 141">
              <a:extLst>
                <a:ext uri="{FF2B5EF4-FFF2-40B4-BE49-F238E27FC236}">
                  <a16:creationId xmlns:a16="http://schemas.microsoft.com/office/drawing/2014/main" id="{B9674CA7-92DF-4C51-82F5-DA07267287FD}"/>
                </a:ext>
              </a:extLst>
            </p:cNvPr>
            <p:cNvSpPr>
              <a:spLocks noChangeArrowheads="1"/>
            </p:cNvSpPr>
            <p:nvPr/>
          </p:nvSpPr>
          <p:spPr bwMode="auto">
            <a:xfrm>
              <a:off x="331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en-US" altLang="zh-CN" sz="1500" b="1">
                <a:solidFill>
                  <a:srgbClr val="007A77"/>
                </a:solidFill>
                <a:latin typeface="Times New Roman" panose="02020603050405020304" pitchFamily="18" charset="0"/>
              </a:endParaRP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467" name="Rectangle 142">
              <a:extLst>
                <a:ext uri="{FF2B5EF4-FFF2-40B4-BE49-F238E27FC236}">
                  <a16:creationId xmlns:a16="http://schemas.microsoft.com/office/drawing/2014/main" id="{FB3F718D-D338-4229-AC2C-AF281AF7E333}"/>
                </a:ext>
              </a:extLst>
            </p:cNvPr>
            <p:cNvSpPr>
              <a:spLocks noChangeArrowheads="1"/>
            </p:cNvSpPr>
            <p:nvPr/>
          </p:nvSpPr>
          <p:spPr bwMode="auto">
            <a:xfrm>
              <a:off x="3270"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63" name="Group 143">
            <a:extLst>
              <a:ext uri="{FF2B5EF4-FFF2-40B4-BE49-F238E27FC236}">
                <a16:creationId xmlns:a16="http://schemas.microsoft.com/office/drawing/2014/main" id="{44548384-A800-4F97-961E-F9C7C0CF362F}"/>
              </a:ext>
            </a:extLst>
          </p:cNvPr>
          <p:cNvGrpSpPr>
            <a:grpSpLocks/>
          </p:cNvGrpSpPr>
          <p:nvPr/>
        </p:nvGrpSpPr>
        <p:grpSpPr bwMode="auto">
          <a:xfrm>
            <a:off x="6503194" y="3651648"/>
            <a:ext cx="383381" cy="401240"/>
            <a:chOff x="3538" y="2592"/>
            <a:chExt cx="268" cy="480"/>
          </a:xfrm>
        </p:grpSpPr>
        <p:sp>
          <p:nvSpPr>
            <p:cNvPr id="13464" name="Rectangle 144">
              <a:extLst>
                <a:ext uri="{FF2B5EF4-FFF2-40B4-BE49-F238E27FC236}">
                  <a16:creationId xmlns:a16="http://schemas.microsoft.com/office/drawing/2014/main" id="{440E7A80-415B-4541-BC38-124AA768A9DC}"/>
                </a:ext>
              </a:extLst>
            </p:cNvPr>
            <p:cNvSpPr>
              <a:spLocks noChangeArrowheads="1"/>
            </p:cNvSpPr>
            <p:nvPr/>
          </p:nvSpPr>
          <p:spPr bwMode="auto">
            <a:xfrm>
              <a:off x="358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65" name="Rectangle 145">
              <a:extLst>
                <a:ext uri="{FF2B5EF4-FFF2-40B4-BE49-F238E27FC236}">
                  <a16:creationId xmlns:a16="http://schemas.microsoft.com/office/drawing/2014/main" id="{A0947A6C-7702-40CF-9502-862B4D78C342}"/>
                </a:ext>
              </a:extLst>
            </p:cNvPr>
            <p:cNvSpPr>
              <a:spLocks noChangeArrowheads="1"/>
            </p:cNvSpPr>
            <p:nvPr/>
          </p:nvSpPr>
          <p:spPr bwMode="auto">
            <a:xfrm>
              <a:off x="353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64" name="Group 146">
            <a:extLst>
              <a:ext uri="{FF2B5EF4-FFF2-40B4-BE49-F238E27FC236}">
                <a16:creationId xmlns:a16="http://schemas.microsoft.com/office/drawing/2014/main" id="{623064D4-2608-436E-A634-B2A612B99985}"/>
              </a:ext>
            </a:extLst>
          </p:cNvPr>
          <p:cNvGrpSpPr>
            <a:grpSpLocks/>
          </p:cNvGrpSpPr>
          <p:nvPr/>
        </p:nvGrpSpPr>
        <p:grpSpPr bwMode="auto">
          <a:xfrm>
            <a:off x="2694385" y="3219450"/>
            <a:ext cx="383381" cy="401241"/>
            <a:chOff x="858" y="2592"/>
            <a:chExt cx="268" cy="480"/>
          </a:xfrm>
        </p:grpSpPr>
        <p:sp>
          <p:nvSpPr>
            <p:cNvPr id="13462" name="Rectangle 147">
              <a:extLst>
                <a:ext uri="{FF2B5EF4-FFF2-40B4-BE49-F238E27FC236}">
                  <a16:creationId xmlns:a16="http://schemas.microsoft.com/office/drawing/2014/main" id="{65F7F5DC-18E3-4279-8D52-C6697C7149B6}"/>
                </a:ext>
              </a:extLst>
            </p:cNvPr>
            <p:cNvSpPr>
              <a:spLocks noChangeArrowheads="1"/>
            </p:cNvSpPr>
            <p:nvPr/>
          </p:nvSpPr>
          <p:spPr bwMode="auto">
            <a:xfrm>
              <a:off x="90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63" name="Rectangle 148">
              <a:extLst>
                <a:ext uri="{FF2B5EF4-FFF2-40B4-BE49-F238E27FC236}">
                  <a16:creationId xmlns:a16="http://schemas.microsoft.com/office/drawing/2014/main" id="{B29E9304-97A2-4352-AF32-84FE7509E4FE}"/>
                </a:ext>
              </a:extLst>
            </p:cNvPr>
            <p:cNvSpPr>
              <a:spLocks noChangeArrowheads="1"/>
            </p:cNvSpPr>
            <p:nvPr/>
          </p:nvSpPr>
          <p:spPr bwMode="auto">
            <a:xfrm>
              <a:off x="85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65" name="Group 149">
            <a:extLst>
              <a:ext uri="{FF2B5EF4-FFF2-40B4-BE49-F238E27FC236}">
                <a16:creationId xmlns:a16="http://schemas.microsoft.com/office/drawing/2014/main" id="{814A3E85-46EC-49F7-B368-07710E8CE7A6}"/>
              </a:ext>
            </a:extLst>
          </p:cNvPr>
          <p:cNvGrpSpPr>
            <a:grpSpLocks/>
          </p:cNvGrpSpPr>
          <p:nvPr/>
        </p:nvGrpSpPr>
        <p:grpSpPr bwMode="auto">
          <a:xfrm>
            <a:off x="3077766" y="3219450"/>
            <a:ext cx="384572" cy="401241"/>
            <a:chOff x="1126" y="2592"/>
            <a:chExt cx="268" cy="480"/>
          </a:xfrm>
        </p:grpSpPr>
        <p:sp>
          <p:nvSpPr>
            <p:cNvPr id="13460" name="Rectangle 150">
              <a:extLst>
                <a:ext uri="{FF2B5EF4-FFF2-40B4-BE49-F238E27FC236}">
                  <a16:creationId xmlns:a16="http://schemas.microsoft.com/office/drawing/2014/main" id="{16118E7D-FC16-4DAF-B390-989481580322}"/>
                </a:ext>
              </a:extLst>
            </p:cNvPr>
            <p:cNvSpPr>
              <a:spLocks noChangeArrowheads="1"/>
            </p:cNvSpPr>
            <p:nvPr/>
          </p:nvSpPr>
          <p:spPr bwMode="auto">
            <a:xfrm>
              <a:off x="1169"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en-US" altLang="zh-CN" sz="1500" b="1">
                <a:solidFill>
                  <a:srgbClr val="007A77"/>
                </a:solidFill>
                <a:latin typeface="Times New Roman" panose="02020603050405020304" pitchFamily="18" charset="0"/>
              </a:endParaRP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461" name="Rectangle 151">
              <a:extLst>
                <a:ext uri="{FF2B5EF4-FFF2-40B4-BE49-F238E27FC236}">
                  <a16:creationId xmlns:a16="http://schemas.microsoft.com/office/drawing/2014/main" id="{45EA9F50-9AC7-4E04-AEED-48F616199028}"/>
                </a:ext>
              </a:extLst>
            </p:cNvPr>
            <p:cNvSpPr>
              <a:spLocks noChangeArrowheads="1"/>
            </p:cNvSpPr>
            <p:nvPr/>
          </p:nvSpPr>
          <p:spPr bwMode="auto">
            <a:xfrm>
              <a:off x="1126"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66" name="Group 152">
            <a:extLst>
              <a:ext uri="{FF2B5EF4-FFF2-40B4-BE49-F238E27FC236}">
                <a16:creationId xmlns:a16="http://schemas.microsoft.com/office/drawing/2014/main" id="{460A8C1C-B580-445F-8FCB-EDCAEB01CA83}"/>
              </a:ext>
            </a:extLst>
          </p:cNvPr>
          <p:cNvGrpSpPr>
            <a:grpSpLocks/>
          </p:cNvGrpSpPr>
          <p:nvPr/>
        </p:nvGrpSpPr>
        <p:grpSpPr bwMode="auto">
          <a:xfrm>
            <a:off x="3462338" y="3219450"/>
            <a:ext cx="383381" cy="401241"/>
            <a:chOff x="1394" y="2592"/>
            <a:chExt cx="268" cy="480"/>
          </a:xfrm>
        </p:grpSpPr>
        <p:sp>
          <p:nvSpPr>
            <p:cNvPr id="13458" name="Rectangle 153">
              <a:extLst>
                <a:ext uri="{FF2B5EF4-FFF2-40B4-BE49-F238E27FC236}">
                  <a16:creationId xmlns:a16="http://schemas.microsoft.com/office/drawing/2014/main" id="{C1433677-11E2-4B1D-BDE9-49A0EF7169AD}"/>
                </a:ext>
              </a:extLst>
            </p:cNvPr>
            <p:cNvSpPr>
              <a:spLocks noChangeArrowheads="1"/>
            </p:cNvSpPr>
            <p:nvPr/>
          </p:nvSpPr>
          <p:spPr bwMode="auto">
            <a:xfrm>
              <a:off x="1437"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en-US" altLang="zh-CN" sz="1500" b="1">
                <a:solidFill>
                  <a:srgbClr val="007A77"/>
                </a:solidFill>
                <a:latin typeface="Times New Roman" panose="02020603050405020304" pitchFamily="18" charset="0"/>
              </a:endParaRP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459" name="Rectangle 154">
              <a:extLst>
                <a:ext uri="{FF2B5EF4-FFF2-40B4-BE49-F238E27FC236}">
                  <a16:creationId xmlns:a16="http://schemas.microsoft.com/office/drawing/2014/main" id="{B5E97371-7E8A-4F71-B43B-76A74732DF51}"/>
                </a:ext>
              </a:extLst>
            </p:cNvPr>
            <p:cNvSpPr>
              <a:spLocks noChangeArrowheads="1"/>
            </p:cNvSpPr>
            <p:nvPr/>
          </p:nvSpPr>
          <p:spPr bwMode="auto">
            <a:xfrm>
              <a:off x="1394"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67" name="Group 155">
            <a:extLst>
              <a:ext uri="{FF2B5EF4-FFF2-40B4-BE49-F238E27FC236}">
                <a16:creationId xmlns:a16="http://schemas.microsoft.com/office/drawing/2014/main" id="{233D0DE6-65B3-411D-8EAC-3E5CA8F721B1}"/>
              </a:ext>
            </a:extLst>
          </p:cNvPr>
          <p:cNvGrpSpPr>
            <a:grpSpLocks/>
          </p:cNvGrpSpPr>
          <p:nvPr/>
        </p:nvGrpSpPr>
        <p:grpSpPr bwMode="auto">
          <a:xfrm>
            <a:off x="3845719" y="3219450"/>
            <a:ext cx="383381" cy="401241"/>
            <a:chOff x="1662" y="2592"/>
            <a:chExt cx="268" cy="480"/>
          </a:xfrm>
        </p:grpSpPr>
        <p:sp>
          <p:nvSpPr>
            <p:cNvPr id="13456" name="Rectangle 156">
              <a:extLst>
                <a:ext uri="{FF2B5EF4-FFF2-40B4-BE49-F238E27FC236}">
                  <a16:creationId xmlns:a16="http://schemas.microsoft.com/office/drawing/2014/main" id="{54657DCD-CF7F-43C6-BED2-03061711A489}"/>
                </a:ext>
              </a:extLst>
            </p:cNvPr>
            <p:cNvSpPr>
              <a:spLocks noChangeArrowheads="1"/>
            </p:cNvSpPr>
            <p:nvPr/>
          </p:nvSpPr>
          <p:spPr bwMode="auto">
            <a:xfrm>
              <a:off x="1705"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57" name="Rectangle 157">
              <a:extLst>
                <a:ext uri="{FF2B5EF4-FFF2-40B4-BE49-F238E27FC236}">
                  <a16:creationId xmlns:a16="http://schemas.microsoft.com/office/drawing/2014/main" id="{4252E59D-E451-496E-848B-F3696BECDD05}"/>
                </a:ext>
              </a:extLst>
            </p:cNvPr>
            <p:cNvSpPr>
              <a:spLocks noChangeArrowheads="1"/>
            </p:cNvSpPr>
            <p:nvPr/>
          </p:nvSpPr>
          <p:spPr bwMode="auto">
            <a:xfrm>
              <a:off x="1662"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68" name="Group 158">
            <a:extLst>
              <a:ext uri="{FF2B5EF4-FFF2-40B4-BE49-F238E27FC236}">
                <a16:creationId xmlns:a16="http://schemas.microsoft.com/office/drawing/2014/main" id="{65B69FAE-3484-452F-AC42-5D05B9F90ED7}"/>
              </a:ext>
            </a:extLst>
          </p:cNvPr>
          <p:cNvGrpSpPr>
            <a:grpSpLocks/>
          </p:cNvGrpSpPr>
          <p:nvPr/>
        </p:nvGrpSpPr>
        <p:grpSpPr bwMode="auto">
          <a:xfrm>
            <a:off x="4229101" y="3219450"/>
            <a:ext cx="384572" cy="401241"/>
            <a:chOff x="1930" y="2592"/>
            <a:chExt cx="268" cy="480"/>
          </a:xfrm>
        </p:grpSpPr>
        <p:sp>
          <p:nvSpPr>
            <p:cNvPr id="13454" name="Rectangle 159">
              <a:extLst>
                <a:ext uri="{FF2B5EF4-FFF2-40B4-BE49-F238E27FC236}">
                  <a16:creationId xmlns:a16="http://schemas.microsoft.com/office/drawing/2014/main" id="{D1080D3E-2BE1-4E51-B768-D6F8457FE845}"/>
                </a:ext>
              </a:extLst>
            </p:cNvPr>
            <p:cNvSpPr>
              <a:spLocks noChangeArrowheads="1"/>
            </p:cNvSpPr>
            <p:nvPr/>
          </p:nvSpPr>
          <p:spPr bwMode="auto">
            <a:xfrm>
              <a:off x="197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55" name="Rectangle 160">
              <a:extLst>
                <a:ext uri="{FF2B5EF4-FFF2-40B4-BE49-F238E27FC236}">
                  <a16:creationId xmlns:a16="http://schemas.microsoft.com/office/drawing/2014/main" id="{C76AC319-4F98-438F-A40D-AD7ADCA84B3D}"/>
                </a:ext>
              </a:extLst>
            </p:cNvPr>
            <p:cNvSpPr>
              <a:spLocks noChangeArrowheads="1"/>
            </p:cNvSpPr>
            <p:nvPr/>
          </p:nvSpPr>
          <p:spPr bwMode="auto">
            <a:xfrm>
              <a:off x="1930"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69" name="Group 161">
            <a:extLst>
              <a:ext uri="{FF2B5EF4-FFF2-40B4-BE49-F238E27FC236}">
                <a16:creationId xmlns:a16="http://schemas.microsoft.com/office/drawing/2014/main" id="{45322F38-6513-4819-8086-65C1E5C53B5E}"/>
              </a:ext>
            </a:extLst>
          </p:cNvPr>
          <p:cNvGrpSpPr>
            <a:grpSpLocks/>
          </p:cNvGrpSpPr>
          <p:nvPr/>
        </p:nvGrpSpPr>
        <p:grpSpPr bwMode="auto">
          <a:xfrm>
            <a:off x="4613673" y="3219450"/>
            <a:ext cx="383381" cy="401241"/>
            <a:chOff x="2198" y="2592"/>
            <a:chExt cx="268" cy="480"/>
          </a:xfrm>
        </p:grpSpPr>
        <p:sp>
          <p:nvSpPr>
            <p:cNvPr id="13452" name="Rectangle 162">
              <a:extLst>
                <a:ext uri="{FF2B5EF4-FFF2-40B4-BE49-F238E27FC236}">
                  <a16:creationId xmlns:a16="http://schemas.microsoft.com/office/drawing/2014/main" id="{1329496C-BD6E-4121-A86D-BC01AA844BB0}"/>
                </a:ext>
              </a:extLst>
            </p:cNvPr>
            <p:cNvSpPr>
              <a:spLocks noChangeArrowheads="1"/>
            </p:cNvSpPr>
            <p:nvPr/>
          </p:nvSpPr>
          <p:spPr bwMode="auto">
            <a:xfrm>
              <a:off x="224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53" name="Rectangle 163">
              <a:extLst>
                <a:ext uri="{FF2B5EF4-FFF2-40B4-BE49-F238E27FC236}">
                  <a16:creationId xmlns:a16="http://schemas.microsoft.com/office/drawing/2014/main" id="{6868D3A6-7302-4AB3-A577-0252AD7D17A5}"/>
                </a:ext>
              </a:extLst>
            </p:cNvPr>
            <p:cNvSpPr>
              <a:spLocks noChangeArrowheads="1"/>
            </p:cNvSpPr>
            <p:nvPr/>
          </p:nvSpPr>
          <p:spPr bwMode="auto">
            <a:xfrm>
              <a:off x="219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70" name="Group 164">
            <a:extLst>
              <a:ext uri="{FF2B5EF4-FFF2-40B4-BE49-F238E27FC236}">
                <a16:creationId xmlns:a16="http://schemas.microsoft.com/office/drawing/2014/main" id="{C1597565-5E2B-416E-B64F-9F55D1CE33A9}"/>
              </a:ext>
            </a:extLst>
          </p:cNvPr>
          <p:cNvGrpSpPr>
            <a:grpSpLocks/>
          </p:cNvGrpSpPr>
          <p:nvPr/>
        </p:nvGrpSpPr>
        <p:grpSpPr bwMode="auto">
          <a:xfrm>
            <a:off x="4997053" y="3219450"/>
            <a:ext cx="384572" cy="401241"/>
            <a:chOff x="2466" y="2592"/>
            <a:chExt cx="268" cy="480"/>
          </a:xfrm>
        </p:grpSpPr>
        <p:sp>
          <p:nvSpPr>
            <p:cNvPr id="13450" name="Rectangle 165">
              <a:extLst>
                <a:ext uri="{FF2B5EF4-FFF2-40B4-BE49-F238E27FC236}">
                  <a16:creationId xmlns:a16="http://schemas.microsoft.com/office/drawing/2014/main" id="{39AC0664-447A-4C81-9BD7-7EFC2EFB8298}"/>
                </a:ext>
              </a:extLst>
            </p:cNvPr>
            <p:cNvSpPr>
              <a:spLocks noChangeArrowheads="1"/>
            </p:cNvSpPr>
            <p:nvPr/>
          </p:nvSpPr>
          <p:spPr bwMode="auto">
            <a:xfrm>
              <a:off x="2509"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51" name="Rectangle 166">
              <a:extLst>
                <a:ext uri="{FF2B5EF4-FFF2-40B4-BE49-F238E27FC236}">
                  <a16:creationId xmlns:a16="http://schemas.microsoft.com/office/drawing/2014/main" id="{D27794C8-3924-4CFF-B424-5191A46D3610}"/>
                </a:ext>
              </a:extLst>
            </p:cNvPr>
            <p:cNvSpPr>
              <a:spLocks noChangeArrowheads="1"/>
            </p:cNvSpPr>
            <p:nvPr/>
          </p:nvSpPr>
          <p:spPr bwMode="auto">
            <a:xfrm>
              <a:off x="2466"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71" name="Group 167">
            <a:extLst>
              <a:ext uri="{FF2B5EF4-FFF2-40B4-BE49-F238E27FC236}">
                <a16:creationId xmlns:a16="http://schemas.microsoft.com/office/drawing/2014/main" id="{F7F82FB2-17F7-48D2-BD56-D898791E6F38}"/>
              </a:ext>
            </a:extLst>
          </p:cNvPr>
          <p:cNvGrpSpPr>
            <a:grpSpLocks/>
          </p:cNvGrpSpPr>
          <p:nvPr/>
        </p:nvGrpSpPr>
        <p:grpSpPr bwMode="auto">
          <a:xfrm>
            <a:off x="5381626" y="3219450"/>
            <a:ext cx="383381" cy="401241"/>
            <a:chOff x="2734" y="2592"/>
            <a:chExt cx="268" cy="480"/>
          </a:xfrm>
        </p:grpSpPr>
        <p:sp>
          <p:nvSpPr>
            <p:cNvPr id="13448" name="Rectangle 168">
              <a:extLst>
                <a:ext uri="{FF2B5EF4-FFF2-40B4-BE49-F238E27FC236}">
                  <a16:creationId xmlns:a16="http://schemas.microsoft.com/office/drawing/2014/main" id="{C1313486-D48A-4F8C-A9BF-6FA162F5E169}"/>
                </a:ext>
              </a:extLst>
            </p:cNvPr>
            <p:cNvSpPr>
              <a:spLocks noChangeArrowheads="1"/>
            </p:cNvSpPr>
            <p:nvPr/>
          </p:nvSpPr>
          <p:spPr bwMode="auto">
            <a:xfrm>
              <a:off x="2777"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49" name="Rectangle 169">
              <a:extLst>
                <a:ext uri="{FF2B5EF4-FFF2-40B4-BE49-F238E27FC236}">
                  <a16:creationId xmlns:a16="http://schemas.microsoft.com/office/drawing/2014/main" id="{6165BBB5-4322-4A5C-B692-F788AF21E34B}"/>
                </a:ext>
              </a:extLst>
            </p:cNvPr>
            <p:cNvSpPr>
              <a:spLocks noChangeArrowheads="1"/>
            </p:cNvSpPr>
            <p:nvPr/>
          </p:nvSpPr>
          <p:spPr bwMode="auto">
            <a:xfrm>
              <a:off x="2734"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72" name="Group 170">
            <a:extLst>
              <a:ext uri="{FF2B5EF4-FFF2-40B4-BE49-F238E27FC236}">
                <a16:creationId xmlns:a16="http://schemas.microsoft.com/office/drawing/2014/main" id="{081D460D-1664-44F8-8D32-7BC471A8A143}"/>
              </a:ext>
            </a:extLst>
          </p:cNvPr>
          <p:cNvGrpSpPr>
            <a:grpSpLocks/>
          </p:cNvGrpSpPr>
          <p:nvPr/>
        </p:nvGrpSpPr>
        <p:grpSpPr bwMode="auto">
          <a:xfrm>
            <a:off x="5765007" y="3219450"/>
            <a:ext cx="383381" cy="401241"/>
            <a:chOff x="3002" y="2592"/>
            <a:chExt cx="268" cy="480"/>
          </a:xfrm>
        </p:grpSpPr>
        <p:sp>
          <p:nvSpPr>
            <p:cNvPr id="13446" name="Rectangle 171">
              <a:extLst>
                <a:ext uri="{FF2B5EF4-FFF2-40B4-BE49-F238E27FC236}">
                  <a16:creationId xmlns:a16="http://schemas.microsoft.com/office/drawing/2014/main" id="{122DA15F-52FA-4D41-B389-D46878BEA738}"/>
                </a:ext>
              </a:extLst>
            </p:cNvPr>
            <p:cNvSpPr>
              <a:spLocks noChangeArrowheads="1"/>
            </p:cNvSpPr>
            <p:nvPr/>
          </p:nvSpPr>
          <p:spPr bwMode="auto">
            <a:xfrm>
              <a:off x="3045"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47" name="Rectangle 172">
              <a:extLst>
                <a:ext uri="{FF2B5EF4-FFF2-40B4-BE49-F238E27FC236}">
                  <a16:creationId xmlns:a16="http://schemas.microsoft.com/office/drawing/2014/main" id="{E99C59F7-6AD7-4715-8BF2-AF7DF73F5C78}"/>
                </a:ext>
              </a:extLst>
            </p:cNvPr>
            <p:cNvSpPr>
              <a:spLocks noChangeArrowheads="1"/>
            </p:cNvSpPr>
            <p:nvPr/>
          </p:nvSpPr>
          <p:spPr bwMode="auto">
            <a:xfrm>
              <a:off x="3002"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73" name="Group 173">
            <a:extLst>
              <a:ext uri="{FF2B5EF4-FFF2-40B4-BE49-F238E27FC236}">
                <a16:creationId xmlns:a16="http://schemas.microsoft.com/office/drawing/2014/main" id="{FC8A6A00-F35A-47D6-9261-BA3169A39AB0}"/>
              </a:ext>
            </a:extLst>
          </p:cNvPr>
          <p:cNvGrpSpPr>
            <a:grpSpLocks/>
          </p:cNvGrpSpPr>
          <p:nvPr/>
        </p:nvGrpSpPr>
        <p:grpSpPr bwMode="auto">
          <a:xfrm>
            <a:off x="6148388" y="3219450"/>
            <a:ext cx="384572" cy="401241"/>
            <a:chOff x="3270" y="2592"/>
            <a:chExt cx="268" cy="480"/>
          </a:xfrm>
        </p:grpSpPr>
        <p:sp>
          <p:nvSpPr>
            <p:cNvPr id="13444" name="Rectangle 174">
              <a:extLst>
                <a:ext uri="{FF2B5EF4-FFF2-40B4-BE49-F238E27FC236}">
                  <a16:creationId xmlns:a16="http://schemas.microsoft.com/office/drawing/2014/main" id="{ECB77DD7-4105-4F08-908F-6D37F39D9DE1}"/>
                </a:ext>
              </a:extLst>
            </p:cNvPr>
            <p:cNvSpPr>
              <a:spLocks noChangeArrowheads="1"/>
            </p:cNvSpPr>
            <p:nvPr/>
          </p:nvSpPr>
          <p:spPr bwMode="auto">
            <a:xfrm>
              <a:off x="331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en-US" altLang="zh-CN" sz="1500" b="1">
                <a:solidFill>
                  <a:srgbClr val="007A77"/>
                </a:solidFill>
                <a:latin typeface="Times New Roman" panose="02020603050405020304" pitchFamily="18" charset="0"/>
              </a:endParaRP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445" name="Rectangle 175">
              <a:extLst>
                <a:ext uri="{FF2B5EF4-FFF2-40B4-BE49-F238E27FC236}">
                  <a16:creationId xmlns:a16="http://schemas.microsoft.com/office/drawing/2014/main" id="{8E8D4EF4-B3BE-4659-837A-B09C27DD2195}"/>
                </a:ext>
              </a:extLst>
            </p:cNvPr>
            <p:cNvSpPr>
              <a:spLocks noChangeArrowheads="1"/>
            </p:cNvSpPr>
            <p:nvPr/>
          </p:nvSpPr>
          <p:spPr bwMode="auto">
            <a:xfrm>
              <a:off x="3270"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74" name="Group 176">
            <a:extLst>
              <a:ext uri="{FF2B5EF4-FFF2-40B4-BE49-F238E27FC236}">
                <a16:creationId xmlns:a16="http://schemas.microsoft.com/office/drawing/2014/main" id="{F4A71A1F-0B82-40C5-8366-4455230ECC69}"/>
              </a:ext>
            </a:extLst>
          </p:cNvPr>
          <p:cNvGrpSpPr>
            <a:grpSpLocks/>
          </p:cNvGrpSpPr>
          <p:nvPr/>
        </p:nvGrpSpPr>
        <p:grpSpPr bwMode="auto">
          <a:xfrm>
            <a:off x="6532960" y="3219450"/>
            <a:ext cx="383381" cy="401241"/>
            <a:chOff x="3538" y="2592"/>
            <a:chExt cx="268" cy="480"/>
          </a:xfrm>
        </p:grpSpPr>
        <p:sp>
          <p:nvSpPr>
            <p:cNvPr id="13442" name="Rectangle 177">
              <a:extLst>
                <a:ext uri="{FF2B5EF4-FFF2-40B4-BE49-F238E27FC236}">
                  <a16:creationId xmlns:a16="http://schemas.microsoft.com/office/drawing/2014/main" id="{3EC32949-89E5-497D-9215-B7304DD8E661}"/>
                </a:ext>
              </a:extLst>
            </p:cNvPr>
            <p:cNvSpPr>
              <a:spLocks noChangeArrowheads="1"/>
            </p:cNvSpPr>
            <p:nvPr/>
          </p:nvSpPr>
          <p:spPr bwMode="auto">
            <a:xfrm>
              <a:off x="358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43" name="Rectangle 178">
              <a:extLst>
                <a:ext uri="{FF2B5EF4-FFF2-40B4-BE49-F238E27FC236}">
                  <a16:creationId xmlns:a16="http://schemas.microsoft.com/office/drawing/2014/main" id="{6B241854-19CD-41E0-BB75-4ECD6FB8AAE9}"/>
                </a:ext>
              </a:extLst>
            </p:cNvPr>
            <p:cNvSpPr>
              <a:spLocks noChangeArrowheads="1"/>
            </p:cNvSpPr>
            <p:nvPr/>
          </p:nvSpPr>
          <p:spPr bwMode="auto">
            <a:xfrm>
              <a:off x="353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75" name="Group 179">
            <a:extLst>
              <a:ext uri="{FF2B5EF4-FFF2-40B4-BE49-F238E27FC236}">
                <a16:creationId xmlns:a16="http://schemas.microsoft.com/office/drawing/2014/main" id="{0072AC66-9B64-4264-A490-34CAB7009C07}"/>
              </a:ext>
            </a:extLst>
          </p:cNvPr>
          <p:cNvGrpSpPr>
            <a:grpSpLocks/>
          </p:cNvGrpSpPr>
          <p:nvPr/>
        </p:nvGrpSpPr>
        <p:grpSpPr bwMode="auto">
          <a:xfrm>
            <a:off x="2689623" y="2787254"/>
            <a:ext cx="383381" cy="401240"/>
            <a:chOff x="858" y="2592"/>
            <a:chExt cx="268" cy="480"/>
          </a:xfrm>
        </p:grpSpPr>
        <p:sp>
          <p:nvSpPr>
            <p:cNvPr id="13440" name="Rectangle 180">
              <a:extLst>
                <a:ext uri="{FF2B5EF4-FFF2-40B4-BE49-F238E27FC236}">
                  <a16:creationId xmlns:a16="http://schemas.microsoft.com/office/drawing/2014/main" id="{EF63BAD2-D82D-4308-B5B4-14DD3BAE5C33}"/>
                </a:ext>
              </a:extLst>
            </p:cNvPr>
            <p:cNvSpPr>
              <a:spLocks noChangeArrowheads="1"/>
            </p:cNvSpPr>
            <p:nvPr/>
          </p:nvSpPr>
          <p:spPr bwMode="auto">
            <a:xfrm>
              <a:off x="90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41" name="Rectangle 181">
              <a:extLst>
                <a:ext uri="{FF2B5EF4-FFF2-40B4-BE49-F238E27FC236}">
                  <a16:creationId xmlns:a16="http://schemas.microsoft.com/office/drawing/2014/main" id="{8D310F26-23C9-4BCB-90C5-7E4B3FF5F5AE}"/>
                </a:ext>
              </a:extLst>
            </p:cNvPr>
            <p:cNvSpPr>
              <a:spLocks noChangeArrowheads="1"/>
            </p:cNvSpPr>
            <p:nvPr/>
          </p:nvSpPr>
          <p:spPr bwMode="auto">
            <a:xfrm>
              <a:off x="85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76" name="Group 182">
            <a:extLst>
              <a:ext uri="{FF2B5EF4-FFF2-40B4-BE49-F238E27FC236}">
                <a16:creationId xmlns:a16="http://schemas.microsoft.com/office/drawing/2014/main" id="{20BC67F2-151A-4960-A961-7BC979110ECD}"/>
              </a:ext>
            </a:extLst>
          </p:cNvPr>
          <p:cNvGrpSpPr>
            <a:grpSpLocks/>
          </p:cNvGrpSpPr>
          <p:nvPr/>
        </p:nvGrpSpPr>
        <p:grpSpPr bwMode="auto">
          <a:xfrm>
            <a:off x="3073003" y="2787254"/>
            <a:ext cx="384572" cy="401240"/>
            <a:chOff x="1126" y="2592"/>
            <a:chExt cx="268" cy="480"/>
          </a:xfrm>
        </p:grpSpPr>
        <p:sp>
          <p:nvSpPr>
            <p:cNvPr id="13438" name="Rectangle 183">
              <a:extLst>
                <a:ext uri="{FF2B5EF4-FFF2-40B4-BE49-F238E27FC236}">
                  <a16:creationId xmlns:a16="http://schemas.microsoft.com/office/drawing/2014/main" id="{EA799756-CBB2-4226-B31A-D53F25DA88B4}"/>
                </a:ext>
              </a:extLst>
            </p:cNvPr>
            <p:cNvSpPr>
              <a:spLocks noChangeArrowheads="1"/>
            </p:cNvSpPr>
            <p:nvPr/>
          </p:nvSpPr>
          <p:spPr bwMode="auto">
            <a:xfrm>
              <a:off x="1169"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en-US" altLang="zh-CN" sz="1500" b="1">
                <a:solidFill>
                  <a:srgbClr val="007A77"/>
                </a:solidFill>
                <a:latin typeface="Times New Roman" panose="02020603050405020304" pitchFamily="18" charset="0"/>
              </a:endParaRP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439" name="Rectangle 184">
              <a:extLst>
                <a:ext uri="{FF2B5EF4-FFF2-40B4-BE49-F238E27FC236}">
                  <a16:creationId xmlns:a16="http://schemas.microsoft.com/office/drawing/2014/main" id="{3359B404-035A-4E38-A129-BC06BEC3EBF4}"/>
                </a:ext>
              </a:extLst>
            </p:cNvPr>
            <p:cNvSpPr>
              <a:spLocks noChangeArrowheads="1"/>
            </p:cNvSpPr>
            <p:nvPr/>
          </p:nvSpPr>
          <p:spPr bwMode="auto">
            <a:xfrm>
              <a:off x="1126"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77" name="Group 185">
            <a:extLst>
              <a:ext uri="{FF2B5EF4-FFF2-40B4-BE49-F238E27FC236}">
                <a16:creationId xmlns:a16="http://schemas.microsoft.com/office/drawing/2014/main" id="{A40D60CF-C96C-4C47-AB97-60A16B7C6A19}"/>
              </a:ext>
            </a:extLst>
          </p:cNvPr>
          <p:cNvGrpSpPr>
            <a:grpSpLocks/>
          </p:cNvGrpSpPr>
          <p:nvPr/>
        </p:nvGrpSpPr>
        <p:grpSpPr bwMode="auto">
          <a:xfrm>
            <a:off x="3457576" y="2787254"/>
            <a:ext cx="383381" cy="401240"/>
            <a:chOff x="1394" y="2592"/>
            <a:chExt cx="268" cy="480"/>
          </a:xfrm>
        </p:grpSpPr>
        <p:sp>
          <p:nvSpPr>
            <p:cNvPr id="13436" name="Rectangle 186">
              <a:extLst>
                <a:ext uri="{FF2B5EF4-FFF2-40B4-BE49-F238E27FC236}">
                  <a16:creationId xmlns:a16="http://schemas.microsoft.com/office/drawing/2014/main" id="{65A5E1A8-E2AA-4532-977C-B6209424AB26}"/>
                </a:ext>
              </a:extLst>
            </p:cNvPr>
            <p:cNvSpPr>
              <a:spLocks noChangeArrowheads="1"/>
            </p:cNvSpPr>
            <p:nvPr/>
          </p:nvSpPr>
          <p:spPr bwMode="auto">
            <a:xfrm>
              <a:off x="1437"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en-US" altLang="zh-CN" sz="1500" b="1">
                <a:solidFill>
                  <a:srgbClr val="007A77"/>
                </a:solidFill>
                <a:latin typeface="Times New Roman" panose="02020603050405020304" pitchFamily="18" charset="0"/>
              </a:endParaRP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437" name="Rectangle 187">
              <a:extLst>
                <a:ext uri="{FF2B5EF4-FFF2-40B4-BE49-F238E27FC236}">
                  <a16:creationId xmlns:a16="http://schemas.microsoft.com/office/drawing/2014/main" id="{93641591-DD1D-4F03-A8D1-D16AED31C40C}"/>
                </a:ext>
              </a:extLst>
            </p:cNvPr>
            <p:cNvSpPr>
              <a:spLocks noChangeArrowheads="1"/>
            </p:cNvSpPr>
            <p:nvPr/>
          </p:nvSpPr>
          <p:spPr bwMode="auto">
            <a:xfrm>
              <a:off x="1394"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78" name="Group 188">
            <a:extLst>
              <a:ext uri="{FF2B5EF4-FFF2-40B4-BE49-F238E27FC236}">
                <a16:creationId xmlns:a16="http://schemas.microsoft.com/office/drawing/2014/main" id="{13D63DD8-341D-48BF-85AA-951B7D58FE6B}"/>
              </a:ext>
            </a:extLst>
          </p:cNvPr>
          <p:cNvGrpSpPr>
            <a:grpSpLocks/>
          </p:cNvGrpSpPr>
          <p:nvPr/>
        </p:nvGrpSpPr>
        <p:grpSpPr bwMode="auto">
          <a:xfrm>
            <a:off x="3840957" y="2787254"/>
            <a:ext cx="383381" cy="401240"/>
            <a:chOff x="1662" y="2592"/>
            <a:chExt cx="268" cy="480"/>
          </a:xfrm>
        </p:grpSpPr>
        <p:sp>
          <p:nvSpPr>
            <p:cNvPr id="13434" name="Rectangle 189">
              <a:extLst>
                <a:ext uri="{FF2B5EF4-FFF2-40B4-BE49-F238E27FC236}">
                  <a16:creationId xmlns:a16="http://schemas.microsoft.com/office/drawing/2014/main" id="{7F1E7B30-6839-4075-9CAC-DA3F3D482082}"/>
                </a:ext>
              </a:extLst>
            </p:cNvPr>
            <p:cNvSpPr>
              <a:spLocks noChangeArrowheads="1"/>
            </p:cNvSpPr>
            <p:nvPr/>
          </p:nvSpPr>
          <p:spPr bwMode="auto">
            <a:xfrm>
              <a:off x="1705"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35" name="Rectangle 190">
              <a:extLst>
                <a:ext uri="{FF2B5EF4-FFF2-40B4-BE49-F238E27FC236}">
                  <a16:creationId xmlns:a16="http://schemas.microsoft.com/office/drawing/2014/main" id="{6E11C2FC-78B2-4B5C-A2C8-B78743572298}"/>
                </a:ext>
              </a:extLst>
            </p:cNvPr>
            <p:cNvSpPr>
              <a:spLocks noChangeArrowheads="1"/>
            </p:cNvSpPr>
            <p:nvPr/>
          </p:nvSpPr>
          <p:spPr bwMode="auto">
            <a:xfrm>
              <a:off x="1662"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79" name="Group 191">
            <a:extLst>
              <a:ext uri="{FF2B5EF4-FFF2-40B4-BE49-F238E27FC236}">
                <a16:creationId xmlns:a16="http://schemas.microsoft.com/office/drawing/2014/main" id="{25C5CA96-AF9F-4F24-A05B-75E47D20C1A4}"/>
              </a:ext>
            </a:extLst>
          </p:cNvPr>
          <p:cNvGrpSpPr>
            <a:grpSpLocks/>
          </p:cNvGrpSpPr>
          <p:nvPr/>
        </p:nvGrpSpPr>
        <p:grpSpPr bwMode="auto">
          <a:xfrm>
            <a:off x="4224338" y="2787254"/>
            <a:ext cx="384572" cy="401240"/>
            <a:chOff x="1930" y="2592"/>
            <a:chExt cx="268" cy="480"/>
          </a:xfrm>
        </p:grpSpPr>
        <p:sp>
          <p:nvSpPr>
            <p:cNvPr id="13432" name="Rectangle 192">
              <a:extLst>
                <a:ext uri="{FF2B5EF4-FFF2-40B4-BE49-F238E27FC236}">
                  <a16:creationId xmlns:a16="http://schemas.microsoft.com/office/drawing/2014/main" id="{773EF4DE-CE83-468B-BBF9-A789B005EC2A}"/>
                </a:ext>
              </a:extLst>
            </p:cNvPr>
            <p:cNvSpPr>
              <a:spLocks noChangeArrowheads="1"/>
            </p:cNvSpPr>
            <p:nvPr/>
          </p:nvSpPr>
          <p:spPr bwMode="auto">
            <a:xfrm>
              <a:off x="197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33" name="Rectangle 193">
              <a:extLst>
                <a:ext uri="{FF2B5EF4-FFF2-40B4-BE49-F238E27FC236}">
                  <a16:creationId xmlns:a16="http://schemas.microsoft.com/office/drawing/2014/main" id="{B007E3A5-BF8F-47F1-94B9-1A6549CB2650}"/>
                </a:ext>
              </a:extLst>
            </p:cNvPr>
            <p:cNvSpPr>
              <a:spLocks noChangeArrowheads="1"/>
            </p:cNvSpPr>
            <p:nvPr/>
          </p:nvSpPr>
          <p:spPr bwMode="auto">
            <a:xfrm>
              <a:off x="1930"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80" name="Group 194">
            <a:extLst>
              <a:ext uri="{FF2B5EF4-FFF2-40B4-BE49-F238E27FC236}">
                <a16:creationId xmlns:a16="http://schemas.microsoft.com/office/drawing/2014/main" id="{4672E22C-974C-432A-BBF6-7EF168CB85C1}"/>
              </a:ext>
            </a:extLst>
          </p:cNvPr>
          <p:cNvGrpSpPr>
            <a:grpSpLocks/>
          </p:cNvGrpSpPr>
          <p:nvPr/>
        </p:nvGrpSpPr>
        <p:grpSpPr bwMode="auto">
          <a:xfrm>
            <a:off x="4608910" y="2787254"/>
            <a:ext cx="383381" cy="401240"/>
            <a:chOff x="2198" y="2592"/>
            <a:chExt cx="268" cy="480"/>
          </a:xfrm>
        </p:grpSpPr>
        <p:sp>
          <p:nvSpPr>
            <p:cNvPr id="13430" name="Rectangle 195">
              <a:extLst>
                <a:ext uri="{FF2B5EF4-FFF2-40B4-BE49-F238E27FC236}">
                  <a16:creationId xmlns:a16="http://schemas.microsoft.com/office/drawing/2014/main" id="{06356A69-76C2-4AB3-8C64-E94C80F038BC}"/>
                </a:ext>
              </a:extLst>
            </p:cNvPr>
            <p:cNvSpPr>
              <a:spLocks noChangeArrowheads="1"/>
            </p:cNvSpPr>
            <p:nvPr/>
          </p:nvSpPr>
          <p:spPr bwMode="auto">
            <a:xfrm>
              <a:off x="224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31" name="Rectangle 196">
              <a:extLst>
                <a:ext uri="{FF2B5EF4-FFF2-40B4-BE49-F238E27FC236}">
                  <a16:creationId xmlns:a16="http://schemas.microsoft.com/office/drawing/2014/main" id="{1992B1D2-ACB1-49F7-B4F2-EE76B7809A0F}"/>
                </a:ext>
              </a:extLst>
            </p:cNvPr>
            <p:cNvSpPr>
              <a:spLocks noChangeArrowheads="1"/>
            </p:cNvSpPr>
            <p:nvPr/>
          </p:nvSpPr>
          <p:spPr bwMode="auto">
            <a:xfrm>
              <a:off x="219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81" name="Group 197">
            <a:extLst>
              <a:ext uri="{FF2B5EF4-FFF2-40B4-BE49-F238E27FC236}">
                <a16:creationId xmlns:a16="http://schemas.microsoft.com/office/drawing/2014/main" id="{9BF56052-C5C8-44F5-AC3D-F44036F32B39}"/>
              </a:ext>
            </a:extLst>
          </p:cNvPr>
          <p:cNvGrpSpPr>
            <a:grpSpLocks/>
          </p:cNvGrpSpPr>
          <p:nvPr/>
        </p:nvGrpSpPr>
        <p:grpSpPr bwMode="auto">
          <a:xfrm>
            <a:off x="4992291" y="2787254"/>
            <a:ext cx="384572" cy="401240"/>
            <a:chOff x="2466" y="2592"/>
            <a:chExt cx="268" cy="480"/>
          </a:xfrm>
        </p:grpSpPr>
        <p:sp>
          <p:nvSpPr>
            <p:cNvPr id="13428" name="Rectangle 198">
              <a:extLst>
                <a:ext uri="{FF2B5EF4-FFF2-40B4-BE49-F238E27FC236}">
                  <a16:creationId xmlns:a16="http://schemas.microsoft.com/office/drawing/2014/main" id="{3AFE5EE0-B8AA-489C-86E1-9E701C973904}"/>
                </a:ext>
              </a:extLst>
            </p:cNvPr>
            <p:cNvSpPr>
              <a:spLocks noChangeArrowheads="1"/>
            </p:cNvSpPr>
            <p:nvPr/>
          </p:nvSpPr>
          <p:spPr bwMode="auto">
            <a:xfrm>
              <a:off x="2509"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29" name="Rectangle 199">
              <a:extLst>
                <a:ext uri="{FF2B5EF4-FFF2-40B4-BE49-F238E27FC236}">
                  <a16:creationId xmlns:a16="http://schemas.microsoft.com/office/drawing/2014/main" id="{A7C6D835-3176-4750-84CD-A53BA5951BAE}"/>
                </a:ext>
              </a:extLst>
            </p:cNvPr>
            <p:cNvSpPr>
              <a:spLocks noChangeArrowheads="1"/>
            </p:cNvSpPr>
            <p:nvPr/>
          </p:nvSpPr>
          <p:spPr bwMode="auto">
            <a:xfrm>
              <a:off x="2466"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82" name="Group 200">
            <a:extLst>
              <a:ext uri="{FF2B5EF4-FFF2-40B4-BE49-F238E27FC236}">
                <a16:creationId xmlns:a16="http://schemas.microsoft.com/office/drawing/2014/main" id="{F71A070D-7062-4C72-816A-DB6CC7F9F160}"/>
              </a:ext>
            </a:extLst>
          </p:cNvPr>
          <p:cNvGrpSpPr>
            <a:grpSpLocks/>
          </p:cNvGrpSpPr>
          <p:nvPr/>
        </p:nvGrpSpPr>
        <p:grpSpPr bwMode="auto">
          <a:xfrm>
            <a:off x="5376863" y="2787254"/>
            <a:ext cx="383381" cy="401240"/>
            <a:chOff x="2734" y="2592"/>
            <a:chExt cx="268" cy="480"/>
          </a:xfrm>
        </p:grpSpPr>
        <p:sp>
          <p:nvSpPr>
            <p:cNvPr id="13426" name="Rectangle 201">
              <a:extLst>
                <a:ext uri="{FF2B5EF4-FFF2-40B4-BE49-F238E27FC236}">
                  <a16:creationId xmlns:a16="http://schemas.microsoft.com/office/drawing/2014/main" id="{1574C1B1-AEC2-480C-967D-15607E54655A}"/>
                </a:ext>
              </a:extLst>
            </p:cNvPr>
            <p:cNvSpPr>
              <a:spLocks noChangeArrowheads="1"/>
            </p:cNvSpPr>
            <p:nvPr/>
          </p:nvSpPr>
          <p:spPr bwMode="auto">
            <a:xfrm>
              <a:off x="2777"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27" name="Rectangle 202">
              <a:extLst>
                <a:ext uri="{FF2B5EF4-FFF2-40B4-BE49-F238E27FC236}">
                  <a16:creationId xmlns:a16="http://schemas.microsoft.com/office/drawing/2014/main" id="{D76BD5AB-3579-406D-AF96-A953F79E5E33}"/>
                </a:ext>
              </a:extLst>
            </p:cNvPr>
            <p:cNvSpPr>
              <a:spLocks noChangeArrowheads="1"/>
            </p:cNvSpPr>
            <p:nvPr/>
          </p:nvSpPr>
          <p:spPr bwMode="auto">
            <a:xfrm>
              <a:off x="2734"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83" name="Group 203">
            <a:extLst>
              <a:ext uri="{FF2B5EF4-FFF2-40B4-BE49-F238E27FC236}">
                <a16:creationId xmlns:a16="http://schemas.microsoft.com/office/drawing/2014/main" id="{070721A5-965E-456E-95FF-F8E7862A1D8D}"/>
              </a:ext>
            </a:extLst>
          </p:cNvPr>
          <p:cNvGrpSpPr>
            <a:grpSpLocks/>
          </p:cNvGrpSpPr>
          <p:nvPr/>
        </p:nvGrpSpPr>
        <p:grpSpPr bwMode="auto">
          <a:xfrm>
            <a:off x="5760244" y="2787254"/>
            <a:ext cx="383381" cy="401240"/>
            <a:chOff x="3002" y="2592"/>
            <a:chExt cx="268" cy="480"/>
          </a:xfrm>
        </p:grpSpPr>
        <p:sp>
          <p:nvSpPr>
            <p:cNvPr id="13424" name="Rectangle 204">
              <a:extLst>
                <a:ext uri="{FF2B5EF4-FFF2-40B4-BE49-F238E27FC236}">
                  <a16:creationId xmlns:a16="http://schemas.microsoft.com/office/drawing/2014/main" id="{AE614E2D-82E8-456E-8076-E57827DD641B}"/>
                </a:ext>
              </a:extLst>
            </p:cNvPr>
            <p:cNvSpPr>
              <a:spLocks noChangeArrowheads="1"/>
            </p:cNvSpPr>
            <p:nvPr/>
          </p:nvSpPr>
          <p:spPr bwMode="auto">
            <a:xfrm>
              <a:off x="3045"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25" name="Rectangle 205">
              <a:extLst>
                <a:ext uri="{FF2B5EF4-FFF2-40B4-BE49-F238E27FC236}">
                  <a16:creationId xmlns:a16="http://schemas.microsoft.com/office/drawing/2014/main" id="{1719075A-D67A-41FE-BE84-B6BB3A3397D2}"/>
                </a:ext>
              </a:extLst>
            </p:cNvPr>
            <p:cNvSpPr>
              <a:spLocks noChangeArrowheads="1"/>
            </p:cNvSpPr>
            <p:nvPr/>
          </p:nvSpPr>
          <p:spPr bwMode="auto">
            <a:xfrm>
              <a:off x="3002"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84" name="Group 206">
            <a:extLst>
              <a:ext uri="{FF2B5EF4-FFF2-40B4-BE49-F238E27FC236}">
                <a16:creationId xmlns:a16="http://schemas.microsoft.com/office/drawing/2014/main" id="{81470E5F-DC76-4CD1-8B5E-8A275A5D8821}"/>
              </a:ext>
            </a:extLst>
          </p:cNvPr>
          <p:cNvGrpSpPr>
            <a:grpSpLocks/>
          </p:cNvGrpSpPr>
          <p:nvPr/>
        </p:nvGrpSpPr>
        <p:grpSpPr bwMode="auto">
          <a:xfrm>
            <a:off x="6143626" y="2787254"/>
            <a:ext cx="384572" cy="401240"/>
            <a:chOff x="3270" y="2592"/>
            <a:chExt cx="268" cy="480"/>
          </a:xfrm>
        </p:grpSpPr>
        <p:sp>
          <p:nvSpPr>
            <p:cNvPr id="13422" name="Rectangle 207">
              <a:extLst>
                <a:ext uri="{FF2B5EF4-FFF2-40B4-BE49-F238E27FC236}">
                  <a16:creationId xmlns:a16="http://schemas.microsoft.com/office/drawing/2014/main" id="{FBB6140A-11BB-4F57-96C7-9A6F3D0EF17B}"/>
                </a:ext>
              </a:extLst>
            </p:cNvPr>
            <p:cNvSpPr>
              <a:spLocks noChangeArrowheads="1"/>
            </p:cNvSpPr>
            <p:nvPr/>
          </p:nvSpPr>
          <p:spPr bwMode="auto">
            <a:xfrm>
              <a:off x="331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en-US" altLang="zh-CN" sz="1500" b="1">
                <a:solidFill>
                  <a:srgbClr val="007A77"/>
                </a:solidFill>
                <a:latin typeface="Times New Roman" panose="02020603050405020304" pitchFamily="18" charset="0"/>
              </a:endParaRP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423" name="Rectangle 208">
              <a:extLst>
                <a:ext uri="{FF2B5EF4-FFF2-40B4-BE49-F238E27FC236}">
                  <a16:creationId xmlns:a16="http://schemas.microsoft.com/office/drawing/2014/main" id="{288EFE89-C551-49E9-A742-D16C79272211}"/>
                </a:ext>
              </a:extLst>
            </p:cNvPr>
            <p:cNvSpPr>
              <a:spLocks noChangeArrowheads="1"/>
            </p:cNvSpPr>
            <p:nvPr/>
          </p:nvSpPr>
          <p:spPr bwMode="auto">
            <a:xfrm>
              <a:off x="3270"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85" name="Group 209">
            <a:extLst>
              <a:ext uri="{FF2B5EF4-FFF2-40B4-BE49-F238E27FC236}">
                <a16:creationId xmlns:a16="http://schemas.microsoft.com/office/drawing/2014/main" id="{38AC0C41-CD78-4B06-BC11-65117A69FC52}"/>
              </a:ext>
            </a:extLst>
          </p:cNvPr>
          <p:cNvGrpSpPr>
            <a:grpSpLocks/>
          </p:cNvGrpSpPr>
          <p:nvPr/>
        </p:nvGrpSpPr>
        <p:grpSpPr bwMode="auto">
          <a:xfrm>
            <a:off x="6528198" y="2787254"/>
            <a:ext cx="383381" cy="401240"/>
            <a:chOff x="3538" y="2592"/>
            <a:chExt cx="268" cy="480"/>
          </a:xfrm>
        </p:grpSpPr>
        <p:sp>
          <p:nvSpPr>
            <p:cNvPr id="13420" name="Rectangle 210">
              <a:extLst>
                <a:ext uri="{FF2B5EF4-FFF2-40B4-BE49-F238E27FC236}">
                  <a16:creationId xmlns:a16="http://schemas.microsoft.com/office/drawing/2014/main" id="{E577BBF2-DE85-43A8-8D45-99062A431468}"/>
                </a:ext>
              </a:extLst>
            </p:cNvPr>
            <p:cNvSpPr>
              <a:spLocks noChangeArrowheads="1"/>
            </p:cNvSpPr>
            <p:nvPr/>
          </p:nvSpPr>
          <p:spPr bwMode="auto">
            <a:xfrm>
              <a:off x="358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21" name="Rectangle 211">
              <a:extLst>
                <a:ext uri="{FF2B5EF4-FFF2-40B4-BE49-F238E27FC236}">
                  <a16:creationId xmlns:a16="http://schemas.microsoft.com/office/drawing/2014/main" id="{C23588F7-FB56-4ABE-B6ED-16CAAC0E8EE1}"/>
                </a:ext>
              </a:extLst>
            </p:cNvPr>
            <p:cNvSpPr>
              <a:spLocks noChangeArrowheads="1"/>
            </p:cNvSpPr>
            <p:nvPr/>
          </p:nvSpPr>
          <p:spPr bwMode="auto">
            <a:xfrm>
              <a:off x="353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86" name="Group 212">
            <a:extLst>
              <a:ext uri="{FF2B5EF4-FFF2-40B4-BE49-F238E27FC236}">
                <a16:creationId xmlns:a16="http://schemas.microsoft.com/office/drawing/2014/main" id="{7E4B4EB3-3988-44C8-B132-EF94106E9D09}"/>
              </a:ext>
            </a:extLst>
          </p:cNvPr>
          <p:cNvGrpSpPr>
            <a:grpSpLocks/>
          </p:cNvGrpSpPr>
          <p:nvPr/>
        </p:nvGrpSpPr>
        <p:grpSpPr bwMode="auto">
          <a:xfrm>
            <a:off x="2694385" y="2356248"/>
            <a:ext cx="383381" cy="401240"/>
            <a:chOff x="858" y="2592"/>
            <a:chExt cx="268" cy="480"/>
          </a:xfrm>
        </p:grpSpPr>
        <p:sp>
          <p:nvSpPr>
            <p:cNvPr id="13418" name="Rectangle 213">
              <a:extLst>
                <a:ext uri="{FF2B5EF4-FFF2-40B4-BE49-F238E27FC236}">
                  <a16:creationId xmlns:a16="http://schemas.microsoft.com/office/drawing/2014/main" id="{B4C2A61D-40B7-489E-9C54-3F14A5D3A113}"/>
                </a:ext>
              </a:extLst>
            </p:cNvPr>
            <p:cNvSpPr>
              <a:spLocks noChangeArrowheads="1"/>
            </p:cNvSpPr>
            <p:nvPr/>
          </p:nvSpPr>
          <p:spPr bwMode="auto">
            <a:xfrm>
              <a:off x="90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19" name="Rectangle 214">
              <a:extLst>
                <a:ext uri="{FF2B5EF4-FFF2-40B4-BE49-F238E27FC236}">
                  <a16:creationId xmlns:a16="http://schemas.microsoft.com/office/drawing/2014/main" id="{7D939940-9367-475D-A9A3-A0F1A5373CC5}"/>
                </a:ext>
              </a:extLst>
            </p:cNvPr>
            <p:cNvSpPr>
              <a:spLocks noChangeArrowheads="1"/>
            </p:cNvSpPr>
            <p:nvPr/>
          </p:nvSpPr>
          <p:spPr bwMode="auto">
            <a:xfrm>
              <a:off x="85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87" name="Group 215">
            <a:extLst>
              <a:ext uri="{FF2B5EF4-FFF2-40B4-BE49-F238E27FC236}">
                <a16:creationId xmlns:a16="http://schemas.microsoft.com/office/drawing/2014/main" id="{C5D1CD90-7E70-421B-8DCC-B0D90365A09B}"/>
              </a:ext>
            </a:extLst>
          </p:cNvPr>
          <p:cNvGrpSpPr>
            <a:grpSpLocks/>
          </p:cNvGrpSpPr>
          <p:nvPr/>
        </p:nvGrpSpPr>
        <p:grpSpPr bwMode="auto">
          <a:xfrm>
            <a:off x="3077766" y="2356248"/>
            <a:ext cx="384572" cy="401240"/>
            <a:chOff x="1126" y="2592"/>
            <a:chExt cx="268" cy="480"/>
          </a:xfrm>
        </p:grpSpPr>
        <p:sp>
          <p:nvSpPr>
            <p:cNvPr id="13416" name="Rectangle 216">
              <a:extLst>
                <a:ext uri="{FF2B5EF4-FFF2-40B4-BE49-F238E27FC236}">
                  <a16:creationId xmlns:a16="http://schemas.microsoft.com/office/drawing/2014/main" id="{11ADA779-EB9B-4CCF-83E7-301579FE8FF1}"/>
                </a:ext>
              </a:extLst>
            </p:cNvPr>
            <p:cNvSpPr>
              <a:spLocks noChangeArrowheads="1"/>
            </p:cNvSpPr>
            <p:nvPr/>
          </p:nvSpPr>
          <p:spPr bwMode="auto">
            <a:xfrm>
              <a:off x="1169"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en-US" altLang="zh-CN" sz="1500" b="1">
                <a:solidFill>
                  <a:srgbClr val="007A77"/>
                </a:solidFill>
                <a:latin typeface="Times New Roman" panose="02020603050405020304" pitchFamily="18" charset="0"/>
              </a:endParaRP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417" name="Rectangle 217">
              <a:extLst>
                <a:ext uri="{FF2B5EF4-FFF2-40B4-BE49-F238E27FC236}">
                  <a16:creationId xmlns:a16="http://schemas.microsoft.com/office/drawing/2014/main" id="{09CF1A0C-CAA5-4DE4-A4F1-EA6E5AB38A81}"/>
                </a:ext>
              </a:extLst>
            </p:cNvPr>
            <p:cNvSpPr>
              <a:spLocks noChangeArrowheads="1"/>
            </p:cNvSpPr>
            <p:nvPr/>
          </p:nvSpPr>
          <p:spPr bwMode="auto">
            <a:xfrm>
              <a:off x="1126"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88" name="Group 218">
            <a:extLst>
              <a:ext uri="{FF2B5EF4-FFF2-40B4-BE49-F238E27FC236}">
                <a16:creationId xmlns:a16="http://schemas.microsoft.com/office/drawing/2014/main" id="{E3C017A2-49AD-419E-9297-3CE63A166707}"/>
              </a:ext>
            </a:extLst>
          </p:cNvPr>
          <p:cNvGrpSpPr>
            <a:grpSpLocks/>
          </p:cNvGrpSpPr>
          <p:nvPr/>
        </p:nvGrpSpPr>
        <p:grpSpPr bwMode="auto">
          <a:xfrm>
            <a:off x="3462338" y="2356248"/>
            <a:ext cx="383381" cy="401240"/>
            <a:chOff x="1394" y="2592"/>
            <a:chExt cx="268" cy="480"/>
          </a:xfrm>
        </p:grpSpPr>
        <p:sp>
          <p:nvSpPr>
            <p:cNvPr id="13414" name="Rectangle 219">
              <a:extLst>
                <a:ext uri="{FF2B5EF4-FFF2-40B4-BE49-F238E27FC236}">
                  <a16:creationId xmlns:a16="http://schemas.microsoft.com/office/drawing/2014/main" id="{FDB3F12A-43BB-45B8-83F9-2B2AF7C50106}"/>
                </a:ext>
              </a:extLst>
            </p:cNvPr>
            <p:cNvSpPr>
              <a:spLocks noChangeArrowheads="1"/>
            </p:cNvSpPr>
            <p:nvPr/>
          </p:nvSpPr>
          <p:spPr bwMode="auto">
            <a:xfrm>
              <a:off x="1437"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en-US" altLang="zh-CN" sz="1500" b="1">
                <a:solidFill>
                  <a:srgbClr val="007A77"/>
                </a:solidFill>
                <a:latin typeface="Times New Roman" panose="02020603050405020304" pitchFamily="18" charset="0"/>
              </a:endParaRP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415" name="Rectangle 220">
              <a:extLst>
                <a:ext uri="{FF2B5EF4-FFF2-40B4-BE49-F238E27FC236}">
                  <a16:creationId xmlns:a16="http://schemas.microsoft.com/office/drawing/2014/main" id="{E6FE925A-CE34-474F-9720-E70C8976BE9F}"/>
                </a:ext>
              </a:extLst>
            </p:cNvPr>
            <p:cNvSpPr>
              <a:spLocks noChangeArrowheads="1"/>
            </p:cNvSpPr>
            <p:nvPr/>
          </p:nvSpPr>
          <p:spPr bwMode="auto">
            <a:xfrm>
              <a:off x="1394"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89" name="Group 221">
            <a:extLst>
              <a:ext uri="{FF2B5EF4-FFF2-40B4-BE49-F238E27FC236}">
                <a16:creationId xmlns:a16="http://schemas.microsoft.com/office/drawing/2014/main" id="{631409AC-C010-45A1-88A0-18A0EC885AC1}"/>
              </a:ext>
            </a:extLst>
          </p:cNvPr>
          <p:cNvGrpSpPr>
            <a:grpSpLocks/>
          </p:cNvGrpSpPr>
          <p:nvPr/>
        </p:nvGrpSpPr>
        <p:grpSpPr bwMode="auto">
          <a:xfrm>
            <a:off x="3845719" y="2356248"/>
            <a:ext cx="383381" cy="401240"/>
            <a:chOff x="1662" y="2592"/>
            <a:chExt cx="268" cy="480"/>
          </a:xfrm>
        </p:grpSpPr>
        <p:sp>
          <p:nvSpPr>
            <p:cNvPr id="13412" name="Rectangle 222">
              <a:extLst>
                <a:ext uri="{FF2B5EF4-FFF2-40B4-BE49-F238E27FC236}">
                  <a16:creationId xmlns:a16="http://schemas.microsoft.com/office/drawing/2014/main" id="{FD29FC96-2D6D-401D-8FA8-D2F1B451F040}"/>
                </a:ext>
              </a:extLst>
            </p:cNvPr>
            <p:cNvSpPr>
              <a:spLocks noChangeArrowheads="1"/>
            </p:cNvSpPr>
            <p:nvPr/>
          </p:nvSpPr>
          <p:spPr bwMode="auto">
            <a:xfrm>
              <a:off x="1705"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13" name="Rectangle 223">
              <a:extLst>
                <a:ext uri="{FF2B5EF4-FFF2-40B4-BE49-F238E27FC236}">
                  <a16:creationId xmlns:a16="http://schemas.microsoft.com/office/drawing/2014/main" id="{6817FF26-0E24-49DA-985C-8BFFCE2F0F2C}"/>
                </a:ext>
              </a:extLst>
            </p:cNvPr>
            <p:cNvSpPr>
              <a:spLocks noChangeArrowheads="1"/>
            </p:cNvSpPr>
            <p:nvPr/>
          </p:nvSpPr>
          <p:spPr bwMode="auto">
            <a:xfrm>
              <a:off x="1662"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90" name="Group 224">
            <a:extLst>
              <a:ext uri="{FF2B5EF4-FFF2-40B4-BE49-F238E27FC236}">
                <a16:creationId xmlns:a16="http://schemas.microsoft.com/office/drawing/2014/main" id="{2AC433F1-E3DE-463F-9705-61A1069C952D}"/>
              </a:ext>
            </a:extLst>
          </p:cNvPr>
          <p:cNvGrpSpPr>
            <a:grpSpLocks/>
          </p:cNvGrpSpPr>
          <p:nvPr/>
        </p:nvGrpSpPr>
        <p:grpSpPr bwMode="auto">
          <a:xfrm>
            <a:off x="4229101" y="2356248"/>
            <a:ext cx="384572" cy="401240"/>
            <a:chOff x="1930" y="2592"/>
            <a:chExt cx="268" cy="480"/>
          </a:xfrm>
        </p:grpSpPr>
        <p:sp>
          <p:nvSpPr>
            <p:cNvPr id="13410" name="Rectangle 225">
              <a:extLst>
                <a:ext uri="{FF2B5EF4-FFF2-40B4-BE49-F238E27FC236}">
                  <a16:creationId xmlns:a16="http://schemas.microsoft.com/office/drawing/2014/main" id="{BF634F19-0617-4CCA-B0B0-4CBDC5A18496}"/>
                </a:ext>
              </a:extLst>
            </p:cNvPr>
            <p:cNvSpPr>
              <a:spLocks noChangeArrowheads="1"/>
            </p:cNvSpPr>
            <p:nvPr/>
          </p:nvSpPr>
          <p:spPr bwMode="auto">
            <a:xfrm>
              <a:off x="197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11" name="Rectangle 226">
              <a:extLst>
                <a:ext uri="{FF2B5EF4-FFF2-40B4-BE49-F238E27FC236}">
                  <a16:creationId xmlns:a16="http://schemas.microsoft.com/office/drawing/2014/main" id="{12ABA791-19C4-421B-B8C3-9AA3D1B97684}"/>
                </a:ext>
              </a:extLst>
            </p:cNvPr>
            <p:cNvSpPr>
              <a:spLocks noChangeArrowheads="1"/>
            </p:cNvSpPr>
            <p:nvPr/>
          </p:nvSpPr>
          <p:spPr bwMode="auto">
            <a:xfrm>
              <a:off x="1930"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91" name="Group 227">
            <a:extLst>
              <a:ext uri="{FF2B5EF4-FFF2-40B4-BE49-F238E27FC236}">
                <a16:creationId xmlns:a16="http://schemas.microsoft.com/office/drawing/2014/main" id="{A02506AA-3610-4BBF-85B9-81FB887C3280}"/>
              </a:ext>
            </a:extLst>
          </p:cNvPr>
          <p:cNvGrpSpPr>
            <a:grpSpLocks/>
          </p:cNvGrpSpPr>
          <p:nvPr/>
        </p:nvGrpSpPr>
        <p:grpSpPr bwMode="auto">
          <a:xfrm>
            <a:off x="4613673" y="2356248"/>
            <a:ext cx="383381" cy="401240"/>
            <a:chOff x="2198" y="2592"/>
            <a:chExt cx="268" cy="480"/>
          </a:xfrm>
        </p:grpSpPr>
        <p:sp>
          <p:nvSpPr>
            <p:cNvPr id="13408" name="Rectangle 228">
              <a:extLst>
                <a:ext uri="{FF2B5EF4-FFF2-40B4-BE49-F238E27FC236}">
                  <a16:creationId xmlns:a16="http://schemas.microsoft.com/office/drawing/2014/main" id="{2E5AB692-6E60-41B7-B745-949DE35714CF}"/>
                </a:ext>
              </a:extLst>
            </p:cNvPr>
            <p:cNvSpPr>
              <a:spLocks noChangeArrowheads="1"/>
            </p:cNvSpPr>
            <p:nvPr/>
          </p:nvSpPr>
          <p:spPr bwMode="auto">
            <a:xfrm>
              <a:off x="224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09" name="Rectangle 229">
              <a:extLst>
                <a:ext uri="{FF2B5EF4-FFF2-40B4-BE49-F238E27FC236}">
                  <a16:creationId xmlns:a16="http://schemas.microsoft.com/office/drawing/2014/main" id="{482C4914-E449-495D-B603-CA9747A79298}"/>
                </a:ext>
              </a:extLst>
            </p:cNvPr>
            <p:cNvSpPr>
              <a:spLocks noChangeArrowheads="1"/>
            </p:cNvSpPr>
            <p:nvPr/>
          </p:nvSpPr>
          <p:spPr bwMode="auto">
            <a:xfrm>
              <a:off x="219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92" name="Group 230">
            <a:extLst>
              <a:ext uri="{FF2B5EF4-FFF2-40B4-BE49-F238E27FC236}">
                <a16:creationId xmlns:a16="http://schemas.microsoft.com/office/drawing/2014/main" id="{4146A420-3B2D-4046-BF22-7935EE6FB28A}"/>
              </a:ext>
            </a:extLst>
          </p:cNvPr>
          <p:cNvGrpSpPr>
            <a:grpSpLocks/>
          </p:cNvGrpSpPr>
          <p:nvPr/>
        </p:nvGrpSpPr>
        <p:grpSpPr bwMode="auto">
          <a:xfrm>
            <a:off x="4997053" y="2356248"/>
            <a:ext cx="384572" cy="401240"/>
            <a:chOff x="2466" y="2592"/>
            <a:chExt cx="268" cy="480"/>
          </a:xfrm>
        </p:grpSpPr>
        <p:sp>
          <p:nvSpPr>
            <p:cNvPr id="13406" name="Rectangle 231">
              <a:extLst>
                <a:ext uri="{FF2B5EF4-FFF2-40B4-BE49-F238E27FC236}">
                  <a16:creationId xmlns:a16="http://schemas.microsoft.com/office/drawing/2014/main" id="{F533911D-DF5C-419A-BDDB-AA1A0A7352FB}"/>
                </a:ext>
              </a:extLst>
            </p:cNvPr>
            <p:cNvSpPr>
              <a:spLocks noChangeArrowheads="1"/>
            </p:cNvSpPr>
            <p:nvPr/>
          </p:nvSpPr>
          <p:spPr bwMode="auto">
            <a:xfrm>
              <a:off x="2509"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07" name="Rectangle 232">
              <a:extLst>
                <a:ext uri="{FF2B5EF4-FFF2-40B4-BE49-F238E27FC236}">
                  <a16:creationId xmlns:a16="http://schemas.microsoft.com/office/drawing/2014/main" id="{4D84CAE1-75FC-4011-8CDD-5E6BA8B3D652}"/>
                </a:ext>
              </a:extLst>
            </p:cNvPr>
            <p:cNvSpPr>
              <a:spLocks noChangeArrowheads="1"/>
            </p:cNvSpPr>
            <p:nvPr/>
          </p:nvSpPr>
          <p:spPr bwMode="auto">
            <a:xfrm>
              <a:off x="2466"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93" name="Group 233">
            <a:extLst>
              <a:ext uri="{FF2B5EF4-FFF2-40B4-BE49-F238E27FC236}">
                <a16:creationId xmlns:a16="http://schemas.microsoft.com/office/drawing/2014/main" id="{E1C46034-E096-47EC-A602-6B52706CCC6D}"/>
              </a:ext>
            </a:extLst>
          </p:cNvPr>
          <p:cNvGrpSpPr>
            <a:grpSpLocks/>
          </p:cNvGrpSpPr>
          <p:nvPr/>
        </p:nvGrpSpPr>
        <p:grpSpPr bwMode="auto">
          <a:xfrm>
            <a:off x="5381626" y="2356248"/>
            <a:ext cx="383381" cy="401240"/>
            <a:chOff x="2734" y="2592"/>
            <a:chExt cx="268" cy="480"/>
          </a:xfrm>
        </p:grpSpPr>
        <p:sp>
          <p:nvSpPr>
            <p:cNvPr id="13404" name="Rectangle 234">
              <a:extLst>
                <a:ext uri="{FF2B5EF4-FFF2-40B4-BE49-F238E27FC236}">
                  <a16:creationId xmlns:a16="http://schemas.microsoft.com/office/drawing/2014/main" id="{EB7C9901-D523-4E1B-98C9-49360B405D48}"/>
                </a:ext>
              </a:extLst>
            </p:cNvPr>
            <p:cNvSpPr>
              <a:spLocks noChangeArrowheads="1"/>
            </p:cNvSpPr>
            <p:nvPr/>
          </p:nvSpPr>
          <p:spPr bwMode="auto">
            <a:xfrm>
              <a:off x="2777"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05" name="Rectangle 235">
              <a:extLst>
                <a:ext uri="{FF2B5EF4-FFF2-40B4-BE49-F238E27FC236}">
                  <a16:creationId xmlns:a16="http://schemas.microsoft.com/office/drawing/2014/main" id="{28D445D4-CA41-4C80-838A-6B6C101E10FD}"/>
                </a:ext>
              </a:extLst>
            </p:cNvPr>
            <p:cNvSpPr>
              <a:spLocks noChangeArrowheads="1"/>
            </p:cNvSpPr>
            <p:nvPr/>
          </p:nvSpPr>
          <p:spPr bwMode="auto">
            <a:xfrm>
              <a:off x="2734"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94" name="Group 236">
            <a:extLst>
              <a:ext uri="{FF2B5EF4-FFF2-40B4-BE49-F238E27FC236}">
                <a16:creationId xmlns:a16="http://schemas.microsoft.com/office/drawing/2014/main" id="{941A5C26-082C-4B45-94C4-CA3DFD94622C}"/>
              </a:ext>
            </a:extLst>
          </p:cNvPr>
          <p:cNvGrpSpPr>
            <a:grpSpLocks/>
          </p:cNvGrpSpPr>
          <p:nvPr/>
        </p:nvGrpSpPr>
        <p:grpSpPr bwMode="auto">
          <a:xfrm>
            <a:off x="5765007" y="2356248"/>
            <a:ext cx="383381" cy="401240"/>
            <a:chOff x="3002" y="2592"/>
            <a:chExt cx="268" cy="480"/>
          </a:xfrm>
        </p:grpSpPr>
        <p:sp>
          <p:nvSpPr>
            <p:cNvPr id="13402" name="Rectangle 237">
              <a:extLst>
                <a:ext uri="{FF2B5EF4-FFF2-40B4-BE49-F238E27FC236}">
                  <a16:creationId xmlns:a16="http://schemas.microsoft.com/office/drawing/2014/main" id="{33A1BB42-F874-473A-B774-426AA84E1B16}"/>
                </a:ext>
              </a:extLst>
            </p:cNvPr>
            <p:cNvSpPr>
              <a:spLocks noChangeArrowheads="1"/>
            </p:cNvSpPr>
            <p:nvPr/>
          </p:nvSpPr>
          <p:spPr bwMode="auto">
            <a:xfrm>
              <a:off x="3045"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403" name="Rectangle 238">
              <a:extLst>
                <a:ext uri="{FF2B5EF4-FFF2-40B4-BE49-F238E27FC236}">
                  <a16:creationId xmlns:a16="http://schemas.microsoft.com/office/drawing/2014/main" id="{4EBC48BA-D951-4EE9-B48C-2BE4B16B8C10}"/>
                </a:ext>
              </a:extLst>
            </p:cNvPr>
            <p:cNvSpPr>
              <a:spLocks noChangeArrowheads="1"/>
            </p:cNvSpPr>
            <p:nvPr/>
          </p:nvSpPr>
          <p:spPr bwMode="auto">
            <a:xfrm>
              <a:off x="3002"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95" name="Group 239">
            <a:extLst>
              <a:ext uri="{FF2B5EF4-FFF2-40B4-BE49-F238E27FC236}">
                <a16:creationId xmlns:a16="http://schemas.microsoft.com/office/drawing/2014/main" id="{C44A4391-DE92-49C2-9484-543BE19FF5CB}"/>
              </a:ext>
            </a:extLst>
          </p:cNvPr>
          <p:cNvGrpSpPr>
            <a:grpSpLocks/>
          </p:cNvGrpSpPr>
          <p:nvPr/>
        </p:nvGrpSpPr>
        <p:grpSpPr bwMode="auto">
          <a:xfrm>
            <a:off x="6148388" y="2356248"/>
            <a:ext cx="384572" cy="401240"/>
            <a:chOff x="3270" y="2592"/>
            <a:chExt cx="268" cy="480"/>
          </a:xfrm>
        </p:grpSpPr>
        <p:sp>
          <p:nvSpPr>
            <p:cNvPr id="13400" name="Rectangle 240">
              <a:extLst>
                <a:ext uri="{FF2B5EF4-FFF2-40B4-BE49-F238E27FC236}">
                  <a16:creationId xmlns:a16="http://schemas.microsoft.com/office/drawing/2014/main" id="{4705C807-5CF2-4047-A43D-C79C4F5E5B0B}"/>
                </a:ext>
              </a:extLst>
            </p:cNvPr>
            <p:cNvSpPr>
              <a:spLocks noChangeArrowheads="1"/>
            </p:cNvSpPr>
            <p:nvPr/>
          </p:nvSpPr>
          <p:spPr bwMode="auto">
            <a:xfrm>
              <a:off x="331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endParaRPr kumimoji="1" lang="en-US" altLang="zh-CN" sz="1500" b="1">
                <a:solidFill>
                  <a:srgbClr val="007A77"/>
                </a:solidFill>
                <a:latin typeface="Times New Roman" panose="02020603050405020304" pitchFamily="18" charset="0"/>
              </a:endParaRP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3401" name="Rectangle 241">
              <a:extLst>
                <a:ext uri="{FF2B5EF4-FFF2-40B4-BE49-F238E27FC236}">
                  <a16:creationId xmlns:a16="http://schemas.microsoft.com/office/drawing/2014/main" id="{52621988-9488-40C6-B8F3-649E3025D0AA}"/>
                </a:ext>
              </a:extLst>
            </p:cNvPr>
            <p:cNvSpPr>
              <a:spLocks noChangeArrowheads="1"/>
            </p:cNvSpPr>
            <p:nvPr/>
          </p:nvSpPr>
          <p:spPr bwMode="auto">
            <a:xfrm>
              <a:off x="3270"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3396" name="Group 242">
            <a:extLst>
              <a:ext uri="{FF2B5EF4-FFF2-40B4-BE49-F238E27FC236}">
                <a16:creationId xmlns:a16="http://schemas.microsoft.com/office/drawing/2014/main" id="{44106574-0B1A-45D1-8C1B-596346D63587}"/>
              </a:ext>
            </a:extLst>
          </p:cNvPr>
          <p:cNvGrpSpPr>
            <a:grpSpLocks/>
          </p:cNvGrpSpPr>
          <p:nvPr/>
        </p:nvGrpSpPr>
        <p:grpSpPr bwMode="auto">
          <a:xfrm>
            <a:off x="6532960" y="2356248"/>
            <a:ext cx="383381" cy="401240"/>
            <a:chOff x="3538" y="2592"/>
            <a:chExt cx="268" cy="480"/>
          </a:xfrm>
        </p:grpSpPr>
        <p:sp>
          <p:nvSpPr>
            <p:cNvPr id="13398" name="Rectangle 243">
              <a:extLst>
                <a:ext uri="{FF2B5EF4-FFF2-40B4-BE49-F238E27FC236}">
                  <a16:creationId xmlns:a16="http://schemas.microsoft.com/office/drawing/2014/main" id="{61500C2D-1085-44CD-ADDE-63A2842931D0}"/>
                </a:ext>
              </a:extLst>
            </p:cNvPr>
            <p:cNvSpPr>
              <a:spLocks noChangeArrowheads="1"/>
            </p:cNvSpPr>
            <p:nvPr/>
          </p:nvSpPr>
          <p:spPr bwMode="auto">
            <a:xfrm>
              <a:off x="358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eaLnBrk="0" fontAlgn="base" hangingPunct="0">
                <a:spcBef>
                  <a:spcPct val="0"/>
                </a:spcBef>
                <a:spcAft>
                  <a:spcPct val="0"/>
                </a:spcAft>
                <a:buClrTx/>
                <a:buSzTx/>
                <a:buNone/>
              </a:pPr>
              <a:endParaRPr kumimoji="1" lang="zh-CN" altLang="zh-CN" sz="1500" b="1">
                <a:solidFill>
                  <a:srgbClr val="007A77"/>
                </a:solidFill>
                <a:latin typeface="Times New Roman" panose="02020603050405020304" pitchFamily="18" charset="0"/>
              </a:endParaRPr>
            </a:p>
          </p:txBody>
        </p:sp>
        <p:sp>
          <p:nvSpPr>
            <p:cNvPr id="13399" name="Rectangle 244">
              <a:extLst>
                <a:ext uri="{FF2B5EF4-FFF2-40B4-BE49-F238E27FC236}">
                  <a16:creationId xmlns:a16="http://schemas.microsoft.com/office/drawing/2014/main" id="{539041C1-497B-46E6-80ED-623F68E23CC8}"/>
                </a:ext>
              </a:extLst>
            </p:cNvPr>
            <p:cNvSpPr>
              <a:spLocks noChangeArrowheads="1"/>
            </p:cNvSpPr>
            <p:nvPr/>
          </p:nvSpPr>
          <p:spPr bwMode="auto">
            <a:xfrm>
              <a:off x="353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pic>
        <p:nvPicPr>
          <p:cNvPr id="13397" name="Picture 245" descr="200831991032100_2">
            <a:extLst>
              <a:ext uri="{FF2B5EF4-FFF2-40B4-BE49-F238E27FC236}">
                <a16:creationId xmlns:a16="http://schemas.microsoft.com/office/drawing/2014/main" id="{720FF029-EFF2-44B6-8984-C9190C8B42E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19925" y="3868341"/>
            <a:ext cx="981075" cy="127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grpSp>
        <p:nvGrpSpPr>
          <p:cNvPr id="14338" name="Group 2">
            <a:extLst>
              <a:ext uri="{FF2B5EF4-FFF2-40B4-BE49-F238E27FC236}">
                <a16:creationId xmlns:a16="http://schemas.microsoft.com/office/drawing/2014/main" id="{64AF7418-5A5D-428E-B987-65AD49028EC4}"/>
              </a:ext>
            </a:extLst>
          </p:cNvPr>
          <p:cNvGrpSpPr>
            <a:grpSpLocks/>
          </p:cNvGrpSpPr>
          <p:nvPr/>
        </p:nvGrpSpPr>
        <p:grpSpPr bwMode="auto">
          <a:xfrm>
            <a:off x="1871663" y="1924051"/>
            <a:ext cx="5455444" cy="2574131"/>
            <a:chOff x="295" y="1948"/>
            <a:chExt cx="4582" cy="2162"/>
          </a:xfrm>
        </p:grpSpPr>
        <p:grpSp>
          <p:nvGrpSpPr>
            <p:cNvPr id="14340" name="Group 3">
              <a:extLst>
                <a:ext uri="{FF2B5EF4-FFF2-40B4-BE49-F238E27FC236}">
                  <a16:creationId xmlns:a16="http://schemas.microsoft.com/office/drawing/2014/main" id="{9E4981C7-7114-46EC-8A45-01C90750F2FA}"/>
                </a:ext>
              </a:extLst>
            </p:cNvPr>
            <p:cNvGrpSpPr>
              <a:grpSpLocks/>
            </p:cNvGrpSpPr>
            <p:nvPr/>
          </p:nvGrpSpPr>
          <p:grpSpPr bwMode="auto">
            <a:xfrm>
              <a:off x="297" y="1949"/>
              <a:ext cx="710" cy="338"/>
              <a:chOff x="0" y="0"/>
              <a:chExt cx="590" cy="480"/>
            </a:xfrm>
          </p:grpSpPr>
          <p:sp>
            <p:nvSpPr>
              <p:cNvPr id="14615" name="Rectangle 4">
                <a:extLst>
                  <a:ext uri="{FF2B5EF4-FFF2-40B4-BE49-F238E27FC236}">
                    <a16:creationId xmlns:a16="http://schemas.microsoft.com/office/drawing/2014/main" id="{7D8C32E7-E27F-4B6E-A71D-A2AB89862965}"/>
                  </a:ext>
                </a:extLst>
              </p:cNvPr>
              <p:cNvSpPr>
                <a:spLocks noChangeArrowheads="1"/>
              </p:cNvSpPr>
              <p:nvPr/>
            </p:nvSpPr>
            <p:spPr bwMode="auto">
              <a:xfrm>
                <a:off x="43" y="0"/>
                <a:ext cx="5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 </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4616" name="Rectangle 5">
                <a:extLst>
                  <a:ext uri="{FF2B5EF4-FFF2-40B4-BE49-F238E27FC236}">
                    <a16:creationId xmlns:a16="http://schemas.microsoft.com/office/drawing/2014/main" id="{728F8B8F-C9B8-4FD6-B6F7-0CE469502B9A}"/>
                  </a:ext>
                </a:extLst>
              </p:cNvPr>
              <p:cNvSpPr>
                <a:spLocks noChangeArrowheads="1"/>
              </p:cNvSpPr>
              <p:nvPr/>
            </p:nvSpPr>
            <p:spPr bwMode="auto">
              <a:xfrm>
                <a:off x="0" y="0"/>
                <a:ext cx="5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41" name="Group 6">
              <a:extLst>
                <a:ext uri="{FF2B5EF4-FFF2-40B4-BE49-F238E27FC236}">
                  <a16:creationId xmlns:a16="http://schemas.microsoft.com/office/drawing/2014/main" id="{F26D6769-5541-42B2-AEAE-ECF58E24664F}"/>
                </a:ext>
              </a:extLst>
            </p:cNvPr>
            <p:cNvGrpSpPr>
              <a:grpSpLocks/>
            </p:cNvGrpSpPr>
            <p:nvPr/>
          </p:nvGrpSpPr>
          <p:grpSpPr bwMode="auto">
            <a:xfrm>
              <a:off x="1007" y="1949"/>
              <a:ext cx="322" cy="338"/>
              <a:chOff x="590" y="0"/>
              <a:chExt cx="268" cy="480"/>
            </a:xfrm>
          </p:grpSpPr>
          <p:sp>
            <p:nvSpPr>
              <p:cNvPr id="14613" name="Rectangle 7">
                <a:extLst>
                  <a:ext uri="{FF2B5EF4-FFF2-40B4-BE49-F238E27FC236}">
                    <a16:creationId xmlns:a16="http://schemas.microsoft.com/office/drawing/2014/main" id="{C25FB9DC-2ED1-4C91-99B0-0B4D1BA0B424}"/>
                  </a:ext>
                </a:extLst>
              </p:cNvPr>
              <p:cNvSpPr>
                <a:spLocks noChangeArrowheads="1"/>
              </p:cNvSpPr>
              <p:nvPr/>
            </p:nvSpPr>
            <p:spPr bwMode="auto">
              <a:xfrm>
                <a:off x="633"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 </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614" name="Rectangle 8">
                <a:extLst>
                  <a:ext uri="{FF2B5EF4-FFF2-40B4-BE49-F238E27FC236}">
                    <a16:creationId xmlns:a16="http://schemas.microsoft.com/office/drawing/2014/main" id="{C139346B-60DE-41CA-8066-A2A034513A06}"/>
                  </a:ext>
                </a:extLst>
              </p:cNvPr>
              <p:cNvSpPr>
                <a:spLocks noChangeArrowheads="1"/>
              </p:cNvSpPr>
              <p:nvPr/>
            </p:nvSpPr>
            <p:spPr bwMode="auto">
              <a:xfrm>
                <a:off x="590"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42" name="Group 9">
              <a:extLst>
                <a:ext uri="{FF2B5EF4-FFF2-40B4-BE49-F238E27FC236}">
                  <a16:creationId xmlns:a16="http://schemas.microsoft.com/office/drawing/2014/main" id="{8BCB5E1D-B39A-4510-984D-FA7CE6D51B98}"/>
                </a:ext>
              </a:extLst>
            </p:cNvPr>
            <p:cNvGrpSpPr>
              <a:grpSpLocks/>
            </p:cNvGrpSpPr>
            <p:nvPr/>
          </p:nvGrpSpPr>
          <p:grpSpPr bwMode="auto">
            <a:xfrm>
              <a:off x="1329" y="1949"/>
              <a:ext cx="322" cy="338"/>
              <a:chOff x="858" y="0"/>
              <a:chExt cx="268" cy="480"/>
            </a:xfrm>
          </p:grpSpPr>
          <p:sp>
            <p:nvSpPr>
              <p:cNvPr id="14611" name="Rectangle 10">
                <a:extLst>
                  <a:ext uri="{FF2B5EF4-FFF2-40B4-BE49-F238E27FC236}">
                    <a16:creationId xmlns:a16="http://schemas.microsoft.com/office/drawing/2014/main" id="{7E1D848D-8FD4-4557-A8EF-6E47A4B71CC2}"/>
                  </a:ext>
                </a:extLst>
              </p:cNvPr>
              <p:cNvSpPr>
                <a:spLocks noChangeArrowheads="1"/>
              </p:cNvSpPr>
              <p:nvPr/>
            </p:nvSpPr>
            <p:spPr bwMode="auto">
              <a:xfrm>
                <a:off x="901"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612" name="Rectangle 11">
                <a:extLst>
                  <a:ext uri="{FF2B5EF4-FFF2-40B4-BE49-F238E27FC236}">
                    <a16:creationId xmlns:a16="http://schemas.microsoft.com/office/drawing/2014/main" id="{37FDE886-1804-4968-AE27-E1370F42DB07}"/>
                  </a:ext>
                </a:extLst>
              </p:cNvPr>
              <p:cNvSpPr>
                <a:spLocks noChangeArrowheads="1"/>
              </p:cNvSpPr>
              <p:nvPr/>
            </p:nvSpPr>
            <p:spPr bwMode="auto">
              <a:xfrm>
                <a:off x="858"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43" name="Group 12">
              <a:extLst>
                <a:ext uri="{FF2B5EF4-FFF2-40B4-BE49-F238E27FC236}">
                  <a16:creationId xmlns:a16="http://schemas.microsoft.com/office/drawing/2014/main" id="{6B2DD47F-DBEE-4B2D-8417-AE353211F6AC}"/>
                </a:ext>
              </a:extLst>
            </p:cNvPr>
            <p:cNvGrpSpPr>
              <a:grpSpLocks/>
            </p:cNvGrpSpPr>
            <p:nvPr/>
          </p:nvGrpSpPr>
          <p:grpSpPr bwMode="auto">
            <a:xfrm>
              <a:off x="1651" y="1949"/>
              <a:ext cx="323" cy="338"/>
              <a:chOff x="1126" y="0"/>
              <a:chExt cx="268" cy="480"/>
            </a:xfrm>
          </p:grpSpPr>
          <p:sp>
            <p:nvSpPr>
              <p:cNvPr id="14609" name="Rectangle 13">
                <a:extLst>
                  <a:ext uri="{FF2B5EF4-FFF2-40B4-BE49-F238E27FC236}">
                    <a16:creationId xmlns:a16="http://schemas.microsoft.com/office/drawing/2014/main" id="{996A5335-B714-4180-AC0A-E22D8957E14B}"/>
                  </a:ext>
                </a:extLst>
              </p:cNvPr>
              <p:cNvSpPr>
                <a:spLocks noChangeArrowheads="1"/>
              </p:cNvSpPr>
              <p:nvPr/>
            </p:nvSpPr>
            <p:spPr bwMode="auto">
              <a:xfrm>
                <a:off x="1169"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610" name="Rectangle 14">
                <a:extLst>
                  <a:ext uri="{FF2B5EF4-FFF2-40B4-BE49-F238E27FC236}">
                    <a16:creationId xmlns:a16="http://schemas.microsoft.com/office/drawing/2014/main" id="{3DF09208-17EA-4923-80A0-6D618D9CE86B}"/>
                  </a:ext>
                </a:extLst>
              </p:cNvPr>
              <p:cNvSpPr>
                <a:spLocks noChangeArrowheads="1"/>
              </p:cNvSpPr>
              <p:nvPr/>
            </p:nvSpPr>
            <p:spPr bwMode="auto">
              <a:xfrm>
                <a:off x="1126"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44" name="Group 15">
              <a:extLst>
                <a:ext uri="{FF2B5EF4-FFF2-40B4-BE49-F238E27FC236}">
                  <a16:creationId xmlns:a16="http://schemas.microsoft.com/office/drawing/2014/main" id="{CB38F17F-9FC1-4498-BF87-0E87D1B97E15}"/>
                </a:ext>
              </a:extLst>
            </p:cNvPr>
            <p:cNvGrpSpPr>
              <a:grpSpLocks/>
            </p:cNvGrpSpPr>
            <p:nvPr/>
          </p:nvGrpSpPr>
          <p:grpSpPr bwMode="auto">
            <a:xfrm>
              <a:off x="1974" y="1949"/>
              <a:ext cx="322" cy="338"/>
              <a:chOff x="1394" y="0"/>
              <a:chExt cx="268" cy="480"/>
            </a:xfrm>
          </p:grpSpPr>
          <p:sp>
            <p:nvSpPr>
              <p:cNvPr id="14607" name="Rectangle 16">
                <a:extLst>
                  <a:ext uri="{FF2B5EF4-FFF2-40B4-BE49-F238E27FC236}">
                    <a16:creationId xmlns:a16="http://schemas.microsoft.com/office/drawing/2014/main" id="{52462D73-123B-449E-890A-69064099156F}"/>
                  </a:ext>
                </a:extLst>
              </p:cNvPr>
              <p:cNvSpPr>
                <a:spLocks noChangeArrowheads="1"/>
              </p:cNvSpPr>
              <p:nvPr/>
            </p:nvSpPr>
            <p:spPr bwMode="auto">
              <a:xfrm>
                <a:off x="1437"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2</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608" name="Rectangle 17">
                <a:extLst>
                  <a:ext uri="{FF2B5EF4-FFF2-40B4-BE49-F238E27FC236}">
                    <a16:creationId xmlns:a16="http://schemas.microsoft.com/office/drawing/2014/main" id="{CB8DEF81-1770-4E73-82C0-FEED608272DD}"/>
                  </a:ext>
                </a:extLst>
              </p:cNvPr>
              <p:cNvSpPr>
                <a:spLocks noChangeArrowheads="1"/>
              </p:cNvSpPr>
              <p:nvPr/>
            </p:nvSpPr>
            <p:spPr bwMode="auto">
              <a:xfrm>
                <a:off x="1394"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45" name="Group 18">
              <a:extLst>
                <a:ext uri="{FF2B5EF4-FFF2-40B4-BE49-F238E27FC236}">
                  <a16:creationId xmlns:a16="http://schemas.microsoft.com/office/drawing/2014/main" id="{DA03B92F-D3C9-404F-8CAC-20223DFAA37F}"/>
                </a:ext>
              </a:extLst>
            </p:cNvPr>
            <p:cNvGrpSpPr>
              <a:grpSpLocks/>
            </p:cNvGrpSpPr>
            <p:nvPr/>
          </p:nvGrpSpPr>
          <p:grpSpPr bwMode="auto">
            <a:xfrm>
              <a:off x="2296" y="1949"/>
              <a:ext cx="322" cy="338"/>
              <a:chOff x="1662" y="0"/>
              <a:chExt cx="268" cy="480"/>
            </a:xfrm>
          </p:grpSpPr>
          <p:sp>
            <p:nvSpPr>
              <p:cNvPr id="14605" name="Rectangle 19">
                <a:extLst>
                  <a:ext uri="{FF2B5EF4-FFF2-40B4-BE49-F238E27FC236}">
                    <a16:creationId xmlns:a16="http://schemas.microsoft.com/office/drawing/2014/main" id="{990113AE-8F0D-4C01-BAC4-923116FFA82F}"/>
                  </a:ext>
                </a:extLst>
              </p:cNvPr>
              <p:cNvSpPr>
                <a:spLocks noChangeArrowheads="1"/>
              </p:cNvSpPr>
              <p:nvPr/>
            </p:nvSpPr>
            <p:spPr bwMode="auto">
              <a:xfrm>
                <a:off x="1705"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3</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606" name="Rectangle 20">
                <a:extLst>
                  <a:ext uri="{FF2B5EF4-FFF2-40B4-BE49-F238E27FC236}">
                    <a16:creationId xmlns:a16="http://schemas.microsoft.com/office/drawing/2014/main" id="{6C625886-DF6C-454A-8476-3DBE607D9FB1}"/>
                  </a:ext>
                </a:extLst>
              </p:cNvPr>
              <p:cNvSpPr>
                <a:spLocks noChangeArrowheads="1"/>
              </p:cNvSpPr>
              <p:nvPr/>
            </p:nvSpPr>
            <p:spPr bwMode="auto">
              <a:xfrm>
                <a:off x="1662"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46" name="Group 21">
              <a:extLst>
                <a:ext uri="{FF2B5EF4-FFF2-40B4-BE49-F238E27FC236}">
                  <a16:creationId xmlns:a16="http://schemas.microsoft.com/office/drawing/2014/main" id="{A26EC174-A64B-49E3-B71F-8C0FE05E9510}"/>
                </a:ext>
              </a:extLst>
            </p:cNvPr>
            <p:cNvGrpSpPr>
              <a:grpSpLocks/>
            </p:cNvGrpSpPr>
            <p:nvPr/>
          </p:nvGrpSpPr>
          <p:grpSpPr bwMode="auto">
            <a:xfrm>
              <a:off x="2618" y="1949"/>
              <a:ext cx="323" cy="338"/>
              <a:chOff x="1930" y="0"/>
              <a:chExt cx="268" cy="480"/>
            </a:xfrm>
          </p:grpSpPr>
          <p:sp>
            <p:nvSpPr>
              <p:cNvPr id="14603" name="Rectangle 22">
                <a:extLst>
                  <a:ext uri="{FF2B5EF4-FFF2-40B4-BE49-F238E27FC236}">
                    <a16:creationId xmlns:a16="http://schemas.microsoft.com/office/drawing/2014/main" id="{90945F91-AD46-4B99-80DA-CE0E8A35655D}"/>
                  </a:ext>
                </a:extLst>
              </p:cNvPr>
              <p:cNvSpPr>
                <a:spLocks noChangeArrowheads="1"/>
              </p:cNvSpPr>
              <p:nvPr/>
            </p:nvSpPr>
            <p:spPr bwMode="auto">
              <a:xfrm>
                <a:off x="1973"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4</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604" name="Rectangle 23">
                <a:extLst>
                  <a:ext uri="{FF2B5EF4-FFF2-40B4-BE49-F238E27FC236}">
                    <a16:creationId xmlns:a16="http://schemas.microsoft.com/office/drawing/2014/main" id="{370CF288-5A48-4FA2-8236-43041AE61D61}"/>
                  </a:ext>
                </a:extLst>
              </p:cNvPr>
              <p:cNvSpPr>
                <a:spLocks noChangeArrowheads="1"/>
              </p:cNvSpPr>
              <p:nvPr/>
            </p:nvSpPr>
            <p:spPr bwMode="auto">
              <a:xfrm>
                <a:off x="1930"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47" name="Group 24">
              <a:extLst>
                <a:ext uri="{FF2B5EF4-FFF2-40B4-BE49-F238E27FC236}">
                  <a16:creationId xmlns:a16="http://schemas.microsoft.com/office/drawing/2014/main" id="{1DB3AE8F-FDDF-4A3A-B42A-63CEE6597824}"/>
                </a:ext>
              </a:extLst>
            </p:cNvPr>
            <p:cNvGrpSpPr>
              <a:grpSpLocks/>
            </p:cNvGrpSpPr>
            <p:nvPr/>
          </p:nvGrpSpPr>
          <p:grpSpPr bwMode="auto">
            <a:xfrm>
              <a:off x="2941" y="1949"/>
              <a:ext cx="322" cy="338"/>
              <a:chOff x="2198" y="0"/>
              <a:chExt cx="268" cy="480"/>
            </a:xfrm>
          </p:grpSpPr>
          <p:sp>
            <p:nvSpPr>
              <p:cNvPr id="14601" name="Rectangle 25">
                <a:extLst>
                  <a:ext uri="{FF2B5EF4-FFF2-40B4-BE49-F238E27FC236}">
                    <a16:creationId xmlns:a16="http://schemas.microsoft.com/office/drawing/2014/main" id="{9607F6FF-E2D0-403F-B39E-E6FE04F2EFC0}"/>
                  </a:ext>
                </a:extLst>
              </p:cNvPr>
              <p:cNvSpPr>
                <a:spLocks noChangeArrowheads="1"/>
              </p:cNvSpPr>
              <p:nvPr/>
            </p:nvSpPr>
            <p:spPr bwMode="auto">
              <a:xfrm>
                <a:off x="2241"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5</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602" name="Rectangle 26">
                <a:extLst>
                  <a:ext uri="{FF2B5EF4-FFF2-40B4-BE49-F238E27FC236}">
                    <a16:creationId xmlns:a16="http://schemas.microsoft.com/office/drawing/2014/main" id="{2539F5B4-B63C-40A1-946E-5164B14C90AE}"/>
                  </a:ext>
                </a:extLst>
              </p:cNvPr>
              <p:cNvSpPr>
                <a:spLocks noChangeArrowheads="1"/>
              </p:cNvSpPr>
              <p:nvPr/>
            </p:nvSpPr>
            <p:spPr bwMode="auto">
              <a:xfrm>
                <a:off x="2198"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48" name="Group 27">
              <a:extLst>
                <a:ext uri="{FF2B5EF4-FFF2-40B4-BE49-F238E27FC236}">
                  <a16:creationId xmlns:a16="http://schemas.microsoft.com/office/drawing/2014/main" id="{F2017C2C-8551-4700-91F3-E4A3C34E2604}"/>
                </a:ext>
              </a:extLst>
            </p:cNvPr>
            <p:cNvGrpSpPr>
              <a:grpSpLocks/>
            </p:cNvGrpSpPr>
            <p:nvPr/>
          </p:nvGrpSpPr>
          <p:grpSpPr bwMode="auto">
            <a:xfrm>
              <a:off x="3263" y="1949"/>
              <a:ext cx="323" cy="338"/>
              <a:chOff x="2466" y="0"/>
              <a:chExt cx="268" cy="480"/>
            </a:xfrm>
          </p:grpSpPr>
          <p:sp>
            <p:nvSpPr>
              <p:cNvPr id="14599" name="Rectangle 28">
                <a:extLst>
                  <a:ext uri="{FF2B5EF4-FFF2-40B4-BE49-F238E27FC236}">
                    <a16:creationId xmlns:a16="http://schemas.microsoft.com/office/drawing/2014/main" id="{4872F8E9-BAF2-44E3-841D-CC6F59650885}"/>
                  </a:ext>
                </a:extLst>
              </p:cNvPr>
              <p:cNvSpPr>
                <a:spLocks noChangeArrowheads="1"/>
              </p:cNvSpPr>
              <p:nvPr/>
            </p:nvSpPr>
            <p:spPr bwMode="auto">
              <a:xfrm>
                <a:off x="2509"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600" name="Rectangle 29">
                <a:extLst>
                  <a:ext uri="{FF2B5EF4-FFF2-40B4-BE49-F238E27FC236}">
                    <a16:creationId xmlns:a16="http://schemas.microsoft.com/office/drawing/2014/main" id="{4BAF2B12-0A1F-46CF-B3A2-6BFC6D06D9C7}"/>
                  </a:ext>
                </a:extLst>
              </p:cNvPr>
              <p:cNvSpPr>
                <a:spLocks noChangeArrowheads="1"/>
              </p:cNvSpPr>
              <p:nvPr/>
            </p:nvSpPr>
            <p:spPr bwMode="auto">
              <a:xfrm>
                <a:off x="2466"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49" name="Group 30">
              <a:extLst>
                <a:ext uri="{FF2B5EF4-FFF2-40B4-BE49-F238E27FC236}">
                  <a16:creationId xmlns:a16="http://schemas.microsoft.com/office/drawing/2014/main" id="{31E7B7C6-E67F-429A-B759-84CEC74B0C6E}"/>
                </a:ext>
              </a:extLst>
            </p:cNvPr>
            <p:cNvGrpSpPr>
              <a:grpSpLocks/>
            </p:cNvGrpSpPr>
            <p:nvPr/>
          </p:nvGrpSpPr>
          <p:grpSpPr bwMode="auto">
            <a:xfrm>
              <a:off x="3586" y="1949"/>
              <a:ext cx="322" cy="338"/>
              <a:chOff x="2734" y="0"/>
              <a:chExt cx="268" cy="480"/>
            </a:xfrm>
          </p:grpSpPr>
          <p:sp>
            <p:nvSpPr>
              <p:cNvPr id="14597" name="Rectangle 31">
                <a:extLst>
                  <a:ext uri="{FF2B5EF4-FFF2-40B4-BE49-F238E27FC236}">
                    <a16:creationId xmlns:a16="http://schemas.microsoft.com/office/drawing/2014/main" id="{0A429489-77F1-46AF-A1EC-C813FCE3F04E}"/>
                  </a:ext>
                </a:extLst>
              </p:cNvPr>
              <p:cNvSpPr>
                <a:spLocks noChangeArrowheads="1"/>
              </p:cNvSpPr>
              <p:nvPr/>
            </p:nvSpPr>
            <p:spPr bwMode="auto">
              <a:xfrm>
                <a:off x="2777"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7</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98" name="Rectangle 32">
                <a:extLst>
                  <a:ext uri="{FF2B5EF4-FFF2-40B4-BE49-F238E27FC236}">
                    <a16:creationId xmlns:a16="http://schemas.microsoft.com/office/drawing/2014/main" id="{622632A6-3CA7-4005-8864-6502F016B786}"/>
                  </a:ext>
                </a:extLst>
              </p:cNvPr>
              <p:cNvSpPr>
                <a:spLocks noChangeArrowheads="1"/>
              </p:cNvSpPr>
              <p:nvPr/>
            </p:nvSpPr>
            <p:spPr bwMode="auto">
              <a:xfrm>
                <a:off x="2734"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50" name="Group 33">
              <a:extLst>
                <a:ext uri="{FF2B5EF4-FFF2-40B4-BE49-F238E27FC236}">
                  <a16:creationId xmlns:a16="http://schemas.microsoft.com/office/drawing/2014/main" id="{13B02BA9-231C-4890-861F-DC441B91EBA5}"/>
                </a:ext>
              </a:extLst>
            </p:cNvPr>
            <p:cNvGrpSpPr>
              <a:grpSpLocks/>
            </p:cNvGrpSpPr>
            <p:nvPr/>
          </p:nvGrpSpPr>
          <p:grpSpPr bwMode="auto">
            <a:xfrm>
              <a:off x="3908" y="1949"/>
              <a:ext cx="322" cy="338"/>
              <a:chOff x="3002" y="0"/>
              <a:chExt cx="268" cy="480"/>
            </a:xfrm>
          </p:grpSpPr>
          <p:sp>
            <p:nvSpPr>
              <p:cNvPr id="14595" name="Rectangle 34">
                <a:extLst>
                  <a:ext uri="{FF2B5EF4-FFF2-40B4-BE49-F238E27FC236}">
                    <a16:creationId xmlns:a16="http://schemas.microsoft.com/office/drawing/2014/main" id="{49C69195-D93C-404E-AFAE-2B1620BEA69A}"/>
                  </a:ext>
                </a:extLst>
              </p:cNvPr>
              <p:cNvSpPr>
                <a:spLocks noChangeArrowheads="1"/>
              </p:cNvSpPr>
              <p:nvPr/>
            </p:nvSpPr>
            <p:spPr bwMode="auto">
              <a:xfrm>
                <a:off x="3045"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8</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96" name="Rectangle 35">
                <a:extLst>
                  <a:ext uri="{FF2B5EF4-FFF2-40B4-BE49-F238E27FC236}">
                    <a16:creationId xmlns:a16="http://schemas.microsoft.com/office/drawing/2014/main" id="{BAAE361C-787F-46C3-8B06-381474F4EFF1}"/>
                  </a:ext>
                </a:extLst>
              </p:cNvPr>
              <p:cNvSpPr>
                <a:spLocks noChangeArrowheads="1"/>
              </p:cNvSpPr>
              <p:nvPr/>
            </p:nvSpPr>
            <p:spPr bwMode="auto">
              <a:xfrm>
                <a:off x="3002"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51" name="Group 36">
              <a:extLst>
                <a:ext uri="{FF2B5EF4-FFF2-40B4-BE49-F238E27FC236}">
                  <a16:creationId xmlns:a16="http://schemas.microsoft.com/office/drawing/2014/main" id="{87D5AEDE-DD22-4A80-A98A-141705F06DE0}"/>
                </a:ext>
              </a:extLst>
            </p:cNvPr>
            <p:cNvGrpSpPr>
              <a:grpSpLocks/>
            </p:cNvGrpSpPr>
            <p:nvPr/>
          </p:nvGrpSpPr>
          <p:grpSpPr bwMode="auto">
            <a:xfrm>
              <a:off x="4230" y="1949"/>
              <a:ext cx="323" cy="338"/>
              <a:chOff x="3270" y="0"/>
              <a:chExt cx="268" cy="480"/>
            </a:xfrm>
          </p:grpSpPr>
          <p:sp>
            <p:nvSpPr>
              <p:cNvPr id="14593" name="Rectangle 37">
                <a:extLst>
                  <a:ext uri="{FF2B5EF4-FFF2-40B4-BE49-F238E27FC236}">
                    <a16:creationId xmlns:a16="http://schemas.microsoft.com/office/drawing/2014/main" id="{FD972478-5BF9-4550-911F-F8974C4E750B}"/>
                  </a:ext>
                </a:extLst>
              </p:cNvPr>
              <p:cNvSpPr>
                <a:spLocks noChangeArrowheads="1"/>
              </p:cNvSpPr>
              <p:nvPr/>
            </p:nvSpPr>
            <p:spPr bwMode="auto">
              <a:xfrm>
                <a:off x="3313"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94" name="Rectangle 38">
                <a:extLst>
                  <a:ext uri="{FF2B5EF4-FFF2-40B4-BE49-F238E27FC236}">
                    <a16:creationId xmlns:a16="http://schemas.microsoft.com/office/drawing/2014/main" id="{A2002E6A-5C15-4B7D-BE0E-50B731477599}"/>
                  </a:ext>
                </a:extLst>
              </p:cNvPr>
              <p:cNvSpPr>
                <a:spLocks noChangeArrowheads="1"/>
              </p:cNvSpPr>
              <p:nvPr/>
            </p:nvSpPr>
            <p:spPr bwMode="auto">
              <a:xfrm>
                <a:off x="3270"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52" name="Group 39">
              <a:extLst>
                <a:ext uri="{FF2B5EF4-FFF2-40B4-BE49-F238E27FC236}">
                  <a16:creationId xmlns:a16="http://schemas.microsoft.com/office/drawing/2014/main" id="{24418FF9-55EE-45B9-B2E6-7794F4CEC208}"/>
                </a:ext>
              </a:extLst>
            </p:cNvPr>
            <p:cNvGrpSpPr>
              <a:grpSpLocks/>
            </p:cNvGrpSpPr>
            <p:nvPr/>
          </p:nvGrpSpPr>
          <p:grpSpPr bwMode="auto">
            <a:xfrm>
              <a:off x="4553" y="1949"/>
              <a:ext cx="322" cy="338"/>
              <a:chOff x="3538" y="0"/>
              <a:chExt cx="268" cy="480"/>
            </a:xfrm>
          </p:grpSpPr>
          <p:sp>
            <p:nvSpPr>
              <p:cNvPr id="14591" name="Rectangle 40">
                <a:extLst>
                  <a:ext uri="{FF2B5EF4-FFF2-40B4-BE49-F238E27FC236}">
                    <a16:creationId xmlns:a16="http://schemas.microsoft.com/office/drawing/2014/main" id="{55D7F3E9-55DB-4AF3-B34C-DAF9E0F0FD49}"/>
                  </a:ext>
                </a:extLst>
              </p:cNvPr>
              <p:cNvSpPr>
                <a:spLocks noChangeArrowheads="1"/>
              </p:cNvSpPr>
              <p:nvPr/>
            </p:nvSpPr>
            <p:spPr bwMode="auto">
              <a:xfrm>
                <a:off x="3581"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92" name="Rectangle 41">
                <a:extLst>
                  <a:ext uri="{FF2B5EF4-FFF2-40B4-BE49-F238E27FC236}">
                    <a16:creationId xmlns:a16="http://schemas.microsoft.com/office/drawing/2014/main" id="{6416888F-04E8-4511-B3CE-FE351025CF11}"/>
                  </a:ext>
                </a:extLst>
              </p:cNvPr>
              <p:cNvSpPr>
                <a:spLocks noChangeArrowheads="1"/>
              </p:cNvSpPr>
              <p:nvPr/>
            </p:nvSpPr>
            <p:spPr bwMode="auto">
              <a:xfrm>
                <a:off x="3538"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53" name="Group 42">
              <a:extLst>
                <a:ext uri="{FF2B5EF4-FFF2-40B4-BE49-F238E27FC236}">
                  <a16:creationId xmlns:a16="http://schemas.microsoft.com/office/drawing/2014/main" id="{BEFB5CC0-454E-4120-93DE-662F87715C73}"/>
                </a:ext>
              </a:extLst>
            </p:cNvPr>
            <p:cNvGrpSpPr>
              <a:grpSpLocks/>
            </p:cNvGrpSpPr>
            <p:nvPr/>
          </p:nvGrpSpPr>
          <p:grpSpPr bwMode="auto">
            <a:xfrm>
              <a:off x="297" y="2287"/>
              <a:ext cx="710" cy="270"/>
              <a:chOff x="0" y="480"/>
              <a:chExt cx="590" cy="384"/>
            </a:xfrm>
          </p:grpSpPr>
          <p:sp>
            <p:nvSpPr>
              <p:cNvPr id="14589" name="Rectangle 43">
                <a:extLst>
                  <a:ext uri="{FF2B5EF4-FFF2-40B4-BE49-F238E27FC236}">
                    <a16:creationId xmlns:a16="http://schemas.microsoft.com/office/drawing/2014/main" id="{A7B98A6A-812D-4AB4-A923-3CC497CA33C2}"/>
                  </a:ext>
                </a:extLst>
              </p:cNvPr>
              <p:cNvSpPr>
                <a:spLocks noChangeArrowheads="1"/>
              </p:cNvSpPr>
              <p:nvPr/>
            </p:nvSpPr>
            <p:spPr bwMode="auto">
              <a:xfrm>
                <a:off x="43" y="480"/>
                <a:ext cx="50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 </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4590" name="Rectangle 44">
                <a:extLst>
                  <a:ext uri="{FF2B5EF4-FFF2-40B4-BE49-F238E27FC236}">
                    <a16:creationId xmlns:a16="http://schemas.microsoft.com/office/drawing/2014/main" id="{07196201-908F-4778-BC1E-76E827195321}"/>
                  </a:ext>
                </a:extLst>
              </p:cNvPr>
              <p:cNvSpPr>
                <a:spLocks noChangeArrowheads="1"/>
              </p:cNvSpPr>
              <p:nvPr/>
            </p:nvSpPr>
            <p:spPr bwMode="auto">
              <a:xfrm>
                <a:off x="0" y="480"/>
                <a:ext cx="59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54" name="Group 45">
              <a:extLst>
                <a:ext uri="{FF2B5EF4-FFF2-40B4-BE49-F238E27FC236}">
                  <a16:creationId xmlns:a16="http://schemas.microsoft.com/office/drawing/2014/main" id="{D5F07BFD-BC62-47DD-BB8A-B626BA74C5CF}"/>
                </a:ext>
              </a:extLst>
            </p:cNvPr>
            <p:cNvGrpSpPr>
              <a:grpSpLocks/>
            </p:cNvGrpSpPr>
            <p:nvPr/>
          </p:nvGrpSpPr>
          <p:grpSpPr bwMode="auto">
            <a:xfrm>
              <a:off x="1007" y="2287"/>
              <a:ext cx="322" cy="270"/>
              <a:chOff x="590" y="480"/>
              <a:chExt cx="268" cy="384"/>
            </a:xfrm>
          </p:grpSpPr>
          <p:sp>
            <p:nvSpPr>
              <p:cNvPr id="14587" name="Rectangle 46">
                <a:extLst>
                  <a:ext uri="{FF2B5EF4-FFF2-40B4-BE49-F238E27FC236}">
                    <a16:creationId xmlns:a16="http://schemas.microsoft.com/office/drawing/2014/main" id="{E6165563-95D7-44AA-AAF4-3353514EF5D0}"/>
                  </a:ext>
                </a:extLst>
              </p:cNvPr>
              <p:cNvSpPr>
                <a:spLocks noChangeArrowheads="1"/>
              </p:cNvSpPr>
              <p:nvPr/>
            </p:nvSpPr>
            <p:spPr bwMode="auto">
              <a:xfrm>
                <a:off x="633"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88" name="Rectangle 47">
                <a:extLst>
                  <a:ext uri="{FF2B5EF4-FFF2-40B4-BE49-F238E27FC236}">
                    <a16:creationId xmlns:a16="http://schemas.microsoft.com/office/drawing/2014/main" id="{485B1A91-A257-4E54-B60D-F207EAF1F252}"/>
                  </a:ext>
                </a:extLst>
              </p:cNvPr>
              <p:cNvSpPr>
                <a:spLocks noChangeArrowheads="1"/>
              </p:cNvSpPr>
              <p:nvPr/>
            </p:nvSpPr>
            <p:spPr bwMode="auto">
              <a:xfrm>
                <a:off x="590" y="480"/>
                <a:ext cx="2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55" name="Group 48">
              <a:extLst>
                <a:ext uri="{FF2B5EF4-FFF2-40B4-BE49-F238E27FC236}">
                  <a16:creationId xmlns:a16="http://schemas.microsoft.com/office/drawing/2014/main" id="{ED46E05B-365A-4698-90C9-DD0301F4EF8B}"/>
                </a:ext>
              </a:extLst>
            </p:cNvPr>
            <p:cNvGrpSpPr>
              <a:grpSpLocks/>
            </p:cNvGrpSpPr>
            <p:nvPr/>
          </p:nvGrpSpPr>
          <p:grpSpPr bwMode="auto">
            <a:xfrm>
              <a:off x="1329" y="2287"/>
              <a:ext cx="322" cy="270"/>
              <a:chOff x="858" y="480"/>
              <a:chExt cx="268" cy="384"/>
            </a:xfrm>
          </p:grpSpPr>
          <p:sp>
            <p:nvSpPr>
              <p:cNvPr id="14585" name="Rectangle 49">
                <a:extLst>
                  <a:ext uri="{FF2B5EF4-FFF2-40B4-BE49-F238E27FC236}">
                    <a16:creationId xmlns:a16="http://schemas.microsoft.com/office/drawing/2014/main" id="{5666C2AC-DF2B-4855-8CA3-BFA9C4C9D017}"/>
                  </a:ext>
                </a:extLst>
              </p:cNvPr>
              <p:cNvSpPr>
                <a:spLocks noChangeArrowheads="1"/>
              </p:cNvSpPr>
              <p:nvPr/>
            </p:nvSpPr>
            <p:spPr bwMode="auto">
              <a:xfrm>
                <a:off x="901"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86" name="Rectangle 50">
                <a:extLst>
                  <a:ext uri="{FF2B5EF4-FFF2-40B4-BE49-F238E27FC236}">
                    <a16:creationId xmlns:a16="http://schemas.microsoft.com/office/drawing/2014/main" id="{AB5D1068-F37D-4993-9B0F-0A12FAF90A6F}"/>
                  </a:ext>
                </a:extLst>
              </p:cNvPr>
              <p:cNvSpPr>
                <a:spLocks noChangeArrowheads="1"/>
              </p:cNvSpPr>
              <p:nvPr/>
            </p:nvSpPr>
            <p:spPr bwMode="auto">
              <a:xfrm>
                <a:off x="858"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56" name="Group 51">
              <a:extLst>
                <a:ext uri="{FF2B5EF4-FFF2-40B4-BE49-F238E27FC236}">
                  <a16:creationId xmlns:a16="http://schemas.microsoft.com/office/drawing/2014/main" id="{CCEDD7C3-FA3D-4910-ABA0-8D50C7433A47}"/>
                </a:ext>
              </a:extLst>
            </p:cNvPr>
            <p:cNvGrpSpPr>
              <a:grpSpLocks/>
            </p:cNvGrpSpPr>
            <p:nvPr/>
          </p:nvGrpSpPr>
          <p:grpSpPr bwMode="auto">
            <a:xfrm>
              <a:off x="1651" y="2287"/>
              <a:ext cx="323" cy="270"/>
              <a:chOff x="1126" y="480"/>
              <a:chExt cx="268" cy="384"/>
            </a:xfrm>
          </p:grpSpPr>
          <p:sp>
            <p:nvSpPr>
              <p:cNvPr id="14583" name="Rectangle 52">
                <a:extLst>
                  <a:ext uri="{FF2B5EF4-FFF2-40B4-BE49-F238E27FC236}">
                    <a16:creationId xmlns:a16="http://schemas.microsoft.com/office/drawing/2014/main" id="{F1CE2819-738E-46CF-A02E-18EEE5CE5805}"/>
                  </a:ext>
                </a:extLst>
              </p:cNvPr>
              <p:cNvSpPr>
                <a:spLocks noChangeArrowheads="1"/>
              </p:cNvSpPr>
              <p:nvPr/>
            </p:nvSpPr>
            <p:spPr bwMode="auto">
              <a:xfrm>
                <a:off x="1169"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84" name="Rectangle 53">
                <a:extLst>
                  <a:ext uri="{FF2B5EF4-FFF2-40B4-BE49-F238E27FC236}">
                    <a16:creationId xmlns:a16="http://schemas.microsoft.com/office/drawing/2014/main" id="{B4289F78-6D72-4417-A879-17C7B0DE0D93}"/>
                  </a:ext>
                </a:extLst>
              </p:cNvPr>
              <p:cNvSpPr>
                <a:spLocks noChangeArrowheads="1"/>
              </p:cNvSpPr>
              <p:nvPr/>
            </p:nvSpPr>
            <p:spPr bwMode="auto">
              <a:xfrm>
                <a:off x="1126"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57" name="Group 54">
              <a:extLst>
                <a:ext uri="{FF2B5EF4-FFF2-40B4-BE49-F238E27FC236}">
                  <a16:creationId xmlns:a16="http://schemas.microsoft.com/office/drawing/2014/main" id="{514CDBFC-422B-4CC8-85DF-D0039FEA75AE}"/>
                </a:ext>
              </a:extLst>
            </p:cNvPr>
            <p:cNvGrpSpPr>
              <a:grpSpLocks/>
            </p:cNvGrpSpPr>
            <p:nvPr/>
          </p:nvGrpSpPr>
          <p:grpSpPr bwMode="auto">
            <a:xfrm>
              <a:off x="1974" y="2287"/>
              <a:ext cx="322" cy="282"/>
              <a:chOff x="1394" y="480"/>
              <a:chExt cx="268" cy="401"/>
            </a:xfrm>
          </p:grpSpPr>
          <p:sp>
            <p:nvSpPr>
              <p:cNvPr id="14581" name="Rectangle 55">
                <a:extLst>
                  <a:ext uri="{FF2B5EF4-FFF2-40B4-BE49-F238E27FC236}">
                    <a16:creationId xmlns:a16="http://schemas.microsoft.com/office/drawing/2014/main" id="{47F3A3D8-8D15-4FA2-B932-ED261117855B}"/>
                  </a:ext>
                </a:extLst>
              </p:cNvPr>
              <p:cNvSpPr>
                <a:spLocks noChangeArrowheads="1"/>
              </p:cNvSpPr>
              <p:nvPr/>
            </p:nvSpPr>
            <p:spPr bwMode="auto">
              <a:xfrm>
                <a:off x="1437" y="480"/>
                <a:ext cx="182" cy="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sp>
            <p:nvSpPr>
              <p:cNvPr id="14582" name="Rectangle 56">
                <a:extLst>
                  <a:ext uri="{FF2B5EF4-FFF2-40B4-BE49-F238E27FC236}">
                    <a16:creationId xmlns:a16="http://schemas.microsoft.com/office/drawing/2014/main" id="{F6EC095B-F1B4-45DE-B14F-65B9AA77BE0B}"/>
                  </a:ext>
                </a:extLst>
              </p:cNvPr>
              <p:cNvSpPr>
                <a:spLocks noChangeArrowheads="1"/>
              </p:cNvSpPr>
              <p:nvPr/>
            </p:nvSpPr>
            <p:spPr bwMode="auto">
              <a:xfrm>
                <a:off x="1394"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58" name="Group 57">
              <a:extLst>
                <a:ext uri="{FF2B5EF4-FFF2-40B4-BE49-F238E27FC236}">
                  <a16:creationId xmlns:a16="http://schemas.microsoft.com/office/drawing/2014/main" id="{0E496A52-CE6F-4F40-A63C-5E7C67D2035D}"/>
                </a:ext>
              </a:extLst>
            </p:cNvPr>
            <p:cNvGrpSpPr>
              <a:grpSpLocks/>
            </p:cNvGrpSpPr>
            <p:nvPr/>
          </p:nvGrpSpPr>
          <p:grpSpPr bwMode="auto">
            <a:xfrm>
              <a:off x="2296" y="2287"/>
              <a:ext cx="322" cy="270"/>
              <a:chOff x="1662" y="480"/>
              <a:chExt cx="268" cy="384"/>
            </a:xfrm>
          </p:grpSpPr>
          <p:sp>
            <p:nvSpPr>
              <p:cNvPr id="14579" name="Rectangle 58">
                <a:extLst>
                  <a:ext uri="{FF2B5EF4-FFF2-40B4-BE49-F238E27FC236}">
                    <a16:creationId xmlns:a16="http://schemas.microsoft.com/office/drawing/2014/main" id="{6E7B0918-9875-4834-B2AB-C5FAEBE6F3D9}"/>
                  </a:ext>
                </a:extLst>
              </p:cNvPr>
              <p:cNvSpPr>
                <a:spLocks noChangeArrowheads="1"/>
              </p:cNvSpPr>
              <p:nvPr/>
            </p:nvSpPr>
            <p:spPr bwMode="auto">
              <a:xfrm>
                <a:off x="1705"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80" name="Rectangle 59">
                <a:extLst>
                  <a:ext uri="{FF2B5EF4-FFF2-40B4-BE49-F238E27FC236}">
                    <a16:creationId xmlns:a16="http://schemas.microsoft.com/office/drawing/2014/main" id="{AEE1E5D9-80BA-4A23-BA3E-EE8702E4B33F}"/>
                  </a:ext>
                </a:extLst>
              </p:cNvPr>
              <p:cNvSpPr>
                <a:spLocks noChangeArrowheads="1"/>
              </p:cNvSpPr>
              <p:nvPr/>
            </p:nvSpPr>
            <p:spPr bwMode="auto">
              <a:xfrm>
                <a:off x="1662"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59" name="Group 60">
              <a:extLst>
                <a:ext uri="{FF2B5EF4-FFF2-40B4-BE49-F238E27FC236}">
                  <a16:creationId xmlns:a16="http://schemas.microsoft.com/office/drawing/2014/main" id="{DD0AF2C1-80BC-4899-BACB-F00E5E95C630}"/>
                </a:ext>
              </a:extLst>
            </p:cNvPr>
            <p:cNvGrpSpPr>
              <a:grpSpLocks/>
            </p:cNvGrpSpPr>
            <p:nvPr/>
          </p:nvGrpSpPr>
          <p:grpSpPr bwMode="auto">
            <a:xfrm>
              <a:off x="2618" y="2287"/>
              <a:ext cx="323" cy="270"/>
              <a:chOff x="1930" y="480"/>
              <a:chExt cx="268" cy="384"/>
            </a:xfrm>
          </p:grpSpPr>
          <p:sp>
            <p:nvSpPr>
              <p:cNvPr id="14577" name="Rectangle 61">
                <a:extLst>
                  <a:ext uri="{FF2B5EF4-FFF2-40B4-BE49-F238E27FC236}">
                    <a16:creationId xmlns:a16="http://schemas.microsoft.com/office/drawing/2014/main" id="{FF4CEF3A-93A8-48F8-AC57-AF23E947FE65}"/>
                  </a:ext>
                </a:extLst>
              </p:cNvPr>
              <p:cNvSpPr>
                <a:spLocks noChangeArrowheads="1"/>
              </p:cNvSpPr>
              <p:nvPr/>
            </p:nvSpPr>
            <p:spPr bwMode="auto">
              <a:xfrm>
                <a:off x="1973"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p:txBody>
          </p:sp>
          <p:sp>
            <p:nvSpPr>
              <p:cNvPr id="14578" name="Rectangle 62">
                <a:extLst>
                  <a:ext uri="{FF2B5EF4-FFF2-40B4-BE49-F238E27FC236}">
                    <a16:creationId xmlns:a16="http://schemas.microsoft.com/office/drawing/2014/main" id="{C46D32BA-84E6-4690-B2EE-CF2E1FD93348}"/>
                  </a:ext>
                </a:extLst>
              </p:cNvPr>
              <p:cNvSpPr>
                <a:spLocks noChangeArrowheads="1"/>
              </p:cNvSpPr>
              <p:nvPr/>
            </p:nvSpPr>
            <p:spPr bwMode="auto">
              <a:xfrm>
                <a:off x="1930"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60" name="Group 63">
              <a:extLst>
                <a:ext uri="{FF2B5EF4-FFF2-40B4-BE49-F238E27FC236}">
                  <a16:creationId xmlns:a16="http://schemas.microsoft.com/office/drawing/2014/main" id="{77CD9E8D-C3B6-446C-A815-B0C973D14F73}"/>
                </a:ext>
              </a:extLst>
            </p:cNvPr>
            <p:cNvGrpSpPr>
              <a:grpSpLocks/>
            </p:cNvGrpSpPr>
            <p:nvPr/>
          </p:nvGrpSpPr>
          <p:grpSpPr bwMode="auto">
            <a:xfrm>
              <a:off x="2941" y="2287"/>
              <a:ext cx="322" cy="270"/>
              <a:chOff x="2198" y="480"/>
              <a:chExt cx="268" cy="384"/>
            </a:xfrm>
          </p:grpSpPr>
          <p:sp>
            <p:nvSpPr>
              <p:cNvPr id="14575" name="Rectangle 64">
                <a:extLst>
                  <a:ext uri="{FF2B5EF4-FFF2-40B4-BE49-F238E27FC236}">
                    <a16:creationId xmlns:a16="http://schemas.microsoft.com/office/drawing/2014/main" id="{CE543911-C905-473D-AD87-A6A54B7EE7CC}"/>
                  </a:ext>
                </a:extLst>
              </p:cNvPr>
              <p:cNvSpPr>
                <a:spLocks noChangeArrowheads="1"/>
              </p:cNvSpPr>
              <p:nvPr/>
            </p:nvSpPr>
            <p:spPr bwMode="auto">
              <a:xfrm>
                <a:off x="2241"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76" name="Rectangle 65">
                <a:extLst>
                  <a:ext uri="{FF2B5EF4-FFF2-40B4-BE49-F238E27FC236}">
                    <a16:creationId xmlns:a16="http://schemas.microsoft.com/office/drawing/2014/main" id="{1FBD0B6A-0442-4A09-BFC0-0E7A6CBBAEBF}"/>
                  </a:ext>
                </a:extLst>
              </p:cNvPr>
              <p:cNvSpPr>
                <a:spLocks noChangeArrowheads="1"/>
              </p:cNvSpPr>
              <p:nvPr/>
            </p:nvSpPr>
            <p:spPr bwMode="auto">
              <a:xfrm>
                <a:off x="2198"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61" name="Group 66">
              <a:extLst>
                <a:ext uri="{FF2B5EF4-FFF2-40B4-BE49-F238E27FC236}">
                  <a16:creationId xmlns:a16="http://schemas.microsoft.com/office/drawing/2014/main" id="{A4A0A639-65A6-4563-A93D-FFD191847960}"/>
                </a:ext>
              </a:extLst>
            </p:cNvPr>
            <p:cNvGrpSpPr>
              <a:grpSpLocks/>
            </p:cNvGrpSpPr>
            <p:nvPr/>
          </p:nvGrpSpPr>
          <p:grpSpPr bwMode="auto">
            <a:xfrm>
              <a:off x="3263" y="2287"/>
              <a:ext cx="323" cy="270"/>
              <a:chOff x="2466" y="480"/>
              <a:chExt cx="268" cy="384"/>
            </a:xfrm>
          </p:grpSpPr>
          <p:sp>
            <p:nvSpPr>
              <p:cNvPr id="14573" name="Rectangle 67">
                <a:extLst>
                  <a:ext uri="{FF2B5EF4-FFF2-40B4-BE49-F238E27FC236}">
                    <a16:creationId xmlns:a16="http://schemas.microsoft.com/office/drawing/2014/main" id="{6C8A8F3F-7BC4-4EDB-8B13-0E95F8C34716}"/>
                  </a:ext>
                </a:extLst>
              </p:cNvPr>
              <p:cNvSpPr>
                <a:spLocks noChangeArrowheads="1"/>
              </p:cNvSpPr>
              <p:nvPr/>
            </p:nvSpPr>
            <p:spPr bwMode="auto">
              <a:xfrm>
                <a:off x="2509"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74" name="Rectangle 68">
                <a:extLst>
                  <a:ext uri="{FF2B5EF4-FFF2-40B4-BE49-F238E27FC236}">
                    <a16:creationId xmlns:a16="http://schemas.microsoft.com/office/drawing/2014/main" id="{5E4BF1CB-17A5-4157-AEFB-4A25BF87E81B}"/>
                  </a:ext>
                </a:extLst>
              </p:cNvPr>
              <p:cNvSpPr>
                <a:spLocks noChangeArrowheads="1"/>
              </p:cNvSpPr>
              <p:nvPr/>
            </p:nvSpPr>
            <p:spPr bwMode="auto">
              <a:xfrm>
                <a:off x="2466"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62" name="Group 69">
              <a:extLst>
                <a:ext uri="{FF2B5EF4-FFF2-40B4-BE49-F238E27FC236}">
                  <a16:creationId xmlns:a16="http://schemas.microsoft.com/office/drawing/2014/main" id="{09F64AEF-87AE-408A-A4B6-A98DC488EA13}"/>
                </a:ext>
              </a:extLst>
            </p:cNvPr>
            <p:cNvGrpSpPr>
              <a:grpSpLocks/>
            </p:cNvGrpSpPr>
            <p:nvPr/>
          </p:nvGrpSpPr>
          <p:grpSpPr bwMode="auto">
            <a:xfrm>
              <a:off x="3586" y="2287"/>
              <a:ext cx="322" cy="270"/>
              <a:chOff x="2734" y="480"/>
              <a:chExt cx="268" cy="384"/>
            </a:xfrm>
          </p:grpSpPr>
          <p:sp>
            <p:nvSpPr>
              <p:cNvPr id="14571" name="Rectangle 70">
                <a:extLst>
                  <a:ext uri="{FF2B5EF4-FFF2-40B4-BE49-F238E27FC236}">
                    <a16:creationId xmlns:a16="http://schemas.microsoft.com/office/drawing/2014/main" id="{4CCD64F1-FFD7-4BD0-B03C-8E07EDCE70F5}"/>
                  </a:ext>
                </a:extLst>
              </p:cNvPr>
              <p:cNvSpPr>
                <a:spLocks noChangeArrowheads="1"/>
              </p:cNvSpPr>
              <p:nvPr/>
            </p:nvSpPr>
            <p:spPr bwMode="auto">
              <a:xfrm>
                <a:off x="2777"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72" name="Rectangle 71">
                <a:extLst>
                  <a:ext uri="{FF2B5EF4-FFF2-40B4-BE49-F238E27FC236}">
                    <a16:creationId xmlns:a16="http://schemas.microsoft.com/office/drawing/2014/main" id="{AACA7B7B-F536-4C18-A929-70A83ACDAD12}"/>
                  </a:ext>
                </a:extLst>
              </p:cNvPr>
              <p:cNvSpPr>
                <a:spLocks noChangeArrowheads="1"/>
              </p:cNvSpPr>
              <p:nvPr/>
            </p:nvSpPr>
            <p:spPr bwMode="auto">
              <a:xfrm>
                <a:off x="2734"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63" name="Group 72">
              <a:extLst>
                <a:ext uri="{FF2B5EF4-FFF2-40B4-BE49-F238E27FC236}">
                  <a16:creationId xmlns:a16="http://schemas.microsoft.com/office/drawing/2014/main" id="{DF62D127-F46D-4336-96C6-A4C795BE0197}"/>
                </a:ext>
              </a:extLst>
            </p:cNvPr>
            <p:cNvGrpSpPr>
              <a:grpSpLocks/>
            </p:cNvGrpSpPr>
            <p:nvPr/>
          </p:nvGrpSpPr>
          <p:grpSpPr bwMode="auto">
            <a:xfrm>
              <a:off x="3908" y="2287"/>
              <a:ext cx="322" cy="270"/>
              <a:chOff x="3002" y="480"/>
              <a:chExt cx="268" cy="384"/>
            </a:xfrm>
          </p:grpSpPr>
          <p:sp>
            <p:nvSpPr>
              <p:cNvPr id="14569" name="Rectangle 73">
                <a:extLst>
                  <a:ext uri="{FF2B5EF4-FFF2-40B4-BE49-F238E27FC236}">
                    <a16:creationId xmlns:a16="http://schemas.microsoft.com/office/drawing/2014/main" id="{A19AB547-EB83-4A11-8160-9B0755CCDE92}"/>
                  </a:ext>
                </a:extLst>
              </p:cNvPr>
              <p:cNvSpPr>
                <a:spLocks noChangeArrowheads="1"/>
              </p:cNvSpPr>
              <p:nvPr/>
            </p:nvSpPr>
            <p:spPr bwMode="auto">
              <a:xfrm>
                <a:off x="3045"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70" name="Rectangle 74">
                <a:extLst>
                  <a:ext uri="{FF2B5EF4-FFF2-40B4-BE49-F238E27FC236}">
                    <a16:creationId xmlns:a16="http://schemas.microsoft.com/office/drawing/2014/main" id="{272A5328-1905-4B71-A8E9-DE28B22391E4}"/>
                  </a:ext>
                </a:extLst>
              </p:cNvPr>
              <p:cNvSpPr>
                <a:spLocks noChangeArrowheads="1"/>
              </p:cNvSpPr>
              <p:nvPr/>
            </p:nvSpPr>
            <p:spPr bwMode="auto">
              <a:xfrm>
                <a:off x="3002"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64" name="Group 75">
              <a:extLst>
                <a:ext uri="{FF2B5EF4-FFF2-40B4-BE49-F238E27FC236}">
                  <a16:creationId xmlns:a16="http://schemas.microsoft.com/office/drawing/2014/main" id="{C4E29CBD-0007-4B34-8D7C-960CBB3CA6F7}"/>
                </a:ext>
              </a:extLst>
            </p:cNvPr>
            <p:cNvGrpSpPr>
              <a:grpSpLocks/>
            </p:cNvGrpSpPr>
            <p:nvPr/>
          </p:nvGrpSpPr>
          <p:grpSpPr bwMode="auto">
            <a:xfrm>
              <a:off x="4230" y="2287"/>
              <a:ext cx="323" cy="270"/>
              <a:chOff x="3270" y="480"/>
              <a:chExt cx="268" cy="384"/>
            </a:xfrm>
          </p:grpSpPr>
          <p:sp>
            <p:nvSpPr>
              <p:cNvPr id="14567" name="Rectangle 76">
                <a:extLst>
                  <a:ext uri="{FF2B5EF4-FFF2-40B4-BE49-F238E27FC236}">
                    <a16:creationId xmlns:a16="http://schemas.microsoft.com/office/drawing/2014/main" id="{91E1CCC7-83F2-4F68-B687-10D2FFA85FF9}"/>
                  </a:ext>
                </a:extLst>
              </p:cNvPr>
              <p:cNvSpPr>
                <a:spLocks noChangeArrowheads="1"/>
              </p:cNvSpPr>
              <p:nvPr/>
            </p:nvSpPr>
            <p:spPr bwMode="auto">
              <a:xfrm>
                <a:off x="3313"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68" name="Rectangle 77">
                <a:extLst>
                  <a:ext uri="{FF2B5EF4-FFF2-40B4-BE49-F238E27FC236}">
                    <a16:creationId xmlns:a16="http://schemas.microsoft.com/office/drawing/2014/main" id="{E165594D-BB0D-43CC-8011-298231D68B4C}"/>
                  </a:ext>
                </a:extLst>
              </p:cNvPr>
              <p:cNvSpPr>
                <a:spLocks noChangeArrowheads="1"/>
              </p:cNvSpPr>
              <p:nvPr/>
            </p:nvSpPr>
            <p:spPr bwMode="auto">
              <a:xfrm>
                <a:off x="3270"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65" name="Group 78">
              <a:extLst>
                <a:ext uri="{FF2B5EF4-FFF2-40B4-BE49-F238E27FC236}">
                  <a16:creationId xmlns:a16="http://schemas.microsoft.com/office/drawing/2014/main" id="{A60994DD-31BF-4E2C-89EB-EB6809FED73C}"/>
                </a:ext>
              </a:extLst>
            </p:cNvPr>
            <p:cNvGrpSpPr>
              <a:grpSpLocks/>
            </p:cNvGrpSpPr>
            <p:nvPr/>
          </p:nvGrpSpPr>
          <p:grpSpPr bwMode="auto">
            <a:xfrm>
              <a:off x="4553" y="2287"/>
              <a:ext cx="322" cy="270"/>
              <a:chOff x="3538" y="480"/>
              <a:chExt cx="268" cy="384"/>
            </a:xfrm>
          </p:grpSpPr>
          <p:sp>
            <p:nvSpPr>
              <p:cNvPr id="14565" name="Rectangle 79">
                <a:extLst>
                  <a:ext uri="{FF2B5EF4-FFF2-40B4-BE49-F238E27FC236}">
                    <a16:creationId xmlns:a16="http://schemas.microsoft.com/office/drawing/2014/main" id="{82740AE0-AB6C-42B0-A15B-9637DB1E5384}"/>
                  </a:ext>
                </a:extLst>
              </p:cNvPr>
              <p:cNvSpPr>
                <a:spLocks noChangeArrowheads="1"/>
              </p:cNvSpPr>
              <p:nvPr/>
            </p:nvSpPr>
            <p:spPr bwMode="auto">
              <a:xfrm>
                <a:off x="3581"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66" name="Rectangle 80">
                <a:extLst>
                  <a:ext uri="{FF2B5EF4-FFF2-40B4-BE49-F238E27FC236}">
                    <a16:creationId xmlns:a16="http://schemas.microsoft.com/office/drawing/2014/main" id="{1D02C2D7-5877-44BC-AF0B-69EEF32CE037}"/>
                  </a:ext>
                </a:extLst>
              </p:cNvPr>
              <p:cNvSpPr>
                <a:spLocks noChangeArrowheads="1"/>
              </p:cNvSpPr>
              <p:nvPr/>
            </p:nvSpPr>
            <p:spPr bwMode="auto">
              <a:xfrm>
                <a:off x="3538"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66" name="Group 81">
              <a:extLst>
                <a:ext uri="{FF2B5EF4-FFF2-40B4-BE49-F238E27FC236}">
                  <a16:creationId xmlns:a16="http://schemas.microsoft.com/office/drawing/2014/main" id="{908BFD03-3039-4E2D-A937-591AB4D1C4F3}"/>
                </a:ext>
              </a:extLst>
            </p:cNvPr>
            <p:cNvGrpSpPr>
              <a:grpSpLocks/>
            </p:cNvGrpSpPr>
            <p:nvPr/>
          </p:nvGrpSpPr>
          <p:grpSpPr bwMode="auto">
            <a:xfrm>
              <a:off x="297" y="2557"/>
              <a:ext cx="710" cy="270"/>
              <a:chOff x="0" y="864"/>
              <a:chExt cx="590" cy="384"/>
            </a:xfrm>
          </p:grpSpPr>
          <p:sp>
            <p:nvSpPr>
              <p:cNvPr id="14563" name="Rectangle 82">
                <a:extLst>
                  <a:ext uri="{FF2B5EF4-FFF2-40B4-BE49-F238E27FC236}">
                    <a16:creationId xmlns:a16="http://schemas.microsoft.com/office/drawing/2014/main" id="{7932B658-773E-4DD4-823E-24AFF87A4944}"/>
                  </a:ext>
                </a:extLst>
              </p:cNvPr>
              <p:cNvSpPr>
                <a:spLocks noChangeArrowheads="1"/>
              </p:cNvSpPr>
              <p:nvPr/>
            </p:nvSpPr>
            <p:spPr bwMode="auto">
              <a:xfrm>
                <a:off x="43" y="864"/>
                <a:ext cx="50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1</a:t>
                </a:r>
                <a:r>
                  <a:rPr kumimoji="1" lang="en-US" altLang="zh-CN" sz="1200" b="1">
                    <a:solidFill>
                      <a:srgbClr val="007A77"/>
                    </a:solidFill>
                    <a:latin typeface="Times New Roman" panose="02020603050405020304" pitchFamily="18" charset="0"/>
                  </a:rPr>
                  <a:t>=2 v</a:t>
                </a:r>
                <a:r>
                  <a:rPr kumimoji="1" lang="en-US" altLang="zh-CN" sz="1200" b="1" baseline="-30000">
                    <a:solidFill>
                      <a:srgbClr val="007A77"/>
                    </a:solidFill>
                    <a:latin typeface="Times New Roman" panose="02020603050405020304" pitchFamily="18" charset="0"/>
                  </a:rPr>
                  <a:t>1</a:t>
                </a:r>
                <a:r>
                  <a:rPr kumimoji="1" lang="en-US" altLang="zh-CN" sz="12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4564" name="Rectangle 83">
                <a:extLst>
                  <a:ext uri="{FF2B5EF4-FFF2-40B4-BE49-F238E27FC236}">
                    <a16:creationId xmlns:a16="http://schemas.microsoft.com/office/drawing/2014/main" id="{AD9BB8C5-CC66-4AB4-AE14-041C96C36417}"/>
                  </a:ext>
                </a:extLst>
              </p:cNvPr>
              <p:cNvSpPr>
                <a:spLocks noChangeArrowheads="1"/>
              </p:cNvSpPr>
              <p:nvPr/>
            </p:nvSpPr>
            <p:spPr bwMode="auto">
              <a:xfrm>
                <a:off x="0" y="864"/>
                <a:ext cx="59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67" name="Group 84">
              <a:extLst>
                <a:ext uri="{FF2B5EF4-FFF2-40B4-BE49-F238E27FC236}">
                  <a16:creationId xmlns:a16="http://schemas.microsoft.com/office/drawing/2014/main" id="{0F96EEA1-A7F9-480B-AEDE-1CC1F6140372}"/>
                </a:ext>
              </a:extLst>
            </p:cNvPr>
            <p:cNvGrpSpPr>
              <a:grpSpLocks/>
            </p:cNvGrpSpPr>
            <p:nvPr/>
          </p:nvGrpSpPr>
          <p:grpSpPr bwMode="auto">
            <a:xfrm>
              <a:off x="1007" y="2557"/>
              <a:ext cx="322" cy="270"/>
              <a:chOff x="590" y="864"/>
              <a:chExt cx="268" cy="384"/>
            </a:xfrm>
          </p:grpSpPr>
          <p:sp>
            <p:nvSpPr>
              <p:cNvPr id="14561" name="Rectangle 85">
                <a:extLst>
                  <a:ext uri="{FF2B5EF4-FFF2-40B4-BE49-F238E27FC236}">
                    <a16:creationId xmlns:a16="http://schemas.microsoft.com/office/drawing/2014/main" id="{259A91A5-7CF2-4F29-9F38-3CCD3050A82E}"/>
                  </a:ext>
                </a:extLst>
              </p:cNvPr>
              <p:cNvSpPr>
                <a:spLocks noChangeArrowheads="1"/>
              </p:cNvSpPr>
              <p:nvPr/>
            </p:nvSpPr>
            <p:spPr bwMode="auto">
              <a:xfrm>
                <a:off x="633"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62" name="Rectangle 86">
                <a:extLst>
                  <a:ext uri="{FF2B5EF4-FFF2-40B4-BE49-F238E27FC236}">
                    <a16:creationId xmlns:a16="http://schemas.microsoft.com/office/drawing/2014/main" id="{B7BD8FFA-9EA9-4DB1-BAD1-92A5C6B284C5}"/>
                  </a:ext>
                </a:extLst>
              </p:cNvPr>
              <p:cNvSpPr>
                <a:spLocks noChangeArrowheads="1"/>
              </p:cNvSpPr>
              <p:nvPr/>
            </p:nvSpPr>
            <p:spPr bwMode="auto">
              <a:xfrm>
                <a:off x="590" y="864"/>
                <a:ext cx="2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68" name="Group 87">
              <a:extLst>
                <a:ext uri="{FF2B5EF4-FFF2-40B4-BE49-F238E27FC236}">
                  <a16:creationId xmlns:a16="http://schemas.microsoft.com/office/drawing/2014/main" id="{BFED857B-6113-445D-99D2-EA28A6A47FA4}"/>
                </a:ext>
              </a:extLst>
            </p:cNvPr>
            <p:cNvGrpSpPr>
              <a:grpSpLocks/>
            </p:cNvGrpSpPr>
            <p:nvPr/>
          </p:nvGrpSpPr>
          <p:grpSpPr bwMode="auto">
            <a:xfrm>
              <a:off x="1329" y="2557"/>
              <a:ext cx="322" cy="270"/>
              <a:chOff x="858" y="864"/>
              <a:chExt cx="268" cy="384"/>
            </a:xfrm>
          </p:grpSpPr>
          <p:sp>
            <p:nvSpPr>
              <p:cNvPr id="14559" name="Rectangle 88">
                <a:extLst>
                  <a:ext uri="{FF2B5EF4-FFF2-40B4-BE49-F238E27FC236}">
                    <a16:creationId xmlns:a16="http://schemas.microsoft.com/office/drawing/2014/main" id="{8DA19CB6-5EC0-4AD8-B5FA-163686D69A51}"/>
                  </a:ext>
                </a:extLst>
              </p:cNvPr>
              <p:cNvSpPr>
                <a:spLocks noChangeArrowheads="1"/>
              </p:cNvSpPr>
              <p:nvPr/>
            </p:nvSpPr>
            <p:spPr bwMode="auto">
              <a:xfrm>
                <a:off x="901"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60" name="Rectangle 89">
                <a:extLst>
                  <a:ext uri="{FF2B5EF4-FFF2-40B4-BE49-F238E27FC236}">
                    <a16:creationId xmlns:a16="http://schemas.microsoft.com/office/drawing/2014/main" id="{14D29790-A924-4746-A4BC-A99BC40FB812}"/>
                  </a:ext>
                </a:extLst>
              </p:cNvPr>
              <p:cNvSpPr>
                <a:spLocks noChangeArrowheads="1"/>
              </p:cNvSpPr>
              <p:nvPr/>
            </p:nvSpPr>
            <p:spPr bwMode="auto">
              <a:xfrm>
                <a:off x="858"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69" name="Group 90">
              <a:extLst>
                <a:ext uri="{FF2B5EF4-FFF2-40B4-BE49-F238E27FC236}">
                  <a16:creationId xmlns:a16="http://schemas.microsoft.com/office/drawing/2014/main" id="{879F0BCE-F95D-4DC7-921B-DE0197D6EBFA}"/>
                </a:ext>
              </a:extLst>
            </p:cNvPr>
            <p:cNvGrpSpPr>
              <a:grpSpLocks/>
            </p:cNvGrpSpPr>
            <p:nvPr/>
          </p:nvGrpSpPr>
          <p:grpSpPr bwMode="auto">
            <a:xfrm>
              <a:off x="1651" y="2557"/>
              <a:ext cx="323" cy="270"/>
              <a:chOff x="1126" y="864"/>
              <a:chExt cx="268" cy="384"/>
            </a:xfrm>
          </p:grpSpPr>
          <p:sp>
            <p:nvSpPr>
              <p:cNvPr id="14557" name="Rectangle 91">
                <a:extLst>
                  <a:ext uri="{FF2B5EF4-FFF2-40B4-BE49-F238E27FC236}">
                    <a16:creationId xmlns:a16="http://schemas.microsoft.com/office/drawing/2014/main" id="{13ADA4C9-4959-49D7-9B7F-E25EB0E82133}"/>
                  </a:ext>
                </a:extLst>
              </p:cNvPr>
              <p:cNvSpPr>
                <a:spLocks noChangeArrowheads="1"/>
              </p:cNvSpPr>
              <p:nvPr/>
            </p:nvSpPr>
            <p:spPr bwMode="auto">
              <a:xfrm>
                <a:off x="1169"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58" name="Rectangle 92">
                <a:extLst>
                  <a:ext uri="{FF2B5EF4-FFF2-40B4-BE49-F238E27FC236}">
                    <a16:creationId xmlns:a16="http://schemas.microsoft.com/office/drawing/2014/main" id="{53A16A36-B046-4C59-BD6A-51EF4BFC34E2}"/>
                  </a:ext>
                </a:extLst>
              </p:cNvPr>
              <p:cNvSpPr>
                <a:spLocks noChangeArrowheads="1"/>
              </p:cNvSpPr>
              <p:nvPr/>
            </p:nvSpPr>
            <p:spPr bwMode="auto">
              <a:xfrm>
                <a:off x="1126"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70" name="Group 93">
              <a:extLst>
                <a:ext uri="{FF2B5EF4-FFF2-40B4-BE49-F238E27FC236}">
                  <a16:creationId xmlns:a16="http://schemas.microsoft.com/office/drawing/2014/main" id="{F69287CE-4B90-4BA6-A6CA-6950ED95ECBA}"/>
                </a:ext>
              </a:extLst>
            </p:cNvPr>
            <p:cNvGrpSpPr>
              <a:grpSpLocks/>
            </p:cNvGrpSpPr>
            <p:nvPr/>
          </p:nvGrpSpPr>
          <p:grpSpPr bwMode="auto">
            <a:xfrm>
              <a:off x="1974" y="2557"/>
              <a:ext cx="322" cy="270"/>
              <a:chOff x="1394" y="864"/>
              <a:chExt cx="268" cy="384"/>
            </a:xfrm>
          </p:grpSpPr>
          <p:sp>
            <p:nvSpPr>
              <p:cNvPr id="14555" name="Rectangle 94">
                <a:extLst>
                  <a:ext uri="{FF2B5EF4-FFF2-40B4-BE49-F238E27FC236}">
                    <a16:creationId xmlns:a16="http://schemas.microsoft.com/office/drawing/2014/main" id="{C24B18E6-179B-49EC-B043-9A556A98868C}"/>
                  </a:ext>
                </a:extLst>
              </p:cNvPr>
              <p:cNvSpPr>
                <a:spLocks noChangeArrowheads="1"/>
              </p:cNvSpPr>
              <p:nvPr/>
            </p:nvSpPr>
            <p:spPr bwMode="auto">
              <a:xfrm>
                <a:off x="1437"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56" name="Rectangle 95">
                <a:extLst>
                  <a:ext uri="{FF2B5EF4-FFF2-40B4-BE49-F238E27FC236}">
                    <a16:creationId xmlns:a16="http://schemas.microsoft.com/office/drawing/2014/main" id="{9B83C4FF-F596-4F38-8039-3354426D9582}"/>
                  </a:ext>
                </a:extLst>
              </p:cNvPr>
              <p:cNvSpPr>
                <a:spLocks noChangeArrowheads="1"/>
              </p:cNvSpPr>
              <p:nvPr/>
            </p:nvSpPr>
            <p:spPr bwMode="auto">
              <a:xfrm>
                <a:off x="1394"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71" name="Group 96">
              <a:extLst>
                <a:ext uri="{FF2B5EF4-FFF2-40B4-BE49-F238E27FC236}">
                  <a16:creationId xmlns:a16="http://schemas.microsoft.com/office/drawing/2014/main" id="{D540A921-79AB-4500-946A-22833089D433}"/>
                </a:ext>
              </a:extLst>
            </p:cNvPr>
            <p:cNvGrpSpPr>
              <a:grpSpLocks/>
            </p:cNvGrpSpPr>
            <p:nvPr/>
          </p:nvGrpSpPr>
          <p:grpSpPr bwMode="auto">
            <a:xfrm>
              <a:off x="2296" y="2557"/>
              <a:ext cx="322" cy="270"/>
              <a:chOff x="1662" y="864"/>
              <a:chExt cx="268" cy="384"/>
            </a:xfrm>
          </p:grpSpPr>
          <p:sp>
            <p:nvSpPr>
              <p:cNvPr id="14553" name="Rectangle 97">
                <a:extLst>
                  <a:ext uri="{FF2B5EF4-FFF2-40B4-BE49-F238E27FC236}">
                    <a16:creationId xmlns:a16="http://schemas.microsoft.com/office/drawing/2014/main" id="{505CA169-2FD0-4A69-9968-746FE0FC0453}"/>
                  </a:ext>
                </a:extLst>
              </p:cNvPr>
              <p:cNvSpPr>
                <a:spLocks noChangeArrowheads="1"/>
              </p:cNvSpPr>
              <p:nvPr/>
            </p:nvSpPr>
            <p:spPr bwMode="auto">
              <a:xfrm>
                <a:off x="1705"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54" name="Rectangle 98">
                <a:extLst>
                  <a:ext uri="{FF2B5EF4-FFF2-40B4-BE49-F238E27FC236}">
                    <a16:creationId xmlns:a16="http://schemas.microsoft.com/office/drawing/2014/main" id="{8802475B-902C-4323-B0C2-292654A27A30}"/>
                  </a:ext>
                </a:extLst>
              </p:cNvPr>
              <p:cNvSpPr>
                <a:spLocks noChangeArrowheads="1"/>
              </p:cNvSpPr>
              <p:nvPr/>
            </p:nvSpPr>
            <p:spPr bwMode="auto">
              <a:xfrm>
                <a:off x="1662"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72" name="Group 99">
              <a:extLst>
                <a:ext uri="{FF2B5EF4-FFF2-40B4-BE49-F238E27FC236}">
                  <a16:creationId xmlns:a16="http://schemas.microsoft.com/office/drawing/2014/main" id="{FBE082F1-955C-4985-ADA8-F9002E9E0D1F}"/>
                </a:ext>
              </a:extLst>
            </p:cNvPr>
            <p:cNvGrpSpPr>
              <a:grpSpLocks/>
            </p:cNvGrpSpPr>
            <p:nvPr/>
          </p:nvGrpSpPr>
          <p:grpSpPr bwMode="auto">
            <a:xfrm>
              <a:off x="2618" y="2557"/>
              <a:ext cx="323" cy="270"/>
              <a:chOff x="1930" y="864"/>
              <a:chExt cx="268" cy="384"/>
            </a:xfrm>
          </p:grpSpPr>
          <p:sp>
            <p:nvSpPr>
              <p:cNvPr id="14551" name="Rectangle 100">
                <a:extLst>
                  <a:ext uri="{FF2B5EF4-FFF2-40B4-BE49-F238E27FC236}">
                    <a16:creationId xmlns:a16="http://schemas.microsoft.com/office/drawing/2014/main" id="{B7532A31-AC9D-4252-8907-92F2DF232AF9}"/>
                  </a:ext>
                </a:extLst>
              </p:cNvPr>
              <p:cNvSpPr>
                <a:spLocks noChangeArrowheads="1"/>
              </p:cNvSpPr>
              <p:nvPr/>
            </p:nvSpPr>
            <p:spPr bwMode="auto">
              <a:xfrm>
                <a:off x="1973"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52" name="Rectangle 101">
                <a:extLst>
                  <a:ext uri="{FF2B5EF4-FFF2-40B4-BE49-F238E27FC236}">
                    <a16:creationId xmlns:a16="http://schemas.microsoft.com/office/drawing/2014/main" id="{3B6A923C-989F-4EEA-A41B-736B16F5B1B1}"/>
                  </a:ext>
                </a:extLst>
              </p:cNvPr>
              <p:cNvSpPr>
                <a:spLocks noChangeArrowheads="1"/>
              </p:cNvSpPr>
              <p:nvPr/>
            </p:nvSpPr>
            <p:spPr bwMode="auto">
              <a:xfrm>
                <a:off x="1930"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73" name="Group 102">
              <a:extLst>
                <a:ext uri="{FF2B5EF4-FFF2-40B4-BE49-F238E27FC236}">
                  <a16:creationId xmlns:a16="http://schemas.microsoft.com/office/drawing/2014/main" id="{8B54C7CB-86A2-46F2-A7F5-1F279C050A00}"/>
                </a:ext>
              </a:extLst>
            </p:cNvPr>
            <p:cNvGrpSpPr>
              <a:grpSpLocks/>
            </p:cNvGrpSpPr>
            <p:nvPr/>
          </p:nvGrpSpPr>
          <p:grpSpPr bwMode="auto">
            <a:xfrm>
              <a:off x="2941" y="2557"/>
              <a:ext cx="322" cy="270"/>
              <a:chOff x="2198" y="864"/>
              <a:chExt cx="268" cy="384"/>
            </a:xfrm>
          </p:grpSpPr>
          <p:sp>
            <p:nvSpPr>
              <p:cNvPr id="14549" name="Rectangle 103">
                <a:extLst>
                  <a:ext uri="{FF2B5EF4-FFF2-40B4-BE49-F238E27FC236}">
                    <a16:creationId xmlns:a16="http://schemas.microsoft.com/office/drawing/2014/main" id="{803A8D51-093D-4195-9217-64F3FFF98DBC}"/>
                  </a:ext>
                </a:extLst>
              </p:cNvPr>
              <p:cNvSpPr>
                <a:spLocks noChangeArrowheads="1"/>
              </p:cNvSpPr>
              <p:nvPr/>
            </p:nvSpPr>
            <p:spPr bwMode="auto">
              <a:xfrm>
                <a:off x="2241"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50" name="Rectangle 104">
                <a:extLst>
                  <a:ext uri="{FF2B5EF4-FFF2-40B4-BE49-F238E27FC236}">
                    <a16:creationId xmlns:a16="http://schemas.microsoft.com/office/drawing/2014/main" id="{C065A8E9-BF79-4943-A40D-C4910025FA36}"/>
                  </a:ext>
                </a:extLst>
              </p:cNvPr>
              <p:cNvSpPr>
                <a:spLocks noChangeArrowheads="1"/>
              </p:cNvSpPr>
              <p:nvPr/>
            </p:nvSpPr>
            <p:spPr bwMode="auto">
              <a:xfrm>
                <a:off x="2198"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74" name="Group 105">
              <a:extLst>
                <a:ext uri="{FF2B5EF4-FFF2-40B4-BE49-F238E27FC236}">
                  <a16:creationId xmlns:a16="http://schemas.microsoft.com/office/drawing/2014/main" id="{81EE8564-49A3-4FD5-86D3-136D724A6F45}"/>
                </a:ext>
              </a:extLst>
            </p:cNvPr>
            <p:cNvGrpSpPr>
              <a:grpSpLocks/>
            </p:cNvGrpSpPr>
            <p:nvPr/>
          </p:nvGrpSpPr>
          <p:grpSpPr bwMode="auto">
            <a:xfrm>
              <a:off x="3263" y="2557"/>
              <a:ext cx="323" cy="270"/>
              <a:chOff x="2466" y="864"/>
              <a:chExt cx="268" cy="384"/>
            </a:xfrm>
          </p:grpSpPr>
          <p:sp>
            <p:nvSpPr>
              <p:cNvPr id="14547" name="Rectangle 106">
                <a:extLst>
                  <a:ext uri="{FF2B5EF4-FFF2-40B4-BE49-F238E27FC236}">
                    <a16:creationId xmlns:a16="http://schemas.microsoft.com/office/drawing/2014/main" id="{A12C51B1-06AA-4EB1-9D36-0CF6821838C2}"/>
                  </a:ext>
                </a:extLst>
              </p:cNvPr>
              <p:cNvSpPr>
                <a:spLocks noChangeArrowheads="1"/>
              </p:cNvSpPr>
              <p:nvPr/>
            </p:nvSpPr>
            <p:spPr bwMode="auto">
              <a:xfrm>
                <a:off x="2509"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p:txBody>
          </p:sp>
          <p:sp>
            <p:nvSpPr>
              <p:cNvPr id="14548" name="Rectangle 107">
                <a:extLst>
                  <a:ext uri="{FF2B5EF4-FFF2-40B4-BE49-F238E27FC236}">
                    <a16:creationId xmlns:a16="http://schemas.microsoft.com/office/drawing/2014/main" id="{CA53C8F9-E779-4BFE-BC25-0A4C9E4398E8}"/>
                  </a:ext>
                </a:extLst>
              </p:cNvPr>
              <p:cNvSpPr>
                <a:spLocks noChangeArrowheads="1"/>
              </p:cNvSpPr>
              <p:nvPr/>
            </p:nvSpPr>
            <p:spPr bwMode="auto">
              <a:xfrm>
                <a:off x="2466"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75" name="Group 108">
              <a:extLst>
                <a:ext uri="{FF2B5EF4-FFF2-40B4-BE49-F238E27FC236}">
                  <a16:creationId xmlns:a16="http://schemas.microsoft.com/office/drawing/2014/main" id="{0F0FE44C-17E7-41EE-A4E0-040325F26204}"/>
                </a:ext>
              </a:extLst>
            </p:cNvPr>
            <p:cNvGrpSpPr>
              <a:grpSpLocks/>
            </p:cNvGrpSpPr>
            <p:nvPr/>
          </p:nvGrpSpPr>
          <p:grpSpPr bwMode="auto">
            <a:xfrm>
              <a:off x="3586" y="2557"/>
              <a:ext cx="322" cy="270"/>
              <a:chOff x="2734" y="864"/>
              <a:chExt cx="268" cy="384"/>
            </a:xfrm>
          </p:grpSpPr>
          <p:sp>
            <p:nvSpPr>
              <p:cNvPr id="14545" name="Rectangle 109">
                <a:extLst>
                  <a:ext uri="{FF2B5EF4-FFF2-40B4-BE49-F238E27FC236}">
                    <a16:creationId xmlns:a16="http://schemas.microsoft.com/office/drawing/2014/main" id="{FF89715F-1A1E-4ED6-AADC-D800549BAF55}"/>
                  </a:ext>
                </a:extLst>
              </p:cNvPr>
              <p:cNvSpPr>
                <a:spLocks noChangeArrowheads="1"/>
              </p:cNvSpPr>
              <p:nvPr/>
            </p:nvSpPr>
            <p:spPr bwMode="auto">
              <a:xfrm>
                <a:off x="2777"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46" name="Rectangle 110">
                <a:extLst>
                  <a:ext uri="{FF2B5EF4-FFF2-40B4-BE49-F238E27FC236}">
                    <a16:creationId xmlns:a16="http://schemas.microsoft.com/office/drawing/2014/main" id="{684B6889-3AF6-4604-A1B7-7D019815701F}"/>
                  </a:ext>
                </a:extLst>
              </p:cNvPr>
              <p:cNvSpPr>
                <a:spLocks noChangeArrowheads="1"/>
              </p:cNvSpPr>
              <p:nvPr/>
            </p:nvSpPr>
            <p:spPr bwMode="auto">
              <a:xfrm>
                <a:off x="2734"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76" name="Group 111">
              <a:extLst>
                <a:ext uri="{FF2B5EF4-FFF2-40B4-BE49-F238E27FC236}">
                  <a16:creationId xmlns:a16="http://schemas.microsoft.com/office/drawing/2014/main" id="{CBBD5684-9C6D-4BC2-9404-3BCB65B3A84A}"/>
                </a:ext>
              </a:extLst>
            </p:cNvPr>
            <p:cNvGrpSpPr>
              <a:grpSpLocks/>
            </p:cNvGrpSpPr>
            <p:nvPr/>
          </p:nvGrpSpPr>
          <p:grpSpPr bwMode="auto">
            <a:xfrm>
              <a:off x="3908" y="2557"/>
              <a:ext cx="322" cy="270"/>
              <a:chOff x="3002" y="864"/>
              <a:chExt cx="268" cy="384"/>
            </a:xfrm>
          </p:grpSpPr>
          <p:sp>
            <p:nvSpPr>
              <p:cNvPr id="14543" name="Rectangle 112">
                <a:extLst>
                  <a:ext uri="{FF2B5EF4-FFF2-40B4-BE49-F238E27FC236}">
                    <a16:creationId xmlns:a16="http://schemas.microsoft.com/office/drawing/2014/main" id="{42DC7EDC-5B22-47BD-B428-7A175DCC21FB}"/>
                  </a:ext>
                </a:extLst>
              </p:cNvPr>
              <p:cNvSpPr>
                <a:spLocks noChangeArrowheads="1"/>
              </p:cNvSpPr>
              <p:nvPr/>
            </p:nvSpPr>
            <p:spPr bwMode="auto">
              <a:xfrm>
                <a:off x="3045"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44" name="Rectangle 113">
                <a:extLst>
                  <a:ext uri="{FF2B5EF4-FFF2-40B4-BE49-F238E27FC236}">
                    <a16:creationId xmlns:a16="http://schemas.microsoft.com/office/drawing/2014/main" id="{1BD0FA63-2EAC-426E-B8F3-45DF43CABDB2}"/>
                  </a:ext>
                </a:extLst>
              </p:cNvPr>
              <p:cNvSpPr>
                <a:spLocks noChangeArrowheads="1"/>
              </p:cNvSpPr>
              <p:nvPr/>
            </p:nvSpPr>
            <p:spPr bwMode="auto">
              <a:xfrm>
                <a:off x="3002"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77" name="Group 114">
              <a:extLst>
                <a:ext uri="{FF2B5EF4-FFF2-40B4-BE49-F238E27FC236}">
                  <a16:creationId xmlns:a16="http://schemas.microsoft.com/office/drawing/2014/main" id="{D5D4648D-E497-4DF4-8042-6A0CDA9DEE68}"/>
                </a:ext>
              </a:extLst>
            </p:cNvPr>
            <p:cNvGrpSpPr>
              <a:grpSpLocks/>
            </p:cNvGrpSpPr>
            <p:nvPr/>
          </p:nvGrpSpPr>
          <p:grpSpPr bwMode="auto">
            <a:xfrm>
              <a:off x="4230" y="2557"/>
              <a:ext cx="323" cy="270"/>
              <a:chOff x="3270" y="864"/>
              <a:chExt cx="268" cy="384"/>
            </a:xfrm>
          </p:grpSpPr>
          <p:sp>
            <p:nvSpPr>
              <p:cNvPr id="14541" name="Rectangle 115">
                <a:extLst>
                  <a:ext uri="{FF2B5EF4-FFF2-40B4-BE49-F238E27FC236}">
                    <a16:creationId xmlns:a16="http://schemas.microsoft.com/office/drawing/2014/main" id="{2DAE292D-8B16-4823-996E-1E59ABD78180}"/>
                  </a:ext>
                </a:extLst>
              </p:cNvPr>
              <p:cNvSpPr>
                <a:spLocks noChangeArrowheads="1"/>
              </p:cNvSpPr>
              <p:nvPr/>
            </p:nvSpPr>
            <p:spPr bwMode="auto">
              <a:xfrm>
                <a:off x="3313"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42" name="Rectangle 116">
                <a:extLst>
                  <a:ext uri="{FF2B5EF4-FFF2-40B4-BE49-F238E27FC236}">
                    <a16:creationId xmlns:a16="http://schemas.microsoft.com/office/drawing/2014/main" id="{060902EB-2009-481D-8F00-98ACB7A84906}"/>
                  </a:ext>
                </a:extLst>
              </p:cNvPr>
              <p:cNvSpPr>
                <a:spLocks noChangeArrowheads="1"/>
              </p:cNvSpPr>
              <p:nvPr/>
            </p:nvSpPr>
            <p:spPr bwMode="auto">
              <a:xfrm>
                <a:off x="3270"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78" name="Group 117">
              <a:extLst>
                <a:ext uri="{FF2B5EF4-FFF2-40B4-BE49-F238E27FC236}">
                  <a16:creationId xmlns:a16="http://schemas.microsoft.com/office/drawing/2014/main" id="{5054D5A7-7965-4FB4-BE7C-3EEE4F1D9BC3}"/>
                </a:ext>
              </a:extLst>
            </p:cNvPr>
            <p:cNvGrpSpPr>
              <a:grpSpLocks/>
            </p:cNvGrpSpPr>
            <p:nvPr/>
          </p:nvGrpSpPr>
          <p:grpSpPr bwMode="auto">
            <a:xfrm>
              <a:off x="4553" y="2557"/>
              <a:ext cx="322" cy="270"/>
              <a:chOff x="3538" y="864"/>
              <a:chExt cx="268" cy="384"/>
            </a:xfrm>
          </p:grpSpPr>
          <p:sp>
            <p:nvSpPr>
              <p:cNvPr id="14539" name="Rectangle 118">
                <a:extLst>
                  <a:ext uri="{FF2B5EF4-FFF2-40B4-BE49-F238E27FC236}">
                    <a16:creationId xmlns:a16="http://schemas.microsoft.com/office/drawing/2014/main" id="{39AF5509-AD42-4072-84F0-C3391F524259}"/>
                  </a:ext>
                </a:extLst>
              </p:cNvPr>
              <p:cNvSpPr>
                <a:spLocks noChangeArrowheads="1"/>
              </p:cNvSpPr>
              <p:nvPr/>
            </p:nvSpPr>
            <p:spPr bwMode="auto">
              <a:xfrm>
                <a:off x="3581"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40" name="Rectangle 119">
                <a:extLst>
                  <a:ext uri="{FF2B5EF4-FFF2-40B4-BE49-F238E27FC236}">
                    <a16:creationId xmlns:a16="http://schemas.microsoft.com/office/drawing/2014/main" id="{BBD312EF-05C3-42B7-86C1-17999D8DD6F1}"/>
                  </a:ext>
                </a:extLst>
              </p:cNvPr>
              <p:cNvSpPr>
                <a:spLocks noChangeArrowheads="1"/>
              </p:cNvSpPr>
              <p:nvPr/>
            </p:nvSpPr>
            <p:spPr bwMode="auto">
              <a:xfrm>
                <a:off x="3538"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79" name="Group 120">
              <a:extLst>
                <a:ext uri="{FF2B5EF4-FFF2-40B4-BE49-F238E27FC236}">
                  <a16:creationId xmlns:a16="http://schemas.microsoft.com/office/drawing/2014/main" id="{036E8097-D6EE-46A8-AA2F-FAB5212F2462}"/>
                </a:ext>
              </a:extLst>
            </p:cNvPr>
            <p:cNvGrpSpPr>
              <a:grpSpLocks/>
            </p:cNvGrpSpPr>
            <p:nvPr/>
          </p:nvGrpSpPr>
          <p:grpSpPr bwMode="auto">
            <a:xfrm>
              <a:off x="297" y="2827"/>
              <a:ext cx="710" cy="270"/>
              <a:chOff x="0" y="1248"/>
              <a:chExt cx="590" cy="384"/>
            </a:xfrm>
          </p:grpSpPr>
          <p:sp>
            <p:nvSpPr>
              <p:cNvPr id="14537" name="Rectangle 121">
                <a:extLst>
                  <a:ext uri="{FF2B5EF4-FFF2-40B4-BE49-F238E27FC236}">
                    <a16:creationId xmlns:a16="http://schemas.microsoft.com/office/drawing/2014/main" id="{EA1E567D-89E9-452D-9518-0D7A70542771}"/>
                  </a:ext>
                </a:extLst>
              </p:cNvPr>
              <p:cNvSpPr>
                <a:spLocks noChangeArrowheads="1"/>
              </p:cNvSpPr>
              <p:nvPr/>
            </p:nvSpPr>
            <p:spPr bwMode="auto">
              <a:xfrm>
                <a:off x="43" y="1248"/>
                <a:ext cx="50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2</a:t>
                </a:r>
                <a:r>
                  <a:rPr kumimoji="1" lang="en-US" altLang="zh-CN" sz="1200" b="1">
                    <a:solidFill>
                      <a:srgbClr val="007A77"/>
                    </a:solidFill>
                    <a:latin typeface="Times New Roman" panose="02020603050405020304" pitchFamily="18" charset="0"/>
                  </a:rPr>
                  <a:t>=2 v</a:t>
                </a:r>
                <a:r>
                  <a:rPr kumimoji="1" lang="en-US" altLang="zh-CN" sz="1200" b="1" baseline="-30000">
                    <a:solidFill>
                      <a:srgbClr val="007A77"/>
                    </a:solidFill>
                    <a:latin typeface="Times New Roman" panose="02020603050405020304" pitchFamily="18" charset="0"/>
                  </a:rPr>
                  <a:t>2</a:t>
                </a:r>
                <a:r>
                  <a:rPr kumimoji="1" lang="en-US" altLang="zh-CN" sz="1200" b="1">
                    <a:solidFill>
                      <a:srgbClr val="007A77"/>
                    </a:solidFill>
                    <a:latin typeface="Times New Roman" panose="02020603050405020304" pitchFamily="18" charset="0"/>
                  </a:rPr>
                  <a:t>=3</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4538" name="Rectangle 122">
                <a:extLst>
                  <a:ext uri="{FF2B5EF4-FFF2-40B4-BE49-F238E27FC236}">
                    <a16:creationId xmlns:a16="http://schemas.microsoft.com/office/drawing/2014/main" id="{63D2349A-34B6-454F-A4C2-6E0E0817E96F}"/>
                  </a:ext>
                </a:extLst>
              </p:cNvPr>
              <p:cNvSpPr>
                <a:spLocks noChangeArrowheads="1"/>
              </p:cNvSpPr>
              <p:nvPr/>
            </p:nvSpPr>
            <p:spPr bwMode="auto">
              <a:xfrm>
                <a:off x="0" y="1248"/>
                <a:ext cx="59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80" name="Group 123">
              <a:extLst>
                <a:ext uri="{FF2B5EF4-FFF2-40B4-BE49-F238E27FC236}">
                  <a16:creationId xmlns:a16="http://schemas.microsoft.com/office/drawing/2014/main" id="{380D3FF1-DD63-42BA-99E7-9536F873827E}"/>
                </a:ext>
              </a:extLst>
            </p:cNvPr>
            <p:cNvGrpSpPr>
              <a:grpSpLocks/>
            </p:cNvGrpSpPr>
            <p:nvPr/>
          </p:nvGrpSpPr>
          <p:grpSpPr bwMode="auto">
            <a:xfrm>
              <a:off x="1007" y="2827"/>
              <a:ext cx="322" cy="270"/>
              <a:chOff x="590" y="1248"/>
              <a:chExt cx="268" cy="384"/>
            </a:xfrm>
          </p:grpSpPr>
          <p:sp>
            <p:nvSpPr>
              <p:cNvPr id="14535" name="Rectangle 124">
                <a:extLst>
                  <a:ext uri="{FF2B5EF4-FFF2-40B4-BE49-F238E27FC236}">
                    <a16:creationId xmlns:a16="http://schemas.microsoft.com/office/drawing/2014/main" id="{88A4D858-2469-4794-B9FD-16FC138A01D4}"/>
                  </a:ext>
                </a:extLst>
              </p:cNvPr>
              <p:cNvSpPr>
                <a:spLocks noChangeArrowheads="1"/>
              </p:cNvSpPr>
              <p:nvPr/>
            </p:nvSpPr>
            <p:spPr bwMode="auto">
              <a:xfrm>
                <a:off x="633"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2</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36" name="Rectangle 125">
                <a:extLst>
                  <a:ext uri="{FF2B5EF4-FFF2-40B4-BE49-F238E27FC236}">
                    <a16:creationId xmlns:a16="http://schemas.microsoft.com/office/drawing/2014/main" id="{C72F49E5-BB91-451E-A257-3FBC0466832C}"/>
                  </a:ext>
                </a:extLst>
              </p:cNvPr>
              <p:cNvSpPr>
                <a:spLocks noChangeArrowheads="1"/>
              </p:cNvSpPr>
              <p:nvPr/>
            </p:nvSpPr>
            <p:spPr bwMode="auto">
              <a:xfrm>
                <a:off x="590" y="1248"/>
                <a:ext cx="2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81" name="Group 126">
              <a:extLst>
                <a:ext uri="{FF2B5EF4-FFF2-40B4-BE49-F238E27FC236}">
                  <a16:creationId xmlns:a16="http://schemas.microsoft.com/office/drawing/2014/main" id="{C97A27A8-5118-4EB5-8097-412CF20271A4}"/>
                </a:ext>
              </a:extLst>
            </p:cNvPr>
            <p:cNvGrpSpPr>
              <a:grpSpLocks/>
            </p:cNvGrpSpPr>
            <p:nvPr/>
          </p:nvGrpSpPr>
          <p:grpSpPr bwMode="auto">
            <a:xfrm>
              <a:off x="1329" y="2827"/>
              <a:ext cx="322" cy="270"/>
              <a:chOff x="858" y="1248"/>
              <a:chExt cx="268" cy="384"/>
            </a:xfrm>
          </p:grpSpPr>
          <p:sp>
            <p:nvSpPr>
              <p:cNvPr id="14533" name="Rectangle 127">
                <a:extLst>
                  <a:ext uri="{FF2B5EF4-FFF2-40B4-BE49-F238E27FC236}">
                    <a16:creationId xmlns:a16="http://schemas.microsoft.com/office/drawing/2014/main" id="{39EF4004-AC77-46D8-B3D6-A2721B309922}"/>
                  </a:ext>
                </a:extLst>
              </p:cNvPr>
              <p:cNvSpPr>
                <a:spLocks noChangeArrowheads="1"/>
              </p:cNvSpPr>
              <p:nvPr/>
            </p:nvSpPr>
            <p:spPr bwMode="auto">
              <a:xfrm>
                <a:off x="901"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34" name="Rectangle 128">
                <a:extLst>
                  <a:ext uri="{FF2B5EF4-FFF2-40B4-BE49-F238E27FC236}">
                    <a16:creationId xmlns:a16="http://schemas.microsoft.com/office/drawing/2014/main" id="{65ACA1C5-F21F-4010-B8D9-E34974EE71D4}"/>
                  </a:ext>
                </a:extLst>
              </p:cNvPr>
              <p:cNvSpPr>
                <a:spLocks noChangeArrowheads="1"/>
              </p:cNvSpPr>
              <p:nvPr/>
            </p:nvSpPr>
            <p:spPr bwMode="auto">
              <a:xfrm>
                <a:off x="858"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82" name="Group 129">
              <a:extLst>
                <a:ext uri="{FF2B5EF4-FFF2-40B4-BE49-F238E27FC236}">
                  <a16:creationId xmlns:a16="http://schemas.microsoft.com/office/drawing/2014/main" id="{704771BC-2E2F-460F-BE47-5DCE3DF81B66}"/>
                </a:ext>
              </a:extLst>
            </p:cNvPr>
            <p:cNvGrpSpPr>
              <a:grpSpLocks/>
            </p:cNvGrpSpPr>
            <p:nvPr/>
          </p:nvGrpSpPr>
          <p:grpSpPr bwMode="auto">
            <a:xfrm>
              <a:off x="1651" y="2827"/>
              <a:ext cx="323" cy="270"/>
              <a:chOff x="1126" y="1248"/>
              <a:chExt cx="268" cy="384"/>
            </a:xfrm>
          </p:grpSpPr>
          <p:sp>
            <p:nvSpPr>
              <p:cNvPr id="14531" name="Rectangle 130">
                <a:extLst>
                  <a:ext uri="{FF2B5EF4-FFF2-40B4-BE49-F238E27FC236}">
                    <a16:creationId xmlns:a16="http://schemas.microsoft.com/office/drawing/2014/main" id="{D18EC2D8-930B-4025-9A34-A4CD0DBCE569}"/>
                  </a:ext>
                </a:extLst>
              </p:cNvPr>
              <p:cNvSpPr>
                <a:spLocks noChangeArrowheads="1"/>
              </p:cNvSpPr>
              <p:nvPr/>
            </p:nvSpPr>
            <p:spPr bwMode="auto">
              <a:xfrm>
                <a:off x="1169"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32" name="Rectangle 131">
                <a:extLst>
                  <a:ext uri="{FF2B5EF4-FFF2-40B4-BE49-F238E27FC236}">
                    <a16:creationId xmlns:a16="http://schemas.microsoft.com/office/drawing/2014/main" id="{3E6926F8-2598-4713-BCF6-6148AD6C223F}"/>
                  </a:ext>
                </a:extLst>
              </p:cNvPr>
              <p:cNvSpPr>
                <a:spLocks noChangeArrowheads="1"/>
              </p:cNvSpPr>
              <p:nvPr/>
            </p:nvSpPr>
            <p:spPr bwMode="auto">
              <a:xfrm>
                <a:off x="1126"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83" name="Group 132">
              <a:extLst>
                <a:ext uri="{FF2B5EF4-FFF2-40B4-BE49-F238E27FC236}">
                  <a16:creationId xmlns:a16="http://schemas.microsoft.com/office/drawing/2014/main" id="{9083AD43-A4A1-41C7-86D8-F2395C8B3540}"/>
                </a:ext>
              </a:extLst>
            </p:cNvPr>
            <p:cNvGrpSpPr>
              <a:grpSpLocks/>
            </p:cNvGrpSpPr>
            <p:nvPr/>
          </p:nvGrpSpPr>
          <p:grpSpPr bwMode="auto">
            <a:xfrm>
              <a:off x="1974" y="2827"/>
              <a:ext cx="322" cy="270"/>
              <a:chOff x="1394" y="1248"/>
              <a:chExt cx="268" cy="384"/>
            </a:xfrm>
          </p:grpSpPr>
          <p:sp>
            <p:nvSpPr>
              <p:cNvPr id="14529" name="Rectangle 133">
                <a:extLst>
                  <a:ext uri="{FF2B5EF4-FFF2-40B4-BE49-F238E27FC236}">
                    <a16:creationId xmlns:a16="http://schemas.microsoft.com/office/drawing/2014/main" id="{99394465-9A94-4B5C-AF49-52124DE2281D}"/>
                  </a:ext>
                </a:extLst>
              </p:cNvPr>
              <p:cNvSpPr>
                <a:spLocks noChangeArrowheads="1"/>
              </p:cNvSpPr>
              <p:nvPr/>
            </p:nvSpPr>
            <p:spPr bwMode="auto">
              <a:xfrm>
                <a:off x="1437"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30" name="Rectangle 134">
                <a:extLst>
                  <a:ext uri="{FF2B5EF4-FFF2-40B4-BE49-F238E27FC236}">
                    <a16:creationId xmlns:a16="http://schemas.microsoft.com/office/drawing/2014/main" id="{AA2DCCC2-6B29-4EA0-BD89-E31965996C99}"/>
                  </a:ext>
                </a:extLst>
              </p:cNvPr>
              <p:cNvSpPr>
                <a:spLocks noChangeArrowheads="1"/>
              </p:cNvSpPr>
              <p:nvPr/>
            </p:nvSpPr>
            <p:spPr bwMode="auto">
              <a:xfrm>
                <a:off x="1394"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84" name="Group 135">
              <a:extLst>
                <a:ext uri="{FF2B5EF4-FFF2-40B4-BE49-F238E27FC236}">
                  <a16:creationId xmlns:a16="http://schemas.microsoft.com/office/drawing/2014/main" id="{3E6A8C2E-E5B2-4AC5-B4D9-C70676F88AB7}"/>
                </a:ext>
              </a:extLst>
            </p:cNvPr>
            <p:cNvGrpSpPr>
              <a:grpSpLocks/>
            </p:cNvGrpSpPr>
            <p:nvPr/>
          </p:nvGrpSpPr>
          <p:grpSpPr bwMode="auto">
            <a:xfrm>
              <a:off x="2296" y="2827"/>
              <a:ext cx="322" cy="270"/>
              <a:chOff x="1662" y="1248"/>
              <a:chExt cx="268" cy="384"/>
            </a:xfrm>
          </p:grpSpPr>
          <p:sp>
            <p:nvSpPr>
              <p:cNvPr id="14527" name="Rectangle 136">
                <a:extLst>
                  <a:ext uri="{FF2B5EF4-FFF2-40B4-BE49-F238E27FC236}">
                    <a16:creationId xmlns:a16="http://schemas.microsoft.com/office/drawing/2014/main" id="{7E03C0FF-E683-4A3B-BD19-AEFEF80EA89B}"/>
                  </a:ext>
                </a:extLst>
              </p:cNvPr>
              <p:cNvSpPr>
                <a:spLocks noChangeArrowheads="1"/>
              </p:cNvSpPr>
              <p:nvPr/>
            </p:nvSpPr>
            <p:spPr bwMode="auto">
              <a:xfrm>
                <a:off x="1705"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28" name="Rectangle 137">
                <a:extLst>
                  <a:ext uri="{FF2B5EF4-FFF2-40B4-BE49-F238E27FC236}">
                    <a16:creationId xmlns:a16="http://schemas.microsoft.com/office/drawing/2014/main" id="{98E9BF52-ADB4-4AFD-BD35-73F96014E90C}"/>
                  </a:ext>
                </a:extLst>
              </p:cNvPr>
              <p:cNvSpPr>
                <a:spLocks noChangeArrowheads="1"/>
              </p:cNvSpPr>
              <p:nvPr/>
            </p:nvSpPr>
            <p:spPr bwMode="auto">
              <a:xfrm>
                <a:off x="1662"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85" name="Group 138">
              <a:extLst>
                <a:ext uri="{FF2B5EF4-FFF2-40B4-BE49-F238E27FC236}">
                  <a16:creationId xmlns:a16="http://schemas.microsoft.com/office/drawing/2014/main" id="{45CC0363-2C35-407A-AB7C-33B884C14F9B}"/>
                </a:ext>
              </a:extLst>
            </p:cNvPr>
            <p:cNvGrpSpPr>
              <a:grpSpLocks/>
            </p:cNvGrpSpPr>
            <p:nvPr/>
          </p:nvGrpSpPr>
          <p:grpSpPr bwMode="auto">
            <a:xfrm>
              <a:off x="2618" y="2827"/>
              <a:ext cx="323" cy="270"/>
              <a:chOff x="1930" y="1248"/>
              <a:chExt cx="268" cy="384"/>
            </a:xfrm>
          </p:grpSpPr>
          <p:sp>
            <p:nvSpPr>
              <p:cNvPr id="14525" name="Rectangle 139">
                <a:extLst>
                  <a:ext uri="{FF2B5EF4-FFF2-40B4-BE49-F238E27FC236}">
                    <a16:creationId xmlns:a16="http://schemas.microsoft.com/office/drawing/2014/main" id="{B8CB0BB6-1193-44B3-B759-F5BE543386C4}"/>
                  </a:ext>
                </a:extLst>
              </p:cNvPr>
              <p:cNvSpPr>
                <a:spLocks noChangeArrowheads="1"/>
              </p:cNvSpPr>
              <p:nvPr/>
            </p:nvSpPr>
            <p:spPr bwMode="auto">
              <a:xfrm>
                <a:off x="1973"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26" name="Rectangle 140">
                <a:extLst>
                  <a:ext uri="{FF2B5EF4-FFF2-40B4-BE49-F238E27FC236}">
                    <a16:creationId xmlns:a16="http://schemas.microsoft.com/office/drawing/2014/main" id="{8988DC55-A65F-482E-84DF-F4B8BB466AFA}"/>
                  </a:ext>
                </a:extLst>
              </p:cNvPr>
              <p:cNvSpPr>
                <a:spLocks noChangeArrowheads="1"/>
              </p:cNvSpPr>
              <p:nvPr/>
            </p:nvSpPr>
            <p:spPr bwMode="auto">
              <a:xfrm>
                <a:off x="1930"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86" name="Group 141">
              <a:extLst>
                <a:ext uri="{FF2B5EF4-FFF2-40B4-BE49-F238E27FC236}">
                  <a16:creationId xmlns:a16="http://schemas.microsoft.com/office/drawing/2014/main" id="{31BEDF80-7281-4C57-BF42-16BD7F6B5288}"/>
                </a:ext>
              </a:extLst>
            </p:cNvPr>
            <p:cNvGrpSpPr>
              <a:grpSpLocks/>
            </p:cNvGrpSpPr>
            <p:nvPr/>
          </p:nvGrpSpPr>
          <p:grpSpPr bwMode="auto">
            <a:xfrm>
              <a:off x="2941" y="2827"/>
              <a:ext cx="322" cy="270"/>
              <a:chOff x="2198" y="1248"/>
              <a:chExt cx="268" cy="384"/>
            </a:xfrm>
          </p:grpSpPr>
          <p:sp>
            <p:nvSpPr>
              <p:cNvPr id="14523" name="Rectangle 142">
                <a:extLst>
                  <a:ext uri="{FF2B5EF4-FFF2-40B4-BE49-F238E27FC236}">
                    <a16:creationId xmlns:a16="http://schemas.microsoft.com/office/drawing/2014/main" id="{A116E2C6-A3D5-4B34-AD14-6E007F3A847C}"/>
                  </a:ext>
                </a:extLst>
              </p:cNvPr>
              <p:cNvSpPr>
                <a:spLocks noChangeArrowheads="1"/>
              </p:cNvSpPr>
              <p:nvPr/>
            </p:nvSpPr>
            <p:spPr bwMode="auto">
              <a:xfrm>
                <a:off x="2241"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24" name="Rectangle 143">
                <a:extLst>
                  <a:ext uri="{FF2B5EF4-FFF2-40B4-BE49-F238E27FC236}">
                    <a16:creationId xmlns:a16="http://schemas.microsoft.com/office/drawing/2014/main" id="{1F234A08-96D2-4BE1-AC48-FDB231C74199}"/>
                  </a:ext>
                </a:extLst>
              </p:cNvPr>
              <p:cNvSpPr>
                <a:spLocks noChangeArrowheads="1"/>
              </p:cNvSpPr>
              <p:nvPr/>
            </p:nvSpPr>
            <p:spPr bwMode="auto">
              <a:xfrm>
                <a:off x="2198"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87" name="Group 144">
              <a:extLst>
                <a:ext uri="{FF2B5EF4-FFF2-40B4-BE49-F238E27FC236}">
                  <a16:creationId xmlns:a16="http://schemas.microsoft.com/office/drawing/2014/main" id="{785C74B5-2793-41B7-93B9-711469F5CAFF}"/>
                </a:ext>
              </a:extLst>
            </p:cNvPr>
            <p:cNvGrpSpPr>
              <a:grpSpLocks/>
            </p:cNvGrpSpPr>
            <p:nvPr/>
          </p:nvGrpSpPr>
          <p:grpSpPr bwMode="auto">
            <a:xfrm>
              <a:off x="3244" y="2810"/>
              <a:ext cx="323" cy="270"/>
              <a:chOff x="2466" y="1248"/>
              <a:chExt cx="268" cy="384"/>
            </a:xfrm>
          </p:grpSpPr>
          <p:sp>
            <p:nvSpPr>
              <p:cNvPr id="14521" name="Rectangle 145">
                <a:extLst>
                  <a:ext uri="{FF2B5EF4-FFF2-40B4-BE49-F238E27FC236}">
                    <a16:creationId xmlns:a16="http://schemas.microsoft.com/office/drawing/2014/main" id="{36D69726-E382-4600-8BAC-22281584D7DD}"/>
                  </a:ext>
                </a:extLst>
              </p:cNvPr>
              <p:cNvSpPr>
                <a:spLocks noChangeArrowheads="1"/>
              </p:cNvSpPr>
              <p:nvPr/>
            </p:nvSpPr>
            <p:spPr bwMode="auto">
              <a:xfrm>
                <a:off x="2509"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22" name="Rectangle 146">
                <a:extLst>
                  <a:ext uri="{FF2B5EF4-FFF2-40B4-BE49-F238E27FC236}">
                    <a16:creationId xmlns:a16="http://schemas.microsoft.com/office/drawing/2014/main" id="{BE3FBF3C-ECC4-4966-92E0-AAB9E89B911A}"/>
                  </a:ext>
                </a:extLst>
              </p:cNvPr>
              <p:cNvSpPr>
                <a:spLocks noChangeArrowheads="1"/>
              </p:cNvSpPr>
              <p:nvPr/>
            </p:nvSpPr>
            <p:spPr bwMode="auto">
              <a:xfrm>
                <a:off x="2466" y="1248"/>
                <a:ext cx="2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88" name="Group 147">
              <a:extLst>
                <a:ext uri="{FF2B5EF4-FFF2-40B4-BE49-F238E27FC236}">
                  <a16:creationId xmlns:a16="http://schemas.microsoft.com/office/drawing/2014/main" id="{B59CCDEB-8B41-47B6-BE04-2283161A1815}"/>
                </a:ext>
              </a:extLst>
            </p:cNvPr>
            <p:cNvGrpSpPr>
              <a:grpSpLocks/>
            </p:cNvGrpSpPr>
            <p:nvPr/>
          </p:nvGrpSpPr>
          <p:grpSpPr bwMode="auto">
            <a:xfrm>
              <a:off x="3586" y="2827"/>
              <a:ext cx="322" cy="270"/>
              <a:chOff x="2734" y="1248"/>
              <a:chExt cx="268" cy="384"/>
            </a:xfrm>
          </p:grpSpPr>
          <p:sp>
            <p:nvSpPr>
              <p:cNvPr id="14519" name="Rectangle 148">
                <a:extLst>
                  <a:ext uri="{FF2B5EF4-FFF2-40B4-BE49-F238E27FC236}">
                    <a16:creationId xmlns:a16="http://schemas.microsoft.com/office/drawing/2014/main" id="{1AB70962-9BB8-4739-AB77-C307B3F7D1DA}"/>
                  </a:ext>
                </a:extLst>
              </p:cNvPr>
              <p:cNvSpPr>
                <a:spLocks noChangeArrowheads="1"/>
              </p:cNvSpPr>
              <p:nvPr/>
            </p:nvSpPr>
            <p:spPr bwMode="auto">
              <a:xfrm>
                <a:off x="2777"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20" name="Rectangle 149">
                <a:extLst>
                  <a:ext uri="{FF2B5EF4-FFF2-40B4-BE49-F238E27FC236}">
                    <a16:creationId xmlns:a16="http://schemas.microsoft.com/office/drawing/2014/main" id="{37FA9612-78BD-4A5C-8E06-2AE303FA3DCB}"/>
                  </a:ext>
                </a:extLst>
              </p:cNvPr>
              <p:cNvSpPr>
                <a:spLocks noChangeArrowheads="1"/>
              </p:cNvSpPr>
              <p:nvPr/>
            </p:nvSpPr>
            <p:spPr bwMode="auto">
              <a:xfrm>
                <a:off x="2734"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89" name="Group 150">
              <a:extLst>
                <a:ext uri="{FF2B5EF4-FFF2-40B4-BE49-F238E27FC236}">
                  <a16:creationId xmlns:a16="http://schemas.microsoft.com/office/drawing/2014/main" id="{93931D25-A669-41E3-999A-49154AE87D7D}"/>
                </a:ext>
              </a:extLst>
            </p:cNvPr>
            <p:cNvGrpSpPr>
              <a:grpSpLocks/>
            </p:cNvGrpSpPr>
            <p:nvPr/>
          </p:nvGrpSpPr>
          <p:grpSpPr bwMode="auto">
            <a:xfrm>
              <a:off x="3908" y="2827"/>
              <a:ext cx="322" cy="270"/>
              <a:chOff x="3002" y="1248"/>
              <a:chExt cx="268" cy="384"/>
            </a:xfrm>
          </p:grpSpPr>
          <p:sp>
            <p:nvSpPr>
              <p:cNvPr id="14517" name="Rectangle 151">
                <a:extLst>
                  <a:ext uri="{FF2B5EF4-FFF2-40B4-BE49-F238E27FC236}">
                    <a16:creationId xmlns:a16="http://schemas.microsoft.com/office/drawing/2014/main" id="{59D52604-5BE6-4B6B-92F7-4E5AE658027D}"/>
                  </a:ext>
                </a:extLst>
              </p:cNvPr>
              <p:cNvSpPr>
                <a:spLocks noChangeArrowheads="1"/>
              </p:cNvSpPr>
              <p:nvPr/>
            </p:nvSpPr>
            <p:spPr bwMode="auto">
              <a:xfrm>
                <a:off x="3045"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18" name="Rectangle 152">
                <a:extLst>
                  <a:ext uri="{FF2B5EF4-FFF2-40B4-BE49-F238E27FC236}">
                    <a16:creationId xmlns:a16="http://schemas.microsoft.com/office/drawing/2014/main" id="{C2EF8629-3B2B-442F-BB58-AA0AA7193A58}"/>
                  </a:ext>
                </a:extLst>
              </p:cNvPr>
              <p:cNvSpPr>
                <a:spLocks noChangeArrowheads="1"/>
              </p:cNvSpPr>
              <p:nvPr/>
            </p:nvSpPr>
            <p:spPr bwMode="auto">
              <a:xfrm>
                <a:off x="3002"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90" name="Group 153">
              <a:extLst>
                <a:ext uri="{FF2B5EF4-FFF2-40B4-BE49-F238E27FC236}">
                  <a16:creationId xmlns:a16="http://schemas.microsoft.com/office/drawing/2014/main" id="{FACEC706-2243-42F9-9F41-C2CBD4B00EB5}"/>
                </a:ext>
              </a:extLst>
            </p:cNvPr>
            <p:cNvGrpSpPr>
              <a:grpSpLocks/>
            </p:cNvGrpSpPr>
            <p:nvPr/>
          </p:nvGrpSpPr>
          <p:grpSpPr bwMode="auto">
            <a:xfrm>
              <a:off x="4230" y="2827"/>
              <a:ext cx="323" cy="270"/>
              <a:chOff x="3270" y="1248"/>
              <a:chExt cx="268" cy="384"/>
            </a:xfrm>
          </p:grpSpPr>
          <p:sp>
            <p:nvSpPr>
              <p:cNvPr id="14515" name="Rectangle 154">
                <a:extLst>
                  <a:ext uri="{FF2B5EF4-FFF2-40B4-BE49-F238E27FC236}">
                    <a16:creationId xmlns:a16="http://schemas.microsoft.com/office/drawing/2014/main" id="{B539BAEB-1A7B-4AE2-8938-29B49B0E8FFA}"/>
                  </a:ext>
                </a:extLst>
              </p:cNvPr>
              <p:cNvSpPr>
                <a:spLocks noChangeArrowheads="1"/>
              </p:cNvSpPr>
              <p:nvPr/>
            </p:nvSpPr>
            <p:spPr bwMode="auto">
              <a:xfrm>
                <a:off x="3313"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16" name="Rectangle 155">
                <a:extLst>
                  <a:ext uri="{FF2B5EF4-FFF2-40B4-BE49-F238E27FC236}">
                    <a16:creationId xmlns:a16="http://schemas.microsoft.com/office/drawing/2014/main" id="{BA9BEFF4-6C99-4AC7-96DB-4935D5C3E01A}"/>
                  </a:ext>
                </a:extLst>
              </p:cNvPr>
              <p:cNvSpPr>
                <a:spLocks noChangeArrowheads="1"/>
              </p:cNvSpPr>
              <p:nvPr/>
            </p:nvSpPr>
            <p:spPr bwMode="auto">
              <a:xfrm>
                <a:off x="3270"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91" name="Group 156">
              <a:extLst>
                <a:ext uri="{FF2B5EF4-FFF2-40B4-BE49-F238E27FC236}">
                  <a16:creationId xmlns:a16="http://schemas.microsoft.com/office/drawing/2014/main" id="{4E56016D-C26F-4A34-8BEE-D3EC13D705E4}"/>
                </a:ext>
              </a:extLst>
            </p:cNvPr>
            <p:cNvGrpSpPr>
              <a:grpSpLocks/>
            </p:cNvGrpSpPr>
            <p:nvPr/>
          </p:nvGrpSpPr>
          <p:grpSpPr bwMode="auto">
            <a:xfrm>
              <a:off x="4553" y="2827"/>
              <a:ext cx="322" cy="270"/>
              <a:chOff x="3538" y="1248"/>
              <a:chExt cx="268" cy="384"/>
            </a:xfrm>
          </p:grpSpPr>
          <p:sp>
            <p:nvSpPr>
              <p:cNvPr id="14513" name="Rectangle 157">
                <a:extLst>
                  <a:ext uri="{FF2B5EF4-FFF2-40B4-BE49-F238E27FC236}">
                    <a16:creationId xmlns:a16="http://schemas.microsoft.com/office/drawing/2014/main" id="{C472FB59-40FB-421E-A20A-FEC63C073C3F}"/>
                  </a:ext>
                </a:extLst>
              </p:cNvPr>
              <p:cNvSpPr>
                <a:spLocks noChangeArrowheads="1"/>
              </p:cNvSpPr>
              <p:nvPr/>
            </p:nvSpPr>
            <p:spPr bwMode="auto">
              <a:xfrm>
                <a:off x="3581"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14" name="Rectangle 158">
                <a:extLst>
                  <a:ext uri="{FF2B5EF4-FFF2-40B4-BE49-F238E27FC236}">
                    <a16:creationId xmlns:a16="http://schemas.microsoft.com/office/drawing/2014/main" id="{3C626FE7-AB03-4B6D-B0CF-45B9A1792110}"/>
                  </a:ext>
                </a:extLst>
              </p:cNvPr>
              <p:cNvSpPr>
                <a:spLocks noChangeArrowheads="1"/>
              </p:cNvSpPr>
              <p:nvPr/>
            </p:nvSpPr>
            <p:spPr bwMode="auto">
              <a:xfrm>
                <a:off x="3538"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92" name="Group 159">
              <a:extLst>
                <a:ext uri="{FF2B5EF4-FFF2-40B4-BE49-F238E27FC236}">
                  <a16:creationId xmlns:a16="http://schemas.microsoft.com/office/drawing/2014/main" id="{3F0C3138-40EB-4AE7-B7A3-B8A0B2FEF463}"/>
                </a:ext>
              </a:extLst>
            </p:cNvPr>
            <p:cNvGrpSpPr>
              <a:grpSpLocks/>
            </p:cNvGrpSpPr>
            <p:nvPr/>
          </p:nvGrpSpPr>
          <p:grpSpPr bwMode="auto">
            <a:xfrm>
              <a:off x="297" y="3097"/>
              <a:ext cx="710" cy="337"/>
              <a:chOff x="0" y="1632"/>
              <a:chExt cx="590" cy="480"/>
            </a:xfrm>
          </p:grpSpPr>
          <p:sp>
            <p:nvSpPr>
              <p:cNvPr id="14511" name="Rectangle 160">
                <a:extLst>
                  <a:ext uri="{FF2B5EF4-FFF2-40B4-BE49-F238E27FC236}">
                    <a16:creationId xmlns:a16="http://schemas.microsoft.com/office/drawing/2014/main" id="{410BF7B3-BAAB-4A38-9DF3-38A91600E8BD}"/>
                  </a:ext>
                </a:extLst>
              </p:cNvPr>
              <p:cNvSpPr>
                <a:spLocks noChangeArrowheads="1"/>
              </p:cNvSpPr>
              <p:nvPr/>
            </p:nvSpPr>
            <p:spPr bwMode="auto">
              <a:xfrm>
                <a:off x="43" y="1632"/>
                <a:ext cx="5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3</a:t>
                </a:r>
                <a:r>
                  <a:rPr kumimoji="1" lang="en-US" altLang="zh-CN" sz="1200" b="1">
                    <a:solidFill>
                      <a:srgbClr val="007A77"/>
                    </a:solidFill>
                    <a:latin typeface="Times New Roman" panose="02020603050405020304" pitchFamily="18" charset="0"/>
                  </a:rPr>
                  <a:t>=6 v</a:t>
                </a:r>
                <a:r>
                  <a:rPr kumimoji="1" lang="en-US" altLang="zh-CN" sz="1200" b="1" baseline="-30000">
                    <a:solidFill>
                      <a:srgbClr val="007A77"/>
                    </a:solidFill>
                    <a:latin typeface="Times New Roman" panose="02020603050405020304" pitchFamily="18" charset="0"/>
                  </a:rPr>
                  <a:t>3</a:t>
                </a:r>
                <a:r>
                  <a:rPr kumimoji="1" lang="en-US" altLang="zh-CN" sz="1200" b="1">
                    <a:solidFill>
                      <a:srgbClr val="007A77"/>
                    </a:solidFill>
                    <a:latin typeface="Times New Roman" panose="02020603050405020304" pitchFamily="18" charset="0"/>
                  </a:rPr>
                  <a:t>=5</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4512" name="Rectangle 161">
                <a:extLst>
                  <a:ext uri="{FF2B5EF4-FFF2-40B4-BE49-F238E27FC236}">
                    <a16:creationId xmlns:a16="http://schemas.microsoft.com/office/drawing/2014/main" id="{B5D2116B-FA1E-4188-9041-0C6138B00B0A}"/>
                  </a:ext>
                </a:extLst>
              </p:cNvPr>
              <p:cNvSpPr>
                <a:spLocks noChangeArrowheads="1"/>
              </p:cNvSpPr>
              <p:nvPr/>
            </p:nvSpPr>
            <p:spPr bwMode="auto">
              <a:xfrm>
                <a:off x="0" y="1632"/>
                <a:ext cx="5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93" name="Group 162">
              <a:extLst>
                <a:ext uri="{FF2B5EF4-FFF2-40B4-BE49-F238E27FC236}">
                  <a16:creationId xmlns:a16="http://schemas.microsoft.com/office/drawing/2014/main" id="{0F69D345-F4C2-4F93-8B54-B39E87502449}"/>
                </a:ext>
              </a:extLst>
            </p:cNvPr>
            <p:cNvGrpSpPr>
              <a:grpSpLocks/>
            </p:cNvGrpSpPr>
            <p:nvPr/>
          </p:nvGrpSpPr>
          <p:grpSpPr bwMode="auto">
            <a:xfrm>
              <a:off x="1007" y="3097"/>
              <a:ext cx="322" cy="337"/>
              <a:chOff x="590" y="1632"/>
              <a:chExt cx="268" cy="480"/>
            </a:xfrm>
          </p:grpSpPr>
          <p:sp>
            <p:nvSpPr>
              <p:cNvPr id="14509" name="Rectangle 163">
                <a:extLst>
                  <a:ext uri="{FF2B5EF4-FFF2-40B4-BE49-F238E27FC236}">
                    <a16:creationId xmlns:a16="http://schemas.microsoft.com/office/drawing/2014/main" id="{87585EF6-DBA7-4AD4-A20A-C2E29D77444E}"/>
                  </a:ext>
                </a:extLst>
              </p:cNvPr>
              <p:cNvSpPr>
                <a:spLocks noChangeArrowheads="1"/>
              </p:cNvSpPr>
              <p:nvPr/>
            </p:nvSpPr>
            <p:spPr bwMode="auto">
              <a:xfrm>
                <a:off x="633"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3</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10" name="Rectangle 164">
                <a:extLst>
                  <a:ext uri="{FF2B5EF4-FFF2-40B4-BE49-F238E27FC236}">
                    <a16:creationId xmlns:a16="http://schemas.microsoft.com/office/drawing/2014/main" id="{067D3AEC-B31B-4DB7-98CE-169C792B2D04}"/>
                  </a:ext>
                </a:extLst>
              </p:cNvPr>
              <p:cNvSpPr>
                <a:spLocks noChangeArrowheads="1"/>
              </p:cNvSpPr>
              <p:nvPr/>
            </p:nvSpPr>
            <p:spPr bwMode="auto">
              <a:xfrm>
                <a:off x="590" y="1632"/>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94" name="Group 165">
              <a:extLst>
                <a:ext uri="{FF2B5EF4-FFF2-40B4-BE49-F238E27FC236}">
                  <a16:creationId xmlns:a16="http://schemas.microsoft.com/office/drawing/2014/main" id="{294CDB1A-8156-47BE-841E-1DD5DAE046FB}"/>
                </a:ext>
              </a:extLst>
            </p:cNvPr>
            <p:cNvGrpSpPr>
              <a:grpSpLocks/>
            </p:cNvGrpSpPr>
            <p:nvPr/>
          </p:nvGrpSpPr>
          <p:grpSpPr bwMode="auto">
            <a:xfrm>
              <a:off x="1329" y="3097"/>
              <a:ext cx="322" cy="337"/>
              <a:chOff x="858" y="1632"/>
              <a:chExt cx="268" cy="480"/>
            </a:xfrm>
          </p:grpSpPr>
          <p:sp>
            <p:nvSpPr>
              <p:cNvPr id="14507" name="Rectangle 166">
                <a:extLst>
                  <a:ext uri="{FF2B5EF4-FFF2-40B4-BE49-F238E27FC236}">
                    <a16:creationId xmlns:a16="http://schemas.microsoft.com/office/drawing/2014/main" id="{625FBC83-5722-49C8-A1DB-0D7F4B4A06E5}"/>
                  </a:ext>
                </a:extLst>
              </p:cNvPr>
              <p:cNvSpPr>
                <a:spLocks noChangeArrowheads="1"/>
              </p:cNvSpPr>
              <p:nvPr/>
            </p:nvSpPr>
            <p:spPr bwMode="auto">
              <a:xfrm>
                <a:off x="901"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08" name="Rectangle 167">
                <a:extLst>
                  <a:ext uri="{FF2B5EF4-FFF2-40B4-BE49-F238E27FC236}">
                    <a16:creationId xmlns:a16="http://schemas.microsoft.com/office/drawing/2014/main" id="{5118D340-E8F8-4AD2-9638-D937D683DE85}"/>
                  </a:ext>
                </a:extLst>
              </p:cNvPr>
              <p:cNvSpPr>
                <a:spLocks noChangeArrowheads="1"/>
              </p:cNvSpPr>
              <p:nvPr/>
            </p:nvSpPr>
            <p:spPr bwMode="auto">
              <a:xfrm>
                <a:off x="858"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95" name="Group 168">
              <a:extLst>
                <a:ext uri="{FF2B5EF4-FFF2-40B4-BE49-F238E27FC236}">
                  <a16:creationId xmlns:a16="http://schemas.microsoft.com/office/drawing/2014/main" id="{0C2D54CB-49D8-4957-8F6B-2CAD897EBF8F}"/>
                </a:ext>
              </a:extLst>
            </p:cNvPr>
            <p:cNvGrpSpPr>
              <a:grpSpLocks/>
            </p:cNvGrpSpPr>
            <p:nvPr/>
          </p:nvGrpSpPr>
          <p:grpSpPr bwMode="auto">
            <a:xfrm>
              <a:off x="1651" y="3097"/>
              <a:ext cx="323" cy="337"/>
              <a:chOff x="1126" y="1632"/>
              <a:chExt cx="268" cy="480"/>
            </a:xfrm>
          </p:grpSpPr>
          <p:sp>
            <p:nvSpPr>
              <p:cNvPr id="14505" name="Rectangle 169">
                <a:extLst>
                  <a:ext uri="{FF2B5EF4-FFF2-40B4-BE49-F238E27FC236}">
                    <a16:creationId xmlns:a16="http://schemas.microsoft.com/office/drawing/2014/main" id="{186B6DB5-42DC-41E4-BFD2-B471198CEFEC}"/>
                  </a:ext>
                </a:extLst>
              </p:cNvPr>
              <p:cNvSpPr>
                <a:spLocks noChangeArrowheads="1"/>
              </p:cNvSpPr>
              <p:nvPr/>
            </p:nvSpPr>
            <p:spPr bwMode="auto">
              <a:xfrm>
                <a:off x="1169"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06" name="Rectangle 170">
                <a:extLst>
                  <a:ext uri="{FF2B5EF4-FFF2-40B4-BE49-F238E27FC236}">
                    <a16:creationId xmlns:a16="http://schemas.microsoft.com/office/drawing/2014/main" id="{1D3C16A4-7C55-47C2-9961-17A41BE6A50D}"/>
                  </a:ext>
                </a:extLst>
              </p:cNvPr>
              <p:cNvSpPr>
                <a:spLocks noChangeArrowheads="1"/>
              </p:cNvSpPr>
              <p:nvPr/>
            </p:nvSpPr>
            <p:spPr bwMode="auto">
              <a:xfrm>
                <a:off x="1126"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96" name="Group 171">
              <a:extLst>
                <a:ext uri="{FF2B5EF4-FFF2-40B4-BE49-F238E27FC236}">
                  <a16:creationId xmlns:a16="http://schemas.microsoft.com/office/drawing/2014/main" id="{111439D7-80EB-4CFB-9042-E349D9A5989E}"/>
                </a:ext>
              </a:extLst>
            </p:cNvPr>
            <p:cNvGrpSpPr>
              <a:grpSpLocks/>
            </p:cNvGrpSpPr>
            <p:nvPr/>
          </p:nvGrpSpPr>
          <p:grpSpPr bwMode="auto">
            <a:xfrm>
              <a:off x="1974" y="3097"/>
              <a:ext cx="322" cy="337"/>
              <a:chOff x="1394" y="1632"/>
              <a:chExt cx="268" cy="480"/>
            </a:xfrm>
          </p:grpSpPr>
          <p:sp>
            <p:nvSpPr>
              <p:cNvPr id="14503" name="Rectangle 172">
                <a:extLst>
                  <a:ext uri="{FF2B5EF4-FFF2-40B4-BE49-F238E27FC236}">
                    <a16:creationId xmlns:a16="http://schemas.microsoft.com/office/drawing/2014/main" id="{F15139B8-B391-44A4-B6BA-E60253D9329C}"/>
                  </a:ext>
                </a:extLst>
              </p:cNvPr>
              <p:cNvSpPr>
                <a:spLocks noChangeArrowheads="1"/>
              </p:cNvSpPr>
              <p:nvPr/>
            </p:nvSpPr>
            <p:spPr bwMode="auto">
              <a:xfrm>
                <a:off x="1437"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04" name="Rectangle 173">
                <a:extLst>
                  <a:ext uri="{FF2B5EF4-FFF2-40B4-BE49-F238E27FC236}">
                    <a16:creationId xmlns:a16="http://schemas.microsoft.com/office/drawing/2014/main" id="{06B92553-DDCF-42D3-ACFF-34A7E8D19FA7}"/>
                  </a:ext>
                </a:extLst>
              </p:cNvPr>
              <p:cNvSpPr>
                <a:spLocks noChangeArrowheads="1"/>
              </p:cNvSpPr>
              <p:nvPr/>
            </p:nvSpPr>
            <p:spPr bwMode="auto">
              <a:xfrm>
                <a:off x="1394"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97" name="Group 174">
              <a:extLst>
                <a:ext uri="{FF2B5EF4-FFF2-40B4-BE49-F238E27FC236}">
                  <a16:creationId xmlns:a16="http://schemas.microsoft.com/office/drawing/2014/main" id="{AAECCD3F-62E7-40A7-BDB4-6321A779D168}"/>
                </a:ext>
              </a:extLst>
            </p:cNvPr>
            <p:cNvGrpSpPr>
              <a:grpSpLocks/>
            </p:cNvGrpSpPr>
            <p:nvPr/>
          </p:nvGrpSpPr>
          <p:grpSpPr bwMode="auto">
            <a:xfrm>
              <a:off x="2296" y="3097"/>
              <a:ext cx="322" cy="337"/>
              <a:chOff x="1662" y="1632"/>
              <a:chExt cx="268" cy="480"/>
            </a:xfrm>
          </p:grpSpPr>
          <p:sp>
            <p:nvSpPr>
              <p:cNvPr id="14501" name="Rectangle 175">
                <a:extLst>
                  <a:ext uri="{FF2B5EF4-FFF2-40B4-BE49-F238E27FC236}">
                    <a16:creationId xmlns:a16="http://schemas.microsoft.com/office/drawing/2014/main" id="{55E28E26-23B3-47C1-A217-F8E5B18ED4CD}"/>
                  </a:ext>
                </a:extLst>
              </p:cNvPr>
              <p:cNvSpPr>
                <a:spLocks noChangeArrowheads="1"/>
              </p:cNvSpPr>
              <p:nvPr/>
            </p:nvSpPr>
            <p:spPr bwMode="auto">
              <a:xfrm>
                <a:off x="1705"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02" name="Rectangle 176">
                <a:extLst>
                  <a:ext uri="{FF2B5EF4-FFF2-40B4-BE49-F238E27FC236}">
                    <a16:creationId xmlns:a16="http://schemas.microsoft.com/office/drawing/2014/main" id="{1AE5354C-2167-4AD3-97F9-F459341FBB3A}"/>
                  </a:ext>
                </a:extLst>
              </p:cNvPr>
              <p:cNvSpPr>
                <a:spLocks noChangeArrowheads="1"/>
              </p:cNvSpPr>
              <p:nvPr/>
            </p:nvSpPr>
            <p:spPr bwMode="auto">
              <a:xfrm>
                <a:off x="1662"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98" name="Group 177">
              <a:extLst>
                <a:ext uri="{FF2B5EF4-FFF2-40B4-BE49-F238E27FC236}">
                  <a16:creationId xmlns:a16="http://schemas.microsoft.com/office/drawing/2014/main" id="{8132AA98-5883-48B8-AB28-514E571FB0D0}"/>
                </a:ext>
              </a:extLst>
            </p:cNvPr>
            <p:cNvGrpSpPr>
              <a:grpSpLocks/>
            </p:cNvGrpSpPr>
            <p:nvPr/>
          </p:nvGrpSpPr>
          <p:grpSpPr bwMode="auto">
            <a:xfrm>
              <a:off x="2618" y="3097"/>
              <a:ext cx="323" cy="337"/>
              <a:chOff x="1930" y="1632"/>
              <a:chExt cx="268" cy="480"/>
            </a:xfrm>
          </p:grpSpPr>
          <p:sp>
            <p:nvSpPr>
              <p:cNvPr id="14499" name="Rectangle 178">
                <a:extLst>
                  <a:ext uri="{FF2B5EF4-FFF2-40B4-BE49-F238E27FC236}">
                    <a16:creationId xmlns:a16="http://schemas.microsoft.com/office/drawing/2014/main" id="{7413D755-8A02-4F90-B77C-2BADB69677BA}"/>
                  </a:ext>
                </a:extLst>
              </p:cNvPr>
              <p:cNvSpPr>
                <a:spLocks noChangeArrowheads="1"/>
              </p:cNvSpPr>
              <p:nvPr/>
            </p:nvSpPr>
            <p:spPr bwMode="auto">
              <a:xfrm>
                <a:off x="1973"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500" name="Rectangle 179">
                <a:extLst>
                  <a:ext uri="{FF2B5EF4-FFF2-40B4-BE49-F238E27FC236}">
                    <a16:creationId xmlns:a16="http://schemas.microsoft.com/office/drawing/2014/main" id="{C6B6AAB1-8C70-4718-B7A5-0C47385AB2A6}"/>
                  </a:ext>
                </a:extLst>
              </p:cNvPr>
              <p:cNvSpPr>
                <a:spLocks noChangeArrowheads="1"/>
              </p:cNvSpPr>
              <p:nvPr/>
            </p:nvSpPr>
            <p:spPr bwMode="auto">
              <a:xfrm>
                <a:off x="1930"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399" name="Group 180">
              <a:extLst>
                <a:ext uri="{FF2B5EF4-FFF2-40B4-BE49-F238E27FC236}">
                  <a16:creationId xmlns:a16="http://schemas.microsoft.com/office/drawing/2014/main" id="{EAE318F9-7F6E-4EE8-B78D-3D0861C28D19}"/>
                </a:ext>
              </a:extLst>
            </p:cNvPr>
            <p:cNvGrpSpPr>
              <a:grpSpLocks/>
            </p:cNvGrpSpPr>
            <p:nvPr/>
          </p:nvGrpSpPr>
          <p:grpSpPr bwMode="auto">
            <a:xfrm>
              <a:off x="2941" y="3097"/>
              <a:ext cx="322" cy="337"/>
              <a:chOff x="2198" y="1632"/>
              <a:chExt cx="268" cy="480"/>
            </a:xfrm>
          </p:grpSpPr>
          <p:sp>
            <p:nvSpPr>
              <p:cNvPr id="14497" name="Rectangle 181">
                <a:extLst>
                  <a:ext uri="{FF2B5EF4-FFF2-40B4-BE49-F238E27FC236}">
                    <a16:creationId xmlns:a16="http://schemas.microsoft.com/office/drawing/2014/main" id="{5CD83199-1952-41FA-860B-2BA2996AFF15}"/>
                  </a:ext>
                </a:extLst>
              </p:cNvPr>
              <p:cNvSpPr>
                <a:spLocks noChangeArrowheads="1"/>
              </p:cNvSpPr>
              <p:nvPr/>
            </p:nvSpPr>
            <p:spPr bwMode="auto">
              <a:xfrm>
                <a:off x="2241"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98" name="Rectangle 182">
                <a:extLst>
                  <a:ext uri="{FF2B5EF4-FFF2-40B4-BE49-F238E27FC236}">
                    <a16:creationId xmlns:a16="http://schemas.microsoft.com/office/drawing/2014/main" id="{7702F6C0-6EE3-4BC6-887F-620271A0FA5A}"/>
                  </a:ext>
                </a:extLst>
              </p:cNvPr>
              <p:cNvSpPr>
                <a:spLocks noChangeArrowheads="1"/>
              </p:cNvSpPr>
              <p:nvPr/>
            </p:nvSpPr>
            <p:spPr bwMode="auto">
              <a:xfrm>
                <a:off x="2198"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00" name="Group 183">
              <a:extLst>
                <a:ext uri="{FF2B5EF4-FFF2-40B4-BE49-F238E27FC236}">
                  <a16:creationId xmlns:a16="http://schemas.microsoft.com/office/drawing/2014/main" id="{EB7E4C67-978A-4AD9-87C5-7D46F6BF6473}"/>
                </a:ext>
              </a:extLst>
            </p:cNvPr>
            <p:cNvGrpSpPr>
              <a:grpSpLocks/>
            </p:cNvGrpSpPr>
            <p:nvPr/>
          </p:nvGrpSpPr>
          <p:grpSpPr bwMode="auto">
            <a:xfrm>
              <a:off x="3263" y="3097"/>
              <a:ext cx="323" cy="337"/>
              <a:chOff x="2466" y="1632"/>
              <a:chExt cx="268" cy="480"/>
            </a:xfrm>
          </p:grpSpPr>
          <p:sp>
            <p:nvSpPr>
              <p:cNvPr id="14495" name="Rectangle 184">
                <a:extLst>
                  <a:ext uri="{FF2B5EF4-FFF2-40B4-BE49-F238E27FC236}">
                    <a16:creationId xmlns:a16="http://schemas.microsoft.com/office/drawing/2014/main" id="{1961E500-736B-46DA-B4CA-47BCC99FEB59}"/>
                  </a:ext>
                </a:extLst>
              </p:cNvPr>
              <p:cNvSpPr>
                <a:spLocks noChangeArrowheads="1"/>
              </p:cNvSpPr>
              <p:nvPr/>
            </p:nvSpPr>
            <p:spPr bwMode="auto">
              <a:xfrm>
                <a:off x="2509"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p:txBody>
          </p:sp>
          <p:sp>
            <p:nvSpPr>
              <p:cNvPr id="14496" name="Rectangle 185">
                <a:extLst>
                  <a:ext uri="{FF2B5EF4-FFF2-40B4-BE49-F238E27FC236}">
                    <a16:creationId xmlns:a16="http://schemas.microsoft.com/office/drawing/2014/main" id="{99B7B210-2041-44A2-992F-18E0D1008921}"/>
                  </a:ext>
                </a:extLst>
              </p:cNvPr>
              <p:cNvSpPr>
                <a:spLocks noChangeArrowheads="1"/>
              </p:cNvSpPr>
              <p:nvPr/>
            </p:nvSpPr>
            <p:spPr bwMode="auto">
              <a:xfrm>
                <a:off x="2466"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01" name="Group 186">
              <a:extLst>
                <a:ext uri="{FF2B5EF4-FFF2-40B4-BE49-F238E27FC236}">
                  <a16:creationId xmlns:a16="http://schemas.microsoft.com/office/drawing/2014/main" id="{775FC863-6B7D-4D4D-B06F-B0AD87244C6E}"/>
                </a:ext>
              </a:extLst>
            </p:cNvPr>
            <p:cNvGrpSpPr>
              <a:grpSpLocks/>
            </p:cNvGrpSpPr>
            <p:nvPr/>
          </p:nvGrpSpPr>
          <p:grpSpPr bwMode="auto">
            <a:xfrm>
              <a:off x="3586" y="3097"/>
              <a:ext cx="322" cy="337"/>
              <a:chOff x="2734" y="1632"/>
              <a:chExt cx="268" cy="480"/>
            </a:xfrm>
          </p:grpSpPr>
          <p:sp>
            <p:nvSpPr>
              <p:cNvPr id="14493" name="Rectangle 187">
                <a:extLst>
                  <a:ext uri="{FF2B5EF4-FFF2-40B4-BE49-F238E27FC236}">
                    <a16:creationId xmlns:a16="http://schemas.microsoft.com/office/drawing/2014/main" id="{8640DE58-30F2-40C3-B016-0BB1E7C82E0F}"/>
                  </a:ext>
                </a:extLst>
              </p:cNvPr>
              <p:cNvSpPr>
                <a:spLocks noChangeArrowheads="1"/>
              </p:cNvSpPr>
              <p:nvPr/>
            </p:nvSpPr>
            <p:spPr bwMode="auto">
              <a:xfrm>
                <a:off x="2777"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94" name="Rectangle 188">
                <a:extLst>
                  <a:ext uri="{FF2B5EF4-FFF2-40B4-BE49-F238E27FC236}">
                    <a16:creationId xmlns:a16="http://schemas.microsoft.com/office/drawing/2014/main" id="{212F6C41-B661-439F-B3A0-BADAFB9086C9}"/>
                  </a:ext>
                </a:extLst>
              </p:cNvPr>
              <p:cNvSpPr>
                <a:spLocks noChangeArrowheads="1"/>
              </p:cNvSpPr>
              <p:nvPr/>
            </p:nvSpPr>
            <p:spPr bwMode="auto">
              <a:xfrm>
                <a:off x="2734"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02" name="Group 189">
              <a:extLst>
                <a:ext uri="{FF2B5EF4-FFF2-40B4-BE49-F238E27FC236}">
                  <a16:creationId xmlns:a16="http://schemas.microsoft.com/office/drawing/2014/main" id="{DD14DDA4-22C9-496F-8EA7-DAFB47ADFAC4}"/>
                </a:ext>
              </a:extLst>
            </p:cNvPr>
            <p:cNvGrpSpPr>
              <a:grpSpLocks/>
            </p:cNvGrpSpPr>
            <p:nvPr/>
          </p:nvGrpSpPr>
          <p:grpSpPr bwMode="auto">
            <a:xfrm>
              <a:off x="3908" y="3097"/>
              <a:ext cx="322" cy="337"/>
              <a:chOff x="3002" y="1632"/>
              <a:chExt cx="268" cy="480"/>
            </a:xfrm>
          </p:grpSpPr>
          <p:sp>
            <p:nvSpPr>
              <p:cNvPr id="14491" name="Rectangle 190">
                <a:extLst>
                  <a:ext uri="{FF2B5EF4-FFF2-40B4-BE49-F238E27FC236}">
                    <a16:creationId xmlns:a16="http://schemas.microsoft.com/office/drawing/2014/main" id="{F2EFF57E-9393-42FB-B793-C82BC5C23126}"/>
                  </a:ext>
                </a:extLst>
              </p:cNvPr>
              <p:cNvSpPr>
                <a:spLocks noChangeArrowheads="1"/>
              </p:cNvSpPr>
              <p:nvPr/>
            </p:nvSpPr>
            <p:spPr bwMode="auto">
              <a:xfrm>
                <a:off x="3045"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11</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92" name="Rectangle 191">
                <a:extLst>
                  <a:ext uri="{FF2B5EF4-FFF2-40B4-BE49-F238E27FC236}">
                    <a16:creationId xmlns:a16="http://schemas.microsoft.com/office/drawing/2014/main" id="{FFBC68D4-FED3-446E-9B9A-9B15BB099629}"/>
                  </a:ext>
                </a:extLst>
              </p:cNvPr>
              <p:cNvSpPr>
                <a:spLocks noChangeArrowheads="1"/>
              </p:cNvSpPr>
              <p:nvPr/>
            </p:nvSpPr>
            <p:spPr bwMode="auto">
              <a:xfrm>
                <a:off x="3002"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03" name="Group 192">
              <a:extLst>
                <a:ext uri="{FF2B5EF4-FFF2-40B4-BE49-F238E27FC236}">
                  <a16:creationId xmlns:a16="http://schemas.microsoft.com/office/drawing/2014/main" id="{08FEBCE9-4E6F-4FF3-B20D-63EC156F8DB3}"/>
                </a:ext>
              </a:extLst>
            </p:cNvPr>
            <p:cNvGrpSpPr>
              <a:grpSpLocks/>
            </p:cNvGrpSpPr>
            <p:nvPr/>
          </p:nvGrpSpPr>
          <p:grpSpPr bwMode="auto">
            <a:xfrm>
              <a:off x="4230" y="3097"/>
              <a:ext cx="323" cy="337"/>
              <a:chOff x="3270" y="1632"/>
              <a:chExt cx="268" cy="480"/>
            </a:xfrm>
          </p:grpSpPr>
          <p:sp>
            <p:nvSpPr>
              <p:cNvPr id="14489" name="Rectangle 193">
                <a:extLst>
                  <a:ext uri="{FF2B5EF4-FFF2-40B4-BE49-F238E27FC236}">
                    <a16:creationId xmlns:a16="http://schemas.microsoft.com/office/drawing/2014/main" id="{D9660EB2-6B68-48C1-A160-631F9A5D22A1}"/>
                  </a:ext>
                </a:extLst>
              </p:cNvPr>
              <p:cNvSpPr>
                <a:spLocks noChangeArrowheads="1"/>
              </p:cNvSpPr>
              <p:nvPr/>
            </p:nvSpPr>
            <p:spPr bwMode="auto">
              <a:xfrm>
                <a:off x="3313"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11</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90" name="Rectangle 194">
                <a:extLst>
                  <a:ext uri="{FF2B5EF4-FFF2-40B4-BE49-F238E27FC236}">
                    <a16:creationId xmlns:a16="http://schemas.microsoft.com/office/drawing/2014/main" id="{9165EEBA-4817-4FC3-82FB-2240AA566FAE}"/>
                  </a:ext>
                </a:extLst>
              </p:cNvPr>
              <p:cNvSpPr>
                <a:spLocks noChangeArrowheads="1"/>
              </p:cNvSpPr>
              <p:nvPr/>
            </p:nvSpPr>
            <p:spPr bwMode="auto">
              <a:xfrm>
                <a:off x="3270"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04" name="Group 195">
              <a:extLst>
                <a:ext uri="{FF2B5EF4-FFF2-40B4-BE49-F238E27FC236}">
                  <a16:creationId xmlns:a16="http://schemas.microsoft.com/office/drawing/2014/main" id="{D5840CB9-85A6-4B28-91DE-9F8A87F3F7FA}"/>
                </a:ext>
              </a:extLst>
            </p:cNvPr>
            <p:cNvGrpSpPr>
              <a:grpSpLocks/>
            </p:cNvGrpSpPr>
            <p:nvPr/>
          </p:nvGrpSpPr>
          <p:grpSpPr bwMode="auto">
            <a:xfrm>
              <a:off x="4553" y="3097"/>
              <a:ext cx="322" cy="337"/>
              <a:chOff x="3538" y="1632"/>
              <a:chExt cx="268" cy="480"/>
            </a:xfrm>
          </p:grpSpPr>
          <p:sp>
            <p:nvSpPr>
              <p:cNvPr id="14487" name="Rectangle 196">
                <a:extLst>
                  <a:ext uri="{FF2B5EF4-FFF2-40B4-BE49-F238E27FC236}">
                    <a16:creationId xmlns:a16="http://schemas.microsoft.com/office/drawing/2014/main" id="{16650CF1-18AF-4768-8F3F-2A191E287ABC}"/>
                  </a:ext>
                </a:extLst>
              </p:cNvPr>
              <p:cNvSpPr>
                <a:spLocks noChangeArrowheads="1"/>
              </p:cNvSpPr>
              <p:nvPr/>
            </p:nvSpPr>
            <p:spPr bwMode="auto">
              <a:xfrm>
                <a:off x="3581"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14</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88" name="Rectangle 197">
                <a:extLst>
                  <a:ext uri="{FF2B5EF4-FFF2-40B4-BE49-F238E27FC236}">
                    <a16:creationId xmlns:a16="http://schemas.microsoft.com/office/drawing/2014/main" id="{F0EB2043-0AEC-4021-ABC5-9028931BC540}"/>
                  </a:ext>
                </a:extLst>
              </p:cNvPr>
              <p:cNvSpPr>
                <a:spLocks noChangeArrowheads="1"/>
              </p:cNvSpPr>
              <p:nvPr/>
            </p:nvSpPr>
            <p:spPr bwMode="auto">
              <a:xfrm>
                <a:off x="3538"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05" name="Group 198">
              <a:extLst>
                <a:ext uri="{FF2B5EF4-FFF2-40B4-BE49-F238E27FC236}">
                  <a16:creationId xmlns:a16="http://schemas.microsoft.com/office/drawing/2014/main" id="{F2B57CA4-94E1-4B2B-8187-14E665BC7718}"/>
                </a:ext>
              </a:extLst>
            </p:cNvPr>
            <p:cNvGrpSpPr>
              <a:grpSpLocks/>
            </p:cNvGrpSpPr>
            <p:nvPr/>
          </p:nvGrpSpPr>
          <p:grpSpPr bwMode="auto">
            <a:xfrm>
              <a:off x="297" y="3434"/>
              <a:ext cx="710" cy="338"/>
              <a:chOff x="0" y="2112"/>
              <a:chExt cx="590" cy="480"/>
            </a:xfrm>
          </p:grpSpPr>
          <p:sp>
            <p:nvSpPr>
              <p:cNvPr id="14485" name="Rectangle 199">
                <a:extLst>
                  <a:ext uri="{FF2B5EF4-FFF2-40B4-BE49-F238E27FC236}">
                    <a16:creationId xmlns:a16="http://schemas.microsoft.com/office/drawing/2014/main" id="{2A4DAEBD-6C4F-4C32-901A-5CE317B1435F}"/>
                  </a:ext>
                </a:extLst>
              </p:cNvPr>
              <p:cNvSpPr>
                <a:spLocks noChangeArrowheads="1"/>
              </p:cNvSpPr>
              <p:nvPr/>
            </p:nvSpPr>
            <p:spPr bwMode="auto">
              <a:xfrm>
                <a:off x="43" y="2112"/>
                <a:ext cx="5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4</a:t>
                </a:r>
                <a:r>
                  <a:rPr kumimoji="1" lang="en-US" altLang="zh-CN" sz="1200" b="1">
                    <a:solidFill>
                      <a:srgbClr val="007A77"/>
                    </a:solidFill>
                    <a:latin typeface="Times New Roman" panose="02020603050405020304" pitchFamily="18" charset="0"/>
                  </a:rPr>
                  <a:t>=5 v</a:t>
                </a:r>
                <a:r>
                  <a:rPr kumimoji="1" lang="en-US" altLang="zh-CN" sz="1200" b="1" baseline="-30000">
                    <a:solidFill>
                      <a:srgbClr val="007A77"/>
                    </a:solidFill>
                    <a:latin typeface="Times New Roman" panose="02020603050405020304" pitchFamily="18" charset="0"/>
                  </a:rPr>
                  <a:t>4</a:t>
                </a:r>
                <a:r>
                  <a:rPr kumimoji="1" lang="en-US" altLang="zh-CN" sz="1200" b="1">
                    <a:solidFill>
                      <a:srgbClr val="007A77"/>
                    </a:solidFill>
                    <a:latin typeface="Times New Roman" panose="02020603050405020304" pitchFamily="18" charset="0"/>
                  </a:rPr>
                  <a:t>=4</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4486" name="Rectangle 200">
                <a:extLst>
                  <a:ext uri="{FF2B5EF4-FFF2-40B4-BE49-F238E27FC236}">
                    <a16:creationId xmlns:a16="http://schemas.microsoft.com/office/drawing/2014/main" id="{830312B4-B0FD-429A-9B91-0C39E2B7622E}"/>
                  </a:ext>
                </a:extLst>
              </p:cNvPr>
              <p:cNvSpPr>
                <a:spLocks noChangeArrowheads="1"/>
              </p:cNvSpPr>
              <p:nvPr/>
            </p:nvSpPr>
            <p:spPr bwMode="auto">
              <a:xfrm>
                <a:off x="0" y="2112"/>
                <a:ext cx="5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06" name="Group 201">
              <a:extLst>
                <a:ext uri="{FF2B5EF4-FFF2-40B4-BE49-F238E27FC236}">
                  <a16:creationId xmlns:a16="http://schemas.microsoft.com/office/drawing/2014/main" id="{183A7CBB-5C9A-49AF-B3F3-DC7D5F978FFB}"/>
                </a:ext>
              </a:extLst>
            </p:cNvPr>
            <p:cNvGrpSpPr>
              <a:grpSpLocks/>
            </p:cNvGrpSpPr>
            <p:nvPr/>
          </p:nvGrpSpPr>
          <p:grpSpPr bwMode="auto">
            <a:xfrm>
              <a:off x="1007" y="3434"/>
              <a:ext cx="322" cy="338"/>
              <a:chOff x="590" y="2112"/>
              <a:chExt cx="268" cy="480"/>
            </a:xfrm>
          </p:grpSpPr>
          <p:sp>
            <p:nvSpPr>
              <p:cNvPr id="14483" name="Rectangle 202">
                <a:extLst>
                  <a:ext uri="{FF2B5EF4-FFF2-40B4-BE49-F238E27FC236}">
                    <a16:creationId xmlns:a16="http://schemas.microsoft.com/office/drawing/2014/main" id="{B8D3BA45-BF5D-4DDF-947B-67566300FD47}"/>
                  </a:ext>
                </a:extLst>
              </p:cNvPr>
              <p:cNvSpPr>
                <a:spLocks noChangeArrowheads="1"/>
              </p:cNvSpPr>
              <p:nvPr/>
            </p:nvSpPr>
            <p:spPr bwMode="auto">
              <a:xfrm>
                <a:off x="633"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4</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84" name="Rectangle 203">
                <a:extLst>
                  <a:ext uri="{FF2B5EF4-FFF2-40B4-BE49-F238E27FC236}">
                    <a16:creationId xmlns:a16="http://schemas.microsoft.com/office/drawing/2014/main" id="{24362495-0DEC-42D9-B23C-CE610E64752A}"/>
                  </a:ext>
                </a:extLst>
              </p:cNvPr>
              <p:cNvSpPr>
                <a:spLocks noChangeArrowheads="1"/>
              </p:cNvSpPr>
              <p:nvPr/>
            </p:nvSpPr>
            <p:spPr bwMode="auto">
              <a:xfrm>
                <a:off x="590" y="2112"/>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07" name="Group 204">
              <a:extLst>
                <a:ext uri="{FF2B5EF4-FFF2-40B4-BE49-F238E27FC236}">
                  <a16:creationId xmlns:a16="http://schemas.microsoft.com/office/drawing/2014/main" id="{103EF78D-CDDB-4D13-B206-B4715D9AC19E}"/>
                </a:ext>
              </a:extLst>
            </p:cNvPr>
            <p:cNvGrpSpPr>
              <a:grpSpLocks/>
            </p:cNvGrpSpPr>
            <p:nvPr/>
          </p:nvGrpSpPr>
          <p:grpSpPr bwMode="auto">
            <a:xfrm>
              <a:off x="1329" y="3434"/>
              <a:ext cx="322" cy="338"/>
              <a:chOff x="858" y="2112"/>
              <a:chExt cx="268" cy="480"/>
            </a:xfrm>
          </p:grpSpPr>
          <p:sp>
            <p:nvSpPr>
              <p:cNvPr id="14481" name="Rectangle 205">
                <a:extLst>
                  <a:ext uri="{FF2B5EF4-FFF2-40B4-BE49-F238E27FC236}">
                    <a16:creationId xmlns:a16="http://schemas.microsoft.com/office/drawing/2014/main" id="{79775DC9-1D99-4B6F-A769-AF40C9E6C1DE}"/>
                  </a:ext>
                </a:extLst>
              </p:cNvPr>
              <p:cNvSpPr>
                <a:spLocks noChangeArrowheads="1"/>
              </p:cNvSpPr>
              <p:nvPr/>
            </p:nvSpPr>
            <p:spPr bwMode="auto">
              <a:xfrm>
                <a:off x="901"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82" name="Rectangle 206">
                <a:extLst>
                  <a:ext uri="{FF2B5EF4-FFF2-40B4-BE49-F238E27FC236}">
                    <a16:creationId xmlns:a16="http://schemas.microsoft.com/office/drawing/2014/main" id="{88450F7A-861E-4B6E-A475-824EC62D8D28}"/>
                  </a:ext>
                </a:extLst>
              </p:cNvPr>
              <p:cNvSpPr>
                <a:spLocks noChangeArrowheads="1"/>
              </p:cNvSpPr>
              <p:nvPr/>
            </p:nvSpPr>
            <p:spPr bwMode="auto">
              <a:xfrm>
                <a:off x="858"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08" name="Group 207">
              <a:extLst>
                <a:ext uri="{FF2B5EF4-FFF2-40B4-BE49-F238E27FC236}">
                  <a16:creationId xmlns:a16="http://schemas.microsoft.com/office/drawing/2014/main" id="{18174E78-6B48-4DB0-A229-7BFBC85F7743}"/>
                </a:ext>
              </a:extLst>
            </p:cNvPr>
            <p:cNvGrpSpPr>
              <a:grpSpLocks/>
            </p:cNvGrpSpPr>
            <p:nvPr/>
          </p:nvGrpSpPr>
          <p:grpSpPr bwMode="auto">
            <a:xfrm>
              <a:off x="1651" y="3434"/>
              <a:ext cx="323" cy="338"/>
              <a:chOff x="1126" y="2112"/>
              <a:chExt cx="268" cy="480"/>
            </a:xfrm>
          </p:grpSpPr>
          <p:sp>
            <p:nvSpPr>
              <p:cNvPr id="14479" name="Rectangle 208">
                <a:extLst>
                  <a:ext uri="{FF2B5EF4-FFF2-40B4-BE49-F238E27FC236}">
                    <a16:creationId xmlns:a16="http://schemas.microsoft.com/office/drawing/2014/main" id="{9207AB55-E46B-42A6-BA39-E3FC119749F8}"/>
                  </a:ext>
                </a:extLst>
              </p:cNvPr>
              <p:cNvSpPr>
                <a:spLocks noChangeArrowheads="1"/>
              </p:cNvSpPr>
              <p:nvPr/>
            </p:nvSpPr>
            <p:spPr bwMode="auto">
              <a:xfrm>
                <a:off x="1169"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80" name="Rectangle 209">
                <a:extLst>
                  <a:ext uri="{FF2B5EF4-FFF2-40B4-BE49-F238E27FC236}">
                    <a16:creationId xmlns:a16="http://schemas.microsoft.com/office/drawing/2014/main" id="{2DC774B2-BC97-447D-8163-5823A598019A}"/>
                  </a:ext>
                </a:extLst>
              </p:cNvPr>
              <p:cNvSpPr>
                <a:spLocks noChangeArrowheads="1"/>
              </p:cNvSpPr>
              <p:nvPr/>
            </p:nvSpPr>
            <p:spPr bwMode="auto">
              <a:xfrm>
                <a:off x="1126"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09" name="Group 210">
              <a:extLst>
                <a:ext uri="{FF2B5EF4-FFF2-40B4-BE49-F238E27FC236}">
                  <a16:creationId xmlns:a16="http://schemas.microsoft.com/office/drawing/2014/main" id="{98FB324D-8BF4-409A-898E-7BDD93931235}"/>
                </a:ext>
              </a:extLst>
            </p:cNvPr>
            <p:cNvGrpSpPr>
              <a:grpSpLocks/>
            </p:cNvGrpSpPr>
            <p:nvPr/>
          </p:nvGrpSpPr>
          <p:grpSpPr bwMode="auto">
            <a:xfrm>
              <a:off x="1974" y="3434"/>
              <a:ext cx="322" cy="338"/>
              <a:chOff x="1394" y="2112"/>
              <a:chExt cx="268" cy="480"/>
            </a:xfrm>
          </p:grpSpPr>
          <p:sp>
            <p:nvSpPr>
              <p:cNvPr id="14477" name="Rectangle 211">
                <a:extLst>
                  <a:ext uri="{FF2B5EF4-FFF2-40B4-BE49-F238E27FC236}">
                    <a16:creationId xmlns:a16="http://schemas.microsoft.com/office/drawing/2014/main" id="{C2ADA8F2-B7AF-4BE5-B7AE-DE8D11EEFFCF}"/>
                  </a:ext>
                </a:extLst>
              </p:cNvPr>
              <p:cNvSpPr>
                <a:spLocks noChangeArrowheads="1"/>
              </p:cNvSpPr>
              <p:nvPr/>
            </p:nvSpPr>
            <p:spPr bwMode="auto">
              <a:xfrm>
                <a:off x="1437"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78" name="Rectangle 212">
                <a:extLst>
                  <a:ext uri="{FF2B5EF4-FFF2-40B4-BE49-F238E27FC236}">
                    <a16:creationId xmlns:a16="http://schemas.microsoft.com/office/drawing/2014/main" id="{734ACED3-8B47-4134-9D08-1CE994476DDE}"/>
                  </a:ext>
                </a:extLst>
              </p:cNvPr>
              <p:cNvSpPr>
                <a:spLocks noChangeArrowheads="1"/>
              </p:cNvSpPr>
              <p:nvPr/>
            </p:nvSpPr>
            <p:spPr bwMode="auto">
              <a:xfrm>
                <a:off x="1394"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10" name="Group 213">
              <a:extLst>
                <a:ext uri="{FF2B5EF4-FFF2-40B4-BE49-F238E27FC236}">
                  <a16:creationId xmlns:a16="http://schemas.microsoft.com/office/drawing/2014/main" id="{2328DAC2-BE71-43DA-9118-F76521CC6AA6}"/>
                </a:ext>
              </a:extLst>
            </p:cNvPr>
            <p:cNvGrpSpPr>
              <a:grpSpLocks/>
            </p:cNvGrpSpPr>
            <p:nvPr/>
          </p:nvGrpSpPr>
          <p:grpSpPr bwMode="auto">
            <a:xfrm>
              <a:off x="2296" y="3434"/>
              <a:ext cx="322" cy="338"/>
              <a:chOff x="1662" y="2112"/>
              <a:chExt cx="268" cy="480"/>
            </a:xfrm>
          </p:grpSpPr>
          <p:sp>
            <p:nvSpPr>
              <p:cNvPr id="14475" name="Rectangle 214">
                <a:extLst>
                  <a:ext uri="{FF2B5EF4-FFF2-40B4-BE49-F238E27FC236}">
                    <a16:creationId xmlns:a16="http://schemas.microsoft.com/office/drawing/2014/main" id="{3B9DC23A-800E-44C5-8640-DB245A330211}"/>
                  </a:ext>
                </a:extLst>
              </p:cNvPr>
              <p:cNvSpPr>
                <a:spLocks noChangeArrowheads="1"/>
              </p:cNvSpPr>
              <p:nvPr/>
            </p:nvSpPr>
            <p:spPr bwMode="auto">
              <a:xfrm>
                <a:off x="1705"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76" name="Rectangle 215">
                <a:extLst>
                  <a:ext uri="{FF2B5EF4-FFF2-40B4-BE49-F238E27FC236}">
                    <a16:creationId xmlns:a16="http://schemas.microsoft.com/office/drawing/2014/main" id="{9AD64809-6AA3-4402-9666-318F5D1BFF19}"/>
                  </a:ext>
                </a:extLst>
              </p:cNvPr>
              <p:cNvSpPr>
                <a:spLocks noChangeArrowheads="1"/>
              </p:cNvSpPr>
              <p:nvPr/>
            </p:nvSpPr>
            <p:spPr bwMode="auto">
              <a:xfrm>
                <a:off x="1662"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11" name="Group 216">
              <a:extLst>
                <a:ext uri="{FF2B5EF4-FFF2-40B4-BE49-F238E27FC236}">
                  <a16:creationId xmlns:a16="http://schemas.microsoft.com/office/drawing/2014/main" id="{B87E37F7-8A6C-4510-872E-D0C0D97AEB49}"/>
                </a:ext>
              </a:extLst>
            </p:cNvPr>
            <p:cNvGrpSpPr>
              <a:grpSpLocks/>
            </p:cNvGrpSpPr>
            <p:nvPr/>
          </p:nvGrpSpPr>
          <p:grpSpPr bwMode="auto">
            <a:xfrm>
              <a:off x="2618" y="3434"/>
              <a:ext cx="323" cy="338"/>
              <a:chOff x="1930" y="2112"/>
              <a:chExt cx="268" cy="480"/>
            </a:xfrm>
          </p:grpSpPr>
          <p:sp>
            <p:nvSpPr>
              <p:cNvPr id="14473" name="Rectangle 217">
                <a:extLst>
                  <a:ext uri="{FF2B5EF4-FFF2-40B4-BE49-F238E27FC236}">
                    <a16:creationId xmlns:a16="http://schemas.microsoft.com/office/drawing/2014/main" id="{BCDFA1F2-3A03-4024-82F4-97BB8498FBC7}"/>
                  </a:ext>
                </a:extLst>
              </p:cNvPr>
              <p:cNvSpPr>
                <a:spLocks noChangeArrowheads="1"/>
              </p:cNvSpPr>
              <p:nvPr/>
            </p:nvSpPr>
            <p:spPr bwMode="auto">
              <a:xfrm>
                <a:off x="1973"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74" name="Rectangle 218">
                <a:extLst>
                  <a:ext uri="{FF2B5EF4-FFF2-40B4-BE49-F238E27FC236}">
                    <a16:creationId xmlns:a16="http://schemas.microsoft.com/office/drawing/2014/main" id="{0AF87E97-1260-4460-9527-4A80217B326E}"/>
                  </a:ext>
                </a:extLst>
              </p:cNvPr>
              <p:cNvSpPr>
                <a:spLocks noChangeArrowheads="1"/>
              </p:cNvSpPr>
              <p:nvPr/>
            </p:nvSpPr>
            <p:spPr bwMode="auto">
              <a:xfrm>
                <a:off x="1930"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12" name="Group 219">
              <a:extLst>
                <a:ext uri="{FF2B5EF4-FFF2-40B4-BE49-F238E27FC236}">
                  <a16:creationId xmlns:a16="http://schemas.microsoft.com/office/drawing/2014/main" id="{C77E40DB-E880-47AA-B734-D13E4FFED685}"/>
                </a:ext>
              </a:extLst>
            </p:cNvPr>
            <p:cNvGrpSpPr>
              <a:grpSpLocks/>
            </p:cNvGrpSpPr>
            <p:nvPr/>
          </p:nvGrpSpPr>
          <p:grpSpPr bwMode="auto">
            <a:xfrm>
              <a:off x="2941" y="3434"/>
              <a:ext cx="322" cy="338"/>
              <a:chOff x="2198" y="2112"/>
              <a:chExt cx="268" cy="480"/>
            </a:xfrm>
          </p:grpSpPr>
          <p:sp>
            <p:nvSpPr>
              <p:cNvPr id="14471" name="Rectangle 220">
                <a:extLst>
                  <a:ext uri="{FF2B5EF4-FFF2-40B4-BE49-F238E27FC236}">
                    <a16:creationId xmlns:a16="http://schemas.microsoft.com/office/drawing/2014/main" id="{04C54A3C-A295-4CF5-B01A-6DBF9611B812}"/>
                  </a:ext>
                </a:extLst>
              </p:cNvPr>
              <p:cNvSpPr>
                <a:spLocks noChangeArrowheads="1"/>
              </p:cNvSpPr>
              <p:nvPr/>
            </p:nvSpPr>
            <p:spPr bwMode="auto">
              <a:xfrm>
                <a:off x="2241"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72" name="Rectangle 221">
                <a:extLst>
                  <a:ext uri="{FF2B5EF4-FFF2-40B4-BE49-F238E27FC236}">
                    <a16:creationId xmlns:a16="http://schemas.microsoft.com/office/drawing/2014/main" id="{95B59072-A607-4D80-BBD1-B677CB10F9C7}"/>
                  </a:ext>
                </a:extLst>
              </p:cNvPr>
              <p:cNvSpPr>
                <a:spLocks noChangeArrowheads="1"/>
              </p:cNvSpPr>
              <p:nvPr/>
            </p:nvSpPr>
            <p:spPr bwMode="auto">
              <a:xfrm>
                <a:off x="2198"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13" name="Group 222">
              <a:extLst>
                <a:ext uri="{FF2B5EF4-FFF2-40B4-BE49-F238E27FC236}">
                  <a16:creationId xmlns:a16="http://schemas.microsoft.com/office/drawing/2014/main" id="{89B48E68-2440-4B3B-8AA1-A0C25A4FDC68}"/>
                </a:ext>
              </a:extLst>
            </p:cNvPr>
            <p:cNvGrpSpPr>
              <a:grpSpLocks/>
            </p:cNvGrpSpPr>
            <p:nvPr/>
          </p:nvGrpSpPr>
          <p:grpSpPr bwMode="auto">
            <a:xfrm>
              <a:off x="3263" y="3434"/>
              <a:ext cx="323" cy="338"/>
              <a:chOff x="2466" y="2112"/>
              <a:chExt cx="268" cy="480"/>
            </a:xfrm>
          </p:grpSpPr>
          <p:sp>
            <p:nvSpPr>
              <p:cNvPr id="14469" name="Rectangle 223">
                <a:extLst>
                  <a:ext uri="{FF2B5EF4-FFF2-40B4-BE49-F238E27FC236}">
                    <a16:creationId xmlns:a16="http://schemas.microsoft.com/office/drawing/2014/main" id="{ADA0A25D-6420-442E-B582-A0D21120F9FA}"/>
                  </a:ext>
                </a:extLst>
              </p:cNvPr>
              <p:cNvSpPr>
                <a:spLocks noChangeArrowheads="1"/>
              </p:cNvSpPr>
              <p:nvPr/>
            </p:nvSpPr>
            <p:spPr bwMode="auto">
              <a:xfrm>
                <a:off x="2509"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p:txBody>
          </p:sp>
          <p:sp>
            <p:nvSpPr>
              <p:cNvPr id="14470" name="Rectangle 224">
                <a:extLst>
                  <a:ext uri="{FF2B5EF4-FFF2-40B4-BE49-F238E27FC236}">
                    <a16:creationId xmlns:a16="http://schemas.microsoft.com/office/drawing/2014/main" id="{0C6C49A4-5895-4FDC-AE1E-EC369F016F83}"/>
                  </a:ext>
                </a:extLst>
              </p:cNvPr>
              <p:cNvSpPr>
                <a:spLocks noChangeArrowheads="1"/>
              </p:cNvSpPr>
              <p:nvPr/>
            </p:nvSpPr>
            <p:spPr bwMode="auto">
              <a:xfrm>
                <a:off x="2466"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14" name="Group 225">
              <a:extLst>
                <a:ext uri="{FF2B5EF4-FFF2-40B4-BE49-F238E27FC236}">
                  <a16:creationId xmlns:a16="http://schemas.microsoft.com/office/drawing/2014/main" id="{FAD062FE-D086-400F-BE72-A8CC4BB07CBD}"/>
                </a:ext>
              </a:extLst>
            </p:cNvPr>
            <p:cNvGrpSpPr>
              <a:grpSpLocks/>
            </p:cNvGrpSpPr>
            <p:nvPr/>
          </p:nvGrpSpPr>
          <p:grpSpPr bwMode="auto">
            <a:xfrm>
              <a:off x="3586" y="3434"/>
              <a:ext cx="322" cy="338"/>
              <a:chOff x="2734" y="2112"/>
              <a:chExt cx="268" cy="480"/>
            </a:xfrm>
          </p:grpSpPr>
          <p:sp>
            <p:nvSpPr>
              <p:cNvPr id="14467" name="Rectangle 226">
                <a:extLst>
                  <a:ext uri="{FF2B5EF4-FFF2-40B4-BE49-F238E27FC236}">
                    <a16:creationId xmlns:a16="http://schemas.microsoft.com/office/drawing/2014/main" id="{03F4E5BF-F089-4D1F-BF2D-A18E459CB659}"/>
                  </a:ext>
                </a:extLst>
              </p:cNvPr>
              <p:cNvSpPr>
                <a:spLocks noChangeArrowheads="1"/>
              </p:cNvSpPr>
              <p:nvPr/>
            </p:nvSpPr>
            <p:spPr bwMode="auto">
              <a:xfrm>
                <a:off x="2777"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68" name="Rectangle 227">
                <a:extLst>
                  <a:ext uri="{FF2B5EF4-FFF2-40B4-BE49-F238E27FC236}">
                    <a16:creationId xmlns:a16="http://schemas.microsoft.com/office/drawing/2014/main" id="{A7BE68D6-6369-4031-B60D-6DCC278A39BD}"/>
                  </a:ext>
                </a:extLst>
              </p:cNvPr>
              <p:cNvSpPr>
                <a:spLocks noChangeArrowheads="1"/>
              </p:cNvSpPr>
              <p:nvPr/>
            </p:nvSpPr>
            <p:spPr bwMode="auto">
              <a:xfrm>
                <a:off x="2734"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15" name="Group 228">
              <a:extLst>
                <a:ext uri="{FF2B5EF4-FFF2-40B4-BE49-F238E27FC236}">
                  <a16:creationId xmlns:a16="http://schemas.microsoft.com/office/drawing/2014/main" id="{437E6D74-7390-4D37-A5CE-225942BE6518}"/>
                </a:ext>
              </a:extLst>
            </p:cNvPr>
            <p:cNvGrpSpPr>
              <a:grpSpLocks/>
            </p:cNvGrpSpPr>
            <p:nvPr/>
          </p:nvGrpSpPr>
          <p:grpSpPr bwMode="auto">
            <a:xfrm>
              <a:off x="3908" y="3434"/>
              <a:ext cx="322" cy="338"/>
              <a:chOff x="3002" y="2112"/>
              <a:chExt cx="268" cy="480"/>
            </a:xfrm>
          </p:grpSpPr>
          <p:sp>
            <p:nvSpPr>
              <p:cNvPr id="14465" name="Rectangle 229">
                <a:extLst>
                  <a:ext uri="{FF2B5EF4-FFF2-40B4-BE49-F238E27FC236}">
                    <a16:creationId xmlns:a16="http://schemas.microsoft.com/office/drawing/2014/main" id="{2BE39D9C-C186-4D1C-B4CF-11A39D1C18DD}"/>
                  </a:ext>
                </a:extLst>
              </p:cNvPr>
              <p:cNvSpPr>
                <a:spLocks noChangeArrowheads="1"/>
              </p:cNvSpPr>
              <p:nvPr/>
            </p:nvSpPr>
            <p:spPr bwMode="auto">
              <a:xfrm>
                <a:off x="3045"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11</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66" name="Rectangle 230">
                <a:extLst>
                  <a:ext uri="{FF2B5EF4-FFF2-40B4-BE49-F238E27FC236}">
                    <a16:creationId xmlns:a16="http://schemas.microsoft.com/office/drawing/2014/main" id="{134FB441-B102-467E-AF49-05B1031E0AB0}"/>
                  </a:ext>
                </a:extLst>
              </p:cNvPr>
              <p:cNvSpPr>
                <a:spLocks noChangeArrowheads="1"/>
              </p:cNvSpPr>
              <p:nvPr/>
            </p:nvSpPr>
            <p:spPr bwMode="auto">
              <a:xfrm>
                <a:off x="3002"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16" name="Group 231">
              <a:extLst>
                <a:ext uri="{FF2B5EF4-FFF2-40B4-BE49-F238E27FC236}">
                  <a16:creationId xmlns:a16="http://schemas.microsoft.com/office/drawing/2014/main" id="{8AFF5EDA-EDAC-44F1-8300-87AC510D1ADA}"/>
                </a:ext>
              </a:extLst>
            </p:cNvPr>
            <p:cNvGrpSpPr>
              <a:grpSpLocks/>
            </p:cNvGrpSpPr>
            <p:nvPr/>
          </p:nvGrpSpPr>
          <p:grpSpPr bwMode="auto">
            <a:xfrm>
              <a:off x="4230" y="3434"/>
              <a:ext cx="323" cy="338"/>
              <a:chOff x="3270" y="2112"/>
              <a:chExt cx="268" cy="480"/>
            </a:xfrm>
          </p:grpSpPr>
          <p:sp>
            <p:nvSpPr>
              <p:cNvPr id="14463" name="Rectangle 232">
                <a:extLst>
                  <a:ext uri="{FF2B5EF4-FFF2-40B4-BE49-F238E27FC236}">
                    <a16:creationId xmlns:a16="http://schemas.microsoft.com/office/drawing/2014/main" id="{CEAE2F37-416C-4810-8699-487955DAC6DF}"/>
                  </a:ext>
                </a:extLst>
              </p:cNvPr>
              <p:cNvSpPr>
                <a:spLocks noChangeArrowheads="1"/>
              </p:cNvSpPr>
              <p:nvPr/>
            </p:nvSpPr>
            <p:spPr bwMode="auto">
              <a:xfrm>
                <a:off x="3313"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13</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64" name="Rectangle 233">
                <a:extLst>
                  <a:ext uri="{FF2B5EF4-FFF2-40B4-BE49-F238E27FC236}">
                    <a16:creationId xmlns:a16="http://schemas.microsoft.com/office/drawing/2014/main" id="{BF2A7708-B81B-4FEB-B661-24BA8008DAD1}"/>
                  </a:ext>
                </a:extLst>
              </p:cNvPr>
              <p:cNvSpPr>
                <a:spLocks noChangeArrowheads="1"/>
              </p:cNvSpPr>
              <p:nvPr/>
            </p:nvSpPr>
            <p:spPr bwMode="auto">
              <a:xfrm>
                <a:off x="3270"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17" name="Group 234">
              <a:extLst>
                <a:ext uri="{FF2B5EF4-FFF2-40B4-BE49-F238E27FC236}">
                  <a16:creationId xmlns:a16="http://schemas.microsoft.com/office/drawing/2014/main" id="{6A7F1769-3339-4032-A6A8-58EB5E34596E}"/>
                </a:ext>
              </a:extLst>
            </p:cNvPr>
            <p:cNvGrpSpPr>
              <a:grpSpLocks/>
            </p:cNvGrpSpPr>
            <p:nvPr/>
          </p:nvGrpSpPr>
          <p:grpSpPr bwMode="auto">
            <a:xfrm>
              <a:off x="4553" y="3434"/>
              <a:ext cx="322" cy="338"/>
              <a:chOff x="3538" y="2112"/>
              <a:chExt cx="268" cy="480"/>
            </a:xfrm>
          </p:grpSpPr>
          <p:sp>
            <p:nvSpPr>
              <p:cNvPr id="14461" name="Rectangle 235">
                <a:extLst>
                  <a:ext uri="{FF2B5EF4-FFF2-40B4-BE49-F238E27FC236}">
                    <a16:creationId xmlns:a16="http://schemas.microsoft.com/office/drawing/2014/main" id="{DE18F561-30DC-4C23-84F2-9D306321B63C}"/>
                  </a:ext>
                </a:extLst>
              </p:cNvPr>
              <p:cNvSpPr>
                <a:spLocks noChangeArrowheads="1"/>
              </p:cNvSpPr>
              <p:nvPr/>
            </p:nvSpPr>
            <p:spPr bwMode="auto">
              <a:xfrm>
                <a:off x="3581"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14</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62" name="Rectangle 236">
                <a:extLst>
                  <a:ext uri="{FF2B5EF4-FFF2-40B4-BE49-F238E27FC236}">
                    <a16:creationId xmlns:a16="http://schemas.microsoft.com/office/drawing/2014/main" id="{BBBBF66F-3365-4572-A49B-6687ABC67371}"/>
                  </a:ext>
                </a:extLst>
              </p:cNvPr>
              <p:cNvSpPr>
                <a:spLocks noChangeArrowheads="1"/>
              </p:cNvSpPr>
              <p:nvPr/>
            </p:nvSpPr>
            <p:spPr bwMode="auto">
              <a:xfrm>
                <a:off x="3538"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18" name="Group 237">
              <a:extLst>
                <a:ext uri="{FF2B5EF4-FFF2-40B4-BE49-F238E27FC236}">
                  <a16:creationId xmlns:a16="http://schemas.microsoft.com/office/drawing/2014/main" id="{5DDC5701-A9B4-4DF8-B6A3-12E190B96A81}"/>
                </a:ext>
              </a:extLst>
            </p:cNvPr>
            <p:cNvGrpSpPr>
              <a:grpSpLocks/>
            </p:cNvGrpSpPr>
            <p:nvPr/>
          </p:nvGrpSpPr>
          <p:grpSpPr bwMode="auto">
            <a:xfrm>
              <a:off x="297" y="3772"/>
              <a:ext cx="710" cy="337"/>
              <a:chOff x="0" y="2592"/>
              <a:chExt cx="590" cy="480"/>
            </a:xfrm>
          </p:grpSpPr>
          <p:sp>
            <p:nvSpPr>
              <p:cNvPr id="14459" name="Rectangle 238">
                <a:extLst>
                  <a:ext uri="{FF2B5EF4-FFF2-40B4-BE49-F238E27FC236}">
                    <a16:creationId xmlns:a16="http://schemas.microsoft.com/office/drawing/2014/main" id="{0CF6BB70-0429-466A-B907-351969214E55}"/>
                  </a:ext>
                </a:extLst>
              </p:cNvPr>
              <p:cNvSpPr>
                <a:spLocks noChangeArrowheads="1"/>
              </p:cNvSpPr>
              <p:nvPr/>
            </p:nvSpPr>
            <p:spPr bwMode="auto">
              <a:xfrm>
                <a:off x="43" y="2592"/>
                <a:ext cx="5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5</a:t>
                </a:r>
                <a:r>
                  <a:rPr kumimoji="1" lang="en-US" altLang="zh-CN" sz="1200" b="1">
                    <a:solidFill>
                      <a:srgbClr val="007A77"/>
                    </a:solidFill>
                    <a:latin typeface="Times New Roman" panose="02020603050405020304" pitchFamily="18" charset="0"/>
                  </a:rPr>
                  <a:t>=4 v</a:t>
                </a:r>
                <a:r>
                  <a:rPr kumimoji="1" lang="en-US" altLang="zh-CN" sz="1200" b="1" baseline="-30000">
                    <a:solidFill>
                      <a:srgbClr val="007A77"/>
                    </a:solidFill>
                    <a:latin typeface="Times New Roman" panose="02020603050405020304" pitchFamily="18" charset="0"/>
                  </a:rPr>
                  <a:t>5</a:t>
                </a:r>
                <a:r>
                  <a:rPr kumimoji="1" lang="en-US" altLang="zh-CN" sz="12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4460" name="Rectangle 239">
                <a:extLst>
                  <a:ext uri="{FF2B5EF4-FFF2-40B4-BE49-F238E27FC236}">
                    <a16:creationId xmlns:a16="http://schemas.microsoft.com/office/drawing/2014/main" id="{73A5D2A6-B2C1-4F68-B0CD-EF3118F76FA0}"/>
                  </a:ext>
                </a:extLst>
              </p:cNvPr>
              <p:cNvSpPr>
                <a:spLocks noChangeArrowheads="1"/>
              </p:cNvSpPr>
              <p:nvPr/>
            </p:nvSpPr>
            <p:spPr bwMode="auto">
              <a:xfrm>
                <a:off x="0" y="2592"/>
                <a:ext cx="5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19" name="Group 240">
              <a:extLst>
                <a:ext uri="{FF2B5EF4-FFF2-40B4-BE49-F238E27FC236}">
                  <a16:creationId xmlns:a16="http://schemas.microsoft.com/office/drawing/2014/main" id="{AE5D5F96-9700-4BAF-956D-A07A8D8BC424}"/>
                </a:ext>
              </a:extLst>
            </p:cNvPr>
            <p:cNvGrpSpPr>
              <a:grpSpLocks/>
            </p:cNvGrpSpPr>
            <p:nvPr/>
          </p:nvGrpSpPr>
          <p:grpSpPr bwMode="auto">
            <a:xfrm>
              <a:off x="1007" y="3772"/>
              <a:ext cx="322" cy="337"/>
              <a:chOff x="590" y="2592"/>
              <a:chExt cx="268" cy="480"/>
            </a:xfrm>
          </p:grpSpPr>
          <p:sp>
            <p:nvSpPr>
              <p:cNvPr id="14457" name="Rectangle 241">
                <a:extLst>
                  <a:ext uri="{FF2B5EF4-FFF2-40B4-BE49-F238E27FC236}">
                    <a16:creationId xmlns:a16="http://schemas.microsoft.com/office/drawing/2014/main" id="{DC436F87-4D02-48D4-A93B-71E13E66A3F2}"/>
                  </a:ext>
                </a:extLst>
              </p:cNvPr>
              <p:cNvSpPr>
                <a:spLocks noChangeArrowheads="1"/>
              </p:cNvSpPr>
              <p:nvPr/>
            </p:nvSpPr>
            <p:spPr bwMode="auto">
              <a:xfrm>
                <a:off x="63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5</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58" name="Rectangle 242">
                <a:extLst>
                  <a:ext uri="{FF2B5EF4-FFF2-40B4-BE49-F238E27FC236}">
                    <a16:creationId xmlns:a16="http://schemas.microsoft.com/office/drawing/2014/main" id="{007EE3C0-D905-47FD-A5B1-9B9AFB694D27}"/>
                  </a:ext>
                </a:extLst>
              </p:cNvPr>
              <p:cNvSpPr>
                <a:spLocks noChangeArrowheads="1"/>
              </p:cNvSpPr>
              <p:nvPr/>
            </p:nvSpPr>
            <p:spPr bwMode="auto">
              <a:xfrm>
                <a:off x="590" y="2592"/>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20" name="Group 243">
              <a:extLst>
                <a:ext uri="{FF2B5EF4-FFF2-40B4-BE49-F238E27FC236}">
                  <a16:creationId xmlns:a16="http://schemas.microsoft.com/office/drawing/2014/main" id="{5D4C141D-F4B4-4A86-B0B3-6F0BFDE12C47}"/>
                </a:ext>
              </a:extLst>
            </p:cNvPr>
            <p:cNvGrpSpPr>
              <a:grpSpLocks/>
            </p:cNvGrpSpPr>
            <p:nvPr/>
          </p:nvGrpSpPr>
          <p:grpSpPr bwMode="auto">
            <a:xfrm>
              <a:off x="1329" y="3772"/>
              <a:ext cx="322" cy="337"/>
              <a:chOff x="858" y="2592"/>
              <a:chExt cx="268" cy="480"/>
            </a:xfrm>
          </p:grpSpPr>
          <p:sp>
            <p:nvSpPr>
              <p:cNvPr id="14455" name="Rectangle 244">
                <a:extLst>
                  <a:ext uri="{FF2B5EF4-FFF2-40B4-BE49-F238E27FC236}">
                    <a16:creationId xmlns:a16="http://schemas.microsoft.com/office/drawing/2014/main" id="{567BF7F3-47F6-4C28-A86B-D0D051C7AA8F}"/>
                  </a:ext>
                </a:extLst>
              </p:cNvPr>
              <p:cNvSpPr>
                <a:spLocks noChangeArrowheads="1"/>
              </p:cNvSpPr>
              <p:nvPr/>
            </p:nvSpPr>
            <p:spPr bwMode="auto">
              <a:xfrm>
                <a:off x="90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56" name="Rectangle 245">
                <a:extLst>
                  <a:ext uri="{FF2B5EF4-FFF2-40B4-BE49-F238E27FC236}">
                    <a16:creationId xmlns:a16="http://schemas.microsoft.com/office/drawing/2014/main" id="{B85287F0-9B19-485B-BCEF-F2F4AC48BFCE}"/>
                  </a:ext>
                </a:extLst>
              </p:cNvPr>
              <p:cNvSpPr>
                <a:spLocks noChangeArrowheads="1"/>
              </p:cNvSpPr>
              <p:nvPr/>
            </p:nvSpPr>
            <p:spPr bwMode="auto">
              <a:xfrm>
                <a:off x="85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21" name="Group 246">
              <a:extLst>
                <a:ext uri="{FF2B5EF4-FFF2-40B4-BE49-F238E27FC236}">
                  <a16:creationId xmlns:a16="http://schemas.microsoft.com/office/drawing/2014/main" id="{69C1B5D6-CAC3-4546-A0E6-2315D7FC92D8}"/>
                </a:ext>
              </a:extLst>
            </p:cNvPr>
            <p:cNvGrpSpPr>
              <a:grpSpLocks/>
            </p:cNvGrpSpPr>
            <p:nvPr/>
          </p:nvGrpSpPr>
          <p:grpSpPr bwMode="auto">
            <a:xfrm>
              <a:off x="1651" y="3772"/>
              <a:ext cx="323" cy="337"/>
              <a:chOff x="1126" y="2592"/>
              <a:chExt cx="268" cy="480"/>
            </a:xfrm>
          </p:grpSpPr>
          <p:sp>
            <p:nvSpPr>
              <p:cNvPr id="14453" name="Rectangle 247">
                <a:extLst>
                  <a:ext uri="{FF2B5EF4-FFF2-40B4-BE49-F238E27FC236}">
                    <a16:creationId xmlns:a16="http://schemas.microsoft.com/office/drawing/2014/main" id="{1FEEDF66-CDCE-4F15-B7F9-11820F309DB4}"/>
                  </a:ext>
                </a:extLst>
              </p:cNvPr>
              <p:cNvSpPr>
                <a:spLocks noChangeArrowheads="1"/>
              </p:cNvSpPr>
              <p:nvPr/>
            </p:nvSpPr>
            <p:spPr bwMode="auto">
              <a:xfrm>
                <a:off x="1169"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54" name="Rectangle 248">
                <a:extLst>
                  <a:ext uri="{FF2B5EF4-FFF2-40B4-BE49-F238E27FC236}">
                    <a16:creationId xmlns:a16="http://schemas.microsoft.com/office/drawing/2014/main" id="{896543BE-C002-42A7-80B5-EF3ED091CF83}"/>
                  </a:ext>
                </a:extLst>
              </p:cNvPr>
              <p:cNvSpPr>
                <a:spLocks noChangeArrowheads="1"/>
              </p:cNvSpPr>
              <p:nvPr/>
            </p:nvSpPr>
            <p:spPr bwMode="auto">
              <a:xfrm>
                <a:off x="1126"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22" name="Group 249">
              <a:extLst>
                <a:ext uri="{FF2B5EF4-FFF2-40B4-BE49-F238E27FC236}">
                  <a16:creationId xmlns:a16="http://schemas.microsoft.com/office/drawing/2014/main" id="{F5854746-AB92-4BBF-BD27-CACA752FC480}"/>
                </a:ext>
              </a:extLst>
            </p:cNvPr>
            <p:cNvGrpSpPr>
              <a:grpSpLocks/>
            </p:cNvGrpSpPr>
            <p:nvPr/>
          </p:nvGrpSpPr>
          <p:grpSpPr bwMode="auto">
            <a:xfrm>
              <a:off x="1974" y="3772"/>
              <a:ext cx="322" cy="337"/>
              <a:chOff x="1394" y="2592"/>
              <a:chExt cx="268" cy="480"/>
            </a:xfrm>
          </p:grpSpPr>
          <p:sp>
            <p:nvSpPr>
              <p:cNvPr id="14451" name="Rectangle 250">
                <a:extLst>
                  <a:ext uri="{FF2B5EF4-FFF2-40B4-BE49-F238E27FC236}">
                    <a16:creationId xmlns:a16="http://schemas.microsoft.com/office/drawing/2014/main" id="{55B8EEA2-BCB0-4F85-AA05-10041803447B}"/>
                  </a:ext>
                </a:extLst>
              </p:cNvPr>
              <p:cNvSpPr>
                <a:spLocks noChangeArrowheads="1"/>
              </p:cNvSpPr>
              <p:nvPr/>
            </p:nvSpPr>
            <p:spPr bwMode="auto">
              <a:xfrm>
                <a:off x="1437"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52" name="Rectangle 251">
                <a:extLst>
                  <a:ext uri="{FF2B5EF4-FFF2-40B4-BE49-F238E27FC236}">
                    <a16:creationId xmlns:a16="http://schemas.microsoft.com/office/drawing/2014/main" id="{0783AA55-DBC6-4DDB-8DE6-9DEBA2430449}"/>
                  </a:ext>
                </a:extLst>
              </p:cNvPr>
              <p:cNvSpPr>
                <a:spLocks noChangeArrowheads="1"/>
              </p:cNvSpPr>
              <p:nvPr/>
            </p:nvSpPr>
            <p:spPr bwMode="auto">
              <a:xfrm>
                <a:off x="1394"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23" name="Group 252">
              <a:extLst>
                <a:ext uri="{FF2B5EF4-FFF2-40B4-BE49-F238E27FC236}">
                  <a16:creationId xmlns:a16="http://schemas.microsoft.com/office/drawing/2014/main" id="{A5D9FF85-C5E9-4E35-BA6E-B3BCB36B2DDD}"/>
                </a:ext>
              </a:extLst>
            </p:cNvPr>
            <p:cNvGrpSpPr>
              <a:grpSpLocks/>
            </p:cNvGrpSpPr>
            <p:nvPr/>
          </p:nvGrpSpPr>
          <p:grpSpPr bwMode="auto">
            <a:xfrm>
              <a:off x="2296" y="3772"/>
              <a:ext cx="322" cy="337"/>
              <a:chOff x="1662" y="2592"/>
              <a:chExt cx="268" cy="480"/>
            </a:xfrm>
          </p:grpSpPr>
          <p:sp>
            <p:nvSpPr>
              <p:cNvPr id="14449" name="Rectangle 253">
                <a:extLst>
                  <a:ext uri="{FF2B5EF4-FFF2-40B4-BE49-F238E27FC236}">
                    <a16:creationId xmlns:a16="http://schemas.microsoft.com/office/drawing/2014/main" id="{59ABBE59-321C-49B5-B8C7-7CE48B593838}"/>
                  </a:ext>
                </a:extLst>
              </p:cNvPr>
              <p:cNvSpPr>
                <a:spLocks noChangeArrowheads="1"/>
              </p:cNvSpPr>
              <p:nvPr/>
            </p:nvSpPr>
            <p:spPr bwMode="auto">
              <a:xfrm>
                <a:off x="1705"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50" name="Rectangle 254">
                <a:extLst>
                  <a:ext uri="{FF2B5EF4-FFF2-40B4-BE49-F238E27FC236}">
                    <a16:creationId xmlns:a16="http://schemas.microsoft.com/office/drawing/2014/main" id="{865DD1F8-8533-4AE2-A50C-4030C9D41E60}"/>
                  </a:ext>
                </a:extLst>
              </p:cNvPr>
              <p:cNvSpPr>
                <a:spLocks noChangeArrowheads="1"/>
              </p:cNvSpPr>
              <p:nvPr/>
            </p:nvSpPr>
            <p:spPr bwMode="auto">
              <a:xfrm>
                <a:off x="1662"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24" name="Group 255">
              <a:extLst>
                <a:ext uri="{FF2B5EF4-FFF2-40B4-BE49-F238E27FC236}">
                  <a16:creationId xmlns:a16="http://schemas.microsoft.com/office/drawing/2014/main" id="{5A2AF459-5DD2-4229-881D-3B5C0884264D}"/>
                </a:ext>
              </a:extLst>
            </p:cNvPr>
            <p:cNvGrpSpPr>
              <a:grpSpLocks/>
            </p:cNvGrpSpPr>
            <p:nvPr/>
          </p:nvGrpSpPr>
          <p:grpSpPr bwMode="auto">
            <a:xfrm>
              <a:off x="2618" y="3772"/>
              <a:ext cx="323" cy="337"/>
              <a:chOff x="1930" y="2592"/>
              <a:chExt cx="268" cy="480"/>
            </a:xfrm>
          </p:grpSpPr>
          <p:sp>
            <p:nvSpPr>
              <p:cNvPr id="14447" name="Rectangle 256">
                <a:extLst>
                  <a:ext uri="{FF2B5EF4-FFF2-40B4-BE49-F238E27FC236}">
                    <a16:creationId xmlns:a16="http://schemas.microsoft.com/office/drawing/2014/main" id="{CD05671D-5892-4470-A39C-D0CAA1620EF2}"/>
                  </a:ext>
                </a:extLst>
              </p:cNvPr>
              <p:cNvSpPr>
                <a:spLocks noChangeArrowheads="1"/>
              </p:cNvSpPr>
              <p:nvPr/>
            </p:nvSpPr>
            <p:spPr bwMode="auto">
              <a:xfrm>
                <a:off x="197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48" name="Rectangle 257">
                <a:extLst>
                  <a:ext uri="{FF2B5EF4-FFF2-40B4-BE49-F238E27FC236}">
                    <a16:creationId xmlns:a16="http://schemas.microsoft.com/office/drawing/2014/main" id="{2F20DD7A-3AB0-4EFE-BDF3-FB4827EF0F92}"/>
                  </a:ext>
                </a:extLst>
              </p:cNvPr>
              <p:cNvSpPr>
                <a:spLocks noChangeArrowheads="1"/>
              </p:cNvSpPr>
              <p:nvPr/>
            </p:nvSpPr>
            <p:spPr bwMode="auto">
              <a:xfrm>
                <a:off x="1930"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25" name="Group 258">
              <a:extLst>
                <a:ext uri="{FF2B5EF4-FFF2-40B4-BE49-F238E27FC236}">
                  <a16:creationId xmlns:a16="http://schemas.microsoft.com/office/drawing/2014/main" id="{30231C70-B678-481E-8FC6-5572CB0BDF0E}"/>
                </a:ext>
              </a:extLst>
            </p:cNvPr>
            <p:cNvGrpSpPr>
              <a:grpSpLocks/>
            </p:cNvGrpSpPr>
            <p:nvPr/>
          </p:nvGrpSpPr>
          <p:grpSpPr bwMode="auto">
            <a:xfrm>
              <a:off x="2941" y="3772"/>
              <a:ext cx="322" cy="337"/>
              <a:chOff x="2198" y="2592"/>
              <a:chExt cx="268" cy="480"/>
            </a:xfrm>
          </p:grpSpPr>
          <p:sp>
            <p:nvSpPr>
              <p:cNvPr id="14445" name="Rectangle 259">
                <a:extLst>
                  <a:ext uri="{FF2B5EF4-FFF2-40B4-BE49-F238E27FC236}">
                    <a16:creationId xmlns:a16="http://schemas.microsoft.com/office/drawing/2014/main" id="{F06CC55E-249B-4898-B284-AA1DF2BD988C}"/>
                  </a:ext>
                </a:extLst>
              </p:cNvPr>
              <p:cNvSpPr>
                <a:spLocks noChangeArrowheads="1"/>
              </p:cNvSpPr>
              <p:nvPr/>
            </p:nvSpPr>
            <p:spPr bwMode="auto">
              <a:xfrm>
                <a:off x="224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46" name="Rectangle 260">
                <a:extLst>
                  <a:ext uri="{FF2B5EF4-FFF2-40B4-BE49-F238E27FC236}">
                    <a16:creationId xmlns:a16="http://schemas.microsoft.com/office/drawing/2014/main" id="{2408CA86-06B0-42D6-92EC-8F15EEF5EB47}"/>
                  </a:ext>
                </a:extLst>
              </p:cNvPr>
              <p:cNvSpPr>
                <a:spLocks noChangeArrowheads="1"/>
              </p:cNvSpPr>
              <p:nvPr/>
            </p:nvSpPr>
            <p:spPr bwMode="auto">
              <a:xfrm>
                <a:off x="219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26" name="Group 261">
              <a:extLst>
                <a:ext uri="{FF2B5EF4-FFF2-40B4-BE49-F238E27FC236}">
                  <a16:creationId xmlns:a16="http://schemas.microsoft.com/office/drawing/2014/main" id="{04B57532-48C2-483E-A357-F46A9D14D1DC}"/>
                </a:ext>
              </a:extLst>
            </p:cNvPr>
            <p:cNvGrpSpPr>
              <a:grpSpLocks/>
            </p:cNvGrpSpPr>
            <p:nvPr/>
          </p:nvGrpSpPr>
          <p:grpSpPr bwMode="auto">
            <a:xfrm>
              <a:off x="3263" y="3772"/>
              <a:ext cx="323" cy="337"/>
              <a:chOff x="2466" y="2592"/>
              <a:chExt cx="268" cy="480"/>
            </a:xfrm>
          </p:grpSpPr>
          <p:sp>
            <p:nvSpPr>
              <p:cNvPr id="14443" name="Rectangle 262">
                <a:extLst>
                  <a:ext uri="{FF2B5EF4-FFF2-40B4-BE49-F238E27FC236}">
                    <a16:creationId xmlns:a16="http://schemas.microsoft.com/office/drawing/2014/main" id="{3C77914C-0CAC-4E73-B932-33010C418F22}"/>
                  </a:ext>
                </a:extLst>
              </p:cNvPr>
              <p:cNvSpPr>
                <a:spLocks noChangeArrowheads="1"/>
              </p:cNvSpPr>
              <p:nvPr/>
            </p:nvSpPr>
            <p:spPr bwMode="auto">
              <a:xfrm>
                <a:off x="2509"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12</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44" name="Rectangle 263">
                <a:extLst>
                  <a:ext uri="{FF2B5EF4-FFF2-40B4-BE49-F238E27FC236}">
                    <a16:creationId xmlns:a16="http://schemas.microsoft.com/office/drawing/2014/main" id="{F32680EF-1D0B-476C-8CA3-51BAF22AB659}"/>
                  </a:ext>
                </a:extLst>
              </p:cNvPr>
              <p:cNvSpPr>
                <a:spLocks noChangeArrowheads="1"/>
              </p:cNvSpPr>
              <p:nvPr/>
            </p:nvSpPr>
            <p:spPr bwMode="auto">
              <a:xfrm>
                <a:off x="2466"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27" name="Group 264">
              <a:extLst>
                <a:ext uri="{FF2B5EF4-FFF2-40B4-BE49-F238E27FC236}">
                  <a16:creationId xmlns:a16="http://schemas.microsoft.com/office/drawing/2014/main" id="{3868BC1F-6A29-4334-BB8A-AC52CCB06C54}"/>
                </a:ext>
              </a:extLst>
            </p:cNvPr>
            <p:cNvGrpSpPr>
              <a:grpSpLocks/>
            </p:cNvGrpSpPr>
            <p:nvPr/>
          </p:nvGrpSpPr>
          <p:grpSpPr bwMode="auto">
            <a:xfrm>
              <a:off x="3586" y="3772"/>
              <a:ext cx="322" cy="337"/>
              <a:chOff x="2734" y="2592"/>
              <a:chExt cx="268" cy="480"/>
            </a:xfrm>
          </p:grpSpPr>
          <p:sp>
            <p:nvSpPr>
              <p:cNvPr id="14441" name="Rectangle 265">
                <a:extLst>
                  <a:ext uri="{FF2B5EF4-FFF2-40B4-BE49-F238E27FC236}">
                    <a16:creationId xmlns:a16="http://schemas.microsoft.com/office/drawing/2014/main" id="{A813FDCE-1F27-44C8-ADA5-8FD04D68CA71}"/>
                  </a:ext>
                </a:extLst>
              </p:cNvPr>
              <p:cNvSpPr>
                <a:spLocks noChangeArrowheads="1"/>
              </p:cNvSpPr>
              <p:nvPr/>
            </p:nvSpPr>
            <p:spPr bwMode="auto">
              <a:xfrm>
                <a:off x="2777"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12</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42" name="Rectangle 266">
                <a:extLst>
                  <a:ext uri="{FF2B5EF4-FFF2-40B4-BE49-F238E27FC236}">
                    <a16:creationId xmlns:a16="http://schemas.microsoft.com/office/drawing/2014/main" id="{C9C69090-EF1B-47BC-ACB8-F6A232108FAC}"/>
                  </a:ext>
                </a:extLst>
              </p:cNvPr>
              <p:cNvSpPr>
                <a:spLocks noChangeArrowheads="1"/>
              </p:cNvSpPr>
              <p:nvPr/>
            </p:nvSpPr>
            <p:spPr bwMode="auto">
              <a:xfrm>
                <a:off x="2734"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28" name="Group 267">
              <a:extLst>
                <a:ext uri="{FF2B5EF4-FFF2-40B4-BE49-F238E27FC236}">
                  <a16:creationId xmlns:a16="http://schemas.microsoft.com/office/drawing/2014/main" id="{8BB162DE-CAC9-46B7-BA54-B2E1CBE7C869}"/>
                </a:ext>
              </a:extLst>
            </p:cNvPr>
            <p:cNvGrpSpPr>
              <a:grpSpLocks/>
            </p:cNvGrpSpPr>
            <p:nvPr/>
          </p:nvGrpSpPr>
          <p:grpSpPr bwMode="auto">
            <a:xfrm>
              <a:off x="3908" y="3772"/>
              <a:ext cx="322" cy="337"/>
              <a:chOff x="3002" y="2592"/>
              <a:chExt cx="268" cy="480"/>
            </a:xfrm>
          </p:grpSpPr>
          <p:sp>
            <p:nvSpPr>
              <p:cNvPr id="14439" name="Rectangle 268">
                <a:extLst>
                  <a:ext uri="{FF2B5EF4-FFF2-40B4-BE49-F238E27FC236}">
                    <a16:creationId xmlns:a16="http://schemas.microsoft.com/office/drawing/2014/main" id="{0274C687-7ABE-4FCB-AA84-0DC024EDEFE3}"/>
                  </a:ext>
                </a:extLst>
              </p:cNvPr>
              <p:cNvSpPr>
                <a:spLocks noChangeArrowheads="1"/>
              </p:cNvSpPr>
              <p:nvPr/>
            </p:nvSpPr>
            <p:spPr bwMode="auto">
              <a:xfrm>
                <a:off x="3045"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15</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40" name="Rectangle 269">
                <a:extLst>
                  <a:ext uri="{FF2B5EF4-FFF2-40B4-BE49-F238E27FC236}">
                    <a16:creationId xmlns:a16="http://schemas.microsoft.com/office/drawing/2014/main" id="{450E68DA-2C40-4BA4-95A8-2143FEB1A8E4}"/>
                  </a:ext>
                </a:extLst>
              </p:cNvPr>
              <p:cNvSpPr>
                <a:spLocks noChangeArrowheads="1"/>
              </p:cNvSpPr>
              <p:nvPr/>
            </p:nvSpPr>
            <p:spPr bwMode="auto">
              <a:xfrm>
                <a:off x="3002"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29" name="Group 270">
              <a:extLst>
                <a:ext uri="{FF2B5EF4-FFF2-40B4-BE49-F238E27FC236}">
                  <a16:creationId xmlns:a16="http://schemas.microsoft.com/office/drawing/2014/main" id="{C32D48A2-1AF7-4976-BA2A-F2D9F76801FC}"/>
                </a:ext>
              </a:extLst>
            </p:cNvPr>
            <p:cNvGrpSpPr>
              <a:grpSpLocks/>
            </p:cNvGrpSpPr>
            <p:nvPr/>
          </p:nvGrpSpPr>
          <p:grpSpPr bwMode="auto">
            <a:xfrm>
              <a:off x="4230" y="3772"/>
              <a:ext cx="323" cy="337"/>
              <a:chOff x="3270" y="2592"/>
              <a:chExt cx="268" cy="480"/>
            </a:xfrm>
          </p:grpSpPr>
          <p:sp>
            <p:nvSpPr>
              <p:cNvPr id="14437" name="Rectangle 271">
                <a:extLst>
                  <a:ext uri="{FF2B5EF4-FFF2-40B4-BE49-F238E27FC236}">
                    <a16:creationId xmlns:a16="http://schemas.microsoft.com/office/drawing/2014/main" id="{B05F7BD7-45D5-4819-B56E-413FCA089C98}"/>
                  </a:ext>
                </a:extLst>
              </p:cNvPr>
              <p:cNvSpPr>
                <a:spLocks noChangeArrowheads="1"/>
              </p:cNvSpPr>
              <p:nvPr/>
            </p:nvSpPr>
            <p:spPr bwMode="auto">
              <a:xfrm>
                <a:off x="331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15</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38" name="Rectangle 272">
                <a:extLst>
                  <a:ext uri="{FF2B5EF4-FFF2-40B4-BE49-F238E27FC236}">
                    <a16:creationId xmlns:a16="http://schemas.microsoft.com/office/drawing/2014/main" id="{84CD7E1F-4BBF-4BC0-A2D9-EB84B86A7C33}"/>
                  </a:ext>
                </a:extLst>
              </p:cNvPr>
              <p:cNvSpPr>
                <a:spLocks noChangeArrowheads="1"/>
              </p:cNvSpPr>
              <p:nvPr/>
            </p:nvSpPr>
            <p:spPr bwMode="auto">
              <a:xfrm>
                <a:off x="3270"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4430" name="Group 273">
              <a:extLst>
                <a:ext uri="{FF2B5EF4-FFF2-40B4-BE49-F238E27FC236}">
                  <a16:creationId xmlns:a16="http://schemas.microsoft.com/office/drawing/2014/main" id="{EFEAACC3-1C9B-4015-8FCA-3A458B5F475B}"/>
                </a:ext>
              </a:extLst>
            </p:cNvPr>
            <p:cNvGrpSpPr>
              <a:grpSpLocks/>
            </p:cNvGrpSpPr>
            <p:nvPr/>
          </p:nvGrpSpPr>
          <p:grpSpPr bwMode="auto">
            <a:xfrm>
              <a:off x="4553" y="3772"/>
              <a:ext cx="322" cy="337"/>
              <a:chOff x="3538" y="2592"/>
              <a:chExt cx="268" cy="480"/>
            </a:xfrm>
          </p:grpSpPr>
          <p:sp>
            <p:nvSpPr>
              <p:cNvPr id="14435" name="Rectangle 274">
                <a:extLst>
                  <a:ext uri="{FF2B5EF4-FFF2-40B4-BE49-F238E27FC236}">
                    <a16:creationId xmlns:a16="http://schemas.microsoft.com/office/drawing/2014/main" id="{345A8895-A484-4FF0-85DF-DB5C002389EB}"/>
                  </a:ext>
                </a:extLst>
              </p:cNvPr>
              <p:cNvSpPr>
                <a:spLocks noChangeArrowheads="1"/>
              </p:cNvSpPr>
              <p:nvPr/>
            </p:nvSpPr>
            <p:spPr bwMode="auto">
              <a:xfrm>
                <a:off x="358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15</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36" name="Rectangle 275">
                <a:extLst>
                  <a:ext uri="{FF2B5EF4-FFF2-40B4-BE49-F238E27FC236}">
                    <a16:creationId xmlns:a16="http://schemas.microsoft.com/office/drawing/2014/main" id="{F81F0E6B-5559-4EC3-B087-AF13E3CCF208}"/>
                  </a:ext>
                </a:extLst>
              </p:cNvPr>
              <p:cNvSpPr>
                <a:spLocks noChangeArrowheads="1"/>
              </p:cNvSpPr>
              <p:nvPr/>
            </p:nvSpPr>
            <p:spPr bwMode="auto">
              <a:xfrm>
                <a:off x="353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sp>
          <p:nvSpPr>
            <p:cNvPr id="14431" name="Rectangle 276">
              <a:extLst>
                <a:ext uri="{FF2B5EF4-FFF2-40B4-BE49-F238E27FC236}">
                  <a16:creationId xmlns:a16="http://schemas.microsoft.com/office/drawing/2014/main" id="{F2116E32-A7E7-49AA-9CA9-72FE9EFF8A84}"/>
                </a:ext>
              </a:extLst>
            </p:cNvPr>
            <p:cNvSpPr>
              <a:spLocks noChangeArrowheads="1"/>
            </p:cNvSpPr>
            <p:nvPr/>
          </p:nvSpPr>
          <p:spPr bwMode="auto">
            <a:xfrm>
              <a:off x="295" y="1948"/>
              <a:ext cx="4582" cy="2162"/>
            </a:xfrm>
            <a:prstGeom prst="rect">
              <a:avLst/>
            </a:prstGeom>
            <a:noFill/>
            <a:ln w="6350">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nvGrpSpPr>
            <p:cNvPr id="14432" name="Group 277">
              <a:extLst>
                <a:ext uri="{FF2B5EF4-FFF2-40B4-BE49-F238E27FC236}">
                  <a16:creationId xmlns:a16="http://schemas.microsoft.com/office/drawing/2014/main" id="{C5CAB651-EF22-4F15-9C8F-198A8EA930D4}"/>
                </a:ext>
              </a:extLst>
            </p:cNvPr>
            <p:cNvGrpSpPr>
              <a:grpSpLocks/>
            </p:cNvGrpSpPr>
            <p:nvPr/>
          </p:nvGrpSpPr>
          <p:grpSpPr bwMode="auto">
            <a:xfrm>
              <a:off x="1973" y="2287"/>
              <a:ext cx="323" cy="270"/>
              <a:chOff x="1126" y="480"/>
              <a:chExt cx="268" cy="384"/>
            </a:xfrm>
          </p:grpSpPr>
          <p:sp>
            <p:nvSpPr>
              <p:cNvPr id="14433" name="Rectangle 278">
                <a:extLst>
                  <a:ext uri="{FF2B5EF4-FFF2-40B4-BE49-F238E27FC236}">
                    <a16:creationId xmlns:a16="http://schemas.microsoft.com/office/drawing/2014/main" id="{75D65693-9B04-45F0-B085-4F0A8BA67D27}"/>
                  </a:ext>
                </a:extLst>
              </p:cNvPr>
              <p:cNvSpPr>
                <a:spLocks noChangeArrowheads="1"/>
              </p:cNvSpPr>
              <p:nvPr/>
            </p:nvSpPr>
            <p:spPr bwMode="auto">
              <a:xfrm>
                <a:off x="1169"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4434" name="Rectangle 279">
                <a:extLst>
                  <a:ext uri="{FF2B5EF4-FFF2-40B4-BE49-F238E27FC236}">
                    <a16:creationId xmlns:a16="http://schemas.microsoft.com/office/drawing/2014/main" id="{4B4A3042-1068-45A6-8B3F-B9A2223DC072}"/>
                  </a:ext>
                </a:extLst>
              </p:cNvPr>
              <p:cNvSpPr>
                <a:spLocks noChangeArrowheads="1"/>
              </p:cNvSpPr>
              <p:nvPr/>
            </p:nvSpPr>
            <p:spPr bwMode="auto">
              <a:xfrm>
                <a:off x="1126"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sp>
        <p:nvSpPr>
          <p:cNvPr id="14339" name="Rectangle 280">
            <a:extLst>
              <a:ext uri="{FF2B5EF4-FFF2-40B4-BE49-F238E27FC236}">
                <a16:creationId xmlns:a16="http://schemas.microsoft.com/office/drawing/2014/main" id="{67118DC8-094B-4224-BE58-AE9560694050}"/>
              </a:ext>
            </a:extLst>
          </p:cNvPr>
          <p:cNvSpPr>
            <a:spLocks noChangeArrowheads="1"/>
          </p:cNvSpPr>
          <p:nvPr/>
        </p:nvSpPr>
        <p:spPr bwMode="auto">
          <a:xfrm>
            <a:off x="1439466" y="411957"/>
            <a:ext cx="6103144" cy="1442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kumimoji="1" lang="zh-CN" altLang="en-US" sz="1350" b="1">
                <a:solidFill>
                  <a:srgbClr val="007A77"/>
                </a:solidFill>
                <a:latin typeface="Times New Roman" panose="02020603050405020304" pitchFamily="18" charset="0"/>
              </a:rPr>
              <a:t>第一阶段，只装入前</a:t>
            </a:r>
            <a:r>
              <a:rPr kumimoji="1" lang="en-US" altLang="zh-CN" sz="1350" b="1">
                <a:solidFill>
                  <a:srgbClr val="007A77"/>
                </a:solidFill>
                <a:latin typeface="Times New Roman" panose="02020603050405020304" pitchFamily="18" charset="0"/>
              </a:rPr>
              <a:t>1</a:t>
            </a:r>
            <a:r>
              <a:rPr kumimoji="1" lang="zh-CN" altLang="en-US" sz="1350" b="1">
                <a:solidFill>
                  <a:srgbClr val="007A77"/>
                </a:solidFill>
                <a:latin typeface="Times New Roman" panose="02020603050405020304" pitchFamily="18" charset="0"/>
              </a:rPr>
              <a:t>个物品，确定在</a:t>
            </a:r>
            <a:r>
              <a:rPr kumimoji="1" lang="zh-CN" altLang="en-US" sz="1350" b="1">
                <a:solidFill>
                  <a:srgbClr val="FF0000"/>
                </a:solidFill>
                <a:latin typeface="Times New Roman" panose="02020603050405020304" pitchFamily="18" charset="0"/>
              </a:rPr>
              <a:t>各种情况下</a:t>
            </a:r>
            <a:r>
              <a:rPr kumimoji="1" lang="zh-CN" altLang="en-US" sz="1350" b="1">
                <a:solidFill>
                  <a:srgbClr val="007A77"/>
                </a:solidFill>
                <a:latin typeface="Times New Roman" panose="02020603050405020304" pitchFamily="18" charset="0"/>
              </a:rPr>
              <a:t>的背包能够得到的最大价值；</a:t>
            </a:r>
          </a:p>
          <a:p>
            <a:pPr defTabSz="685800" fontAlgn="base">
              <a:spcBef>
                <a:spcPct val="50000"/>
              </a:spcBef>
              <a:spcAft>
                <a:spcPct val="0"/>
              </a:spcAft>
              <a:buClrTx/>
              <a:buSzTx/>
              <a:buNone/>
            </a:pPr>
            <a:r>
              <a:rPr kumimoji="1" lang="zh-CN" altLang="en-US" sz="1350" b="1">
                <a:solidFill>
                  <a:srgbClr val="007A77"/>
                </a:solidFill>
                <a:latin typeface="Times New Roman" panose="02020603050405020304" pitchFamily="18" charset="0"/>
              </a:rPr>
              <a:t>第二阶段，只装入前</a:t>
            </a:r>
            <a:r>
              <a:rPr kumimoji="1" lang="en-US" altLang="zh-CN" sz="1350" b="1">
                <a:solidFill>
                  <a:srgbClr val="007A77"/>
                </a:solidFill>
                <a:latin typeface="Times New Roman" panose="02020603050405020304" pitchFamily="18" charset="0"/>
              </a:rPr>
              <a:t>2</a:t>
            </a:r>
            <a:r>
              <a:rPr kumimoji="1" lang="zh-CN" altLang="en-US" sz="1350" b="1">
                <a:solidFill>
                  <a:srgbClr val="007A77"/>
                </a:solidFill>
                <a:latin typeface="Times New Roman" panose="02020603050405020304" pitchFamily="18" charset="0"/>
              </a:rPr>
              <a:t>个物品，确定在各种情况下的背包能够得到的最大价值；</a:t>
            </a:r>
          </a:p>
          <a:p>
            <a:pPr defTabSz="685800" fontAlgn="base">
              <a:spcBef>
                <a:spcPct val="50000"/>
              </a:spcBef>
              <a:spcAft>
                <a:spcPct val="0"/>
              </a:spcAft>
              <a:buClrTx/>
              <a:buSzTx/>
              <a:buNone/>
            </a:pPr>
            <a:r>
              <a:rPr kumimoji="1" lang="zh-CN" altLang="en-US" sz="1350" b="1">
                <a:solidFill>
                  <a:srgbClr val="007A77"/>
                </a:solidFill>
                <a:latin typeface="Times New Roman" panose="02020603050405020304" pitchFamily="18" charset="0"/>
              </a:rPr>
              <a:t>依此类推，直到第</a:t>
            </a:r>
            <a:r>
              <a:rPr kumimoji="1" lang="en-US" altLang="zh-CN" sz="1350" b="1" i="1">
                <a:solidFill>
                  <a:srgbClr val="007A77"/>
                </a:solidFill>
                <a:latin typeface="Times New Roman" panose="02020603050405020304" pitchFamily="18" charset="0"/>
              </a:rPr>
              <a:t>n</a:t>
            </a:r>
            <a:r>
              <a:rPr kumimoji="1" lang="zh-CN" altLang="en-US" sz="1350" b="1">
                <a:solidFill>
                  <a:srgbClr val="007A77"/>
                </a:solidFill>
                <a:latin typeface="Times New Roman" panose="02020603050405020304" pitchFamily="18" charset="0"/>
              </a:rPr>
              <a:t>个阶段。最后，</a:t>
            </a:r>
            <a:r>
              <a:rPr kumimoji="1" lang="en-US" altLang="zh-CN" sz="1350" b="1" i="1">
                <a:solidFill>
                  <a:srgbClr val="007A77"/>
                </a:solidFill>
                <a:latin typeface="Times New Roman" panose="02020603050405020304" pitchFamily="18" charset="0"/>
              </a:rPr>
              <a:t>V</a:t>
            </a:r>
            <a:r>
              <a:rPr kumimoji="1" lang="en-US" altLang="zh-CN" sz="1350" b="1">
                <a:solidFill>
                  <a:srgbClr val="007A77"/>
                </a:solidFill>
                <a:latin typeface="Times New Roman" panose="02020603050405020304" pitchFamily="18" charset="0"/>
              </a:rPr>
              <a:t>(</a:t>
            </a:r>
            <a:r>
              <a:rPr kumimoji="1" lang="en-US" altLang="zh-CN" sz="1350" b="1" i="1">
                <a:solidFill>
                  <a:srgbClr val="007A77"/>
                </a:solidFill>
                <a:latin typeface="Times New Roman" panose="02020603050405020304" pitchFamily="18" charset="0"/>
              </a:rPr>
              <a:t>n,C</a:t>
            </a:r>
            <a:r>
              <a:rPr kumimoji="1" lang="en-US" altLang="zh-CN" sz="1350" b="1">
                <a:solidFill>
                  <a:srgbClr val="007A77"/>
                </a:solidFill>
                <a:latin typeface="Times New Roman" panose="02020603050405020304" pitchFamily="18" charset="0"/>
              </a:rPr>
              <a:t>)</a:t>
            </a:r>
            <a:r>
              <a:rPr kumimoji="1" lang="zh-CN" altLang="en-US" sz="1350" b="1">
                <a:solidFill>
                  <a:srgbClr val="007A77"/>
                </a:solidFill>
                <a:latin typeface="Times New Roman" panose="02020603050405020304" pitchFamily="18" charset="0"/>
              </a:rPr>
              <a:t>便是在容量为</a:t>
            </a:r>
            <a:r>
              <a:rPr kumimoji="1" lang="en-US" altLang="zh-CN" sz="1350" b="1" i="1">
                <a:solidFill>
                  <a:srgbClr val="007A77"/>
                </a:solidFill>
                <a:latin typeface="Times New Roman" panose="02020603050405020304" pitchFamily="18" charset="0"/>
              </a:rPr>
              <a:t>C</a:t>
            </a:r>
            <a:r>
              <a:rPr kumimoji="1" lang="zh-CN" altLang="en-US" sz="1350" b="1">
                <a:solidFill>
                  <a:srgbClr val="007A77"/>
                </a:solidFill>
                <a:latin typeface="Times New Roman" panose="02020603050405020304" pitchFamily="18" charset="0"/>
              </a:rPr>
              <a:t>的背包中装入</a:t>
            </a:r>
            <a:r>
              <a:rPr kumimoji="1" lang="en-US" altLang="zh-CN" sz="1350" b="1" i="1">
                <a:solidFill>
                  <a:srgbClr val="007A77"/>
                </a:solidFill>
                <a:latin typeface="Times New Roman" panose="02020603050405020304" pitchFamily="18" charset="0"/>
              </a:rPr>
              <a:t>n</a:t>
            </a:r>
            <a:r>
              <a:rPr kumimoji="1" lang="zh-CN" altLang="en-US" sz="1350" b="1">
                <a:solidFill>
                  <a:srgbClr val="007A77"/>
                </a:solidFill>
                <a:latin typeface="Times New Roman" panose="02020603050405020304" pitchFamily="18" charset="0"/>
              </a:rPr>
              <a:t>个物品</a:t>
            </a:r>
          </a:p>
          <a:p>
            <a:pPr defTabSz="685800" fontAlgn="base">
              <a:spcBef>
                <a:spcPct val="50000"/>
              </a:spcBef>
              <a:spcAft>
                <a:spcPct val="0"/>
              </a:spcAft>
              <a:buClrTx/>
              <a:buSzTx/>
              <a:buNone/>
            </a:pPr>
            <a:r>
              <a:rPr kumimoji="1" lang="zh-CN" altLang="en-US" sz="1350" b="1">
                <a:solidFill>
                  <a:srgbClr val="007A77"/>
                </a:solidFill>
                <a:latin typeface="Times New Roman" panose="02020603050405020304" pitchFamily="18" charset="0"/>
              </a:rPr>
              <a:t>时取得的最大价值。</a:t>
            </a:r>
          </a:p>
        </p:txBody>
      </p:sp>
    </p:spTree>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E19EB01D-167B-4961-BB9C-496432065BF7}"/>
              </a:ext>
            </a:extLst>
          </p:cNvPr>
          <p:cNvSpPr>
            <a:spLocks noGrp="1" noRot="1" noChangeArrowheads="1"/>
          </p:cNvSpPr>
          <p:nvPr>
            <p:ph type="title"/>
          </p:nvPr>
        </p:nvSpPr>
        <p:spPr>
          <a:xfrm>
            <a:off x="1485900" y="1428750"/>
            <a:ext cx="6172200" cy="2057400"/>
          </a:xfrm>
        </p:spPr>
        <p:txBody>
          <a:bodyPr/>
          <a:lstStyle/>
          <a:p>
            <a:pPr eaLnBrk="1" hangingPunct="1"/>
            <a:r>
              <a:rPr lang="zh-CN" altLang="en-US"/>
              <a:t>通过</a:t>
            </a:r>
            <a:r>
              <a:rPr lang="en-US" altLang="zh-CN"/>
              <a:t>M</a:t>
            </a:r>
            <a:r>
              <a:rPr lang="zh-CN" altLang="en-US"/>
              <a:t>（</a:t>
            </a:r>
            <a:r>
              <a:rPr lang="en-US" altLang="zh-CN"/>
              <a:t>i,j</a:t>
            </a:r>
            <a:r>
              <a:rPr lang="zh-CN" altLang="en-US"/>
              <a:t>）函数只知道最大价值量是多少，却无法确定哪些物品被放入了背包中</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6386" name="Text Box 2">
            <a:extLst>
              <a:ext uri="{FF2B5EF4-FFF2-40B4-BE49-F238E27FC236}">
                <a16:creationId xmlns:a16="http://schemas.microsoft.com/office/drawing/2014/main" id="{B443E4F0-9171-4344-A35A-6C9BCC807F24}"/>
              </a:ext>
            </a:extLst>
          </p:cNvPr>
          <p:cNvSpPr txBox="1">
            <a:spLocks noChangeArrowheads="1"/>
          </p:cNvSpPr>
          <p:nvPr/>
        </p:nvSpPr>
        <p:spPr bwMode="auto">
          <a:xfrm>
            <a:off x="1494235" y="1006079"/>
            <a:ext cx="61722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kumimoji="1" lang="zh-CN" altLang="en-US" sz="1800" b="1">
                <a:solidFill>
                  <a:srgbClr val="0000FF"/>
                </a:solidFill>
                <a:latin typeface="宋体" panose="02010600030101010101" pitchFamily="2" charset="-122"/>
              </a:rPr>
              <a:t>如何确定装入背包的具体物品？</a:t>
            </a:r>
          </a:p>
          <a:p>
            <a:pPr defTabSz="685800" fontAlgn="base">
              <a:spcBef>
                <a:spcPct val="50000"/>
              </a:spcBef>
              <a:spcAft>
                <a:spcPct val="0"/>
              </a:spcAft>
              <a:buClrTx/>
              <a:buSzTx/>
              <a:buNone/>
            </a:pPr>
            <a:endParaRPr kumimoji="1" lang="zh-CN" altLang="en-US" sz="1800" b="1">
              <a:solidFill>
                <a:srgbClr val="007A77"/>
              </a:solidFill>
              <a:latin typeface="宋体" panose="02010600030101010101" pitchFamily="2" charset="-122"/>
            </a:endParaRPr>
          </a:p>
          <a:p>
            <a:pPr defTabSz="685800" fontAlgn="base">
              <a:spcBef>
                <a:spcPct val="50000"/>
              </a:spcBef>
              <a:spcAft>
                <a:spcPct val="0"/>
              </a:spcAft>
              <a:buClrTx/>
              <a:buSzTx/>
              <a:buNone/>
            </a:pPr>
            <a:r>
              <a:rPr kumimoji="1" lang="zh-CN" altLang="en-US" sz="1800" b="1">
                <a:solidFill>
                  <a:srgbClr val="007A77"/>
                </a:solidFill>
                <a:latin typeface="宋体" panose="02010600030101010101" pitchFamily="2" charset="-122"/>
              </a:rPr>
              <a:t>从</a:t>
            </a:r>
            <a:r>
              <a:rPr kumimoji="1" lang="en-US" altLang="zh-CN" sz="1800" b="1" i="1">
                <a:solidFill>
                  <a:srgbClr val="007A77"/>
                </a:solidFill>
                <a:latin typeface="Times New Roman" panose="02020603050405020304" pitchFamily="18" charset="0"/>
              </a:rPr>
              <a:t>M</a:t>
            </a:r>
            <a:r>
              <a:rPr kumimoji="1" lang="en-US" altLang="zh-CN" sz="1800" b="1">
                <a:solidFill>
                  <a:srgbClr val="007A77"/>
                </a:solidFill>
                <a:latin typeface="Times New Roman" panose="02020603050405020304" pitchFamily="18" charset="0"/>
              </a:rPr>
              <a:t>(</a:t>
            </a:r>
            <a:r>
              <a:rPr kumimoji="1" lang="en-US" altLang="zh-CN" sz="1800" b="1" i="1">
                <a:solidFill>
                  <a:srgbClr val="007A77"/>
                </a:solidFill>
                <a:latin typeface="Times New Roman" panose="02020603050405020304" pitchFamily="18" charset="0"/>
              </a:rPr>
              <a:t>n,C</a:t>
            </a:r>
            <a:r>
              <a:rPr kumimoji="1" lang="en-US" altLang="zh-CN" sz="1800" b="1">
                <a:solidFill>
                  <a:srgbClr val="007A77"/>
                </a:solidFill>
                <a:latin typeface="Times New Roman" panose="02020603050405020304" pitchFamily="18" charset="0"/>
              </a:rPr>
              <a:t>)</a:t>
            </a:r>
            <a:r>
              <a:rPr kumimoji="1" lang="zh-CN" altLang="en-US" sz="1800" b="1">
                <a:solidFill>
                  <a:srgbClr val="007A77"/>
                </a:solidFill>
                <a:latin typeface="宋体" panose="02010600030101010101" pitchFamily="2" charset="-122"/>
              </a:rPr>
              <a:t>的值向前推，如果</a:t>
            </a:r>
            <a:r>
              <a:rPr kumimoji="1" lang="en-US" altLang="zh-CN" sz="1800" b="1" i="1">
                <a:solidFill>
                  <a:srgbClr val="007A77"/>
                </a:solidFill>
                <a:latin typeface="Times New Roman" panose="02020603050405020304" pitchFamily="18" charset="0"/>
              </a:rPr>
              <a:t>M</a:t>
            </a:r>
            <a:r>
              <a:rPr kumimoji="1" lang="en-US" altLang="zh-CN" sz="1800" b="1">
                <a:solidFill>
                  <a:srgbClr val="007A77"/>
                </a:solidFill>
                <a:latin typeface="Times New Roman" panose="02020603050405020304" pitchFamily="18" charset="0"/>
              </a:rPr>
              <a:t>(</a:t>
            </a:r>
            <a:r>
              <a:rPr kumimoji="1" lang="en-US" altLang="zh-CN" sz="1800" b="1" i="1">
                <a:solidFill>
                  <a:srgbClr val="007A77"/>
                </a:solidFill>
                <a:latin typeface="Times New Roman" panose="02020603050405020304" pitchFamily="18" charset="0"/>
              </a:rPr>
              <a:t>n,C</a:t>
            </a:r>
            <a:r>
              <a:rPr kumimoji="1" lang="en-US" altLang="zh-CN" sz="1800" b="1">
                <a:solidFill>
                  <a:srgbClr val="007A77"/>
                </a:solidFill>
                <a:latin typeface="Times New Roman" panose="02020603050405020304" pitchFamily="18" charset="0"/>
              </a:rPr>
              <a:t>)&gt;</a:t>
            </a:r>
            <a:r>
              <a:rPr kumimoji="1" lang="en-US" altLang="zh-CN" sz="1800" b="1" i="1">
                <a:solidFill>
                  <a:srgbClr val="007A77"/>
                </a:solidFill>
                <a:latin typeface="Times New Roman" panose="02020603050405020304" pitchFamily="18" charset="0"/>
              </a:rPr>
              <a:t>M</a:t>
            </a:r>
            <a:r>
              <a:rPr kumimoji="1" lang="en-US" altLang="zh-CN" sz="1800" b="1">
                <a:solidFill>
                  <a:srgbClr val="007A77"/>
                </a:solidFill>
                <a:latin typeface="Times New Roman" panose="02020603050405020304" pitchFamily="18" charset="0"/>
              </a:rPr>
              <a:t>(</a:t>
            </a:r>
            <a:r>
              <a:rPr kumimoji="1" lang="en-US" altLang="zh-CN" sz="1800" b="1" i="1">
                <a:solidFill>
                  <a:srgbClr val="007A77"/>
                </a:solidFill>
                <a:latin typeface="Times New Roman" panose="02020603050405020304" pitchFamily="18" charset="0"/>
              </a:rPr>
              <a:t>n</a:t>
            </a:r>
            <a:r>
              <a:rPr kumimoji="1" lang="en-US" altLang="zh-CN" sz="1800" b="1">
                <a:solidFill>
                  <a:srgbClr val="007A77"/>
                </a:solidFill>
                <a:latin typeface="宋体" panose="02010600030101010101" pitchFamily="2" charset="-122"/>
              </a:rPr>
              <a:t>-</a:t>
            </a:r>
            <a:r>
              <a:rPr kumimoji="1" lang="en-US" altLang="zh-CN" sz="1800" b="1">
                <a:solidFill>
                  <a:srgbClr val="007A77"/>
                </a:solidFill>
                <a:latin typeface="Times New Roman" panose="02020603050405020304" pitchFamily="18" charset="0"/>
              </a:rPr>
              <a:t>1</a:t>
            </a:r>
            <a:r>
              <a:rPr kumimoji="1" lang="en-US" altLang="zh-CN" sz="1800" b="1" i="1">
                <a:solidFill>
                  <a:srgbClr val="007A77"/>
                </a:solidFill>
                <a:latin typeface="Times New Roman" panose="02020603050405020304" pitchFamily="18" charset="0"/>
              </a:rPr>
              <a:t>,C</a:t>
            </a:r>
            <a:r>
              <a:rPr kumimoji="1" lang="en-US" altLang="zh-CN" sz="1800" b="1">
                <a:solidFill>
                  <a:srgbClr val="007A77"/>
                </a:solidFill>
                <a:latin typeface="Times New Roman" panose="02020603050405020304" pitchFamily="18" charset="0"/>
              </a:rPr>
              <a:t>)</a:t>
            </a:r>
            <a:r>
              <a:rPr kumimoji="1" lang="zh-CN" altLang="en-US" sz="1800" b="1">
                <a:solidFill>
                  <a:srgbClr val="007A77"/>
                </a:solidFill>
                <a:latin typeface="宋体" panose="02010600030101010101" pitchFamily="2" charset="-122"/>
              </a:rPr>
              <a:t>，表明第</a:t>
            </a:r>
            <a:r>
              <a:rPr kumimoji="1" lang="en-US" altLang="zh-CN" sz="1800" b="1" i="1">
                <a:solidFill>
                  <a:srgbClr val="007A77"/>
                </a:solidFill>
                <a:latin typeface="Times New Roman" panose="02020603050405020304" pitchFamily="18" charset="0"/>
              </a:rPr>
              <a:t>n</a:t>
            </a:r>
            <a:r>
              <a:rPr kumimoji="1" lang="zh-CN" altLang="en-US" sz="1800" b="1">
                <a:solidFill>
                  <a:srgbClr val="007A77"/>
                </a:solidFill>
                <a:latin typeface="宋体" panose="02010600030101010101" pitchFamily="2" charset="-122"/>
              </a:rPr>
              <a:t>个物品被装入背包，前</a:t>
            </a:r>
            <a:r>
              <a:rPr kumimoji="1" lang="en-US" altLang="zh-CN" sz="1800" b="1" i="1">
                <a:solidFill>
                  <a:srgbClr val="007A77"/>
                </a:solidFill>
                <a:latin typeface="Times New Roman" panose="02020603050405020304" pitchFamily="18" charset="0"/>
              </a:rPr>
              <a:t>n</a:t>
            </a:r>
            <a:r>
              <a:rPr kumimoji="1" lang="en-US" altLang="zh-CN" sz="1800" b="1">
                <a:solidFill>
                  <a:srgbClr val="007A77"/>
                </a:solidFill>
                <a:latin typeface="宋体" panose="02010600030101010101" pitchFamily="2" charset="-122"/>
              </a:rPr>
              <a:t>-</a:t>
            </a:r>
            <a:r>
              <a:rPr kumimoji="1" lang="en-US" altLang="zh-CN" sz="1800" b="1">
                <a:solidFill>
                  <a:srgbClr val="007A77"/>
                </a:solidFill>
                <a:latin typeface="Times New Roman" panose="02020603050405020304" pitchFamily="18" charset="0"/>
              </a:rPr>
              <a:t>1</a:t>
            </a:r>
            <a:r>
              <a:rPr kumimoji="1" lang="zh-CN" altLang="en-US" sz="1800" b="1">
                <a:solidFill>
                  <a:srgbClr val="007A77"/>
                </a:solidFill>
                <a:latin typeface="宋体" panose="02010600030101010101" pitchFamily="2" charset="-122"/>
              </a:rPr>
              <a:t>个物品被装入容量为</a:t>
            </a:r>
            <a:r>
              <a:rPr kumimoji="1" lang="en-US" altLang="zh-CN" sz="1800" b="1" i="1">
                <a:solidFill>
                  <a:srgbClr val="007A77"/>
                </a:solidFill>
                <a:latin typeface="Times New Roman" panose="02020603050405020304" pitchFamily="18" charset="0"/>
              </a:rPr>
              <a:t>C</a:t>
            </a:r>
            <a:r>
              <a:rPr kumimoji="1" lang="en-US" altLang="zh-CN" sz="1800" b="1">
                <a:solidFill>
                  <a:srgbClr val="007A77"/>
                </a:solidFill>
                <a:latin typeface="宋体" panose="02010600030101010101" pitchFamily="2" charset="-122"/>
              </a:rPr>
              <a:t>-</a:t>
            </a:r>
            <a:r>
              <a:rPr kumimoji="1" lang="en-US" altLang="zh-CN" sz="1800" b="1" i="1">
                <a:solidFill>
                  <a:srgbClr val="007A77"/>
                </a:solidFill>
                <a:latin typeface="Times New Roman" panose="02020603050405020304" pitchFamily="18" charset="0"/>
              </a:rPr>
              <a:t>w</a:t>
            </a:r>
            <a:r>
              <a:rPr kumimoji="1" lang="en-US" altLang="zh-CN" sz="1800" b="1" i="1" baseline="-30000">
                <a:solidFill>
                  <a:srgbClr val="007A77"/>
                </a:solidFill>
                <a:latin typeface="Times New Roman" panose="02020603050405020304" pitchFamily="18" charset="0"/>
              </a:rPr>
              <a:t>n</a:t>
            </a:r>
            <a:r>
              <a:rPr kumimoji="1" lang="zh-CN" altLang="en-US" sz="1800" b="1">
                <a:solidFill>
                  <a:srgbClr val="007A77"/>
                </a:solidFill>
                <a:latin typeface="宋体" panose="02010600030101010101" pitchFamily="2" charset="-122"/>
              </a:rPr>
              <a:t>的背包中；否则，第</a:t>
            </a:r>
            <a:r>
              <a:rPr kumimoji="1" lang="en-US" altLang="zh-CN" sz="1800" b="1" i="1">
                <a:solidFill>
                  <a:srgbClr val="007A77"/>
                </a:solidFill>
                <a:latin typeface="Times New Roman" panose="02020603050405020304" pitchFamily="18" charset="0"/>
              </a:rPr>
              <a:t>n</a:t>
            </a:r>
            <a:r>
              <a:rPr kumimoji="1" lang="zh-CN" altLang="en-US" sz="1800" b="1">
                <a:solidFill>
                  <a:srgbClr val="007A77"/>
                </a:solidFill>
                <a:latin typeface="宋体" panose="02010600030101010101" pitchFamily="2" charset="-122"/>
              </a:rPr>
              <a:t>个物品没有被装入背包，前</a:t>
            </a:r>
            <a:r>
              <a:rPr kumimoji="1" lang="en-US" altLang="zh-CN" sz="1800" b="1" i="1">
                <a:solidFill>
                  <a:srgbClr val="007A77"/>
                </a:solidFill>
                <a:latin typeface="Times New Roman" panose="02020603050405020304" pitchFamily="18" charset="0"/>
              </a:rPr>
              <a:t>n</a:t>
            </a:r>
            <a:r>
              <a:rPr kumimoji="1" lang="en-US" altLang="zh-CN" sz="1800" b="1">
                <a:solidFill>
                  <a:srgbClr val="007A77"/>
                </a:solidFill>
                <a:latin typeface="宋体" panose="02010600030101010101" pitchFamily="2" charset="-122"/>
              </a:rPr>
              <a:t>-</a:t>
            </a:r>
            <a:r>
              <a:rPr kumimoji="1" lang="en-US" altLang="zh-CN" sz="1800" b="1">
                <a:solidFill>
                  <a:srgbClr val="007A77"/>
                </a:solidFill>
                <a:latin typeface="Times New Roman" panose="02020603050405020304" pitchFamily="18" charset="0"/>
              </a:rPr>
              <a:t>1</a:t>
            </a:r>
            <a:r>
              <a:rPr kumimoji="1" lang="zh-CN" altLang="en-US" sz="1800" b="1">
                <a:solidFill>
                  <a:srgbClr val="007A77"/>
                </a:solidFill>
                <a:latin typeface="宋体" panose="02010600030101010101" pitchFamily="2" charset="-122"/>
              </a:rPr>
              <a:t>个物品被装入容量为</a:t>
            </a:r>
            <a:r>
              <a:rPr kumimoji="1" lang="en-US" altLang="zh-CN" sz="1800" b="1" i="1">
                <a:solidFill>
                  <a:srgbClr val="007A77"/>
                </a:solidFill>
                <a:latin typeface="Times New Roman" panose="02020603050405020304" pitchFamily="18" charset="0"/>
              </a:rPr>
              <a:t>C</a:t>
            </a:r>
            <a:r>
              <a:rPr kumimoji="1" lang="zh-CN" altLang="en-US" sz="1800" b="1">
                <a:solidFill>
                  <a:srgbClr val="007A77"/>
                </a:solidFill>
                <a:latin typeface="宋体" panose="02010600030101010101" pitchFamily="2" charset="-122"/>
              </a:rPr>
              <a:t>的背包中。依此类推，直到确定第</a:t>
            </a:r>
            <a:r>
              <a:rPr kumimoji="1" lang="en-US" altLang="zh-CN" sz="1800" b="1">
                <a:solidFill>
                  <a:srgbClr val="007A77"/>
                </a:solidFill>
                <a:latin typeface="Times New Roman" panose="02020603050405020304" pitchFamily="18" charset="0"/>
              </a:rPr>
              <a:t>1</a:t>
            </a:r>
            <a:r>
              <a:rPr kumimoji="1" lang="zh-CN" altLang="en-US" sz="1800" b="1">
                <a:solidFill>
                  <a:srgbClr val="007A77"/>
                </a:solidFill>
                <a:latin typeface="宋体" panose="02010600030101010101" pitchFamily="2" charset="-122"/>
              </a:rPr>
              <a:t>个物品是否被装入背包中为止。由此，得到如下函数：</a:t>
            </a:r>
            <a:r>
              <a:rPr kumimoji="1" lang="zh-CN" altLang="en-US" sz="1800" b="1">
                <a:solidFill>
                  <a:srgbClr val="007A77"/>
                </a:solidFill>
                <a:latin typeface="Times New Roman" panose="02020603050405020304" pitchFamily="18" charset="0"/>
              </a:rPr>
              <a:t> </a:t>
            </a:r>
          </a:p>
        </p:txBody>
      </p:sp>
      <p:sp>
        <p:nvSpPr>
          <p:cNvPr id="16387" name="Rectangle 3">
            <a:extLst>
              <a:ext uri="{FF2B5EF4-FFF2-40B4-BE49-F238E27FC236}">
                <a16:creationId xmlns:a16="http://schemas.microsoft.com/office/drawing/2014/main" id="{4D1571D7-91A3-4A88-93D3-C08832858DB3}"/>
              </a:ext>
            </a:extLst>
          </p:cNvPr>
          <p:cNvSpPr>
            <a:spLocks noChangeArrowheads="1"/>
          </p:cNvSpPr>
          <p:nvPr/>
        </p:nvSpPr>
        <p:spPr bwMode="auto">
          <a:xfrm>
            <a:off x="3596879" y="2413397"/>
            <a:ext cx="6858000"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aphicFrame>
        <p:nvGraphicFramePr>
          <p:cNvPr id="16388" name="Object 4">
            <a:extLst>
              <a:ext uri="{FF2B5EF4-FFF2-40B4-BE49-F238E27FC236}">
                <a16:creationId xmlns:a16="http://schemas.microsoft.com/office/drawing/2014/main" id="{42A5D542-5C9E-4CBD-BD73-5976AD92ABD2}"/>
              </a:ext>
            </a:extLst>
          </p:cNvPr>
          <p:cNvGraphicFramePr>
            <a:graphicFrameLocks noChangeAspect="1"/>
          </p:cNvGraphicFramePr>
          <p:nvPr/>
        </p:nvGraphicFramePr>
        <p:xfrm>
          <a:off x="2338388" y="3598069"/>
          <a:ext cx="3543300" cy="837010"/>
        </p:xfrm>
        <a:graphic>
          <a:graphicData uri="http://schemas.openxmlformats.org/presentationml/2006/ole">
            <mc:AlternateContent xmlns:mc="http://schemas.openxmlformats.org/markup-compatibility/2006">
              <mc:Choice xmlns:v="urn:schemas-microsoft-com:vml" Requires="v">
                <p:oleObj spid="_x0000_s133123" name="公式" r:id="rId3" imgW="2717800" imgH="482600" progId="Equation.3">
                  <p:embed/>
                </p:oleObj>
              </mc:Choice>
              <mc:Fallback>
                <p:oleObj name="公式" r:id="rId3" imgW="2717800" imgH="482600" progId="Equation.3">
                  <p:embed/>
                  <p:pic>
                    <p:nvPicPr>
                      <p:cNvPr id="16388" name="Object 4">
                        <a:extLst>
                          <a:ext uri="{FF2B5EF4-FFF2-40B4-BE49-F238E27FC236}">
                            <a16:creationId xmlns:a16="http://schemas.microsoft.com/office/drawing/2014/main" id="{42A5D542-5C9E-4CBD-BD73-5976AD92AB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8388" y="3598069"/>
                        <a:ext cx="3543300" cy="837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89" name="Text Box 5">
            <a:extLst>
              <a:ext uri="{FF2B5EF4-FFF2-40B4-BE49-F238E27FC236}">
                <a16:creationId xmlns:a16="http://schemas.microsoft.com/office/drawing/2014/main" id="{AA7A15DB-20C9-4FB1-8C41-888DFFCDBB1C}"/>
              </a:ext>
            </a:extLst>
          </p:cNvPr>
          <p:cNvSpPr txBox="1">
            <a:spLocks noChangeArrowheads="1"/>
          </p:cNvSpPr>
          <p:nvPr/>
        </p:nvSpPr>
        <p:spPr bwMode="auto">
          <a:xfrm>
            <a:off x="6084094" y="3868341"/>
            <a:ext cx="14859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kumimoji="1" lang="zh-CN" altLang="en-US" sz="1800">
                <a:solidFill>
                  <a:srgbClr val="007A77"/>
                </a:solidFill>
                <a:latin typeface="宋体" panose="02010600030101010101" pitchFamily="2" charset="-122"/>
              </a:rPr>
              <a:t>（式</a:t>
            </a:r>
            <a:r>
              <a:rPr kumimoji="1" lang="en-US" altLang="zh-CN" sz="1800">
                <a:solidFill>
                  <a:srgbClr val="007A77"/>
                </a:solidFill>
                <a:latin typeface="Times New Roman" panose="02020603050405020304" pitchFamily="18" charset="0"/>
              </a:rPr>
              <a:t>6.13</a:t>
            </a:r>
            <a:r>
              <a:rPr kumimoji="1" lang="zh-CN" altLang="en-US" sz="1800">
                <a:solidFill>
                  <a:srgbClr val="007A77"/>
                </a:solidFill>
                <a:latin typeface="宋体" panose="02010600030101010101" pitchFamily="2" charset="-122"/>
              </a:rPr>
              <a:t>）</a:t>
            </a:r>
            <a:r>
              <a:rPr kumimoji="1" lang="zh-CN" altLang="en-US" sz="1800">
                <a:solidFill>
                  <a:srgbClr val="007A77"/>
                </a:solidFill>
                <a:latin typeface="Times New Roman" panose="02020603050405020304" pitchFamily="18" charset="0"/>
              </a:rPr>
              <a:t> </a:t>
            </a:r>
          </a:p>
        </p:txBody>
      </p:sp>
      <p:sp>
        <p:nvSpPr>
          <p:cNvPr id="16390" name="AutoShape 6">
            <a:hlinkClick r:id="rId5" action="ppaction://hlinksldjump" highlightClick="1"/>
            <a:extLst>
              <a:ext uri="{FF2B5EF4-FFF2-40B4-BE49-F238E27FC236}">
                <a16:creationId xmlns:a16="http://schemas.microsoft.com/office/drawing/2014/main" id="{C757169B-0F31-49B1-802E-FB5DC72D64E6}"/>
              </a:ext>
            </a:extLst>
          </p:cNvPr>
          <p:cNvSpPr>
            <a:spLocks noChangeArrowheads="1"/>
          </p:cNvSpPr>
          <p:nvPr/>
        </p:nvSpPr>
        <p:spPr bwMode="auto">
          <a:xfrm>
            <a:off x="7596187" y="4786312"/>
            <a:ext cx="404813" cy="357188"/>
          </a:xfrm>
          <a:prstGeom prst="actionButtonReturn">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63348E2-833D-4608-99DA-14363808E2F7}"/>
              </a:ext>
            </a:extLst>
          </p:cNvPr>
          <p:cNvSpPr>
            <a:spLocks noGrp="1" noRot="1" noChangeArrowheads="1"/>
          </p:cNvSpPr>
          <p:nvPr>
            <p:ph type="title"/>
          </p:nvPr>
        </p:nvSpPr>
        <p:spPr/>
        <p:txBody>
          <a:bodyPr/>
          <a:lstStyle/>
          <a:p>
            <a:pPr eaLnBrk="1" hangingPunct="1"/>
            <a:r>
              <a:rPr lang="zh-CN" altLang="en-US"/>
              <a:t>直到</a:t>
            </a:r>
            <a:r>
              <a:rPr lang="en-US" altLang="zh-CN"/>
              <a:t>i=0</a:t>
            </a:r>
            <a:r>
              <a:rPr lang="zh-CN" altLang="en-US"/>
              <a:t>时结束！</a:t>
            </a:r>
          </a:p>
        </p:txBody>
      </p:sp>
      <p:sp>
        <p:nvSpPr>
          <p:cNvPr id="17411" name="Line 4">
            <a:extLst>
              <a:ext uri="{FF2B5EF4-FFF2-40B4-BE49-F238E27FC236}">
                <a16:creationId xmlns:a16="http://schemas.microsoft.com/office/drawing/2014/main" id="{333D37F8-320E-411B-B361-B662A8DB8C89}"/>
              </a:ext>
            </a:extLst>
          </p:cNvPr>
          <p:cNvSpPr>
            <a:spLocks noChangeShapeType="1"/>
          </p:cNvSpPr>
          <p:nvPr/>
        </p:nvSpPr>
        <p:spPr bwMode="auto">
          <a:xfrm flipV="1">
            <a:off x="6819900" y="3601641"/>
            <a:ext cx="0" cy="432197"/>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54000" tIns="81000" rIns="0"/>
          <a:lstStyle/>
          <a:p>
            <a:pPr defTabSz="685800" eaLnBrk="0" fontAlgn="base" hangingPunct="0">
              <a:spcBef>
                <a:spcPct val="0"/>
              </a:spcBef>
              <a:spcAft>
                <a:spcPct val="0"/>
              </a:spcAft>
            </a:pPr>
            <a:endParaRPr lang="zh-CN" altLang="en-US" sz="1350">
              <a:solidFill>
                <a:srgbClr val="007A77"/>
              </a:solidFill>
              <a:latin typeface="Arial" panose="020B0604020202020204" pitchFamily="34" charset="0"/>
              <a:ea typeface="宋体" panose="02010600030101010101" pitchFamily="2" charset="-122"/>
            </a:endParaRPr>
          </a:p>
        </p:txBody>
      </p:sp>
      <p:sp>
        <p:nvSpPr>
          <p:cNvPr id="17412" name="Line 5">
            <a:extLst>
              <a:ext uri="{FF2B5EF4-FFF2-40B4-BE49-F238E27FC236}">
                <a16:creationId xmlns:a16="http://schemas.microsoft.com/office/drawing/2014/main" id="{0491708B-AE22-48CB-BA7C-11365D683AB4}"/>
              </a:ext>
            </a:extLst>
          </p:cNvPr>
          <p:cNvSpPr>
            <a:spLocks noChangeShapeType="1"/>
          </p:cNvSpPr>
          <p:nvPr/>
        </p:nvSpPr>
        <p:spPr bwMode="auto">
          <a:xfrm>
            <a:off x="6840141" y="3814763"/>
            <a:ext cx="454819" cy="0"/>
          </a:xfrm>
          <a:prstGeom prst="line">
            <a:avLst/>
          </a:prstGeom>
          <a:noFill/>
          <a:ln w="9525">
            <a:solidFill>
              <a:srgbClr val="000000"/>
            </a:solidFill>
            <a:prstDash val="dashDot"/>
            <a:round/>
            <a:headEnd/>
            <a:tailEnd/>
          </a:ln>
          <a:extLst>
            <a:ext uri="{909E8E84-426E-40DD-AFC4-6F175D3DCCD1}">
              <a14:hiddenFill xmlns:a14="http://schemas.microsoft.com/office/drawing/2010/main">
                <a:noFill/>
              </a14:hiddenFill>
            </a:ext>
          </a:extLst>
        </p:spPr>
        <p:txBody>
          <a:bodyPr lIns="54000" tIns="135000" rIns="0"/>
          <a:lstStyle/>
          <a:p>
            <a:pPr defTabSz="685800" eaLnBrk="0" fontAlgn="base" hangingPunct="0">
              <a:spcBef>
                <a:spcPct val="0"/>
              </a:spcBef>
              <a:spcAft>
                <a:spcPct val="0"/>
              </a:spcAft>
            </a:pPr>
            <a:endParaRPr lang="zh-CN" altLang="en-US" sz="1350">
              <a:solidFill>
                <a:srgbClr val="007A77"/>
              </a:solidFill>
              <a:latin typeface="Arial" panose="020B0604020202020204" pitchFamily="34" charset="0"/>
              <a:ea typeface="宋体" panose="02010600030101010101" pitchFamily="2" charset="-122"/>
            </a:endParaRPr>
          </a:p>
        </p:txBody>
      </p:sp>
      <p:sp>
        <p:nvSpPr>
          <p:cNvPr id="17413" name="Text Box 6">
            <a:extLst>
              <a:ext uri="{FF2B5EF4-FFF2-40B4-BE49-F238E27FC236}">
                <a16:creationId xmlns:a16="http://schemas.microsoft.com/office/drawing/2014/main" id="{048A3302-77A0-4336-BF53-69FB646C9FBB}"/>
              </a:ext>
            </a:extLst>
          </p:cNvPr>
          <p:cNvSpPr txBox="1">
            <a:spLocks noChangeArrowheads="1"/>
          </p:cNvSpPr>
          <p:nvPr/>
        </p:nvSpPr>
        <p:spPr bwMode="auto">
          <a:xfrm>
            <a:off x="7316391" y="3556398"/>
            <a:ext cx="365522" cy="221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13500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i="1">
                <a:solidFill>
                  <a:srgbClr val="007A77"/>
                </a:solidFill>
                <a:latin typeface="Times New Roman" panose="02020603050405020304" pitchFamily="18" charset="0"/>
              </a:rPr>
              <a:t>x</a:t>
            </a:r>
            <a:r>
              <a:rPr kumimoji="1" lang="en-US" altLang="zh-CN" sz="1200" baseline="-30000">
                <a:solidFill>
                  <a:srgbClr val="007A77"/>
                </a:solidFill>
                <a:latin typeface="Times New Roman" panose="02020603050405020304" pitchFamily="18" charset="0"/>
              </a:rPr>
              <a:t>5</a:t>
            </a:r>
            <a:r>
              <a:rPr kumimoji="1" lang="en-US" altLang="zh-CN" sz="1200">
                <a:solidFill>
                  <a:srgbClr val="007A77"/>
                </a:solidFill>
                <a:latin typeface="Times New Roman" panose="02020603050405020304" pitchFamily="18" charset="0"/>
              </a:rPr>
              <a:t>=1</a:t>
            </a:r>
          </a:p>
          <a:p>
            <a:pPr defTabSz="685800" eaLnBrk="0" fontAlgn="base" hangingPunct="0">
              <a:spcBef>
                <a:spcPct val="0"/>
              </a:spcBef>
              <a:spcAft>
                <a:spcPct val="0"/>
              </a:spcAft>
              <a:buClrTx/>
              <a:buSzTx/>
              <a:buNone/>
            </a:pPr>
            <a:endParaRPr kumimoji="1" lang="en-US" altLang="zh-CN" sz="1200">
              <a:solidFill>
                <a:srgbClr val="007A77"/>
              </a:solidFill>
              <a:latin typeface="Times New Roman" panose="02020603050405020304" pitchFamily="18" charset="0"/>
            </a:endParaRPr>
          </a:p>
        </p:txBody>
      </p:sp>
      <p:sp>
        <p:nvSpPr>
          <p:cNvPr id="17414" name="Line 7">
            <a:extLst>
              <a:ext uri="{FF2B5EF4-FFF2-40B4-BE49-F238E27FC236}">
                <a16:creationId xmlns:a16="http://schemas.microsoft.com/office/drawing/2014/main" id="{0C36C187-D4B3-4BAE-BA4A-B3BDAC5ECC5B}"/>
              </a:ext>
            </a:extLst>
          </p:cNvPr>
          <p:cNvSpPr>
            <a:spLocks noChangeShapeType="1"/>
          </p:cNvSpPr>
          <p:nvPr/>
        </p:nvSpPr>
        <p:spPr bwMode="auto">
          <a:xfrm flipH="1">
            <a:off x="5219700" y="3599260"/>
            <a:ext cx="1620441"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54000" tIns="81000" rIns="0"/>
          <a:lstStyle/>
          <a:p>
            <a:pPr defTabSz="685800" eaLnBrk="0" fontAlgn="base" hangingPunct="0">
              <a:spcBef>
                <a:spcPct val="0"/>
              </a:spcBef>
              <a:spcAft>
                <a:spcPct val="0"/>
              </a:spcAft>
            </a:pPr>
            <a:endParaRPr lang="zh-CN" altLang="en-US" sz="1350">
              <a:solidFill>
                <a:srgbClr val="007A77"/>
              </a:solidFill>
              <a:latin typeface="Arial" panose="020B0604020202020204" pitchFamily="34" charset="0"/>
              <a:ea typeface="宋体" panose="02010600030101010101" pitchFamily="2" charset="-122"/>
            </a:endParaRPr>
          </a:p>
        </p:txBody>
      </p:sp>
      <p:sp>
        <p:nvSpPr>
          <p:cNvPr id="17415" name="Line 8">
            <a:extLst>
              <a:ext uri="{FF2B5EF4-FFF2-40B4-BE49-F238E27FC236}">
                <a16:creationId xmlns:a16="http://schemas.microsoft.com/office/drawing/2014/main" id="{4C952EFE-2BAC-4902-BDC7-C37849018296}"/>
              </a:ext>
            </a:extLst>
          </p:cNvPr>
          <p:cNvSpPr>
            <a:spLocks noChangeShapeType="1"/>
          </p:cNvSpPr>
          <p:nvPr/>
        </p:nvSpPr>
        <p:spPr bwMode="auto">
          <a:xfrm flipH="1" flipV="1">
            <a:off x="5270897" y="3255169"/>
            <a:ext cx="0" cy="336947"/>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54000" tIns="81000" rIns="0"/>
          <a:lstStyle/>
          <a:p>
            <a:pPr defTabSz="685800" eaLnBrk="0" fontAlgn="base" hangingPunct="0">
              <a:spcBef>
                <a:spcPct val="0"/>
              </a:spcBef>
              <a:spcAft>
                <a:spcPct val="0"/>
              </a:spcAft>
            </a:pPr>
            <a:endParaRPr lang="zh-CN" altLang="en-US" sz="1350">
              <a:solidFill>
                <a:srgbClr val="007A77"/>
              </a:solidFill>
              <a:latin typeface="Arial" panose="020B0604020202020204" pitchFamily="34" charset="0"/>
              <a:ea typeface="宋体" panose="02010600030101010101" pitchFamily="2" charset="-122"/>
            </a:endParaRPr>
          </a:p>
        </p:txBody>
      </p:sp>
      <p:sp>
        <p:nvSpPr>
          <p:cNvPr id="17416" name="Line 9">
            <a:extLst>
              <a:ext uri="{FF2B5EF4-FFF2-40B4-BE49-F238E27FC236}">
                <a16:creationId xmlns:a16="http://schemas.microsoft.com/office/drawing/2014/main" id="{F444DD8B-C1E8-4508-BBF9-4FC4055EDE7D}"/>
              </a:ext>
            </a:extLst>
          </p:cNvPr>
          <p:cNvSpPr>
            <a:spLocks noChangeShapeType="1"/>
          </p:cNvSpPr>
          <p:nvPr/>
        </p:nvSpPr>
        <p:spPr bwMode="auto">
          <a:xfrm>
            <a:off x="5112544" y="3436144"/>
            <a:ext cx="2155031" cy="0"/>
          </a:xfrm>
          <a:prstGeom prst="line">
            <a:avLst/>
          </a:prstGeom>
          <a:noFill/>
          <a:ln w="9525">
            <a:solidFill>
              <a:srgbClr val="000000"/>
            </a:solidFill>
            <a:prstDash val="dashDot"/>
            <a:round/>
            <a:headEnd/>
            <a:tailEnd/>
          </a:ln>
          <a:extLst>
            <a:ext uri="{909E8E84-426E-40DD-AFC4-6F175D3DCCD1}">
              <a14:hiddenFill xmlns:a14="http://schemas.microsoft.com/office/drawing/2010/main">
                <a:noFill/>
              </a14:hiddenFill>
            </a:ext>
          </a:extLst>
        </p:spPr>
        <p:txBody>
          <a:bodyPr lIns="54000" tIns="135000" rIns="0"/>
          <a:lstStyle/>
          <a:p>
            <a:pPr defTabSz="685800" eaLnBrk="0" fontAlgn="base" hangingPunct="0">
              <a:spcBef>
                <a:spcPct val="0"/>
              </a:spcBef>
              <a:spcAft>
                <a:spcPct val="0"/>
              </a:spcAft>
            </a:pPr>
            <a:endParaRPr lang="zh-CN" altLang="en-US" sz="1350">
              <a:solidFill>
                <a:srgbClr val="007A77"/>
              </a:solidFill>
              <a:latin typeface="Arial" panose="020B0604020202020204" pitchFamily="34" charset="0"/>
              <a:ea typeface="宋体" panose="02010600030101010101" pitchFamily="2" charset="-122"/>
            </a:endParaRPr>
          </a:p>
        </p:txBody>
      </p:sp>
      <p:sp>
        <p:nvSpPr>
          <p:cNvPr id="17417" name="Text Box 10">
            <a:extLst>
              <a:ext uri="{FF2B5EF4-FFF2-40B4-BE49-F238E27FC236}">
                <a16:creationId xmlns:a16="http://schemas.microsoft.com/office/drawing/2014/main" id="{8632AD35-3B3B-4BCD-853A-A2F5DEF9DE20}"/>
              </a:ext>
            </a:extLst>
          </p:cNvPr>
          <p:cNvSpPr txBox="1">
            <a:spLocks noChangeArrowheads="1"/>
          </p:cNvSpPr>
          <p:nvPr/>
        </p:nvSpPr>
        <p:spPr bwMode="auto">
          <a:xfrm>
            <a:off x="7315201" y="3184923"/>
            <a:ext cx="365522" cy="221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13500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i="1">
                <a:solidFill>
                  <a:srgbClr val="007A77"/>
                </a:solidFill>
                <a:latin typeface="Times New Roman" panose="02020603050405020304" pitchFamily="18" charset="0"/>
              </a:rPr>
              <a:t>x</a:t>
            </a:r>
            <a:r>
              <a:rPr kumimoji="1" lang="en-US" altLang="zh-CN" sz="1200" baseline="-30000">
                <a:solidFill>
                  <a:srgbClr val="007A77"/>
                </a:solidFill>
                <a:latin typeface="Times New Roman" panose="02020603050405020304" pitchFamily="18" charset="0"/>
              </a:rPr>
              <a:t>4</a:t>
            </a:r>
            <a:r>
              <a:rPr kumimoji="1" lang="en-US" altLang="zh-CN" sz="1200">
                <a:solidFill>
                  <a:srgbClr val="007A77"/>
                </a:solidFill>
                <a:latin typeface="Times New Roman" panose="02020603050405020304" pitchFamily="18" charset="0"/>
              </a:rPr>
              <a:t>=0</a:t>
            </a:r>
          </a:p>
          <a:p>
            <a:pPr defTabSz="685800" eaLnBrk="0" fontAlgn="base" hangingPunct="0">
              <a:spcBef>
                <a:spcPct val="0"/>
              </a:spcBef>
              <a:spcAft>
                <a:spcPct val="0"/>
              </a:spcAft>
              <a:buClrTx/>
              <a:buSzTx/>
              <a:buNone/>
            </a:pPr>
            <a:endParaRPr kumimoji="1" lang="en-US" altLang="zh-CN" sz="1200">
              <a:solidFill>
                <a:srgbClr val="007A77"/>
              </a:solidFill>
              <a:latin typeface="Times New Roman" panose="02020603050405020304" pitchFamily="18" charset="0"/>
            </a:endParaRPr>
          </a:p>
        </p:txBody>
      </p:sp>
      <p:sp>
        <p:nvSpPr>
          <p:cNvPr id="17418" name="Line 11">
            <a:extLst>
              <a:ext uri="{FF2B5EF4-FFF2-40B4-BE49-F238E27FC236}">
                <a16:creationId xmlns:a16="http://schemas.microsoft.com/office/drawing/2014/main" id="{A7C76500-C1B7-49F6-9BFF-867C3E154661}"/>
              </a:ext>
            </a:extLst>
          </p:cNvPr>
          <p:cNvSpPr>
            <a:spLocks noChangeShapeType="1"/>
          </p:cNvSpPr>
          <p:nvPr/>
        </p:nvSpPr>
        <p:spPr bwMode="auto">
          <a:xfrm flipV="1">
            <a:off x="5268516" y="2895600"/>
            <a:ext cx="0" cy="325041"/>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54000" tIns="81000" rIns="0"/>
          <a:lstStyle/>
          <a:p>
            <a:pPr defTabSz="685800" eaLnBrk="0" fontAlgn="base" hangingPunct="0">
              <a:spcBef>
                <a:spcPct val="0"/>
              </a:spcBef>
              <a:spcAft>
                <a:spcPct val="0"/>
              </a:spcAft>
            </a:pPr>
            <a:endParaRPr lang="zh-CN" altLang="en-US" sz="1350">
              <a:solidFill>
                <a:srgbClr val="007A77"/>
              </a:solidFill>
              <a:latin typeface="Arial" panose="020B0604020202020204" pitchFamily="34" charset="0"/>
              <a:ea typeface="宋体" panose="02010600030101010101" pitchFamily="2" charset="-122"/>
            </a:endParaRPr>
          </a:p>
        </p:txBody>
      </p:sp>
      <p:sp>
        <p:nvSpPr>
          <p:cNvPr id="17419" name="Line 12">
            <a:extLst>
              <a:ext uri="{FF2B5EF4-FFF2-40B4-BE49-F238E27FC236}">
                <a16:creationId xmlns:a16="http://schemas.microsoft.com/office/drawing/2014/main" id="{0E64F909-4C78-4A8E-902D-5BE5AA1F4F86}"/>
              </a:ext>
            </a:extLst>
          </p:cNvPr>
          <p:cNvSpPr>
            <a:spLocks noChangeShapeType="1"/>
          </p:cNvSpPr>
          <p:nvPr/>
        </p:nvSpPr>
        <p:spPr bwMode="auto">
          <a:xfrm>
            <a:off x="5057775" y="3058716"/>
            <a:ext cx="2209800" cy="0"/>
          </a:xfrm>
          <a:prstGeom prst="line">
            <a:avLst/>
          </a:prstGeom>
          <a:noFill/>
          <a:ln w="9525">
            <a:solidFill>
              <a:srgbClr val="000000"/>
            </a:solidFill>
            <a:prstDash val="dashDot"/>
            <a:round/>
            <a:headEnd/>
            <a:tailEnd/>
          </a:ln>
          <a:extLst>
            <a:ext uri="{909E8E84-426E-40DD-AFC4-6F175D3DCCD1}">
              <a14:hiddenFill xmlns:a14="http://schemas.microsoft.com/office/drawing/2010/main">
                <a:noFill/>
              </a14:hiddenFill>
            </a:ext>
          </a:extLst>
        </p:spPr>
        <p:txBody>
          <a:bodyPr lIns="54000" tIns="135000" rIns="0"/>
          <a:lstStyle/>
          <a:p>
            <a:pPr defTabSz="685800" eaLnBrk="0" fontAlgn="base" hangingPunct="0">
              <a:spcBef>
                <a:spcPct val="0"/>
              </a:spcBef>
              <a:spcAft>
                <a:spcPct val="0"/>
              </a:spcAft>
            </a:pPr>
            <a:endParaRPr lang="zh-CN" altLang="en-US" sz="1350">
              <a:solidFill>
                <a:srgbClr val="007A77"/>
              </a:solidFill>
              <a:latin typeface="Arial" panose="020B0604020202020204" pitchFamily="34" charset="0"/>
              <a:ea typeface="宋体" panose="02010600030101010101" pitchFamily="2" charset="-122"/>
            </a:endParaRPr>
          </a:p>
        </p:txBody>
      </p:sp>
      <p:sp>
        <p:nvSpPr>
          <p:cNvPr id="17420" name="Text Box 13">
            <a:extLst>
              <a:ext uri="{FF2B5EF4-FFF2-40B4-BE49-F238E27FC236}">
                <a16:creationId xmlns:a16="http://schemas.microsoft.com/office/drawing/2014/main" id="{E0557124-6AFB-44ED-99A1-F638D352346A}"/>
              </a:ext>
            </a:extLst>
          </p:cNvPr>
          <p:cNvSpPr txBox="1">
            <a:spLocks noChangeArrowheads="1"/>
          </p:cNvSpPr>
          <p:nvPr/>
        </p:nvSpPr>
        <p:spPr bwMode="auto">
          <a:xfrm>
            <a:off x="7315201" y="2850357"/>
            <a:ext cx="365522" cy="221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13500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i="1">
                <a:solidFill>
                  <a:srgbClr val="007A77"/>
                </a:solidFill>
                <a:latin typeface="Times New Roman" panose="02020603050405020304" pitchFamily="18" charset="0"/>
              </a:rPr>
              <a:t>x</a:t>
            </a:r>
            <a:r>
              <a:rPr kumimoji="1" lang="en-US" altLang="zh-CN" sz="1200" baseline="-30000">
                <a:solidFill>
                  <a:srgbClr val="007A77"/>
                </a:solidFill>
                <a:latin typeface="Times New Roman" panose="02020603050405020304" pitchFamily="18" charset="0"/>
              </a:rPr>
              <a:t>3</a:t>
            </a:r>
            <a:r>
              <a:rPr kumimoji="1" lang="en-US" altLang="zh-CN" sz="1200">
                <a:solidFill>
                  <a:srgbClr val="007A77"/>
                </a:solidFill>
                <a:latin typeface="Times New Roman" panose="02020603050405020304" pitchFamily="18" charset="0"/>
              </a:rPr>
              <a:t>=0</a:t>
            </a:r>
          </a:p>
          <a:p>
            <a:pPr defTabSz="685800" eaLnBrk="0" fontAlgn="base" hangingPunct="0">
              <a:spcBef>
                <a:spcPct val="0"/>
              </a:spcBef>
              <a:spcAft>
                <a:spcPct val="0"/>
              </a:spcAft>
              <a:buClrTx/>
              <a:buSzTx/>
              <a:buNone/>
            </a:pPr>
            <a:endParaRPr kumimoji="1" lang="en-US" altLang="zh-CN" sz="1200">
              <a:solidFill>
                <a:srgbClr val="007A77"/>
              </a:solidFill>
              <a:latin typeface="Times New Roman" panose="02020603050405020304" pitchFamily="18" charset="0"/>
            </a:endParaRPr>
          </a:p>
        </p:txBody>
      </p:sp>
      <p:sp>
        <p:nvSpPr>
          <p:cNvPr id="17421" name="Line 14">
            <a:extLst>
              <a:ext uri="{FF2B5EF4-FFF2-40B4-BE49-F238E27FC236}">
                <a16:creationId xmlns:a16="http://schemas.microsoft.com/office/drawing/2014/main" id="{98D7FA2A-C0A1-4BFF-AC0E-3AA4DB73D72F}"/>
              </a:ext>
            </a:extLst>
          </p:cNvPr>
          <p:cNvSpPr>
            <a:spLocks noChangeShapeType="1"/>
          </p:cNvSpPr>
          <p:nvPr/>
        </p:nvSpPr>
        <p:spPr bwMode="auto">
          <a:xfrm flipV="1">
            <a:off x="5274469" y="2526506"/>
            <a:ext cx="0" cy="34290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54000" tIns="81000" rIns="0"/>
          <a:lstStyle/>
          <a:p>
            <a:pPr defTabSz="685800" eaLnBrk="0" fontAlgn="base" hangingPunct="0">
              <a:spcBef>
                <a:spcPct val="0"/>
              </a:spcBef>
              <a:spcAft>
                <a:spcPct val="0"/>
              </a:spcAft>
            </a:pPr>
            <a:endParaRPr lang="zh-CN" altLang="en-US" sz="1350">
              <a:solidFill>
                <a:srgbClr val="007A77"/>
              </a:solidFill>
              <a:latin typeface="Arial" panose="020B0604020202020204" pitchFamily="34" charset="0"/>
              <a:ea typeface="宋体" panose="02010600030101010101" pitchFamily="2" charset="-122"/>
            </a:endParaRPr>
          </a:p>
        </p:txBody>
      </p:sp>
      <p:sp>
        <p:nvSpPr>
          <p:cNvPr id="17422" name="Line 15">
            <a:extLst>
              <a:ext uri="{FF2B5EF4-FFF2-40B4-BE49-F238E27FC236}">
                <a16:creationId xmlns:a16="http://schemas.microsoft.com/office/drawing/2014/main" id="{868E25AC-843C-4A8B-9930-8CF13A588CE8}"/>
              </a:ext>
            </a:extLst>
          </p:cNvPr>
          <p:cNvSpPr>
            <a:spLocks noChangeShapeType="1"/>
          </p:cNvSpPr>
          <p:nvPr/>
        </p:nvSpPr>
        <p:spPr bwMode="auto">
          <a:xfrm flipV="1">
            <a:off x="5057776" y="2733675"/>
            <a:ext cx="2193131" cy="1191"/>
          </a:xfrm>
          <a:prstGeom prst="line">
            <a:avLst/>
          </a:prstGeom>
          <a:noFill/>
          <a:ln w="9525">
            <a:solidFill>
              <a:srgbClr val="000000"/>
            </a:solidFill>
            <a:prstDash val="dashDot"/>
            <a:round/>
            <a:headEnd/>
            <a:tailEnd/>
          </a:ln>
          <a:extLst>
            <a:ext uri="{909E8E84-426E-40DD-AFC4-6F175D3DCCD1}">
              <a14:hiddenFill xmlns:a14="http://schemas.microsoft.com/office/drawing/2010/main">
                <a:noFill/>
              </a14:hiddenFill>
            </a:ext>
          </a:extLst>
        </p:spPr>
        <p:txBody>
          <a:bodyPr lIns="54000" tIns="135000" rIns="0"/>
          <a:lstStyle/>
          <a:p>
            <a:pPr defTabSz="685800" eaLnBrk="0" fontAlgn="base" hangingPunct="0">
              <a:spcBef>
                <a:spcPct val="0"/>
              </a:spcBef>
              <a:spcAft>
                <a:spcPct val="0"/>
              </a:spcAft>
            </a:pPr>
            <a:endParaRPr lang="zh-CN" altLang="en-US" sz="1350">
              <a:solidFill>
                <a:srgbClr val="007A77"/>
              </a:solidFill>
              <a:latin typeface="Arial" panose="020B0604020202020204" pitchFamily="34" charset="0"/>
              <a:ea typeface="宋体" panose="02010600030101010101" pitchFamily="2" charset="-122"/>
            </a:endParaRPr>
          </a:p>
        </p:txBody>
      </p:sp>
      <p:sp>
        <p:nvSpPr>
          <p:cNvPr id="17423" name="Text Box 16">
            <a:extLst>
              <a:ext uri="{FF2B5EF4-FFF2-40B4-BE49-F238E27FC236}">
                <a16:creationId xmlns:a16="http://schemas.microsoft.com/office/drawing/2014/main" id="{995E8F50-D46A-41FE-B1E2-3FC7E9BA3A53}"/>
              </a:ext>
            </a:extLst>
          </p:cNvPr>
          <p:cNvSpPr txBox="1">
            <a:spLocks noChangeArrowheads="1"/>
          </p:cNvSpPr>
          <p:nvPr/>
        </p:nvSpPr>
        <p:spPr bwMode="auto">
          <a:xfrm>
            <a:off x="7315201" y="2487217"/>
            <a:ext cx="365522" cy="221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13500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i="1">
                <a:solidFill>
                  <a:srgbClr val="007A77"/>
                </a:solidFill>
                <a:latin typeface="Times New Roman" panose="02020603050405020304" pitchFamily="18" charset="0"/>
              </a:rPr>
              <a:t>x</a:t>
            </a:r>
            <a:r>
              <a:rPr kumimoji="1" lang="en-US" altLang="zh-CN" sz="1200" baseline="-30000">
                <a:solidFill>
                  <a:srgbClr val="007A77"/>
                </a:solidFill>
                <a:latin typeface="Times New Roman" panose="02020603050405020304" pitchFamily="18" charset="0"/>
              </a:rPr>
              <a:t>2</a:t>
            </a:r>
            <a:r>
              <a:rPr kumimoji="1" lang="en-US" altLang="zh-CN" sz="1200">
                <a:solidFill>
                  <a:srgbClr val="007A77"/>
                </a:solidFill>
                <a:latin typeface="Times New Roman" panose="02020603050405020304" pitchFamily="18" charset="0"/>
              </a:rPr>
              <a:t>=1</a:t>
            </a:r>
          </a:p>
          <a:p>
            <a:pPr defTabSz="685800" eaLnBrk="0" fontAlgn="base" hangingPunct="0">
              <a:spcBef>
                <a:spcPct val="0"/>
              </a:spcBef>
              <a:spcAft>
                <a:spcPct val="0"/>
              </a:spcAft>
              <a:buClrTx/>
              <a:buSzTx/>
              <a:buNone/>
            </a:pPr>
            <a:endParaRPr kumimoji="1" lang="en-US" altLang="zh-CN" sz="1200">
              <a:solidFill>
                <a:srgbClr val="007A77"/>
              </a:solidFill>
              <a:latin typeface="Times New Roman" panose="02020603050405020304" pitchFamily="18" charset="0"/>
            </a:endParaRPr>
          </a:p>
        </p:txBody>
      </p:sp>
      <p:sp>
        <p:nvSpPr>
          <p:cNvPr id="17424" name="Line 17">
            <a:extLst>
              <a:ext uri="{FF2B5EF4-FFF2-40B4-BE49-F238E27FC236}">
                <a16:creationId xmlns:a16="http://schemas.microsoft.com/office/drawing/2014/main" id="{D5A3C6D3-6A40-4EA9-99C6-E677AE4D8B5C}"/>
              </a:ext>
            </a:extLst>
          </p:cNvPr>
          <p:cNvSpPr>
            <a:spLocks noChangeShapeType="1"/>
          </p:cNvSpPr>
          <p:nvPr/>
        </p:nvSpPr>
        <p:spPr bwMode="auto">
          <a:xfrm flipH="1">
            <a:off x="4572000" y="2518172"/>
            <a:ext cx="715566"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54000" tIns="81000" rIns="0"/>
          <a:lstStyle/>
          <a:p>
            <a:pPr defTabSz="685800" eaLnBrk="0" fontAlgn="base" hangingPunct="0">
              <a:spcBef>
                <a:spcPct val="0"/>
              </a:spcBef>
              <a:spcAft>
                <a:spcPct val="0"/>
              </a:spcAft>
            </a:pPr>
            <a:endParaRPr lang="zh-CN" altLang="en-US" sz="1350">
              <a:solidFill>
                <a:srgbClr val="007A77"/>
              </a:solidFill>
              <a:latin typeface="Arial" panose="020B0604020202020204" pitchFamily="34" charset="0"/>
              <a:ea typeface="宋体" panose="02010600030101010101" pitchFamily="2" charset="-122"/>
            </a:endParaRPr>
          </a:p>
        </p:txBody>
      </p:sp>
      <p:sp>
        <p:nvSpPr>
          <p:cNvPr id="17425" name="Line 18">
            <a:extLst>
              <a:ext uri="{FF2B5EF4-FFF2-40B4-BE49-F238E27FC236}">
                <a16:creationId xmlns:a16="http://schemas.microsoft.com/office/drawing/2014/main" id="{E4D54677-65F1-415E-AA1E-3932DD1FD281}"/>
              </a:ext>
            </a:extLst>
          </p:cNvPr>
          <p:cNvSpPr>
            <a:spLocks noChangeShapeType="1"/>
          </p:cNvSpPr>
          <p:nvPr/>
        </p:nvSpPr>
        <p:spPr bwMode="auto">
          <a:xfrm flipV="1">
            <a:off x="4504135" y="2213372"/>
            <a:ext cx="0" cy="34290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lIns="54000" tIns="81000" rIns="0"/>
          <a:lstStyle/>
          <a:p>
            <a:pPr defTabSz="685800" eaLnBrk="0" fontAlgn="base" hangingPunct="0">
              <a:spcBef>
                <a:spcPct val="0"/>
              </a:spcBef>
              <a:spcAft>
                <a:spcPct val="0"/>
              </a:spcAft>
            </a:pPr>
            <a:endParaRPr lang="zh-CN" altLang="en-US" sz="1350">
              <a:solidFill>
                <a:srgbClr val="007A77"/>
              </a:solidFill>
              <a:latin typeface="Arial" panose="020B0604020202020204" pitchFamily="34" charset="0"/>
              <a:ea typeface="宋体" panose="02010600030101010101" pitchFamily="2" charset="-122"/>
            </a:endParaRPr>
          </a:p>
        </p:txBody>
      </p:sp>
      <p:sp>
        <p:nvSpPr>
          <p:cNvPr id="17426" name="Line 19">
            <a:extLst>
              <a:ext uri="{FF2B5EF4-FFF2-40B4-BE49-F238E27FC236}">
                <a16:creationId xmlns:a16="http://schemas.microsoft.com/office/drawing/2014/main" id="{C51E86A7-8808-44E4-A344-63B9A4FF765D}"/>
              </a:ext>
            </a:extLst>
          </p:cNvPr>
          <p:cNvSpPr>
            <a:spLocks noChangeShapeType="1"/>
          </p:cNvSpPr>
          <p:nvPr/>
        </p:nvSpPr>
        <p:spPr bwMode="auto">
          <a:xfrm>
            <a:off x="4301728" y="2411016"/>
            <a:ext cx="2938463" cy="0"/>
          </a:xfrm>
          <a:prstGeom prst="line">
            <a:avLst/>
          </a:prstGeom>
          <a:noFill/>
          <a:ln w="9525">
            <a:solidFill>
              <a:srgbClr val="000000"/>
            </a:solidFill>
            <a:prstDash val="dashDot"/>
            <a:round/>
            <a:headEnd/>
            <a:tailEnd/>
          </a:ln>
          <a:extLst>
            <a:ext uri="{909E8E84-426E-40DD-AFC4-6F175D3DCCD1}">
              <a14:hiddenFill xmlns:a14="http://schemas.microsoft.com/office/drawing/2010/main">
                <a:noFill/>
              </a14:hiddenFill>
            </a:ext>
          </a:extLst>
        </p:spPr>
        <p:txBody>
          <a:bodyPr lIns="54000" tIns="135000" rIns="0"/>
          <a:lstStyle/>
          <a:p>
            <a:pPr defTabSz="685800" eaLnBrk="0" fontAlgn="base" hangingPunct="0">
              <a:spcBef>
                <a:spcPct val="0"/>
              </a:spcBef>
              <a:spcAft>
                <a:spcPct val="0"/>
              </a:spcAft>
            </a:pPr>
            <a:endParaRPr lang="zh-CN" altLang="en-US" sz="1350">
              <a:solidFill>
                <a:srgbClr val="007A77"/>
              </a:solidFill>
              <a:latin typeface="Arial" panose="020B0604020202020204" pitchFamily="34" charset="0"/>
              <a:ea typeface="宋体" panose="02010600030101010101" pitchFamily="2" charset="-122"/>
            </a:endParaRPr>
          </a:p>
        </p:txBody>
      </p:sp>
      <p:sp>
        <p:nvSpPr>
          <p:cNvPr id="17427" name="Text Box 20">
            <a:extLst>
              <a:ext uri="{FF2B5EF4-FFF2-40B4-BE49-F238E27FC236}">
                <a16:creationId xmlns:a16="http://schemas.microsoft.com/office/drawing/2014/main" id="{F1BDAB59-1DB9-4818-9530-A21397D0E816}"/>
              </a:ext>
            </a:extLst>
          </p:cNvPr>
          <p:cNvSpPr txBox="1">
            <a:spLocks noChangeArrowheads="1"/>
          </p:cNvSpPr>
          <p:nvPr/>
        </p:nvSpPr>
        <p:spPr bwMode="auto">
          <a:xfrm>
            <a:off x="7312819" y="2159794"/>
            <a:ext cx="366713" cy="221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tIns="135000" rIns="0" b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i="1">
                <a:solidFill>
                  <a:srgbClr val="007A77"/>
                </a:solidFill>
                <a:latin typeface="Times New Roman" panose="02020603050405020304" pitchFamily="18" charset="0"/>
              </a:rPr>
              <a:t>x</a:t>
            </a:r>
            <a:r>
              <a:rPr kumimoji="1" lang="en-US" altLang="zh-CN" sz="1200" baseline="-30000">
                <a:solidFill>
                  <a:srgbClr val="007A77"/>
                </a:solidFill>
                <a:latin typeface="Times New Roman" panose="02020603050405020304" pitchFamily="18" charset="0"/>
              </a:rPr>
              <a:t>1</a:t>
            </a:r>
            <a:r>
              <a:rPr kumimoji="1" lang="en-US" altLang="zh-CN" sz="1200">
                <a:solidFill>
                  <a:srgbClr val="007A77"/>
                </a:solidFill>
                <a:latin typeface="Times New Roman" panose="02020603050405020304" pitchFamily="18" charset="0"/>
              </a:rPr>
              <a:t>=1</a:t>
            </a:r>
          </a:p>
          <a:p>
            <a:pPr defTabSz="685800" eaLnBrk="0" fontAlgn="base" hangingPunct="0">
              <a:spcBef>
                <a:spcPct val="0"/>
              </a:spcBef>
              <a:spcAft>
                <a:spcPct val="0"/>
              </a:spcAft>
              <a:buClrTx/>
              <a:buSzTx/>
              <a:buNone/>
            </a:pPr>
            <a:endParaRPr kumimoji="1" lang="en-US" altLang="zh-CN" sz="1200">
              <a:solidFill>
                <a:srgbClr val="007A77"/>
              </a:solidFill>
              <a:latin typeface="Times New Roman" panose="02020603050405020304" pitchFamily="18" charset="0"/>
            </a:endParaRPr>
          </a:p>
        </p:txBody>
      </p:sp>
      <p:grpSp>
        <p:nvGrpSpPr>
          <p:cNvPr id="17428" name="Group 21">
            <a:extLst>
              <a:ext uri="{FF2B5EF4-FFF2-40B4-BE49-F238E27FC236}">
                <a16:creationId xmlns:a16="http://schemas.microsoft.com/office/drawing/2014/main" id="{6BEAEBB3-BA76-4ED2-98C5-B691A45C346F}"/>
              </a:ext>
            </a:extLst>
          </p:cNvPr>
          <p:cNvGrpSpPr>
            <a:grpSpLocks/>
          </p:cNvGrpSpPr>
          <p:nvPr/>
        </p:nvGrpSpPr>
        <p:grpSpPr bwMode="auto">
          <a:xfrm>
            <a:off x="1441848" y="1763317"/>
            <a:ext cx="845344" cy="402431"/>
            <a:chOff x="0" y="0"/>
            <a:chExt cx="590" cy="480"/>
          </a:xfrm>
        </p:grpSpPr>
        <p:sp>
          <p:nvSpPr>
            <p:cNvPr id="17703" name="Rectangle 22">
              <a:extLst>
                <a:ext uri="{FF2B5EF4-FFF2-40B4-BE49-F238E27FC236}">
                  <a16:creationId xmlns:a16="http://schemas.microsoft.com/office/drawing/2014/main" id="{E2A8615C-F58A-4538-8751-9554BBDC2A3E}"/>
                </a:ext>
              </a:extLst>
            </p:cNvPr>
            <p:cNvSpPr>
              <a:spLocks noChangeArrowheads="1"/>
            </p:cNvSpPr>
            <p:nvPr/>
          </p:nvSpPr>
          <p:spPr bwMode="auto">
            <a:xfrm>
              <a:off x="43" y="0"/>
              <a:ext cx="5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 </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7704" name="Rectangle 23">
              <a:extLst>
                <a:ext uri="{FF2B5EF4-FFF2-40B4-BE49-F238E27FC236}">
                  <a16:creationId xmlns:a16="http://schemas.microsoft.com/office/drawing/2014/main" id="{983A187E-52CF-42C8-AF99-6F4B81690BC5}"/>
                </a:ext>
              </a:extLst>
            </p:cNvPr>
            <p:cNvSpPr>
              <a:spLocks noChangeArrowheads="1"/>
            </p:cNvSpPr>
            <p:nvPr/>
          </p:nvSpPr>
          <p:spPr bwMode="auto">
            <a:xfrm>
              <a:off x="0" y="0"/>
              <a:ext cx="5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29" name="Group 24">
            <a:extLst>
              <a:ext uri="{FF2B5EF4-FFF2-40B4-BE49-F238E27FC236}">
                <a16:creationId xmlns:a16="http://schemas.microsoft.com/office/drawing/2014/main" id="{8E43559F-7D36-46AB-864E-5D70192952F8}"/>
              </a:ext>
            </a:extLst>
          </p:cNvPr>
          <p:cNvGrpSpPr>
            <a:grpSpLocks/>
          </p:cNvGrpSpPr>
          <p:nvPr/>
        </p:nvGrpSpPr>
        <p:grpSpPr bwMode="auto">
          <a:xfrm>
            <a:off x="2287192" y="1763317"/>
            <a:ext cx="383381" cy="402431"/>
            <a:chOff x="590" y="0"/>
            <a:chExt cx="268" cy="480"/>
          </a:xfrm>
        </p:grpSpPr>
        <p:sp>
          <p:nvSpPr>
            <p:cNvPr id="17701" name="Rectangle 25">
              <a:extLst>
                <a:ext uri="{FF2B5EF4-FFF2-40B4-BE49-F238E27FC236}">
                  <a16:creationId xmlns:a16="http://schemas.microsoft.com/office/drawing/2014/main" id="{20302044-FEAF-4507-926A-5FC43C0AA026}"/>
                </a:ext>
              </a:extLst>
            </p:cNvPr>
            <p:cNvSpPr>
              <a:spLocks noChangeArrowheads="1"/>
            </p:cNvSpPr>
            <p:nvPr/>
          </p:nvSpPr>
          <p:spPr bwMode="auto">
            <a:xfrm>
              <a:off x="633"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 </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702" name="Rectangle 26">
              <a:extLst>
                <a:ext uri="{FF2B5EF4-FFF2-40B4-BE49-F238E27FC236}">
                  <a16:creationId xmlns:a16="http://schemas.microsoft.com/office/drawing/2014/main" id="{B5D38AC4-D1B2-44A4-86FE-26E6F1F3252C}"/>
                </a:ext>
              </a:extLst>
            </p:cNvPr>
            <p:cNvSpPr>
              <a:spLocks noChangeArrowheads="1"/>
            </p:cNvSpPr>
            <p:nvPr/>
          </p:nvSpPr>
          <p:spPr bwMode="auto">
            <a:xfrm>
              <a:off x="590"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30" name="Group 27">
            <a:extLst>
              <a:ext uri="{FF2B5EF4-FFF2-40B4-BE49-F238E27FC236}">
                <a16:creationId xmlns:a16="http://schemas.microsoft.com/office/drawing/2014/main" id="{577C6A2E-D5F6-42FA-BC40-AEFCF6979A28}"/>
              </a:ext>
            </a:extLst>
          </p:cNvPr>
          <p:cNvGrpSpPr>
            <a:grpSpLocks/>
          </p:cNvGrpSpPr>
          <p:nvPr/>
        </p:nvGrpSpPr>
        <p:grpSpPr bwMode="auto">
          <a:xfrm>
            <a:off x="2670573" y="1763317"/>
            <a:ext cx="383381" cy="402431"/>
            <a:chOff x="858" y="0"/>
            <a:chExt cx="268" cy="480"/>
          </a:xfrm>
        </p:grpSpPr>
        <p:sp>
          <p:nvSpPr>
            <p:cNvPr id="17699" name="Rectangle 28">
              <a:extLst>
                <a:ext uri="{FF2B5EF4-FFF2-40B4-BE49-F238E27FC236}">
                  <a16:creationId xmlns:a16="http://schemas.microsoft.com/office/drawing/2014/main" id="{4CA8D82F-1A85-4A69-9884-433F32F902F7}"/>
                </a:ext>
              </a:extLst>
            </p:cNvPr>
            <p:cNvSpPr>
              <a:spLocks noChangeArrowheads="1"/>
            </p:cNvSpPr>
            <p:nvPr/>
          </p:nvSpPr>
          <p:spPr bwMode="auto">
            <a:xfrm>
              <a:off x="901"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700" name="Rectangle 29">
              <a:extLst>
                <a:ext uri="{FF2B5EF4-FFF2-40B4-BE49-F238E27FC236}">
                  <a16:creationId xmlns:a16="http://schemas.microsoft.com/office/drawing/2014/main" id="{F0ED2E76-361C-43FB-8B6B-88B261531B0A}"/>
                </a:ext>
              </a:extLst>
            </p:cNvPr>
            <p:cNvSpPr>
              <a:spLocks noChangeArrowheads="1"/>
            </p:cNvSpPr>
            <p:nvPr/>
          </p:nvSpPr>
          <p:spPr bwMode="auto">
            <a:xfrm>
              <a:off x="858"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31" name="Group 30">
            <a:extLst>
              <a:ext uri="{FF2B5EF4-FFF2-40B4-BE49-F238E27FC236}">
                <a16:creationId xmlns:a16="http://schemas.microsoft.com/office/drawing/2014/main" id="{92234196-9428-4904-A446-8A45CFE645F1}"/>
              </a:ext>
            </a:extLst>
          </p:cNvPr>
          <p:cNvGrpSpPr>
            <a:grpSpLocks/>
          </p:cNvGrpSpPr>
          <p:nvPr/>
        </p:nvGrpSpPr>
        <p:grpSpPr bwMode="auto">
          <a:xfrm>
            <a:off x="3053953" y="1763317"/>
            <a:ext cx="384572" cy="402431"/>
            <a:chOff x="1126" y="0"/>
            <a:chExt cx="268" cy="480"/>
          </a:xfrm>
        </p:grpSpPr>
        <p:sp>
          <p:nvSpPr>
            <p:cNvPr id="17697" name="Rectangle 31">
              <a:extLst>
                <a:ext uri="{FF2B5EF4-FFF2-40B4-BE49-F238E27FC236}">
                  <a16:creationId xmlns:a16="http://schemas.microsoft.com/office/drawing/2014/main" id="{ECF0055E-8DCC-4E3B-A9FC-5861B46405DC}"/>
                </a:ext>
              </a:extLst>
            </p:cNvPr>
            <p:cNvSpPr>
              <a:spLocks noChangeArrowheads="1"/>
            </p:cNvSpPr>
            <p:nvPr/>
          </p:nvSpPr>
          <p:spPr bwMode="auto">
            <a:xfrm>
              <a:off x="1169"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98" name="Rectangle 32">
              <a:extLst>
                <a:ext uri="{FF2B5EF4-FFF2-40B4-BE49-F238E27FC236}">
                  <a16:creationId xmlns:a16="http://schemas.microsoft.com/office/drawing/2014/main" id="{5AB7043C-EDF4-434A-9648-AD329849A97F}"/>
                </a:ext>
              </a:extLst>
            </p:cNvPr>
            <p:cNvSpPr>
              <a:spLocks noChangeArrowheads="1"/>
            </p:cNvSpPr>
            <p:nvPr/>
          </p:nvSpPr>
          <p:spPr bwMode="auto">
            <a:xfrm>
              <a:off x="1126"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32" name="Group 33">
            <a:extLst>
              <a:ext uri="{FF2B5EF4-FFF2-40B4-BE49-F238E27FC236}">
                <a16:creationId xmlns:a16="http://schemas.microsoft.com/office/drawing/2014/main" id="{60A09B54-142D-4E6B-8F5C-F1B2F61868CE}"/>
              </a:ext>
            </a:extLst>
          </p:cNvPr>
          <p:cNvGrpSpPr>
            <a:grpSpLocks/>
          </p:cNvGrpSpPr>
          <p:nvPr/>
        </p:nvGrpSpPr>
        <p:grpSpPr bwMode="auto">
          <a:xfrm>
            <a:off x="3438526" y="1763317"/>
            <a:ext cx="383381" cy="402431"/>
            <a:chOff x="1394" y="0"/>
            <a:chExt cx="268" cy="480"/>
          </a:xfrm>
        </p:grpSpPr>
        <p:sp>
          <p:nvSpPr>
            <p:cNvPr id="17695" name="Rectangle 34">
              <a:extLst>
                <a:ext uri="{FF2B5EF4-FFF2-40B4-BE49-F238E27FC236}">
                  <a16:creationId xmlns:a16="http://schemas.microsoft.com/office/drawing/2014/main" id="{6085DDFA-B85E-41F8-8C94-B50362CCD2B2}"/>
                </a:ext>
              </a:extLst>
            </p:cNvPr>
            <p:cNvSpPr>
              <a:spLocks noChangeArrowheads="1"/>
            </p:cNvSpPr>
            <p:nvPr/>
          </p:nvSpPr>
          <p:spPr bwMode="auto">
            <a:xfrm>
              <a:off x="1437"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2</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96" name="Rectangle 35">
              <a:extLst>
                <a:ext uri="{FF2B5EF4-FFF2-40B4-BE49-F238E27FC236}">
                  <a16:creationId xmlns:a16="http://schemas.microsoft.com/office/drawing/2014/main" id="{78036B6E-1862-4745-A063-E2568830A4A1}"/>
                </a:ext>
              </a:extLst>
            </p:cNvPr>
            <p:cNvSpPr>
              <a:spLocks noChangeArrowheads="1"/>
            </p:cNvSpPr>
            <p:nvPr/>
          </p:nvSpPr>
          <p:spPr bwMode="auto">
            <a:xfrm>
              <a:off x="1394"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33" name="Group 36">
            <a:extLst>
              <a:ext uri="{FF2B5EF4-FFF2-40B4-BE49-F238E27FC236}">
                <a16:creationId xmlns:a16="http://schemas.microsoft.com/office/drawing/2014/main" id="{D38836E5-C09F-4949-A9CD-4A18372AB7A1}"/>
              </a:ext>
            </a:extLst>
          </p:cNvPr>
          <p:cNvGrpSpPr>
            <a:grpSpLocks/>
          </p:cNvGrpSpPr>
          <p:nvPr/>
        </p:nvGrpSpPr>
        <p:grpSpPr bwMode="auto">
          <a:xfrm>
            <a:off x="3821907" y="1763317"/>
            <a:ext cx="383381" cy="402431"/>
            <a:chOff x="1662" y="0"/>
            <a:chExt cx="268" cy="480"/>
          </a:xfrm>
        </p:grpSpPr>
        <p:sp>
          <p:nvSpPr>
            <p:cNvPr id="17693" name="Rectangle 37">
              <a:extLst>
                <a:ext uri="{FF2B5EF4-FFF2-40B4-BE49-F238E27FC236}">
                  <a16:creationId xmlns:a16="http://schemas.microsoft.com/office/drawing/2014/main" id="{19303C98-B816-4DFB-82BA-8271C32C5EAF}"/>
                </a:ext>
              </a:extLst>
            </p:cNvPr>
            <p:cNvSpPr>
              <a:spLocks noChangeArrowheads="1"/>
            </p:cNvSpPr>
            <p:nvPr/>
          </p:nvSpPr>
          <p:spPr bwMode="auto">
            <a:xfrm>
              <a:off x="1705"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3</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94" name="Rectangle 38">
              <a:extLst>
                <a:ext uri="{FF2B5EF4-FFF2-40B4-BE49-F238E27FC236}">
                  <a16:creationId xmlns:a16="http://schemas.microsoft.com/office/drawing/2014/main" id="{49A2FC17-4A54-45B3-A2D3-236B556C6B3C}"/>
                </a:ext>
              </a:extLst>
            </p:cNvPr>
            <p:cNvSpPr>
              <a:spLocks noChangeArrowheads="1"/>
            </p:cNvSpPr>
            <p:nvPr/>
          </p:nvSpPr>
          <p:spPr bwMode="auto">
            <a:xfrm>
              <a:off x="1662"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34" name="Group 39">
            <a:extLst>
              <a:ext uri="{FF2B5EF4-FFF2-40B4-BE49-F238E27FC236}">
                <a16:creationId xmlns:a16="http://schemas.microsoft.com/office/drawing/2014/main" id="{86340505-53D5-48CB-94E1-7C7DBE8873DF}"/>
              </a:ext>
            </a:extLst>
          </p:cNvPr>
          <p:cNvGrpSpPr>
            <a:grpSpLocks/>
          </p:cNvGrpSpPr>
          <p:nvPr/>
        </p:nvGrpSpPr>
        <p:grpSpPr bwMode="auto">
          <a:xfrm>
            <a:off x="4205288" y="1763317"/>
            <a:ext cx="384572" cy="402431"/>
            <a:chOff x="1930" y="0"/>
            <a:chExt cx="268" cy="480"/>
          </a:xfrm>
        </p:grpSpPr>
        <p:sp>
          <p:nvSpPr>
            <p:cNvPr id="17691" name="Rectangle 40">
              <a:extLst>
                <a:ext uri="{FF2B5EF4-FFF2-40B4-BE49-F238E27FC236}">
                  <a16:creationId xmlns:a16="http://schemas.microsoft.com/office/drawing/2014/main" id="{B7520D7D-2EA0-4CDD-936C-DB75257DE6D7}"/>
                </a:ext>
              </a:extLst>
            </p:cNvPr>
            <p:cNvSpPr>
              <a:spLocks noChangeArrowheads="1"/>
            </p:cNvSpPr>
            <p:nvPr/>
          </p:nvSpPr>
          <p:spPr bwMode="auto">
            <a:xfrm>
              <a:off x="1973"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4</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92" name="Rectangle 41">
              <a:extLst>
                <a:ext uri="{FF2B5EF4-FFF2-40B4-BE49-F238E27FC236}">
                  <a16:creationId xmlns:a16="http://schemas.microsoft.com/office/drawing/2014/main" id="{8371AF37-AE51-41F1-8368-686E756BE591}"/>
                </a:ext>
              </a:extLst>
            </p:cNvPr>
            <p:cNvSpPr>
              <a:spLocks noChangeArrowheads="1"/>
            </p:cNvSpPr>
            <p:nvPr/>
          </p:nvSpPr>
          <p:spPr bwMode="auto">
            <a:xfrm>
              <a:off x="1930"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35" name="Group 42">
            <a:extLst>
              <a:ext uri="{FF2B5EF4-FFF2-40B4-BE49-F238E27FC236}">
                <a16:creationId xmlns:a16="http://schemas.microsoft.com/office/drawing/2014/main" id="{0D863D8B-9039-4F23-B230-E947C13473AF}"/>
              </a:ext>
            </a:extLst>
          </p:cNvPr>
          <p:cNvGrpSpPr>
            <a:grpSpLocks/>
          </p:cNvGrpSpPr>
          <p:nvPr/>
        </p:nvGrpSpPr>
        <p:grpSpPr bwMode="auto">
          <a:xfrm>
            <a:off x="4589860" y="1763317"/>
            <a:ext cx="383381" cy="402431"/>
            <a:chOff x="2198" y="0"/>
            <a:chExt cx="268" cy="480"/>
          </a:xfrm>
        </p:grpSpPr>
        <p:sp>
          <p:nvSpPr>
            <p:cNvPr id="17689" name="Rectangle 43">
              <a:extLst>
                <a:ext uri="{FF2B5EF4-FFF2-40B4-BE49-F238E27FC236}">
                  <a16:creationId xmlns:a16="http://schemas.microsoft.com/office/drawing/2014/main" id="{8253E30A-FECF-4A03-AE76-5A90767BD1E1}"/>
                </a:ext>
              </a:extLst>
            </p:cNvPr>
            <p:cNvSpPr>
              <a:spLocks noChangeArrowheads="1"/>
            </p:cNvSpPr>
            <p:nvPr/>
          </p:nvSpPr>
          <p:spPr bwMode="auto">
            <a:xfrm>
              <a:off x="2241"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5</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90" name="Rectangle 44">
              <a:extLst>
                <a:ext uri="{FF2B5EF4-FFF2-40B4-BE49-F238E27FC236}">
                  <a16:creationId xmlns:a16="http://schemas.microsoft.com/office/drawing/2014/main" id="{38DDEFF4-40D8-45D4-A3AD-8EE9430591D2}"/>
                </a:ext>
              </a:extLst>
            </p:cNvPr>
            <p:cNvSpPr>
              <a:spLocks noChangeArrowheads="1"/>
            </p:cNvSpPr>
            <p:nvPr/>
          </p:nvSpPr>
          <p:spPr bwMode="auto">
            <a:xfrm>
              <a:off x="2198"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36" name="Group 45">
            <a:extLst>
              <a:ext uri="{FF2B5EF4-FFF2-40B4-BE49-F238E27FC236}">
                <a16:creationId xmlns:a16="http://schemas.microsoft.com/office/drawing/2014/main" id="{879DAC74-481F-4844-A07A-7D48B8DDBDD0}"/>
              </a:ext>
            </a:extLst>
          </p:cNvPr>
          <p:cNvGrpSpPr>
            <a:grpSpLocks/>
          </p:cNvGrpSpPr>
          <p:nvPr/>
        </p:nvGrpSpPr>
        <p:grpSpPr bwMode="auto">
          <a:xfrm>
            <a:off x="4973241" y="1763317"/>
            <a:ext cx="384572" cy="402431"/>
            <a:chOff x="2466" y="0"/>
            <a:chExt cx="268" cy="480"/>
          </a:xfrm>
        </p:grpSpPr>
        <p:sp>
          <p:nvSpPr>
            <p:cNvPr id="17687" name="Rectangle 46">
              <a:extLst>
                <a:ext uri="{FF2B5EF4-FFF2-40B4-BE49-F238E27FC236}">
                  <a16:creationId xmlns:a16="http://schemas.microsoft.com/office/drawing/2014/main" id="{7EC95B31-64E5-4E6C-B0C1-1F5A0DC022A2}"/>
                </a:ext>
              </a:extLst>
            </p:cNvPr>
            <p:cNvSpPr>
              <a:spLocks noChangeArrowheads="1"/>
            </p:cNvSpPr>
            <p:nvPr/>
          </p:nvSpPr>
          <p:spPr bwMode="auto">
            <a:xfrm>
              <a:off x="2509"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88" name="Rectangle 47">
              <a:extLst>
                <a:ext uri="{FF2B5EF4-FFF2-40B4-BE49-F238E27FC236}">
                  <a16:creationId xmlns:a16="http://schemas.microsoft.com/office/drawing/2014/main" id="{654652F6-2B09-46D1-9837-550183F43B9C}"/>
                </a:ext>
              </a:extLst>
            </p:cNvPr>
            <p:cNvSpPr>
              <a:spLocks noChangeArrowheads="1"/>
            </p:cNvSpPr>
            <p:nvPr/>
          </p:nvSpPr>
          <p:spPr bwMode="auto">
            <a:xfrm>
              <a:off x="2466"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37" name="Group 48">
            <a:extLst>
              <a:ext uri="{FF2B5EF4-FFF2-40B4-BE49-F238E27FC236}">
                <a16:creationId xmlns:a16="http://schemas.microsoft.com/office/drawing/2014/main" id="{16DC654C-0DAB-4328-BB7D-BFAF73063BB3}"/>
              </a:ext>
            </a:extLst>
          </p:cNvPr>
          <p:cNvGrpSpPr>
            <a:grpSpLocks/>
          </p:cNvGrpSpPr>
          <p:nvPr/>
        </p:nvGrpSpPr>
        <p:grpSpPr bwMode="auto">
          <a:xfrm>
            <a:off x="5357813" y="1763317"/>
            <a:ext cx="383381" cy="402431"/>
            <a:chOff x="2734" y="0"/>
            <a:chExt cx="268" cy="480"/>
          </a:xfrm>
        </p:grpSpPr>
        <p:sp>
          <p:nvSpPr>
            <p:cNvPr id="17685" name="Rectangle 49">
              <a:extLst>
                <a:ext uri="{FF2B5EF4-FFF2-40B4-BE49-F238E27FC236}">
                  <a16:creationId xmlns:a16="http://schemas.microsoft.com/office/drawing/2014/main" id="{9B7049D0-656E-4989-AEFD-54E357391333}"/>
                </a:ext>
              </a:extLst>
            </p:cNvPr>
            <p:cNvSpPr>
              <a:spLocks noChangeArrowheads="1"/>
            </p:cNvSpPr>
            <p:nvPr/>
          </p:nvSpPr>
          <p:spPr bwMode="auto">
            <a:xfrm>
              <a:off x="2777"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7</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86" name="Rectangle 50">
              <a:extLst>
                <a:ext uri="{FF2B5EF4-FFF2-40B4-BE49-F238E27FC236}">
                  <a16:creationId xmlns:a16="http://schemas.microsoft.com/office/drawing/2014/main" id="{943CB495-BC2F-41A3-8181-9AFF7A59A6E8}"/>
                </a:ext>
              </a:extLst>
            </p:cNvPr>
            <p:cNvSpPr>
              <a:spLocks noChangeArrowheads="1"/>
            </p:cNvSpPr>
            <p:nvPr/>
          </p:nvSpPr>
          <p:spPr bwMode="auto">
            <a:xfrm>
              <a:off x="2734"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38" name="Group 51">
            <a:extLst>
              <a:ext uri="{FF2B5EF4-FFF2-40B4-BE49-F238E27FC236}">
                <a16:creationId xmlns:a16="http://schemas.microsoft.com/office/drawing/2014/main" id="{4C6732ED-BC91-4F76-912A-56D6423ED1BE}"/>
              </a:ext>
            </a:extLst>
          </p:cNvPr>
          <p:cNvGrpSpPr>
            <a:grpSpLocks/>
          </p:cNvGrpSpPr>
          <p:nvPr/>
        </p:nvGrpSpPr>
        <p:grpSpPr bwMode="auto">
          <a:xfrm>
            <a:off x="5741194" y="1763317"/>
            <a:ext cx="383381" cy="402431"/>
            <a:chOff x="3002" y="0"/>
            <a:chExt cx="268" cy="480"/>
          </a:xfrm>
        </p:grpSpPr>
        <p:sp>
          <p:nvSpPr>
            <p:cNvPr id="17683" name="Rectangle 52">
              <a:extLst>
                <a:ext uri="{FF2B5EF4-FFF2-40B4-BE49-F238E27FC236}">
                  <a16:creationId xmlns:a16="http://schemas.microsoft.com/office/drawing/2014/main" id="{FA3FF6D3-9DD6-4EBB-AFAB-2455549A87AD}"/>
                </a:ext>
              </a:extLst>
            </p:cNvPr>
            <p:cNvSpPr>
              <a:spLocks noChangeArrowheads="1"/>
            </p:cNvSpPr>
            <p:nvPr/>
          </p:nvSpPr>
          <p:spPr bwMode="auto">
            <a:xfrm>
              <a:off x="3045"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8</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84" name="Rectangle 53">
              <a:extLst>
                <a:ext uri="{FF2B5EF4-FFF2-40B4-BE49-F238E27FC236}">
                  <a16:creationId xmlns:a16="http://schemas.microsoft.com/office/drawing/2014/main" id="{C71FFAE2-EC7A-4BAD-9421-3EEAF3F9A3A3}"/>
                </a:ext>
              </a:extLst>
            </p:cNvPr>
            <p:cNvSpPr>
              <a:spLocks noChangeArrowheads="1"/>
            </p:cNvSpPr>
            <p:nvPr/>
          </p:nvSpPr>
          <p:spPr bwMode="auto">
            <a:xfrm>
              <a:off x="3002"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39" name="Group 54">
            <a:extLst>
              <a:ext uri="{FF2B5EF4-FFF2-40B4-BE49-F238E27FC236}">
                <a16:creationId xmlns:a16="http://schemas.microsoft.com/office/drawing/2014/main" id="{BBA6C6FF-A19A-4E88-BFC6-3C9BEACA87C7}"/>
              </a:ext>
            </a:extLst>
          </p:cNvPr>
          <p:cNvGrpSpPr>
            <a:grpSpLocks/>
          </p:cNvGrpSpPr>
          <p:nvPr/>
        </p:nvGrpSpPr>
        <p:grpSpPr bwMode="auto">
          <a:xfrm>
            <a:off x="6124576" y="1763317"/>
            <a:ext cx="384572" cy="402431"/>
            <a:chOff x="3270" y="0"/>
            <a:chExt cx="268" cy="480"/>
          </a:xfrm>
        </p:grpSpPr>
        <p:sp>
          <p:nvSpPr>
            <p:cNvPr id="17681" name="Rectangle 55">
              <a:extLst>
                <a:ext uri="{FF2B5EF4-FFF2-40B4-BE49-F238E27FC236}">
                  <a16:creationId xmlns:a16="http://schemas.microsoft.com/office/drawing/2014/main" id="{E6EE8BBC-670E-4703-A869-3478E45A00AB}"/>
                </a:ext>
              </a:extLst>
            </p:cNvPr>
            <p:cNvSpPr>
              <a:spLocks noChangeArrowheads="1"/>
            </p:cNvSpPr>
            <p:nvPr/>
          </p:nvSpPr>
          <p:spPr bwMode="auto">
            <a:xfrm>
              <a:off x="3313"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82" name="Rectangle 56">
              <a:extLst>
                <a:ext uri="{FF2B5EF4-FFF2-40B4-BE49-F238E27FC236}">
                  <a16:creationId xmlns:a16="http://schemas.microsoft.com/office/drawing/2014/main" id="{BE32E653-6A03-40B9-A7AB-2394DC945E9F}"/>
                </a:ext>
              </a:extLst>
            </p:cNvPr>
            <p:cNvSpPr>
              <a:spLocks noChangeArrowheads="1"/>
            </p:cNvSpPr>
            <p:nvPr/>
          </p:nvSpPr>
          <p:spPr bwMode="auto">
            <a:xfrm>
              <a:off x="3270"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40" name="Group 57">
            <a:extLst>
              <a:ext uri="{FF2B5EF4-FFF2-40B4-BE49-F238E27FC236}">
                <a16:creationId xmlns:a16="http://schemas.microsoft.com/office/drawing/2014/main" id="{B2CEABB2-108E-48C7-AA1C-9D4CFFD88170}"/>
              </a:ext>
            </a:extLst>
          </p:cNvPr>
          <p:cNvGrpSpPr>
            <a:grpSpLocks/>
          </p:cNvGrpSpPr>
          <p:nvPr/>
        </p:nvGrpSpPr>
        <p:grpSpPr bwMode="auto">
          <a:xfrm>
            <a:off x="6509148" y="1763317"/>
            <a:ext cx="383381" cy="402431"/>
            <a:chOff x="3538" y="0"/>
            <a:chExt cx="268" cy="480"/>
          </a:xfrm>
        </p:grpSpPr>
        <p:sp>
          <p:nvSpPr>
            <p:cNvPr id="17679" name="Rectangle 58">
              <a:extLst>
                <a:ext uri="{FF2B5EF4-FFF2-40B4-BE49-F238E27FC236}">
                  <a16:creationId xmlns:a16="http://schemas.microsoft.com/office/drawing/2014/main" id="{276FF9A2-FE6B-41FC-BC07-B3E878F6B116}"/>
                </a:ext>
              </a:extLst>
            </p:cNvPr>
            <p:cNvSpPr>
              <a:spLocks noChangeArrowheads="1"/>
            </p:cNvSpPr>
            <p:nvPr/>
          </p:nvSpPr>
          <p:spPr bwMode="auto">
            <a:xfrm>
              <a:off x="3581"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80" name="Rectangle 59">
              <a:extLst>
                <a:ext uri="{FF2B5EF4-FFF2-40B4-BE49-F238E27FC236}">
                  <a16:creationId xmlns:a16="http://schemas.microsoft.com/office/drawing/2014/main" id="{E1E2488E-28CC-4C13-BFB4-78C5DC6863AE}"/>
                </a:ext>
              </a:extLst>
            </p:cNvPr>
            <p:cNvSpPr>
              <a:spLocks noChangeArrowheads="1"/>
            </p:cNvSpPr>
            <p:nvPr/>
          </p:nvSpPr>
          <p:spPr bwMode="auto">
            <a:xfrm>
              <a:off x="3538"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41" name="Group 60">
            <a:extLst>
              <a:ext uri="{FF2B5EF4-FFF2-40B4-BE49-F238E27FC236}">
                <a16:creationId xmlns:a16="http://schemas.microsoft.com/office/drawing/2014/main" id="{2FA3A460-1337-4B97-8FC4-0522106EE970}"/>
              </a:ext>
            </a:extLst>
          </p:cNvPr>
          <p:cNvGrpSpPr>
            <a:grpSpLocks/>
          </p:cNvGrpSpPr>
          <p:nvPr/>
        </p:nvGrpSpPr>
        <p:grpSpPr bwMode="auto">
          <a:xfrm>
            <a:off x="1441848" y="2165748"/>
            <a:ext cx="845344" cy="321469"/>
            <a:chOff x="0" y="480"/>
            <a:chExt cx="590" cy="384"/>
          </a:xfrm>
        </p:grpSpPr>
        <p:sp>
          <p:nvSpPr>
            <p:cNvPr id="17677" name="Rectangle 61">
              <a:extLst>
                <a:ext uri="{FF2B5EF4-FFF2-40B4-BE49-F238E27FC236}">
                  <a16:creationId xmlns:a16="http://schemas.microsoft.com/office/drawing/2014/main" id="{ED62000E-29AD-4B88-9A08-88851BDB4052}"/>
                </a:ext>
              </a:extLst>
            </p:cNvPr>
            <p:cNvSpPr>
              <a:spLocks noChangeArrowheads="1"/>
            </p:cNvSpPr>
            <p:nvPr/>
          </p:nvSpPr>
          <p:spPr bwMode="auto">
            <a:xfrm>
              <a:off x="43" y="480"/>
              <a:ext cx="50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 </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7678" name="Rectangle 62">
              <a:extLst>
                <a:ext uri="{FF2B5EF4-FFF2-40B4-BE49-F238E27FC236}">
                  <a16:creationId xmlns:a16="http://schemas.microsoft.com/office/drawing/2014/main" id="{0E1E16DB-DCB9-4B30-8359-D725E2C162C2}"/>
                </a:ext>
              </a:extLst>
            </p:cNvPr>
            <p:cNvSpPr>
              <a:spLocks noChangeArrowheads="1"/>
            </p:cNvSpPr>
            <p:nvPr/>
          </p:nvSpPr>
          <p:spPr bwMode="auto">
            <a:xfrm>
              <a:off x="0" y="480"/>
              <a:ext cx="59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42" name="Group 63">
            <a:extLst>
              <a:ext uri="{FF2B5EF4-FFF2-40B4-BE49-F238E27FC236}">
                <a16:creationId xmlns:a16="http://schemas.microsoft.com/office/drawing/2014/main" id="{FA4B7BA8-5F24-4A7B-8D96-31FC21D2425F}"/>
              </a:ext>
            </a:extLst>
          </p:cNvPr>
          <p:cNvGrpSpPr>
            <a:grpSpLocks/>
          </p:cNvGrpSpPr>
          <p:nvPr/>
        </p:nvGrpSpPr>
        <p:grpSpPr bwMode="auto">
          <a:xfrm>
            <a:off x="2287192" y="2165748"/>
            <a:ext cx="383381" cy="321469"/>
            <a:chOff x="590" y="480"/>
            <a:chExt cx="268" cy="384"/>
          </a:xfrm>
        </p:grpSpPr>
        <p:sp>
          <p:nvSpPr>
            <p:cNvPr id="17675" name="Rectangle 64">
              <a:extLst>
                <a:ext uri="{FF2B5EF4-FFF2-40B4-BE49-F238E27FC236}">
                  <a16:creationId xmlns:a16="http://schemas.microsoft.com/office/drawing/2014/main" id="{A4EF1969-EE35-47FD-99B3-458A04867B29}"/>
                </a:ext>
              </a:extLst>
            </p:cNvPr>
            <p:cNvSpPr>
              <a:spLocks noChangeArrowheads="1"/>
            </p:cNvSpPr>
            <p:nvPr/>
          </p:nvSpPr>
          <p:spPr bwMode="auto">
            <a:xfrm>
              <a:off x="633"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76" name="Rectangle 65">
              <a:extLst>
                <a:ext uri="{FF2B5EF4-FFF2-40B4-BE49-F238E27FC236}">
                  <a16:creationId xmlns:a16="http://schemas.microsoft.com/office/drawing/2014/main" id="{56479760-6142-4964-995A-C4EF22A6BD1B}"/>
                </a:ext>
              </a:extLst>
            </p:cNvPr>
            <p:cNvSpPr>
              <a:spLocks noChangeArrowheads="1"/>
            </p:cNvSpPr>
            <p:nvPr/>
          </p:nvSpPr>
          <p:spPr bwMode="auto">
            <a:xfrm>
              <a:off x="590" y="480"/>
              <a:ext cx="2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43" name="Group 66">
            <a:extLst>
              <a:ext uri="{FF2B5EF4-FFF2-40B4-BE49-F238E27FC236}">
                <a16:creationId xmlns:a16="http://schemas.microsoft.com/office/drawing/2014/main" id="{2F22803A-1A94-4FE3-A25A-6E43CBC2C7BE}"/>
              </a:ext>
            </a:extLst>
          </p:cNvPr>
          <p:cNvGrpSpPr>
            <a:grpSpLocks/>
          </p:cNvGrpSpPr>
          <p:nvPr/>
        </p:nvGrpSpPr>
        <p:grpSpPr bwMode="auto">
          <a:xfrm>
            <a:off x="2670573" y="2165748"/>
            <a:ext cx="383381" cy="321469"/>
            <a:chOff x="858" y="480"/>
            <a:chExt cx="268" cy="384"/>
          </a:xfrm>
        </p:grpSpPr>
        <p:sp>
          <p:nvSpPr>
            <p:cNvPr id="17673" name="Rectangle 67">
              <a:extLst>
                <a:ext uri="{FF2B5EF4-FFF2-40B4-BE49-F238E27FC236}">
                  <a16:creationId xmlns:a16="http://schemas.microsoft.com/office/drawing/2014/main" id="{910D5062-FEB1-4EB3-8E9E-DF39F8612601}"/>
                </a:ext>
              </a:extLst>
            </p:cNvPr>
            <p:cNvSpPr>
              <a:spLocks noChangeArrowheads="1"/>
            </p:cNvSpPr>
            <p:nvPr/>
          </p:nvSpPr>
          <p:spPr bwMode="auto">
            <a:xfrm>
              <a:off x="901"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74" name="Rectangle 68">
              <a:extLst>
                <a:ext uri="{FF2B5EF4-FFF2-40B4-BE49-F238E27FC236}">
                  <a16:creationId xmlns:a16="http://schemas.microsoft.com/office/drawing/2014/main" id="{683B09BF-ECB9-4EBC-8571-93BBDDDD24A4}"/>
                </a:ext>
              </a:extLst>
            </p:cNvPr>
            <p:cNvSpPr>
              <a:spLocks noChangeArrowheads="1"/>
            </p:cNvSpPr>
            <p:nvPr/>
          </p:nvSpPr>
          <p:spPr bwMode="auto">
            <a:xfrm>
              <a:off x="858"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44" name="Group 69">
            <a:extLst>
              <a:ext uri="{FF2B5EF4-FFF2-40B4-BE49-F238E27FC236}">
                <a16:creationId xmlns:a16="http://schemas.microsoft.com/office/drawing/2014/main" id="{A60130BB-FF4E-4D26-BE03-D39B0BEC24EB}"/>
              </a:ext>
            </a:extLst>
          </p:cNvPr>
          <p:cNvGrpSpPr>
            <a:grpSpLocks/>
          </p:cNvGrpSpPr>
          <p:nvPr/>
        </p:nvGrpSpPr>
        <p:grpSpPr bwMode="auto">
          <a:xfrm>
            <a:off x="3053953" y="2165748"/>
            <a:ext cx="384572" cy="321469"/>
            <a:chOff x="1126" y="480"/>
            <a:chExt cx="268" cy="384"/>
          </a:xfrm>
        </p:grpSpPr>
        <p:sp>
          <p:nvSpPr>
            <p:cNvPr id="17671" name="Rectangle 70">
              <a:extLst>
                <a:ext uri="{FF2B5EF4-FFF2-40B4-BE49-F238E27FC236}">
                  <a16:creationId xmlns:a16="http://schemas.microsoft.com/office/drawing/2014/main" id="{3E634064-F1DA-4C3D-9F67-04C7241B6B21}"/>
                </a:ext>
              </a:extLst>
            </p:cNvPr>
            <p:cNvSpPr>
              <a:spLocks noChangeArrowheads="1"/>
            </p:cNvSpPr>
            <p:nvPr/>
          </p:nvSpPr>
          <p:spPr bwMode="auto">
            <a:xfrm>
              <a:off x="1169"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72" name="Rectangle 71">
              <a:extLst>
                <a:ext uri="{FF2B5EF4-FFF2-40B4-BE49-F238E27FC236}">
                  <a16:creationId xmlns:a16="http://schemas.microsoft.com/office/drawing/2014/main" id="{FB9B4E0F-E193-4F79-BCA9-737CBD958045}"/>
                </a:ext>
              </a:extLst>
            </p:cNvPr>
            <p:cNvSpPr>
              <a:spLocks noChangeArrowheads="1"/>
            </p:cNvSpPr>
            <p:nvPr/>
          </p:nvSpPr>
          <p:spPr bwMode="auto">
            <a:xfrm>
              <a:off x="1126"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45" name="Group 72">
            <a:extLst>
              <a:ext uri="{FF2B5EF4-FFF2-40B4-BE49-F238E27FC236}">
                <a16:creationId xmlns:a16="http://schemas.microsoft.com/office/drawing/2014/main" id="{46E37866-03FC-4050-B997-FE2EF243242F}"/>
              </a:ext>
            </a:extLst>
          </p:cNvPr>
          <p:cNvGrpSpPr>
            <a:grpSpLocks/>
          </p:cNvGrpSpPr>
          <p:nvPr/>
        </p:nvGrpSpPr>
        <p:grpSpPr bwMode="auto">
          <a:xfrm>
            <a:off x="3438526" y="2165748"/>
            <a:ext cx="383381" cy="335701"/>
            <a:chOff x="1394" y="480"/>
            <a:chExt cx="268" cy="401"/>
          </a:xfrm>
        </p:grpSpPr>
        <p:sp>
          <p:nvSpPr>
            <p:cNvPr id="17669" name="Rectangle 73">
              <a:extLst>
                <a:ext uri="{FF2B5EF4-FFF2-40B4-BE49-F238E27FC236}">
                  <a16:creationId xmlns:a16="http://schemas.microsoft.com/office/drawing/2014/main" id="{0CAB85B5-1EAA-43F6-8B3B-7D842CA9933C}"/>
                </a:ext>
              </a:extLst>
            </p:cNvPr>
            <p:cNvSpPr>
              <a:spLocks noChangeArrowheads="1"/>
            </p:cNvSpPr>
            <p:nvPr/>
          </p:nvSpPr>
          <p:spPr bwMode="auto">
            <a:xfrm>
              <a:off x="1437" y="480"/>
              <a:ext cx="182" cy="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sp>
          <p:nvSpPr>
            <p:cNvPr id="17670" name="Rectangle 74">
              <a:extLst>
                <a:ext uri="{FF2B5EF4-FFF2-40B4-BE49-F238E27FC236}">
                  <a16:creationId xmlns:a16="http://schemas.microsoft.com/office/drawing/2014/main" id="{1DC01A50-C85B-4D69-AE62-4A077EA302A0}"/>
                </a:ext>
              </a:extLst>
            </p:cNvPr>
            <p:cNvSpPr>
              <a:spLocks noChangeArrowheads="1"/>
            </p:cNvSpPr>
            <p:nvPr/>
          </p:nvSpPr>
          <p:spPr bwMode="auto">
            <a:xfrm>
              <a:off x="1394"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46" name="Group 75">
            <a:extLst>
              <a:ext uri="{FF2B5EF4-FFF2-40B4-BE49-F238E27FC236}">
                <a16:creationId xmlns:a16="http://schemas.microsoft.com/office/drawing/2014/main" id="{64CA7C1C-AFD7-4BF9-9D9E-077ED2C63636}"/>
              </a:ext>
            </a:extLst>
          </p:cNvPr>
          <p:cNvGrpSpPr>
            <a:grpSpLocks/>
          </p:cNvGrpSpPr>
          <p:nvPr/>
        </p:nvGrpSpPr>
        <p:grpSpPr bwMode="auto">
          <a:xfrm>
            <a:off x="3821907" y="2165748"/>
            <a:ext cx="383381" cy="321469"/>
            <a:chOff x="1662" y="480"/>
            <a:chExt cx="268" cy="384"/>
          </a:xfrm>
        </p:grpSpPr>
        <p:sp>
          <p:nvSpPr>
            <p:cNvPr id="17667" name="Rectangle 76">
              <a:extLst>
                <a:ext uri="{FF2B5EF4-FFF2-40B4-BE49-F238E27FC236}">
                  <a16:creationId xmlns:a16="http://schemas.microsoft.com/office/drawing/2014/main" id="{C5C50CC9-0204-4DF5-993F-BA34F0C107A3}"/>
                </a:ext>
              </a:extLst>
            </p:cNvPr>
            <p:cNvSpPr>
              <a:spLocks noChangeArrowheads="1"/>
            </p:cNvSpPr>
            <p:nvPr/>
          </p:nvSpPr>
          <p:spPr bwMode="auto">
            <a:xfrm>
              <a:off x="1705"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68" name="Rectangle 77">
              <a:extLst>
                <a:ext uri="{FF2B5EF4-FFF2-40B4-BE49-F238E27FC236}">
                  <a16:creationId xmlns:a16="http://schemas.microsoft.com/office/drawing/2014/main" id="{C4434355-729B-469B-A20A-9E84695BB514}"/>
                </a:ext>
              </a:extLst>
            </p:cNvPr>
            <p:cNvSpPr>
              <a:spLocks noChangeArrowheads="1"/>
            </p:cNvSpPr>
            <p:nvPr/>
          </p:nvSpPr>
          <p:spPr bwMode="auto">
            <a:xfrm>
              <a:off x="1662"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47" name="Group 78">
            <a:extLst>
              <a:ext uri="{FF2B5EF4-FFF2-40B4-BE49-F238E27FC236}">
                <a16:creationId xmlns:a16="http://schemas.microsoft.com/office/drawing/2014/main" id="{FC0C83F0-9021-4ECE-BAA6-D0E42B29B57F}"/>
              </a:ext>
            </a:extLst>
          </p:cNvPr>
          <p:cNvGrpSpPr>
            <a:grpSpLocks/>
          </p:cNvGrpSpPr>
          <p:nvPr/>
        </p:nvGrpSpPr>
        <p:grpSpPr bwMode="auto">
          <a:xfrm>
            <a:off x="4205288" y="2165748"/>
            <a:ext cx="384572" cy="321469"/>
            <a:chOff x="1930" y="480"/>
            <a:chExt cx="268" cy="384"/>
          </a:xfrm>
        </p:grpSpPr>
        <p:sp>
          <p:nvSpPr>
            <p:cNvPr id="17665" name="Rectangle 79">
              <a:extLst>
                <a:ext uri="{FF2B5EF4-FFF2-40B4-BE49-F238E27FC236}">
                  <a16:creationId xmlns:a16="http://schemas.microsoft.com/office/drawing/2014/main" id="{B782044D-2566-4594-8B20-79D6817FAFCE}"/>
                </a:ext>
              </a:extLst>
            </p:cNvPr>
            <p:cNvSpPr>
              <a:spLocks noChangeArrowheads="1"/>
            </p:cNvSpPr>
            <p:nvPr/>
          </p:nvSpPr>
          <p:spPr bwMode="auto">
            <a:xfrm>
              <a:off x="1973"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66" name="Rectangle 80">
              <a:extLst>
                <a:ext uri="{FF2B5EF4-FFF2-40B4-BE49-F238E27FC236}">
                  <a16:creationId xmlns:a16="http://schemas.microsoft.com/office/drawing/2014/main" id="{4A279A7A-8C07-4D4D-8AC5-26ED657C5B37}"/>
                </a:ext>
              </a:extLst>
            </p:cNvPr>
            <p:cNvSpPr>
              <a:spLocks noChangeArrowheads="1"/>
            </p:cNvSpPr>
            <p:nvPr/>
          </p:nvSpPr>
          <p:spPr bwMode="auto">
            <a:xfrm>
              <a:off x="1930"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48" name="Group 81">
            <a:extLst>
              <a:ext uri="{FF2B5EF4-FFF2-40B4-BE49-F238E27FC236}">
                <a16:creationId xmlns:a16="http://schemas.microsoft.com/office/drawing/2014/main" id="{C80E11D5-4FE2-4D27-87B1-5840C72A59CC}"/>
              </a:ext>
            </a:extLst>
          </p:cNvPr>
          <p:cNvGrpSpPr>
            <a:grpSpLocks/>
          </p:cNvGrpSpPr>
          <p:nvPr/>
        </p:nvGrpSpPr>
        <p:grpSpPr bwMode="auto">
          <a:xfrm>
            <a:off x="4589860" y="2165748"/>
            <a:ext cx="383381" cy="321469"/>
            <a:chOff x="2198" y="480"/>
            <a:chExt cx="268" cy="384"/>
          </a:xfrm>
        </p:grpSpPr>
        <p:sp>
          <p:nvSpPr>
            <p:cNvPr id="17663" name="Rectangle 82">
              <a:extLst>
                <a:ext uri="{FF2B5EF4-FFF2-40B4-BE49-F238E27FC236}">
                  <a16:creationId xmlns:a16="http://schemas.microsoft.com/office/drawing/2014/main" id="{F8F2983C-D5B7-4234-8E1D-4EB2F9DF0907}"/>
                </a:ext>
              </a:extLst>
            </p:cNvPr>
            <p:cNvSpPr>
              <a:spLocks noChangeArrowheads="1"/>
            </p:cNvSpPr>
            <p:nvPr/>
          </p:nvSpPr>
          <p:spPr bwMode="auto">
            <a:xfrm>
              <a:off x="2241"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64" name="Rectangle 83">
              <a:extLst>
                <a:ext uri="{FF2B5EF4-FFF2-40B4-BE49-F238E27FC236}">
                  <a16:creationId xmlns:a16="http://schemas.microsoft.com/office/drawing/2014/main" id="{98C54F27-BD0E-4651-A719-B8DA47B0ADC5}"/>
                </a:ext>
              </a:extLst>
            </p:cNvPr>
            <p:cNvSpPr>
              <a:spLocks noChangeArrowheads="1"/>
            </p:cNvSpPr>
            <p:nvPr/>
          </p:nvSpPr>
          <p:spPr bwMode="auto">
            <a:xfrm>
              <a:off x="2198"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49" name="Group 84">
            <a:extLst>
              <a:ext uri="{FF2B5EF4-FFF2-40B4-BE49-F238E27FC236}">
                <a16:creationId xmlns:a16="http://schemas.microsoft.com/office/drawing/2014/main" id="{9BB40183-DB19-47D9-9689-115DF2644772}"/>
              </a:ext>
            </a:extLst>
          </p:cNvPr>
          <p:cNvGrpSpPr>
            <a:grpSpLocks/>
          </p:cNvGrpSpPr>
          <p:nvPr/>
        </p:nvGrpSpPr>
        <p:grpSpPr bwMode="auto">
          <a:xfrm>
            <a:off x="4973241" y="2165748"/>
            <a:ext cx="384572" cy="321469"/>
            <a:chOff x="2466" y="480"/>
            <a:chExt cx="268" cy="384"/>
          </a:xfrm>
        </p:grpSpPr>
        <p:sp>
          <p:nvSpPr>
            <p:cNvPr id="17661" name="Rectangle 85">
              <a:extLst>
                <a:ext uri="{FF2B5EF4-FFF2-40B4-BE49-F238E27FC236}">
                  <a16:creationId xmlns:a16="http://schemas.microsoft.com/office/drawing/2014/main" id="{02CCBAA4-C786-445A-8DEF-E990BA1BF82D}"/>
                </a:ext>
              </a:extLst>
            </p:cNvPr>
            <p:cNvSpPr>
              <a:spLocks noChangeArrowheads="1"/>
            </p:cNvSpPr>
            <p:nvPr/>
          </p:nvSpPr>
          <p:spPr bwMode="auto">
            <a:xfrm>
              <a:off x="2509"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62" name="Rectangle 86">
              <a:extLst>
                <a:ext uri="{FF2B5EF4-FFF2-40B4-BE49-F238E27FC236}">
                  <a16:creationId xmlns:a16="http://schemas.microsoft.com/office/drawing/2014/main" id="{396A1760-8183-40B3-A89E-D197B56A9E61}"/>
                </a:ext>
              </a:extLst>
            </p:cNvPr>
            <p:cNvSpPr>
              <a:spLocks noChangeArrowheads="1"/>
            </p:cNvSpPr>
            <p:nvPr/>
          </p:nvSpPr>
          <p:spPr bwMode="auto">
            <a:xfrm>
              <a:off x="2466"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50" name="Group 87">
            <a:extLst>
              <a:ext uri="{FF2B5EF4-FFF2-40B4-BE49-F238E27FC236}">
                <a16:creationId xmlns:a16="http://schemas.microsoft.com/office/drawing/2014/main" id="{DAC83A3A-4593-48A5-ABAF-0B102B129E46}"/>
              </a:ext>
            </a:extLst>
          </p:cNvPr>
          <p:cNvGrpSpPr>
            <a:grpSpLocks/>
          </p:cNvGrpSpPr>
          <p:nvPr/>
        </p:nvGrpSpPr>
        <p:grpSpPr bwMode="auto">
          <a:xfrm>
            <a:off x="5357813" y="2165748"/>
            <a:ext cx="383381" cy="321469"/>
            <a:chOff x="2734" y="480"/>
            <a:chExt cx="268" cy="384"/>
          </a:xfrm>
        </p:grpSpPr>
        <p:sp>
          <p:nvSpPr>
            <p:cNvPr id="17659" name="Rectangle 88">
              <a:extLst>
                <a:ext uri="{FF2B5EF4-FFF2-40B4-BE49-F238E27FC236}">
                  <a16:creationId xmlns:a16="http://schemas.microsoft.com/office/drawing/2014/main" id="{680B4B6D-0312-4A0A-9263-F4DBB68CE863}"/>
                </a:ext>
              </a:extLst>
            </p:cNvPr>
            <p:cNvSpPr>
              <a:spLocks noChangeArrowheads="1"/>
            </p:cNvSpPr>
            <p:nvPr/>
          </p:nvSpPr>
          <p:spPr bwMode="auto">
            <a:xfrm>
              <a:off x="2777"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60" name="Rectangle 89">
              <a:extLst>
                <a:ext uri="{FF2B5EF4-FFF2-40B4-BE49-F238E27FC236}">
                  <a16:creationId xmlns:a16="http://schemas.microsoft.com/office/drawing/2014/main" id="{DB2271A3-63ED-4BA6-A24F-CAF77E0A49A7}"/>
                </a:ext>
              </a:extLst>
            </p:cNvPr>
            <p:cNvSpPr>
              <a:spLocks noChangeArrowheads="1"/>
            </p:cNvSpPr>
            <p:nvPr/>
          </p:nvSpPr>
          <p:spPr bwMode="auto">
            <a:xfrm>
              <a:off x="2734"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51" name="Group 90">
            <a:extLst>
              <a:ext uri="{FF2B5EF4-FFF2-40B4-BE49-F238E27FC236}">
                <a16:creationId xmlns:a16="http://schemas.microsoft.com/office/drawing/2014/main" id="{B7AA7433-4292-4BFD-AEE4-776EF53331A7}"/>
              </a:ext>
            </a:extLst>
          </p:cNvPr>
          <p:cNvGrpSpPr>
            <a:grpSpLocks/>
          </p:cNvGrpSpPr>
          <p:nvPr/>
        </p:nvGrpSpPr>
        <p:grpSpPr bwMode="auto">
          <a:xfrm>
            <a:off x="5741194" y="2165748"/>
            <a:ext cx="383381" cy="321469"/>
            <a:chOff x="3002" y="480"/>
            <a:chExt cx="268" cy="384"/>
          </a:xfrm>
        </p:grpSpPr>
        <p:sp>
          <p:nvSpPr>
            <p:cNvPr id="17657" name="Rectangle 91">
              <a:extLst>
                <a:ext uri="{FF2B5EF4-FFF2-40B4-BE49-F238E27FC236}">
                  <a16:creationId xmlns:a16="http://schemas.microsoft.com/office/drawing/2014/main" id="{E08925E6-3F93-48D3-9A87-91682B558CF7}"/>
                </a:ext>
              </a:extLst>
            </p:cNvPr>
            <p:cNvSpPr>
              <a:spLocks noChangeArrowheads="1"/>
            </p:cNvSpPr>
            <p:nvPr/>
          </p:nvSpPr>
          <p:spPr bwMode="auto">
            <a:xfrm>
              <a:off x="3045"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58" name="Rectangle 92">
              <a:extLst>
                <a:ext uri="{FF2B5EF4-FFF2-40B4-BE49-F238E27FC236}">
                  <a16:creationId xmlns:a16="http://schemas.microsoft.com/office/drawing/2014/main" id="{E35339CD-F9FF-4F26-A9AC-B0DECE7D6E6F}"/>
                </a:ext>
              </a:extLst>
            </p:cNvPr>
            <p:cNvSpPr>
              <a:spLocks noChangeArrowheads="1"/>
            </p:cNvSpPr>
            <p:nvPr/>
          </p:nvSpPr>
          <p:spPr bwMode="auto">
            <a:xfrm>
              <a:off x="3002"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52" name="Group 93">
            <a:extLst>
              <a:ext uri="{FF2B5EF4-FFF2-40B4-BE49-F238E27FC236}">
                <a16:creationId xmlns:a16="http://schemas.microsoft.com/office/drawing/2014/main" id="{EFF64FAE-96C1-4DFD-B7E5-4CEFA2F71D6E}"/>
              </a:ext>
            </a:extLst>
          </p:cNvPr>
          <p:cNvGrpSpPr>
            <a:grpSpLocks/>
          </p:cNvGrpSpPr>
          <p:nvPr/>
        </p:nvGrpSpPr>
        <p:grpSpPr bwMode="auto">
          <a:xfrm>
            <a:off x="6124576" y="2165748"/>
            <a:ext cx="384572" cy="321469"/>
            <a:chOff x="3270" y="480"/>
            <a:chExt cx="268" cy="384"/>
          </a:xfrm>
        </p:grpSpPr>
        <p:sp>
          <p:nvSpPr>
            <p:cNvPr id="17655" name="Rectangle 94">
              <a:extLst>
                <a:ext uri="{FF2B5EF4-FFF2-40B4-BE49-F238E27FC236}">
                  <a16:creationId xmlns:a16="http://schemas.microsoft.com/office/drawing/2014/main" id="{DF277D5C-D859-45EF-A898-641041B6F855}"/>
                </a:ext>
              </a:extLst>
            </p:cNvPr>
            <p:cNvSpPr>
              <a:spLocks noChangeArrowheads="1"/>
            </p:cNvSpPr>
            <p:nvPr/>
          </p:nvSpPr>
          <p:spPr bwMode="auto">
            <a:xfrm>
              <a:off x="3313"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56" name="Rectangle 95">
              <a:extLst>
                <a:ext uri="{FF2B5EF4-FFF2-40B4-BE49-F238E27FC236}">
                  <a16:creationId xmlns:a16="http://schemas.microsoft.com/office/drawing/2014/main" id="{7DFCAC2F-6A5C-4C8F-9102-51989026DD88}"/>
                </a:ext>
              </a:extLst>
            </p:cNvPr>
            <p:cNvSpPr>
              <a:spLocks noChangeArrowheads="1"/>
            </p:cNvSpPr>
            <p:nvPr/>
          </p:nvSpPr>
          <p:spPr bwMode="auto">
            <a:xfrm>
              <a:off x="3270"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53" name="Group 96">
            <a:extLst>
              <a:ext uri="{FF2B5EF4-FFF2-40B4-BE49-F238E27FC236}">
                <a16:creationId xmlns:a16="http://schemas.microsoft.com/office/drawing/2014/main" id="{3CA9725F-C85A-4B60-AC19-5BF215956361}"/>
              </a:ext>
            </a:extLst>
          </p:cNvPr>
          <p:cNvGrpSpPr>
            <a:grpSpLocks/>
          </p:cNvGrpSpPr>
          <p:nvPr/>
        </p:nvGrpSpPr>
        <p:grpSpPr bwMode="auto">
          <a:xfrm>
            <a:off x="6509148" y="2165748"/>
            <a:ext cx="383381" cy="321469"/>
            <a:chOff x="3538" y="480"/>
            <a:chExt cx="268" cy="384"/>
          </a:xfrm>
        </p:grpSpPr>
        <p:sp>
          <p:nvSpPr>
            <p:cNvPr id="17653" name="Rectangle 97">
              <a:extLst>
                <a:ext uri="{FF2B5EF4-FFF2-40B4-BE49-F238E27FC236}">
                  <a16:creationId xmlns:a16="http://schemas.microsoft.com/office/drawing/2014/main" id="{6A944B19-59E1-4B73-AA2A-901B6967D979}"/>
                </a:ext>
              </a:extLst>
            </p:cNvPr>
            <p:cNvSpPr>
              <a:spLocks noChangeArrowheads="1"/>
            </p:cNvSpPr>
            <p:nvPr/>
          </p:nvSpPr>
          <p:spPr bwMode="auto">
            <a:xfrm>
              <a:off x="3581"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54" name="Rectangle 98">
              <a:extLst>
                <a:ext uri="{FF2B5EF4-FFF2-40B4-BE49-F238E27FC236}">
                  <a16:creationId xmlns:a16="http://schemas.microsoft.com/office/drawing/2014/main" id="{14AF3E58-4054-4893-B493-DEDA97AC4080}"/>
                </a:ext>
              </a:extLst>
            </p:cNvPr>
            <p:cNvSpPr>
              <a:spLocks noChangeArrowheads="1"/>
            </p:cNvSpPr>
            <p:nvPr/>
          </p:nvSpPr>
          <p:spPr bwMode="auto">
            <a:xfrm>
              <a:off x="3538"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54" name="Group 99">
            <a:extLst>
              <a:ext uri="{FF2B5EF4-FFF2-40B4-BE49-F238E27FC236}">
                <a16:creationId xmlns:a16="http://schemas.microsoft.com/office/drawing/2014/main" id="{FFD34241-4F71-4B22-99A9-EFA4F92210A2}"/>
              </a:ext>
            </a:extLst>
          </p:cNvPr>
          <p:cNvGrpSpPr>
            <a:grpSpLocks/>
          </p:cNvGrpSpPr>
          <p:nvPr/>
        </p:nvGrpSpPr>
        <p:grpSpPr bwMode="auto">
          <a:xfrm>
            <a:off x="1441848" y="2487216"/>
            <a:ext cx="845344" cy="321469"/>
            <a:chOff x="0" y="864"/>
            <a:chExt cx="590" cy="384"/>
          </a:xfrm>
        </p:grpSpPr>
        <p:sp>
          <p:nvSpPr>
            <p:cNvPr id="17651" name="Rectangle 100">
              <a:extLst>
                <a:ext uri="{FF2B5EF4-FFF2-40B4-BE49-F238E27FC236}">
                  <a16:creationId xmlns:a16="http://schemas.microsoft.com/office/drawing/2014/main" id="{CEB6526E-AED2-411C-97B4-4155DC164797}"/>
                </a:ext>
              </a:extLst>
            </p:cNvPr>
            <p:cNvSpPr>
              <a:spLocks noChangeArrowheads="1"/>
            </p:cNvSpPr>
            <p:nvPr/>
          </p:nvSpPr>
          <p:spPr bwMode="auto">
            <a:xfrm>
              <a:off x="43" y="864"/>
              <a:ext cx="50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1</a:t>
              </a:r>
              <a:r>
                <a:rPr kumimoji="1" lang="en-US" altLang="zh-CN" sz="1200" b="1">
                  <a:solidFill>
                    <a:srgbClr val="007A77"/>
                  </a:solidFill>
                  <a:latin typeface="Times New Roman" panose="02020603050405020304" pitchFamily="18" charset="0"/>
                </a:rPr>
                <a:t>=2 v</a:t>
              </a:r>
              <a:r>
                <a:rPr kumimoji="1" lang="en-US" altLang="zh-CN" sz="1200" b="1" baseline="-30000">
                  <a:solidFill>
                    <a:srgbClr val="007A77"/>
                  </a:solidFill>
                  <a:latin typeface="Times New Roman" panose="02020603050405020304" pitchFamily="18" charset="0"/>
                </a:rPr>
                <a:t>1</a:t>
              </a:r>
              <a:r>
                <a:rPr kumimoji="1" lang="en-US" altLang="zh-CN" sz="12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7652" name="Rectangle 101">
              <a:extLst>
                <a:ext uri="{FF2B5EF4-FFF2-40B4-BE49-F238E27FC236}">
                  <a16:creationId xmlns:a16="http://schemas.microsoft.com/office/drawing/2014/main" id="{082C2F40-FF5F-4C61-9049-1F81A39BE2AB}"/>
                </a:ext>
              </a:extLst>
            </p:cNvPr>
            <p:cNvSpPr>
              <a:spLocks noChangeArrowheads="1"/>
            </p:cNvSpPr>
            <p:nvPr/>
          </p:nvSpPr>
          <p:spPr bwMode="auto">
            <a:xfrm>
              <a:off x="0" y="864"/>
              <a:ext cx="59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55" name="Group 102">
            <a:extLst>
              <a:ext uri="{FF2B5EF4-FFF2-40B4-BE49-F238E27FC236}">
                <a16:creationId xmlns:a16="http://schemas.microsoft.com/office/drawing/2014/main" id="{F194EF80-5602-4B13-9CF3-618A8C94AB61}"/>
              </a:ext>
            </a:extLst>
          </p:cNvPr>
          <p:cNvGrpSpPr>
            <a:grpSpLocks/>
          </p:cNvGrpSpPr>
          <p:nvPr/>
        </p:nvGrpSpPr>
        <p:grpSpPr bwMode="auto">
          <a:xfrm>
            <a:off x="2287192" y="2487216"/>
            <a:ext cx="383381" cy="321469"/>
            <a:chOff x="590" y="864"/>
            <a:chExt cx="268" cy="384"/>
          </a:xfrm>
        </p:grpSpPr>
        <p:sp>
          <p:nvSpPr>
            <p:cNvPr id="17649" name="Rectangle 103">
              <a:extLst>
                <a:ext uri="{FF2B5EF4-FFF2-40B4-BE49-F238E27FC236}">
                  <a16:creationId xmlns:a16="http://schemas.microsoft.com/office/drawing/2014/main" id="{19DCA432-9CF5-4E44-9D94-F188D3859028}"/>
                </a:ext>
              </a:extLst>
            </p:cNvPr>
            <p:cNvSpPr>
              <a:spLocks noChangeArrowheads="1"/>
            </p:cNvSpPr>
            <p:nvPr/>
          </p:nvSpPr>
          <p:spPr bwMode="auto">
            <a:xfrm>
              <a:off x="633"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50" name="Rectangle 104">
              <a:extLst>
                <a:ext uri="{FF2B5EF4-FFF2-40B4-BE49-F238E27FC236}">
                  <a16:creationId xmlns:a16="http://schemas.microsoft.com/office/drawing/2014/main" id="{2CF2EA2E-FCFA-464F-BDB7-493E06914FC4}"/>
                </a:ext>
              </a:extLst>
            </p:cNvPr>
            <p:cNvSpPr>
              <a:spLocks noChangeArrowheads="1"/>
            </p:cNvSpPr>
            <p:nvPr/>
          </p:nvSpPr>
          <p:spPr bwMode="auto">
            <a:xfrm>
              <a:off x="590" y="864"/>
              <a:ext cx="2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56" name="Group 105">
            <a:extLst>
              <a:ext uri="{FF2B5EF4-FFF2-40B4-BE49-F238E27FC236}">
                <a16:creationId xmlns:a16="http://schemas.microsoft.com/office/drawing/2014/main" id="{D5799D48-42B8-4B0A-B8BB-7D3440CEC206}"/>
              </a:ext>
            </a:extLst>
          </p:cNvPr>
          <p:cNvGrpSpPr>
            <a:grpSpLocks/>
          </p:cNvGrpSpPr>
          <p:nvPr/>
        </p:nvGrpSpPr>
        <p:grpSpPr bwMode="auto">
          <a:xfrm>
            <a:off x="2670573" y="2487216"/>
            <a:ext cx="383381" cy="321469"/>
            <a:chOff x="858" y="864"/>
            <a:chExt cx="268" cy="384"/>
          </a:xfrm>
        </p:grpSpPr>
        <p:sp>
          <p:nvSpPr>
            <p:cNvPr id="17647" name="Rectangle 106">
              <a:extLst>
                <a:ext uri="{FF2B5EF4-FFF2-40B4-BE49-F238E27FC236}">
                  <a16:creationId xmlns:a16="http://schemas.microsoft.com/office/drawing/2014/main" id="{F52F3CE9-9E81-4F0A-9F48-7F77B159251F}"/>
                </a:ext>
              </a:extLst>
            </p:cNvPr>
            <p:cNvSpPr>
              <a:spLocks noChangeArrowheads="1"/>
            </p:cNvSpPr>
            <p:nvPr/>
          </p:nvSpPr>
          <p:spPr bwMode="auto">
            <a:xfrm>
              <a:off x="901"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48" name="Rectangle 107">
              <a:extLst>
                <a:ext uri="{FF2B5EF4-FFF2-40B4-BE49-F238E27FC236}">
                  <a16:creationId xmlns:a16="http://schemas.microsoft.com/office/drawing/2014/main" id="{E83F9E72-F94F-41AE-85A1-7975C2A6D117}"/>
                </a:ext>
              </a:extLst>
            </p:cNvPr>
            <p:cNvSpPr>
              <a:spLocks noChangeArrowheads="1"/>
            </p:cNvSpPr>
            <p:nvPr/>
          </p:nvSpPr>
          <p:spPr bwMode="auto">
            <a:xfrm>
              <a:off x="858"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57" name="Group 108">
            <a:extLst>
              <a:ext uri="{FF2B5EF4-FFF2-40B4-BE49-F238E27FC236}">
                <a16:creationId xmlns:a16="http://schemas.microsoft.com/office/drawing/2014/main" id="{4F70B915-40CD-492E-A2F0-62AF7BBD391F}"/>
              </a:ext>
            </a:extLst>
          </p:cNvPr>
          <p:cNvGrpSpPr>
            <a:grpSpLocks/>
          </p:cNvGrpSpPr>
          <p:nvPr/>
        </p:nvGrpSpPr>
        <p:grpSpPr bwMode="auto">
          <a:xfrm>
            <a:off x="3053953" y="2487216"/>
            <a:ext cx="384572" cy="321469"/>
            <a:chOff x="1126" y="864"/>
            <a:chExt cx="268" cy="384"/>
          </a:xfrm>
        </p:grpSpPr>
        <p:sp>
          <p:nvSpPr>
            <p:cNvPr id="17645" name="Rectangle 109">
              <a:extLst>
                <a:ext uri="{FF2B5EF4-FFF2-40B4-BE49-F238E27FC236}">
                  <a16:creationId xmlns:a16="http://schemas.microsoft.com/office/drawing/2014/main" id="{AC221440-5D99-4452-A731-5B0C27058925}"/>
                </a:ext>
              </a:extLst>
            </p:cNvPr>
            <p:cNvSpPr>
              <a:spLocks noChangeArrowheads="1"/>
            </p:cNvSpPr>
            <p:nvPr/>
          </p:nvSpPr>
          <p:spPr bwMode="auto">
            <a:xfrm>
              <a:off x="1169"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46" name="Rectangle 110">
              <a:extLst>
                <a:ext uri="{FF2B5EF4-FFF2-40B4-BE49-F238E27FC236}">
                  <a16:creationId xmlns:a16="http://schemas.microsoft.com/office/drawing/2014/main" id="{42126A67-1776-4104-958C-1DBC6394282B}"/>
                </a:ext>
              </a:extLst>
            </p:cNvPr>
            <p:cNvSpPr>
              <a:spLocks noChangeArrowheads="1"/>
            </p:cNvSpPr>
            <p:nvPr/>
          </p:nvSpPr>
          <p:spPr bwMode="auto">
            <a:xfrm>
              <a:off x="1126"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58" name="Group 111">
            <a:extLst>
              <a:ext uri="{FF2B5EF4-FFF2-40B4-BE49-F238E27FC236}">
                <a16:creationId xmlns:a16="http://schemas.microsoft.com/office/drawing/2014/main" id="{4B7940E8-0333-4D84-AFC5-DE657CB6E653}"/>
              </a:ext>
            </a:extLst>
          </p:cNvPr>
          <p:cNvGrpSpPr>
            <a:grpSpLocks/>
          </p:cNvGrpSpPr>
          <p:nvPr/>
        </p:nvGrpSpPr>
        <p:grpSpPr bwMode="auto">
          <a:xfrm>
            <a:off x="3438526" y="2487216"/>
            <a:ext cx="383381" cy="321469"/>
            <a:chOff x="1394" y="864"/>
            <a:chExt cx="268" cy="384"/>
          </a:xfrm>
        </p:grpSpPr>
        <p:sp>
          <p:nvSpPr>
            <p:cNvPr id="17643" name="Rectangle 112">
              <a:extLst>
                <a:ext uri="{FF2B5EF4-FFF2-40B4-BE49-F238E27FC236}">
                  <a16:creationId xmlns:a16="http://schemas.microsoft.com/office/drawing/2014/main" id="{0F200946-ED4B-49C9-A39E-D398EFF1E374}"/>
                </a:ext>
              </a:extLst>
            </p:cNvPr>
            <p:cNvSpPr>
              <a:spLocks noChangeArrowheads="1"/>
            </p:cNvSpPr>
            <p:nvPr/>
          </p:nvSpPr>
          <p:spPr bwMode="auto">
            <a:xfrm>
              <a:off x="1437"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44" name="Rectangle 113">
              <a:extLst>
                <a:ext uri="{FF2B5EF4-FFF2-40B4-BE49-F238E27FC236}">
                  <a16:creationId xmlns:a16="http://schemas.microsoft.com/office/drawing/2014/main" id="{895C469D-938C-43C9-B16E-5A2658FEA514}"/>
                </a:ext>
              </a:extLst>
            </p:cNvPr>
            <p:cNvSpPr>
              <a:spLocks noChangeArrowheads="1"/>
            </p:cNvSpPr>
            <p:nvPr/>
          </p:nvSpPr>
          <p:spPr bwMode="auto">
            <a:xfrm>
              <a:off x="1394"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59" name="Group 114">
            <a:extLst>
              <a:ext uri="{FF2B5EF4-FFF2-40B4-BE49-F238E27FC236}">
                <a16:creationId xmlns:a16="http://schemas.microsoft.com/office/drawing/2014/main" id="{B8F1E274-2DE8-4123-B14E-B9BD81338883}"/>
              </a:ext>
            </a:extLst>
          </p:cNvPr>
          <p:cNvGrpSpPr>
            <a:grpSpLocks/>
          </p:cNvGrpSpPr>
          <p:nvPr/>
        </p:nvGrpSpPr>
        <p:grpSpPr bwMode="auto">
          <a:xfrm>
            <a:off x="3821907" y="2487216"/>
            <a:ext cx="383381" cy="321469"/>
            <a:chOff x="1662" y="864"/>
            <a:chExt cx="268" cy="384"/>
          </a:xfrm>
        </p:grpSpPr>
        <p:sp>
          <p:nvSpPr>
            <p:cNvPr id="17641" name="Rectangle 115">
              <a:extLst>
                <a:ext uri="{FF2B5EF4-FFF2-40B4-BE49-F238E27FC236}">
                  <a16:creationId xmlns:a16="http://schemas.microsoft.com/office/drawing/2014/main" id="{D8FD3DF4-7212-4AEE-9AA6-7521EEA9D88C}"/>
                </a:ext>
              </a:extLst>
            </p:cNvPr>
            <p:cNvSpPr>
              <a:spLocks noChangeArrowheads="1"/>
            </p:cNvSpPr>
            <p:nvPr/>
          </p:nvSpPr>
          <p:spPr bwMode="auto">
            <a:xfrm>
              <a:off x="1705"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42" name="Rectangle 116">
              <a:extLst>
                <a:ext uri="{FF2B5EF4-FFF2-40B4-BE49-F238E27FC236}">
                  <a16:creationId xmlns:a16="http://schemas.microsoft.com/office/drawing/2014/main" id="{5F96AED7-A4C1-48DA-9BA4-4599296D4FC1}"/>
                </a:ext>
              </a:extLst>
            </p:cNvPr>
            <p:cNvSpPr>
              <a:spLocks noChangeArrowheads="1"/>
            </p:cNvSpPr>
            <p:nvPr/>
          </p:nvSpPr>
          <p:spPr bwMode="auto">
            <a:xfrm>
              <a:off x="1662"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60" name="Group 117">
            <a:extLst>
              <a:ext uri="{FF2B5EF4-FFF2-40B4-BE49-F238E27FC236}">
                <a16:creationId xmlns:a16="http://schemas.microsoft.com/office/drawing/2014/main" id="{900258D1-6432-408F-9C2E-9E74E640ADEC}"/>
              </a:ext>
            </a:extLst>
          </p:cNvPr>
          <p:cNvGrpSpPr>
            <a:grpSpLocks/>
          </p:cNvGrpSpPr>
          <p:nvPr/>
        </p:nvGrpSpPr>
        <p:grpSpPr bwMode="auto">
          <a:xfrm>
            <a:off x="4205288" y="2487216"/>
            <a:ext cx="384572" cy="321469"/>
            <a:chOff x="1930" y="864"/>
            <a:chExt cx="268" cy="384"/>
          </a:xfrm>
        </p:grpSpPr>
        <p:sp>
          <p:nvSpPr>
            <p:cNvPr id="17639" name="Rectangle 118">
              <a:extLst>
                <a:ext uri="{FF2B5EF4-FFF2-40B4-BE49-F238E27FC236}">
                  <a16:creationId xmlns:a16="http://schemas.microsoft.com/office/drawing/2014/main" id="{A403E5C4-E8BA-433E-A04D-E02752B085CD}"/>
                </a:ext>
              </a:extLst>
            </p:cNvPr>
            <p:cNvSpPr>
              <a:spLocks noChangeArrowheads="1"/>
            </p:cNvSpPr>
            <p:nvPr/>
          </p:nvSpPr>
          <p:spPr bwMode="auto">
            <a:xfrm>
              <a:off x="1973"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40" name="Rectangle 119">
              <a:extLst>
                <a:ext uri="{FF2B5EF4-FFF2-40B4-BE49-F238E27FC236}">
                  <a16:creationId xmlns:a16="http://schemas.microsoft.com/office/drawing/2014/main" id="{91C97ADD-3733-475A-8AA5-DC1BF5E73CB8}"/>
                </a:ext>
              </a:extLst>
            </p:cNvPr>
            <p:cNvSpPr>
              <a:spLocks noChangeArrowheads="1"/>
            </p:cNvSpPr>
            <p:nvPr/>
          </p:nvSpPr>
          <p:spPr bwMode="auto">
            <a:xfrm>
              <a:off x="1930"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61" name="Group 120">
            <a:extLst>
              <a:ext uri="{FF2B5EF4-FFF2-40B4-BE49-F238E27FC236}">
                <a16:creationId xmlns:a16="http://schemas.microsoft.com/office/drawing/2014/main" id="{C937D04A-A7DC-4937-9AE7-A136FCF58B52}"/>
              </a:ext>
            </a:extLst>
          </p:cNvPr>
          <p:cNvGrpSpPr>
            <a:grpSpLocks/>
          </p:cNvGrpSpPr>
          <p:nvPr/>
        </p:nvGrpSpPr>
        <p:grpSpPr bwMode="auto">
          <a:xfrm>
            <a:off x="4589860" y="2487216"/>
            <a:ext cx="383381" cy="321469"/>
            <a:chOff x="2198" y="864"/>
            <a:chExt cx="268" cy="384"/>
          </a:xfrm>
        </p:grpSpPr>
        <p:sp>
          <p:nvSpPr>
            <p:cNvPr id="17637" name="Rectangle 121">
              <a:extLst>
                <a:ext uri="{FF2B5EF4-FFF2-40B4-BE49-F238E27FC236}">
                  <a16:creationId xmlns:a16="http://schemas.microsoft.com/office/drawing/2014/main" id="{3DACD7B9-2B87-4069-8A11-F5606D796C14}"/>
                </a:ext>
              </a:extLst>
            </p:cNvPr>
            <p:cNvSpPr>
              <a:spLocks noChangeArrowheads="1"/>
            </p:cNvSpPr>
            <p:nvPr/>
          </p:nvSpPr>
          <p:spPr bwMode="auto">
            <a:xfrm>
              <a:off x="2241"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38" name="Rectangle 122">
              <a:extLst>
                <a:ext uri="{FF2B5EF4-FFF2-40B4-BE49-F238E27FC236}">
                  <a16:creationId xmlns:a16="http://schemas.microsoft.com/office/drawing/2014/main" id="{EDCA9001-B09E-46AF-9974-EF3F28F81AFA}"/>
                </a:ext>
              </a:extLst>
            </p:cNvPr>
            <p:cNvSpPr>
              <a:spLocks noChangeArrowheads="1"/>
            </p:cNvSpPr>
            <p:nvPr/>
          </p:nvSpPr>
          <p:spPr bwMode="auto">
            <a:xfrm>
              <a:off x="2198"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62" name="Group 123">
            <a:extLst>
              <a:ext uri="{FF2B5EF4-FFF2-40B4-BE49-F238E27FC236}">
                <a16:creationId xmlns:a16="http://schemas.microsoft.com/office/drawing/2014/main" id="{F7799DCF-0F75-4080-8972-B5397F8437E8}"/>
              </a:ext>
            </a:extLst>
          </p:cNvPr>
          <p:cNvGrpSpPr>
            <a:grpSpLocks/>
          </p:cNvGrpSpPr>
          <p:nvPr/>
        </p:nvGrpSpPr>
        <p:grpSpPr bwMode="auto">
          <a:xfrm>
            <a:off x="4973241" y="2487216"/>
            <a:ext cx="384572" cy="321469"/>
            <a:chOff x="2466" y="864"/>
            <a:chExt cx="268" cy="384"/>
          </a:xfrm>
        </p:grpSpPr>
        <p:sp>
          <p:nvSpPr>
            <p:cNvPr id="17635" name="Rectangle 124">
              <a:extLst>
                <a:ext uri="{FF2B5EF4-FFF2-40B4-BE49-F238E27FC236}">
                  <a16:creationId xmlns:a16="http://schemas.microsoft.com/office/drawing/2014/main" id="{D8038081-9B57-4322-91D3-85EC12CB54B4}"/>
                </a:ext>
              </a:extLst>
            </p:cNvPr>
            <p:cNvSpPr>
              <a:spLocks noChangeArrowheads="1"/>
            </p:cNvSpPr>
            <p:nvPr/>
          </p:nvSpPr>
          <p:spPr bwMode="auto">
            <a:xfrm>
              <a:off x="2509"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36" name="Rectangle 125">
              <a:extLst>
                <a:ext uri="{FF2B5EF4-FFF2-40B4-BE49-F238E27FC236}">
                  <a16:creationId xmlns:a16="http://schemas.microsoft.com/office/drawing/2014/main" id="{80A75B8D-FADF-46AA-90B9-6125EE2653DD}"/>
                </a:ext>
              </a:extLst>
            </p:cNvPr>
            <p:cNvSpPr>
              <a:spLocks noChangeArrowheads="1"/>
            </p:cNvSpPr>
            <p:nvPr/>
          </p:nvSpPr>
          <p:spPr bwMode="auto">
            <a:xfrm>
              <a:off x="2466"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63" name="Group 126">
            <a:extLst>
              <a:ext uri="{FF2B5EF4-FFF2-40B4-BE49-F238E27FC236}">
                <a16:creationId xmlns:a16="http://schemas.microsoft.com/office/drawing/2014/main" id="{14E0A63A-71C8-4B1B-B0FB-A672FF66485A}"/>
              </a:ext>
            </a:extLst>
          </p:cNvPr>
          <p:cNvGrpSpPr>
            <a:grpSpLocks/>
          </p:cNvGrpSpPr>
          <p:nvPr/>
        </p:nvGrpSpPr>
        <p:grpSpPr bwMode="auto">
          <a:xfrm>
            <a:off x="5357813" y="2487216"/>
            <a:ext cx="383381" cy="321469"/>
            <a:chOff x="2734" y="864"/>
            <a:chExt cx="268" cy="384"/>
          </a:xfrm>
        </p:grpSpPr>
        <p:sp>
          <p:nvSpPr>
            <p:cNvPr id="17633" name="Rectangle 127">
              <a:extLst>
                <a:ext uri="{FF2B5EF4-FFF2-40B4-BE49-F238E27FC236}">
                  <a16:creationId xmlns:a16="http://schemas.microsoft.com/office/drawing/2014/main" id="{AB19BE18-D1E0-4A95-856A-8C02647ECFBF}"/>
                </a:ext>
              </a:extLst>
            </p:cNvPr>
            <p:cNvSpPr>
              <a:spLocks noChangeArrowheads="1"/>
            </p:cNvSpPr>
            <p:nvPr/>
          </p:nvSpPr>
          <p:spPr bwMode="auto">
            <a:xfrm>
              <a:off x="2777"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34" name="Rectangle 128">
              <a:extLst>
                <a:ext uri="{FF2B5EF4-FFF2-40B4-BE49-F238E27FC236}">
                  <a16:creationId xmlns:a16="http://schemas.microsoft.com/office/drawing/2014/main" id="{5F8D5E24-9AFA-4F62-BD8D-8B85D915BF2F}"/>
                </a:ext>
              </a:extLst>
            </p:cNvPr>
            <p:cNvSpPr>
              <a:spLocks noChangeArrowheads="1"/>
            </p:cNvSpPr>
            <p:nvPr/>
          </p:nvSpPr>
          <p:spPr bwMode="auto">
            <a:xfrm>
              <a:off x="2734"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64" name="Group 129">
            <a:extLst>
              <a:ext uri="{FF2B5EF4-FFF2-40B4-BE49-F238E27FC236}">
                <a16:creationId xmlns:a16="http://schemas.microsoft.com/office/drawing/2014/main" id="{E0D4648A-3D68-4CA2-988F-D3CCF588A230}"/>
              </a:ext>
            </a:extLst>
          </p:cNvPr>
          <p:cNvGrpSpPr>
            <a:grpSpLocks/>
          </p:cNvGrpSpPr>
          <p:nvPr/>
        </p:nvGrpSpPr>
        <p:grpSpPr bwMode="auto">
          <a:xfrm>
            <a:off x="5741194" y="2487216"/>
            <a:ext cx="383381" cy="321469"/>
            <a:chOff x="3002" y="864"/>
            <a:chExt cx="268" cy="384"/>
          </a:xfrm>
        </p:grpSpPr>
        <p:sp>
          <p:nvSpPr>
            <p:cNvPr id="17631" name="Rectangle 130">
              <a:extLst>
                <a:ext uri="{FF2B5EF4-FFF2-40B4-BE49-F238E27FC236}">
                  <a16:creationId xmlns:a16="http://schemas.microsoft.com/office/drawing/2014/main" id="{3751B7D2-D8D9-48B5-B182-D64FC3E6DE44}"/>
                </a:ext>
              </a:extLst>
            </p:cNvPr>
            <p:cNvSpPr>
              <a:spLocks noChangeArrowheads="1"/>
            </p:cNvSpPr>
            <p:nvPr/>
          </p:nvSpPr>
          <p:spPr bwMode="auto">
            <a:xfrm>
              <a:off x="3045"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32" name="Rectangle 131">
              <a:extLst>
                <a:ext uri="{FF2B5EF4-FFF2-40B4-BE49-F238E27FC236}">
                  <a16:creationId xmlns:a16="http://schemas.microsoft.com/office/drawing/2014/main" id="{F78F7A2F-C703-4586-933A-E5BB8FA59191}"/>
                </a:ext>
              </a:extLst>
            </p:cNvPr>
            <p:cNvSpPr>
              <a:spLocks noChangeArrowheads="1"/>
            </p:cNvSpPr>
            <p:nvPr/>
          </p:nvSpPr>
          <p:spPr bwMode="auto">
            <a:xfrm>
              <a:off x="3002"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65" name="Group 132">
            <a:extLst>
              <a:ext uri="{FF2B5EF4-FFF2-40B4-BE49-F238E27FC236}">
                <a16:creationId xmlns:a16="http://schemas.microsoft.com/office/drawing/2014/main" id="{D663D06F-AE5B-4E45-B944-069313085717}"/>
              </a:ext>
            </a:extLst>
          </p:cNvPr>
          <p:cNvGrpSpPr>
            <a:grpSpLocks/>
          </p:cNvGrpSpPr>
          <p:nvPr/>
        </p:nvGrpSpPr>
        <p:grpSpPr bwMode="auto">
          <a:xfrm>
            <a:off x="6124576" y="2487216"/>
            <a:ext cx="384572" cy="321469"/>
            <a:chOff x="3270" y="864"/>
            <a:chExt cx="268" cy="384"/>
          </a:xfrm>
        </p:grpSpPr>
        <p:sp>
          <p:nvSpPr>
            <p:cNvPr id="17629" name="Rectangle 133">
              <a:extLst>
                <a:ext uri="{FF2B5EF4-FFF2-40B4-BE49-F238E27FC236}">
                  <a16:creationId xmlns:a16="http://schemas.microsoft.com/office/drawing/2014/main" id="{A8A5848D-516C-4F2F-98F1-01968A358791}"/>
                </a:ext>
              </a:extLst>
            </p:cNvPr>
            <p:cNvSpPr>
              <a:spLocks noChangeArrowheads="1"/>
            </p:cNvSpPr>
            <p:nvPr/>
          </p:nvSpPr>
          <p:spPr bwMode="auto">
            <a:xfrm>
              <a:off x="3313"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30" name="Rectangle 134">
              <a:extLst>
                <a:ext uri="{FF2B5EF4-FFF2-40B4-BE49-F238E27FC236}">
                  <a16:creationId xmlns:a16="http://schemas.microsoft.com/office/drawing/2014/main" id="{451713CD-A082-456A-9587-DB49F6EEFE2A}"/>
                </a:ext>
              </a:extLst>
            </p:cNvPr>
            <p:cNvSpPr>
              <a:spLocks noChangeArrowheads="1"/>
            </p:cNvSpPr>
            <p:nvPr/>
          </p:nvSpPr>
          <p:spPr bwMode="auto">
            <a:xfrm>
              <a:off x="3270"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66" name="Group 135">
            <a:extLst>
              <a:ext uri="{FF2B5EF4-FFF2-40B4-BE49-F238E27FC236}">
                <a16:creationId xmlns:a16="http://schemas.microsoft.com/office/drawing/2014/main" id="{F2CD10F3-026E-4EBE-BBB6-BE772767DC7A}"/>
              </a:ext>
            </a:extLst>
          </p:cNvPr>
          <p:cNvGrpSpPr>
            <a:grpSpLocks/>
          </p:cNvGrpSpPr>
          <p:nvPr/>
        </p:nvGrpSpPr>
        <p:grpSpPr bwMode="auto">
          <a:xfrm>
            <a:off x="6509148" y="2487216"/>
            <a:ext cx="383381" cy="321469"/>
            <a:chOff x="3538" y="864"/>
            <a:chExt cx="268" cy="384"/>
          </a:xfrm>
        </p:grpSpPr>
        <p:sp>
          <p:nvSpPr>
            <p:cNvPr id="17627" name="Rectangle 136">
              <a:extLst>
                <a:ext uri="{FF2B5EF4-FFF2-40B4-BE49-F238E27FC236}">
                  <a16:creationId xmlns:a16="http://schemas.microsoft.com/office/drawing/2014/main" id="{9AF4BF2A-5BAF-455F-8008-183018BCEE16}"/>
                </a:ext>
              </a:extLst>
            </p:cNvPr>
            <p:cNvSpPr>
              <a:spLocks noChangeArrowheads="1"/>
            </p:cNvSpPr>
            <p:nvPr/>
          </p:nvSpPr>
          <p:spPr bwMode="auto">
            <a:xfrm>
              <a:off x="3581"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28" name="Rectangle 137">
              <a:extLst>
                <a:ext uri="{FF2B5EF4-FFF2-40B4-BE49-F238E27FC236}">
                  <a16:creationId xmlns:a16="http://schemas.microsoft.com/office/drawing/2014/main" id="{C0BA36CC-1308-4C70-B238-878688A719C9}"/>
                </a:ext>
              </a:extLst>
            </p:cNvPr>
            <p:cNvSpPr>
              <a:spLocks noChangeArrowheads="1"/>
            </p:cNvSpPr>
            <p:nvPr/>
          </p:nvSpPr>
          <p:spPr bwMode="auto">
            <a:xfrm>
              <a:off x="3538"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67" name="Group 138">
            <a:extLst>
              <a:ext uri="{FF2B5EF4-FFF2-40B4-BE49-F238E27FC236}">
                <a16:creationId xmlns:a16="http://schemas.microsoft.com/office/drawing/2014/main" id="{54815BE6-A593-470F-BF7F-7A860282E358}"/>
              </a:ext>
            </a:extLst>
          </p:cNvPr>
          <p:cNvGrpSpPr>
            <a:grpSpLocks/>
          </p:cNvGrpSpPr>
          <p:nvPr/>
        </p:nvGrpSpPr>
        <p:grpSpPr bwMode="auto">
          <a:xfrm>
            <a:off x="1441848" y="2808685"/>
            <a:ext cx="845344" cy="321469"/>
            <a:chOff x="0" y="1248"/>
            <a:chExt cx="590" cy="384"/>
          </a:xfrm>
        </p:grpSpPr>
        <p:sp>
          <p:nvSpPr>
            <p:cNvPr id="17625" name="Rectangle 139">
              <a:extLst>
                <a:ext uri="{FF2B5EF4-FFF2-40B4-BE49-F238E27FC236}">
                  <a16:creationId xmlns:a16="http://schemas.microsoft.com/office/drawing/2014/main" id="{0EC060B2-0D91-47AE-9B5C-45AF29A80A09}"/>
                </a:ext>
              </a:extLst>
            </p:cNvPr>
            <p:cNvSpPr>
              <a:spLocks noChangeArrowheads="1"/>
            </p:cNvSpPr>
            <p:nvPr/>
          </p:nvSpPr>
          <p:spPr bwMode="auto">
            <a:xfrm>
              <a:off x="43" y="1248"/>
              <a:ext cx="50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2</a:t>
              </a:r>
              <a:r>
                <a:rPr kumimoji="1" lang="en-US" altLang="zh-CN" sz="1200" b="1">
                  <a:solidFill>
                    <a:srgbClr val="007A77"/>
                  </a:solidFill>
                  <a:latin typeface="Times New Roman" panose="02020603050405020304" pitchFamily="18" charset="0"/>
                </a:rPr>
                <a:t>=2 v</a:t>
              </a:r>
              <a:r>
                <a:rPr kumimoji="1" lang="en-US" altLang="zh-CN" sz="1200" b="1" baseline="-30000">
                  <a:solidFill>
                    <a:srgbClr val="007A77"/>
                  </a:solidFill>
                  <a:latin typeface="Times New Roman" panose="02020603050405020304" pitchFamily="18" charset="0"/>
                </a:rPr>
                <a:t>2</a:t>
              </a:r>
              <a:r>
                <a:rPr kumimoji="1" lang="en-US" altLang="zh-CN" sz="1200" b="1">
                  <a:solidFill>
                    <a:srgbClr val="007A77"/>
                  </a:solidFill>
                  <a:latin typeface="Times New Roman" panose="02020603050405020304" pitchFamily="18" charset="0"/>
                </a:rPr>
                <a:t>=3</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7626" name="Rectangle 140">
              <a:extLst>
                <a:ext uri="{FF2B5EF4-FFF2-40B4-BE49-F238E27FC236}">
                  <a16:creationId xmlns:a16="http://schemas.microsoft.com/office/drawing/2014/main" id="{9AD756E1-615A-42D7-BBD9-DCF8BA9C324A}"/>
                </a:ext>
              </a:extLst>
            </p:cNvPr>
            <p:cNvSpPr>
              <a:spLocks noChangeArrowheads="1"/>
            </p:cNvSpPr>
            <p:nvPr/>
          </p:nvSpPr>
          <p:spPr bwMode="auto">
            <a:xfrm>
              <a:off x="0" y="1248"/>
              <a:ext cx="59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68" name="Group 141">
            <a:extLst>
              <a:ext uri="{FF2B5EF4-FFF2-40B4-BE49-F238E27FC236}">
                <a16:creationId xmlns:a16="http://schemas.microsoft.com/office/drawing/2014/main" id="{5E89960D-F49A-4AEE-B787-6845061B9193}"/>
              </a:ext>
            </a:extLst>
          </p:cNvPr>
          <p:cNvGrpSpPr>
            <a:grpSpLocks/>
          </p:cNvGrpSpPr>
          <p:nvPr/>
        </p:nvGrpSpPr>
        <p:grpSpPr bwMode="auto">
          <a:xfrm>
            <a:off x="2287192" y="2808685"/>
            <a:ext cx="383381" cy="321469"/>
            <a:chOff x="590" y="1248"/>
            <a:chExt cx="268" cy="384"/>
          </a:xfrm>
        </p:grpSpPr>
        <p:sp>
          <p:nvSpPr>
            <p:cNvPr id="17623" name="Rectangle 142">
              <a:extLst>
                <a:ext uri="{FF2B5EF4-FFF2-40B4-BE49-F238E27FC236}">
                  <a16:creationId xmlns:a16="http://schemas.microsoft.com/office/drawing/2014/main" id="{FB98E883-52CA-4D72-9CB0-678DF057CD25}"/>
                </a:ext>
              </a:extLst>
            </p:cNvPr>
            <p:cNvSpPr>
              <a:spLocks noChangeArrowheads="1"/>
            </p:cNvSpPr>
            <p:nvPr/>
          </p:nvSpPr>
          <p:spPr bwMode="auto">
            <a:xfrm>
              <a:off x="633"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2</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24" name="Rectangle 143">
              <a:extLst>
                <a:ext uri="{FF2B5EF4-FFF2-40B4-BE49-F238E27FC236}">
                  <a16:creationId xmlns:a16="http://schemas.microsoft.com/office/drawing/2014/main" id="{9B180E9B-DFED-43B6-AF26-6D434EF8C736}"/>
                </a:ext>
              </a:extLst>
            </p:cNvPr>
            <p:cNvSpPr>
              <a:spLocks noChangeArrowheads="1"/>
            </p:cNvSpPr>
            <p:nvPr/>
          </p:nvSpPr>
          <p:spPr bwMode="auto">
            <a:xfrm>
              <a:off x="590" y="1248"/>
              <a:ext cx="2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69" name="Group 144">
            <a:extLst>
              <a:ext uri="{FF2B5EF4-FFF2-40B4-BE49-F238E27FC236}">
                <a16:creationId xmlns:a16="http://schemas.microsoft.com/office/drawing/2014/main" id="{F1510173-25DC-40F3-A54D-B54D28320245}"/>
              </a:ext>
            </a:extLst>
          </p:cNvPr>
          <p:cNvGrpSpPr>
            <a:grpSpLocks/>
          </p:cNvGrpSpPr>
          <p:nvPr/>
        </p:nvGrpSpPr>
        <p:grpSpPr bwMode="auto">
          <a:xfrm>
            <a:off x="2670573" y="2808685"/>
            <a:ext cx="383381" cy="321469"/>
            <a:chOff x="858" y="1248"/>
            <a:chExt cx="268" cy="384"/>
          </a:xfrm>
        </p:grpSpPr>
        <p:sp>
          <p:nvSpPr>
            <p:cNvPr id="17621" name="Rectangle 145">
              <a:extLst>
                <a:ext uri="{FF2B5EF4-FFF2-40B4-BE49-F238E27FC236}">
                  <a16:creationId xmlns:a16="http://schemas.microsoft.com/office/drawing/2014/main" id="{0725051D-8620-4A14-995E-DF97D030C5CC}"/>
                </a:ext>
              </a:extLst>
            </p:cNvPr>
            <p:cNvSpPr>
              <a:spLocks noChangeArrowheads="1"/>
            </p:cNvSpPr>
            <p:nvPr/>
          </p:nvSpPr>
          <p:spPr bwMode="auto">
            <a:xfrm>
              <a:off x="901"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22" name="Rectangle 146">
              <a:extLst>
                <a:ext uri="{FF2B5EF4-FFF2-40B4-BE49-F238E27FC236}">
                  <a16:creationId xmlns:a16="http://schemas.microsoft.com/office/drawing/2014/main" id="{5B8C0ABE-2AB7-4D87-A39C-C93A9C49812F}"/>
                </a:ext>
              </a:extLst>
            </p:cNvPr>
            <p:cNvSpPr>
              <a:spLocks noChangeArrowheads="1"/>
            </p:cNvSpPr>
            <p:nvPr/>
          </p:nvSpPr>
          <p:spPr bwMode="auto">
            <a:xfrm>
              <a:off x="858"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70" name="Group 147">
            <a:extLst>
              <a:ext uri="{FF2B5EF4-FFF2-40B4-BE49-F238E27FC236}">
                <a16:creationId xmlns:a16="http://schemas.microsoft.com/office/drawing/2014/main" id="{7EC0FDF4-7DB4-4599-AC61-E89715D87FCA}"/>
              </a:ext>
            </a:extLst>
          </p:cNvPr>
          <p:cNvGrpSpPr>
            <a:grpSpLocks/>
          </p:cNvGrpSpPr>
          <p:nvPr/>
        </p:nvGrpSpPr>
        <p:grpSpPr bwMode="auto">
          <a:xfrm>
            <a:off x="3053953" y="2808685"/>
            <a:ext cx="384572" cy="321469"/>
            <a:chOff x="1126" y="1248"/>
            <a:chExt cx="268" cy="384"/>
          </a:xfrm>
        </p:grpSpPr>
        <p:sp>
          <p:nvSpPr>
            <p:cNvPr id="17619" name="Rectangle 148">
              <a:extLst>
                <a:ext uri="{FF2B5EF4-FFF2-40B4-BE49-F238E27FC236}">
                  <a16:creationId xmlns:a16="http://schemas.microsoft.com/office/drawing/2014/main" id="{864C8275-2B7A-4006-A2A4-9BF0050668AD}"/>
                </a:ext>
              </a:extLst>
            </p:cNvPr>
            <p:cNvSpPr>
              <a:spLocks noChangeArrowheads="1"/>
            </p:cNvSpPr>
            <p:nvPr/>
          </p:nvSpPr>
          <p:spPr bwMode="auto">
            <a:xfrm>
              <a:off x="1169"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20" name="Rectangle 149">
              <a:extLst>
                <a:ext uri="{FF2B5EF4-FFF2-40B4-BE49-F238E27FC236}">
                  <a16:creationId xmlns:a16="http://schemas.microsoft.com/office/drawing/2014/main" id="{20C62D0F-33BB-446E-8989-E4C976F128D1}"/>
                </a:ext>
              </a:extLst>
            </p:cNvPr>
            <p:cNvSpPr>
              <a:spLocks noChangeArrowheads="1"/>
            </p:cNvSpPr>
            <p:nvPr/>
          </p:nvSpPr>
          <p:spPr bwMode="auto">
            <a:xfrm>
              <a:off x="1126"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71" name="Group 150">
            <a:extLst>
              <a:ext uri="{FF2B5EF4-FFF2-40B4-BE49-F238E27FC236}">
                <a16:creationId xmlns:a16="http://schemas.microsoft.com/office/drawing/2014/main" id="{74AA0407-596A-42E3-A308-5103B066FF1A}"/>
              </a:ext>
            </a:extLst>
          </p:cNvPr>
          <p:cNvGrpSpPr>
            <a:grpSpLocks/>
          </p:cNvGrpSpPr>
          <p:nvPr/>
        </p:nvGrpSpPr>
        <p:grpSpPr bwMode="auto">
          <a:xfrm>
            <a:off x="3438526" y="2808685"/>
            <a:ext cx="383381" cy="321469"/>
            <a:chOff x="1394" y="1248"/>
            <a:chExt cx="268" cy="384"/>
          </a:xfrm>
        </p:grpSpPr>
        <p:sp>
          <p:nvSpPr>
            <p:cNvPr id="17617" name="Rectangle 151">
              <a:extLst>
                <a:ext uri="{FF2B5EF4-FFF2-40B4-BE49-F238E27FC236}">
                  <a16:creationId xmlns:a16="http://schemas.microsoft.com/office/drawing/2014/main" id="{EE542DCA-B3DB-4EAD-9E47-F98305FB5F50}"/>
                </a:ext>
              </a:extLst>
            </p:cNvPr>
            <p:cNvSpPr>
              <a:spLocks noChangeArrowheads="1"/>
            </p:cNvSpPr>
            <p:nvPr/>
          </p:nvSpPr>
          <p:spPr bwMode="auto">
            <a:xfrm>
              <a:off x="1437"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18" name="Rectangle 152">
              <a:extLst>
                <a:ext uri="{FF2B5EF4-FFF2-40B4-BE49-F238E27FC236}">
                  <a16:creationId xmlns:a16="http://schemas.microsoft.com/office/drawing/2014/main" id="{F19CEE7A-C621-4C32-B615-17C2D6E4D6BE}"/>
                </a:ext>
              </a:extLst>
            </p:cNvPr>
            <p:cNvSpPr>
              <a:spLocks noChangeArrowheads="1"/>
            </p:cNvSpPr>
            <p:nvPr/>
          </p:nvSpPr>
          <p:spPr bwMode="auto">
            <a:xfrm>
              <a:off x="1394"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72" name="Group 153">
            <a:extLst>
              <a:ext uri="{FF2B5EF4-FFF2-40B4-BE49-F238E27FC236}">
                <a16:creationId xmlns:a16="http://schemas.microsoft.com/office/drawing/2014/main" id="{2634B92B-B83B-4DC0-86AB-2EF51988BA48}"/>
              </a:ext>
            </a:extLst>
          </p:cNvPr>
          <p:cNvGrpSpPr>
            <a:grpSpLocks/>
          </p:cNvGrpSpPr>
          <p:nvPr/>
        </p:nvGrpSpPr>
        <p:grpSpPr bwMode="auto">
          <a:xfrm>
            <a:off x="3821907" y="2808685"/>
            <a:ext cx="383381" cy="321469"/>
            <a:chOff x="1662" y="1248"/>
            <a:chExt cx="268" cy="384"/>
          </a:xfrm>
        </p:grpSpPr>
        <p:sp>
          <p:nvSpPr>
            <p:cNvPr id="17615" name="Rectangle 154">
              <a:extLst>
                <a:ext uri="{FF2B5EF4-FFF2-40B4-BE49-F238E27FC236}">
                  <a16:creationId xmlns:a16="http://schemas.microsoft.com/office/drawing/2014/main" id="{48ED2D06-F877-48D3-BFE8-564DA5ECDD4A}"/>
                </a:ext>
              </a:extLst>
            </p:cNvPr>
            <p:cNvSpPr>
              <a:spLocks noChangeArrowheads="1"/>
            </p:cNvSpPr>
            <p:nvPr/>
          </p:nvSpPr>
          <p:spPr bwMode="auto">
            <a:xfrm>
              <a:off x="1705"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16" name="Rectangle 155">
              <a:extLst>
                <a:ext uri="{FF2B5EF4-FFF2-40B4-BE49-F238E27FC236}">
                  <a16:creationId xmlns:a16="http://schemas.microsoft.com/office/drawing/2014/main" id="{CDFE5415-52EA-4A7A-9AC8-DAF38FFAB254}"/>
                </a:ext>
              </a:extLst>
            </p:cNvPr>
            <p:cNvSpPr>
              <a:spLocks noChangeArrowheads="1"/>
            </p:cNvSpPr>
            <p:nvPr/>
          </p:nvSpPr>
          <p:spPr bwMode="auto">
            <a:xfrm>
              <a:off x="1662"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73" name="Group 156">
            <a:extLst>
              <a:ext uri="{FF2B5EF4-FFF2-40B4-BE49-F238E27FC236}">
                <a16:creationId xmlns:a16="http://schemas.microsoft.com/office/drawing/2014/main" id="{58DF9607-8BAB-4AB7-83BE-2C0516EDC184}"/>
              </a:ext>
            </a:extLst>
          </p:cNvPr>
          <p:cNvGrpSpPr>
            <a:grpSpLocks/>
          </p:cNvGrpSpPr>
          <p:nvPr/>
        </p:nvGrpSpPr>
        <p:grpSpPr bwMode="auto">
          <a:xfrm>
            <a:off x="4205288" y="2808685"/>
            <a:ext cx="384572" cy="321469"/>
            <a:chOff x="1930" y="1248"/>
            <a:chExt cx="268" cy="384"/>
          </a:xfrm>
        </p:grpSpPr>
        <p:sp>
          <p:nvSpPr>
            <p:cNvPr id="17613" name="Rectangle 157">
              <a:extLst>
                <a:ext uri="{FF2B5EF4-FFF2-40B4-BE49-F238E27FC236}">
                  <a16:creationId xmlns:a16="http://schemas.microsoft.com/office/drawing/2014/main" id="{899D3D9D-AADA-4780-80B8-5C0BFB5F41C3}"/>
                </a:ext>
              </a:extLst>
            </p:cNvPr>
            <p:cNvSpPr>
              <a:spLocks noChangeArrowheads="1"/>
            </p:cNvSpPr>
            <p:nvPr/>
          </p:nvSpPr>
          <p:spPr bwMode="auto">
            <a:xfrm>
              <a:off x="1973"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14" name="Rectangle 158">
              <a:extLst>
                <a:ext uri="{FF2B5EF4-FFF2-40B4-BE49-F238E27FC236}">
                  <a16:creationId xmlns:a16="http://schemas.microsoft.com/office/drawing/2014/main" id="{21E5BA86-EF7F-4A29-A5A7-29D3D38BA9A1}"/>
                </a:ext>
              </a:extLst>
            </p:cNvPr>
            <p:cNvSpPr>
              <a:spLocks noChangeArrowheads="1"/>
            </p:cNvSpPr>
            <p:nvPr/>
          </p:nvSpPr>
          <p:spPr bwMode="auto">
            <a:xfrm>
              <a:off x="1930"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74" name="Group 159">
            <a:extLst>
              <a:ext uri="{FF2B5EF4-FFF2-40B4-BE49-F238E27FC236}">
                <a16:creationId xmlns:a16="http://schemas.microsoft.com/office/drawing/2014/main" id="{77AFEC56-ED89-4514-B6D6-CF15D6D1EF42}"/>
              </a:ext>
            </a:extLst>
          </p:cNvPr>
          <p:cNvGrpSpPr>
            <a:grpSpLocks/>
          </p:cNvGrpSpPr>
          <p:nvPr/>
        </p:nvGrpSpPr>
        <p:grpSpPr bwMode="auto">
          <a:xfrm>
            <a:off x="4589860" y="2808685"/>
            <a:ext cx="383381" cy="321469"/>
            <a:chOff x="2198" y="1248"/>
            <a:chExt cx="268" cy="384"/>
          </a:xfrm>
        </p:grpSpPr>
        <p:sp>
          <p:nvSpPr>
            <p:cNvPr id="17611" name="Rectangle 160">
              <a:extLst>
                <a:ext uri="{FF2B5EF4-FFF2-40B4-BE49-F238E27FC236}">
                  <a16:creationId xmlns:a16="http://schemas.microsoft.com/office/drawing/2014/main" id="{538AF1F0-960C-43B1-9570-A17163620802}"/>
                </a:ext>
              </a:extLst>
            </p:cNvPr>
            <p:cNvSpPr>
              <a:spLocks noChangeArrowheads="1"/>
            </p:cNvSpPr>
            <p:nvPr/>
          </p:nvSpPr>
          <p:spPr bwMode="auto">
            <a:xfrm>
              <a:off x="2241"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12" name="Rectangle 161">
              <a:extLst>
                <a:ext uri="{FF2B5EF4-FFF2-40B4-BE49-F238E27FC236}">
                  <a16:creationId xmlns:a16="http://schemas.microsoft.com/office/drawing/2014/main" id="{319A133A-595E-4052-AEB8-398E4EB5FA4A}"/>
                </a:ext>
              </a:extLst>
            </p:cNvPr>
            <p:cNvSpPr>
              <a:spLocks noChangeArrowheads="1"/>
            </p:cNvSpPr>
            <p:nvPr/>
          </p:nvSpPr>
          <p:spPr bwMode="auto">
            <a:xfrm>
              <a:off x="2198"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75" name="Group 162">
            <a:extLst>
              <a:ext uri="{FF2B5EF4-FFF2-40B4-BE49-F238E27FC236}">
                <a16:creationId xmlns:a16="http://schemas.microsoft.com/office/drawing/2014/main" id="{E56C91FD-6370-4D93-B3EB-D5AF79983D01}"/>
              </a:ext>
            </a:extLst>
          </p:cNvPr>
          <p:cNvGrpSpPr>
            <a:grpSpLocks/>
          </p:cNvGrpSpPr>
          <p:nvPr/>
        </p:nvGrpSpPr>
        <p:grpSpPr bwMode="auto">
          <a:xfrm>
            <a:off x="4950619" y="2788444"/>
            <a:ext cx="384572" cy="321469"/>
            <a:chOff x="2466" y="1248"/>
            <a:chExt cx="268" cy="384"/>
          </a:xfrm>
        </p:grpSpPr>
        <p:sp>
          <p:nvSpPr>
            <p:cNvPr id="17609" name="Rectangle 163">
              <a:extLst>
                <a:ext uri="{FF2B5EF4-FFF2-40B4-BE49-F238E27FC236}">
                  <a16:creationId xmlns:a16="http://schemas.microsoft.com/office/drawing/2014/main" id="{E563D1CF-A2E5-47DC-B076-ABE90C1F6D8B}"/>
                </a:ext>
              </a:extLst>
            </p:cNvPr>
            <p:cNvSpPr>
              <a:spLocks noChangeArrowheads="1"/>
            </p:cNvSpPr>
            <p:nvPr/>
          </p:nvSpPr>
          <p:spPr bwMode="auto">
            <a:xfrm>
              <a:off x="2509"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10" name="Rectangle 164">
              <a:extLst>
                <a:ext uri="{FF2B5EF4-FFF2-40B4-BE49-F238E27FC236}">
                  <a16:creationId xmlns:a16="http://schemas.microsoft.com/office/drawing/2014/main" id="{7B561CE3-4BB4-42AE-A2D8-CD4345FF77C6}"/>
                </a:ext>
              </a:extLst>
            </p:cNvPr>
            <p:cNvSpPr>
              <a:spLocks noChangeArrowheads="1"/>
            </p:cNvSpPr>
            <p:nvPr/>
          </p:nvSpPr>
          <p:spPr bwMode="auto">
            <a:xfrm>
              <a:off x="2466" y="1248"/>
              <a:ext cx="2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76" name="Group 165">
            <a:extLst>
              <a:ext uri="{FF2B5EF4-FFF2-40B4-BE49-F238E27FC236}">
                <a16:creationId xmlns:a16="http://schemas.microsoft.com/office/drawing/2014/main" id="{BE4A4E92-891A-4A11-AE55-EC051A70EC17}"/>
              </a:ext>
            </a:extLst>
          </p:cNvPr>
          <p:cNvGrpSpPr>
            <a:grpSpLocks/>
          </p:cNvGrpSpPr>
          <p:nvPr/>
        </p:nvGrpSpPr>
        <p:grpSpPr bwMode="auto">
          <a:xfrm>
            <a:off x="5357813" y="2808685"/>
            <a:ext cx="383381" cy="321469"/>
            <a:chOff x="2734" y="1248"/>
            <a:chExt cx="268" cy="384"/>
          </a:xfrm>
        </p:grpSpPr>
        <p:sp>
          <p:nvSpPr>
            <p:cNvPr id="17607" name="Rectangle 166">
              <a:extLst>
                <a:ext uri="{FF2B5EF4-FFF2-40B4-BE49-F238E27FC236}">
                  <a16:creationId xmlns:a16="http://schemas.microsoft.com/office/drawing/2014/main" id="{A716A0BD-F3AE-4B78-9FE5-3CA2B03A2B5E}"/>
                </a:ext>
              </a:extLst>
            </p:cNvPr>
            <p:cNvSpPr>
              <a:spLocks noChangeArrowheads="1"/>
            </p:cNvSpPr>
            <p:nvPr/>
          </p:nvSpPr>
          <p:spPr bwMode="auto">
            <a:xfrm>
              <a:off x="2777"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08" name="Rectangle 167">
              <a:extLst>
                <a:ext uri="{FF2B5EF4-FFF2-40B4-BE49-F238E27FC236}">
                  <a16:creationId xmlns:a16="http://schemas.microsoft.com/office/drawing/2014/main" id="{34024746-B0BF-4C1D-B7A5-CB04C794E5E7}"/>
                </a:ext>
              </a:extLst>
            </p:cNvPr>
            <p:cNvSpPr>
              <a:spLocks noChangeArrowheads="1"/>
            </p:cNvSpPr>
            <p:nvPr/>
          </p:nvSpPr>
          <p:spPr bwMode="auto">
            <a:xfrm>
              <a:off x="2734"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77" name="Group 168">
            <a:extLst>
              <a:ext uri="{FF2B5EF4-FFF2-40B4-BE49-F238E27FC236}">
                <a16:creationId xmlns:a16="http://schemas.microsoft.com/office/drawing/2014/main" id="{DB3FB8C1-9535-4920-9648-B484941DF394}"/>
              </a:ext>
            </a:extLst>
          </p:cNvPr>
          <p:cNvGrpSpPr>
            <a:grpSpLocks/>
          </p:cNvGrpSpPr>
          <p:nvPr/>
        </p:nvGrpSpPr>
        <p:grpSpPr bwMode="auto">
          <a:xfrm>
            <a:off x="5741194" y="2808685"/>
            <a:ext cx="383381" cy="321469"/>
            <a:chOff x="3002" y="1248"/>
            <a:chExt cx="268" cy="384"/>
          </a:xfrm>
        </p:grpSpPr>
        <p:sp>
          <p:nvSpPr>
            <p:cNvPr id="17605" name="Rectangle 169">
              <a:extLst>
                <a:ext uri="{FF2B5EF4-FFF2-40B4-BE49-F238E27FC236}">
                  <a16:creationId xmlns:a16="http://schemas.microsoft.com/office/drawing/2014/main" id="{CF151DF0-6734-4792-BA70-E116C32599C1}"/>
                </a:ext>
              </a:extLst>
            </p:cNvPr>
            <p:cNvSpPr>
              <a:spLocks noChangeArrowheads="1"/>
            </p:cNvSpPr>
            <p:nvPr/>
          </p:nvSpPr>
          <p:spPr bwMode="auto">
            <a:xfrm>
              <a:off x="3045"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06" name="Rectangle 170">
              <a:extLst>
                <a:ext uri="{FF2B5EF4-FFF2-40B4-BE49-F238E27FC236}">
                  <a16:creationId xmlns:a16="http://schemas.microsoft.com/office/drawing/2014/main" id="{5F11C765-9B1D-4801-A924-8F666086891D}"/>
                </a:ext>
              </a:extLst>
            </p:cNvPr>
            <p:cNvSpPr>
              <a:spLocks noChangeArrowheads="1"/>
            </p:cNvSpPr>
            <p:nvPr/>
          </p:nvSpPr>
          <p:spPr bwMode="auto">
            <a:xfrm>
              <a:off x="3002"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78" name="Group 171">
            <a:extLst>
              <a:ext uri="{FF2B5EF4-FFF2-40B4-BE49-F238E27FC236}">
                <a16:creationId xmlns:a16="http://schemas.microsoft.com/office/drawing/2014/main" id="{8F8388A8-9A55-490C-8340-6270CE161058}"/>
              </a:ext>
            </a:extLst>
          </p:cNvPr>
          <p:cNvGrpSpPr>
            <a:grpSpLocks/>
          </p:cNvGrpSpPr>
          <p:nvPr/>
        </p:nvGrpSpPr>
        <p:grpSpPr bwMode="auto">
          <a:xfrm>
            <a:off x="6124576" y="2808685"/>
            <a:ext cx="384572" cy="321469"/>
            <a:chOff x="3270" y="1248"/>
            <a:chExt cx="268" cy="384"/>
          </a:xfrm>
        </p:grpSpPr>
        <p:sp>
          <p:nvSpPr>
            <p:cNvPr id="17603" name="Rectangle 172">
              <a:extLst>
                <a:ext uri="{FF2B5EF4-FFF2-40B4-BE49-F238E27FC236}">
                  <a16:creationId xmlns:a16="http://schemas.microsoft.com/office/drawing/2014/main" id="{13CD9E79-6F76-4068-85CB-C669E395892F}"/>
                </a:ext>
              </a:extLst>
            </p:cNvPr>
            <p:cNvSpPr>
              <a:spLocks noChangeArrowheads="1"/>
            </p:cNvSpPr>
            <p:nvPr/>
          </p:nvSpPr>
          <p:spPr bwMode="auto">
            <a:xfrm>
              <a:off x="3313"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04" name="Rectangle 173">
              <a:extLst>
                <a:ext uri="{FF2B5EF4-FFF2-40B4-BE49-F238E27FC236}">
                  <a16:creationId xmlns:a16="http://schemas.microsoft.com/office/drawing/2014/main" id="{4308B4F2-6798-4EB2-80E0-EED0ACC409C3}"/>
                </a:ext>
              </a:extLst>
            </p:cNvPr>
            <p:cNvSpPr>
              <a:spLocks noChangeArrowheads="1"/>
            </p:cNvSpPr>
            <p:nvPr/>
          </p:nvSpPr>
          <p:spPr bwMode="auto">
            <a:xfrm>
              <a:off x="3270"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79" name="Group 174">
            <a:extLst>
              <a:ext uri="{FF2B5EF4-FFF2-40B4-BE49-F238E27FC236}">
                <a16:creationId xmlns:a16="http://schemas.microsoft.com/office/drawing/2014/main" id="{2D6FC76A-D3F4-48EB-943D-E6C778B13C65}"/>
              </a:ext>
            </a:extLst>
          </p:cNvPr>
          <p:cNvGrpSpPr>
            <a:grpSpLocks/>
          </p:cNvGrpSpPr>
          <p:nvPr/>
        </p:nvGrpSpPr>
        <p:grpSpPr bwMode="auto">
          <a:xfrm>
            <a:off x="6509148" y="2808685"/>
            <a:ext cx="383381" cy="321469"/>
            <a:chOff x="3538" y="1248"/>
            <a:chExt cx="268" cy="384"/>
          </a:xfrm>
        </p:grpSpPr>
        <p:sp>
          <p:nvSpPr>
            <p:cNvPr id="17601" name="Rectangle 175">
              <a:extLst>
                <a:ext uri="{FF2B5EF4-FFF2-40B4-BE49-F238E27FC236}">
                  <a16:creationId xmlns:a16="http://schemas.microsoft.com/office/drawing/2014/main" id="{1BA709F8-7DCA-4EE7-B5D3-68BC01313424}"/>
                </a:ext>
              </a:extLst>
            </p:cNvPr>
            <p:cNvSpPr>
              <a:spLocks noChangeArrowheads="1"/>
            </p:cNvSpPr>
            <p:nvPr/>
          </p:nvSpPr>
          <p:spPr bwMode="auto">
            <a:xfrm>
              <a:off x="3581"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602" name="Rectangle 176">
              <a:extLst>
                <a:ext uri="{FF2B5EF4-FFF2-40B4-BE49-F238E27FC236}">
                  <a16:creationId xmlns:a16="http://schemas.microsoft.com/office/drawing/2014/main" id="{DEC1D498-E0C0-4C96-80FF-7F8E95542F1D}"/>
                </a:ext>
              </a:extLst>
            </p:cNvPr>
            <p:cNvSpPr>
              <a:spLocks noChangeArrowheads="1"/>
            </p:cNvSpPr>
            <p:nvPr/>
          </p:nvSpPr>
          <p:spPr bwMode="auto">
            <a:xfrm>
              <a:off x="3538"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80" name="Group 177">
            <a:extLst>
              <a:ext uri="{FF2B5EF4-FFF2-40B4-BE49-F238E27FC236}">
                <a16:creationId xmlns:a16="http://schemas.microsoft.com/office/drawing/2014/main" id="{4C44108F-2496-4F9A-B600-DE04105D0C2E}"/>
              </a:ext>
            </a:extLst>
          </p:cNvPr>
          <p:cNvGrpSpPr>
            <a:grpSpLocks/>
          </p:cNvGrpSpPr>
          <p:nvPr/>
        </p:nvGrpSpPr>
        <p:grpSpPr bwMode="auto">
          <a:xfrm>
            <a:off x="1441848" y="3130154"/>
            <a:ext cx="845344" cy="401240"/>
            <a:chOff x="0" y="1632"/>
            <a:chExt cx="590" cy="480"/>
          </a:xfrm>
        </p:grpSpPr>
        <p:sp>
          <p:nvSpPr>
            <p:cNvPr id="17599" name="Rectangle 178">
              <a:extLst>
                <a:ext uri="{FF2B5EF4-FFF2-40B4-BE49-F238E27FC236}">
                  <a16:creationId xmlns:a16="http://schemas.microsoft.com/office/drawing/2014/main" id="{4739F051-57F7-4301-8BA9-62BE2A4AB87C}"/>
                </a:ext>
              </a:extLst>
            </p:cNvPr>
            <p:cNvSpPr>
              <a:spLocks noChangeArrowheads="1"/>
            </p:cNvSpPr>
            <p:nvPr/>
          </p:nvSpPr>
          <p:spPr bwMode="auto">
            <a:xfrm>
              <a:off x="43" y="1632"/>
              <a:ext cx="5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3</a:t>
              </a:r>
              <a:r>
                <a:rPr kumimoji="1" lang="en-US" altLang="zh-CN" sz="1200" b="1">
                  <a:solidFill>
                    <a:srgbClr val="007A77"/>
                  </a:solidFill>
                  <a:latin typeface="Times New Roman" panose="02020603050405020304" pitchFamily="18" charset="0"/>
                </a:rPr>
                <a:t>=6 v</a:t>
              </a:r>
              <a:r>
                <a:rPr kumimoji="1" lang="en-US" altLang="zh-CN" sz="1200" b="1" baseline="-30000">
                  <a:solidFill>
                    <a:srgbClr val="007A77"/>
                  </a:solidFill>
                  <a:latin typeface="Times New Roman" panose="02020603050405020304" pitchFamily="18" charset="0"/>
                </a:rPr>
                <a:t>3</a:t>
              </a:r>
              <a:r>
                <a:rPr kumimoji="1" lang="en-US" altLang="zh-CN" sz="1200" b="1">
                  <a:solidFill>
                    <a:srgbClr val="007A77"/>
                  </a:solidFill>
                  <a:latin typeface="Times New Roman" panose="02020603050405020304" pitchFamily="18" charset="0"/>
                </a:rPr>
                <a:t>=5</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7600" name="Rectangle 179">
              <a:extLst>
                <a:ext uri="{FF2B5EF4-FFF2-40B4-BE49-F238E27FC236}">
                  <a16:creationId xmlns:a16="http://schemas.microsoft.com/office/drawing/2014/main" id="{15A17CFB-B4D5-4A56-9A43-AA335399E6CE}"/>
                </a:ext>
              </a:extLst>
            </p:cNvPr>
            <p:cNvSpPr>
              <a:spLocks noChangeArrowheads="1"/>
            </p:cNvSpPr>
            <p:nvPr/>
          </p:nvSpPr>
          <p:spPr bwMode="auto">
            <a:xfrm>
              <a:off x="0" y="1632"/>
              <a:ext cx="5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81" name="Group 180">
            <a:extLst>
              <a:ext uri="{FF2B5EF4-FFF2-40B4-BE49-F238E27FC236}">
                <a16:creationId xmlns:a16="http://schemas.microsoft.com/office/drawing/2014/main" id="{3AD92EF5-6451-47C8-832B-636F62D660A9}"/>
              </a:ext>
            </a:extLst>
          </p:cNvPr>
          <p:cNvGrpSpPr>
            <a:grpSpLocks/>
          </p:cNvGrpSpPr>
          <p:nvPr/>
        </p:nvGrpSpPr>
        <p:grpSpPr bwMode="auto">
          <a:xfrm>
            <a:off x="2287192" y="3130154"/>
            <a:ext cx="383381" cy="401240"/>
            <a:chOff x="590" y="1632"/>
            <a:chExt cx="268" cy="480"/>
          </a:xfrm>
        </p:grpSpPr>
        <p:sp>
          <p:nvSpPr>
            <p:cNvPr id="17597" name="Rectangle 181">
              <a:extLst>
                <a:ext uri="{FF2B5EF4-FFF2-40B4-BE49-F238E27FC236}">
                  <a16:creationId xmlns:a16="http://schemas.microsoft.com/office/drawing/2014/main" id="{8F656A4D-98E8-4E5B-B13D-E37BECC9DCBF}"/>
                </a:ext>
              </a:extLst>
            </p:cNvPr>
            <p:cNvSpPr>
              <a:spLocks noChangeArrowheads="1"/>
            </p:cNvSpPr>
            <p:nvPr/>
          </p:nvSpPr>
          <p:spPr bwMode="auto">
            <a:xfrm>
              <a:off x="633"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3</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98" name="Rectangle 182">
              <a:extLst>
                <a:ext uri="{FF2B5EF4-FFF2-40B4-BE49-F238E27FC236}">
                  <a16:creationId xmlns:a16="http://schemas.microsoft.com/office/drawing/2014/main" id="{5BAC8CBB-1B20-4F14-B655-75645A5A6F8B}"/>
                </a:ext>
              </a:extLst>
            </p:cNvPr>
            <p:cNvSpPr>
              <a:spLocks noChangeArrowheads="1"/>
            </p:cNvSpPr>
            <p:nvPr/>
          </p:nvSpPr>
          <p:spPr bwMode="auto">
            <a:xfrm>
              <a:off x="590" y="1632"/>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82" name="Group 183">
            <a:extLst>
              <a:ext uri="{FF2B5EF4-FFF2-40B4-BE49-F238E27FC236}">
                <a16:creationId xmlns:a16="http://schemas.microsoft.com/office/drawing/2014/main" id="{7182CCD4-961F-4836-A41E-0F1B61654CF3}"/>
              </a:ext>
            </a:extLst>
          </p:cNvPr>
          <p:cNvGrpSpPr>
            <a:grpSpLocks/>
          </p:cNvGrpSpPr>
          <p:nvPr/>
        </p:nvGrpSpPr>
        <p:grpSpPr bwMode="auto">
          <a:xfrm>
            <a:off x="2670573" y="3130154"/>
            <a:ext cx="383381" cy="401240"/>
            <a:chOff x="858" y="1632"/>
            <a:chExt cx="268" cy="480"/>
          </a:xfrm>
        </p:grpSpPr>
        <p:sp>
          <p:nvSpPr>
            <p:cNvPr id="17595" name="Rectangle 184">
              <a:extLst>
                <a:ext uri="{FF2B5EF4-FFF2-40B4-BE49-F238E27FC236}">
                  <a16:creationId xmlns:a16="http://schemas.microsoft.com/office/drawing/2014/main" id="{5AADED6B-8D7A-4F90-9498-6AA813408911}"/>
                </a:ext>
              </a:extLst>
            </p:cNvPr>
            <p:cNvSpPr>
              <a:spLocks noChangeArrowheads="1"/>
            </p:cNvSpPr>
            <p:nvPr/>
          </p:nvSpPr>
          <p:spPr bwMode="auto">
            <a:xfrm>
              <a:off x="901"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96" name="Rectangle 185">
              <a:extLst>
                <a:ext uri="{FF2B5EF4-FFF2-40B4-BE49-F238E27FC236}">
                  <a16:creationId xmlns:a16="http://schemas.microsoft.com/office/drawing/2014/main" id="{2CC37F3D-31D3-495D-84D2-67FE06C07073}"/>
                </a:ext>
              </a:extLst>
            </p:cNvPr>
            <p:cNvSpPr>
              <a:spLocks noChangeArrowheads="1"/>
            </p:cNvSpPr>
            <p:nvPr/>
          </p:nvSpPr>
          <p:spPr bwMode="auto">
            <a:xfrm>
              <a:off x="858"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83" name="Group 186">
            <a:extLst>
              <a:ext uri="{FF2B5EF4-FFF2-40B4-BE49-F238E27FC236}">
                <a16:creationId xmlns:a16="http://schemas.microsoft.com/office/drawing/2014/main" id="{B56C366D-92A5-454A-95AA-53538EEE102B}"/>
              </a:ext>
            </a:extLst>
          </p:cNvPr>
          <p:cNvGrpSpPr>
            <a:grpSpLocks/>
          </p:cNvGrpSpPr>
          <p:nvPr/>
        </p:nvGrpSpPr>
        <p:grpSpPr bwMode="auto">
          <a:xfrm>
            <a:off x="3053953" y="3130154"/>
            <a:ext cx="384572" cy="401240"/>
            <a:chOff x="1126" y="1632"/>
            <a:chExt cx="268" cy="480"/>
          </a:xfrm>
        </p:grpSpPr>
        <p:sp>
          <p:nvSpPr>
            <p:cNvPr id="17593" name="Rectangle 187">
              <a:extLst>
                <a:ext uri="{FF2B5EF4-FFF2-40B4-BE49-F238E27FC236}">
                  <a16:creationId xmlns:a16="http://schemas.microsoft.com/office/drawing/2014/main" id="{E7D86823-93CE-4B19-A9A3-D8FC11C42EB0}"/>
                </a:ext>
              </a:extLst>
            </p:cNvPr>
            <p:cNvSpPr>
              <a:spLocks noChangeArrowheads="1"/>
            </p:cNvSpPr>
            <p:nvPr/>
          </p:nvSpPr>
          <p:spPr bwMode="auto">
            <a:xfrm>
              <a:off x="1169"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94" name="Rectangle 188">
              <a:extLst>
                <a:ext uri="{FF2B5EF4-FFF2-40B4-BE49-F238E27FC236}">
                  <a16:creationId xmlns:a16="http://schemas.microsoft.com/office/drawing/2014/main" id="{8BD1DFED-F79F-4C33-A315-DD7DD87A7AAD}"/>
                </a:ext>
              </a:extLst>
            </p:cNvPr>
            <p:cNvSpPr>
              <a:spLocks noChangeArrowheads="1"/>
            </p:cNvSpPr>
            <p:nvPr/>
          </p:nvSpPr>
          <p:spPr bwMode="auto">
            <a:xfrm>
              <a:off x="1126"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84" name="Group 189">
            <a:extLst>
              <a:ext uri="{FF2B5EF4-FFF2-40B4-BE49-F238E27FC236}">
                <a16:creationId xmlns:a16="http://schemas.microsoft.com/office/drawing/2014/main" id="{EBE56D5B-C046-4D6E-8806-59104AF6E432}"/>
              </a:ext>
            </a:extLst>
          </p:cNvPr>
          <p:cNvGrpSpPr>
            <a:grpSpLocks/>
          </p:cNvGrpSpPr>
          <p:nvPr/>
        </p:nvGrpSpPr>
        <p:grpSpPr bwMode="auto">
          <a:xfrm>
            <a:off x="3438526" y="3130154"/>
            <a:ext cx="383381" cy="401240"/>
            <a:chOff x="1394" y="1632"/>
            <a:chExt cx="268" cy="480"/>
          </a:xfrm>
        </p:grpSpPr>
        <p:sp>
          <p:nvSpPr>
            <p:cNvPr id="17591" name="Rectangle 190">
              <a:extLst>
                <a:ext uri="{FF2B5EF4-FFF2-40B4-BE49-F238E27FC236}">
                  <a16:creationId xmlns:a16="http://schemas.microsoft.com/office/drawing/2014/main" id="{DC3802F8-05C5-4844-BE18-5BE3CF3155ED}"/>
                </a:ext>
              </a:extLst>
            </p:cNvPr>
            <p:cNvSpPr>
              <a:spLocks noChangeArrowheads="1"/>
            </p:cNvSpPr>
            <p:nvPr/>
          </p:nvSpPr>
          <p:spPr bwMode="auto">
            <a:xfrm>
              <a:off x="1437"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92" name="Rectangle 191">
              <a:extLst>
                <a:ext uri="{FF2B5EF4-FFF2-40B4-BE49-F238E27FC236}">
                  <a16:creationId xmlns:a16="http://schemas.microsoft.com/office/drawing/2014/main" id="{A57690A8-F7B9-4447-9BEE-60437E26D5C6}"/>
                </a:ext>
              </a:extLst>
            </p:cNvPr>
            <p:cNvSpPr>
              <a:spLocks noChangeArrowheads="1"/>
            </p:cNvSpPr>
            <p:nvPr/>
          </p:nvSpPr>
          <p:spPr bwMode="auto">
            <a:xfrm>
              <a:off x="1394"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85" name="Group 192">
            <a:extLst>
              <a:ext uri="{FF2B5EF4-FFF2-40B4-BE49-F238E27FC236}">
                <a16:creationId xmlns:a16="http://schemas.microsoft.com/office/drawing/2014/main" id="{BC3615E4-8BBE-44D9-B0CC-03A07A49533E}"/>
              </a:ext>
            </a:extLst>
          </p:cNvPr>
          <p:cNvGrpSpPr>
            <a:grpSpLocks/>
          </p:cNvGrpSpPr>
          <p:nvPr/>
        </p:nvGrpSpPr>
        <p:grpSpPr bwMode="auto">
          <a:xfrm>
            <a:off x="3821907" y="3130154"/>
            <a:ext cx="383381" cy="401240"/>
            <a:chOff x="1662" y="1632"/>
            <a:chExt cx="268" cy="480"/>
          </a:xfrm>
        </p:grpSpPr>
        <p:sp>
          <p:nvSpPr>
            <p:cNvPr id="17589" name="Rectangle 193">
              <a:extLst>
                <a:ext uri="{FF2B5EF4-FFF2-40B4-BE49-F238E27FC236}">
                  <a16:creationId xmlns:a16="http://schemas.microsoft.com/office/drawing/2014/main" id="{7715E86B-5773-4206-A3BF-487BB80E86D1}"/>
                </a:ext>
              </a:extLst>
            </p:cNvPr>
            <p:cNvSpPr>
              <a:spLocks noChangeArrowheads="1"/>
            </p:cNvSpPr>
            <p:nvPr/>
          </p:nvSpPr>
          <p:spPr bwMode="auto">
            <a:xfrm>
              <a:off x="1705"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90" name="Rectangle 194">
              <a:extLst>
                <a:ext uri="{FF2B5EF4-FFF2-40B4-BE49-F238E27FC236}">
                  <a16:creationId xmlns:a16="http://schemas.microsoft.com/office/drawing/2014/main" id="{38743EF5-18C0-44BB-BB6D-7D17B7DFF149}"/>
                </a:ext>
              </a:extLst>
            </p:cNvPr>
            <p:cNvSpPr>
              <a:spLocks noChangeArrowheads="1"/>
            </p:cNvSpPr>
            <p:nvPr/>
          </p:nvSpPr>
          <p:spPr bwMode="auto">
            <a:xfrm>
              <a:off x="1662"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86" name="Group 195">
            <a:extLst>
              <a:ext uri="{FF2B5EF4-FFF2-40B4-BE49-F238E27FC236}">
                <a16:creationId xmlns:a16="http://schemas.microsoft.com/office/drawing/2014/main" id="{CB117566-5C3D-4650-86A8-71A33C054B3F}"/>
              </a:ext>
            </a:extLst>
          </p:cNvPr>
          <p:cNvGrpSpPr>
            <a:grpSpLocks/>
          </p:cNvGrpSpPr>
          <p:nvPr/>
        </p:nvGrpSpPr>
        <p:grpSpPr bwMode="auto">
          <a:xfrm>
            <a:off x="4205288" y="3130154"/>
            <a:ext cx="384572" cy="401240"/>
            <a:chOff x="1930" y="1632"/>
            <a:chExt cx="268" cy="480"/>
          </a:xfrm>
        </p:grpSpPr>
        <p:sp>
          <p:nvSpPr>
            <p:cNvPr id="17587" name="Rectangle 196">
              <a:extLst>
                <a:ext uri="{FF2B5EF4-FFF2-40B4-BE49-F238E27FC236}">
                  <a16:creationId xmlns:a16="http://schemas.microsoft.com/office/drawing/2014/main" id="{92F65462-3077-47F7-9645-53C7E65CFE6D}"/>
                </a:ext>
              </a:extLst>
            </p:cNvPr>
            <p:cNvSpPr>
              <a:spLocks noChangeArrowheads="1"/>
            </p:cNvSpPr>
            <p:nvPr/>
          </p:nvSpPr>
          <p:spPr bwMode="auto">
            <a:xfrm>
              <a:off x="1973"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88" name="Rectangle 197">
              <a:extLst>
                <a:ext uri="{FF2B5EF4-FFF2-40B4-BE49-F238E27FC236}">
                  <a16:creationId xmlns:a16="http://schemas.microsoft.com/office/drawing/2014/main" id="{A77E905F-EFB9-4191-AB54-F79B1ABF4C5A}"/>
                </a:ext>
              </a:extLst>
            </p:cNvPr>
            <p:cNvSpPr>
              <a:spLocks noChangeArrowheads="1"/>
            </p:cNvSpPr>
            <p:nvPr/>
          </p:nvSpPr>
          <p:spPr bwMode="auto">
            <a:xfrm>
              <a:off x="1930"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87" name="Group 198">
            <a:extLst>
              <a:ext uri="{FF2B5EF4-FFF2-40B4-BE49-F238E27FC236}">
                <a16:creationId xmlns:a16="http://schemas.microsoft.com/office/drawing/2014/main" id="{C6C41709-07E8-49E3-9C0E-AD82F18120EC}"/>
              </a:ext>
            </a:extLst>
          </p:cNvPr>
          <p:cNvGrpSpPr>
            <a:grpSpLocks/>
          </p:cNvGrpSpPr>
          <p:nvPr/>
        </p:nvGrpSpPr>
        <p:grpSpPr bwMode="auto">
          <a:xfrm>
            <a:off x="4589860" y="3130154"/>
            <a:ext cx="383381" cy="401240"/>
            <a:chOff x="2198" y="1632"/>
            <a:chExt cx="268" cy="480"/>
          </a:xfrm>
        </p:grpSpPr>
        <p:sp>
          <p:nvSpPr>
            <p:cNvPr id="17585" name="Rectangle 199">
              <a:extLst>
                <a:ext uri="{FF2B5EF4-FFF2-40B4-BE49-F238E27FC236}">
                  <a16:creationId xmlns:a16="http://schemas.microsoft.com/office/drawing/2014/main" id="{7FF89E3C-BF5E-40BA-B340-EAE9E6C8C2B8}"/>
                </a:ext>
              </a:extLst>
            </p:cNvPr>
            <p:cNvSpPr>
              <a:spLocks noChangeArrowheads="1"/>
            </p:cNvSpPr>
            <p:nvPr/>
          </p:nvSpPr>
          <p:spPr bwMode="auto">
            <a:xfrm>
              <a:off x="2241"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86" name="Rectangle 200">
              <a:extLst>
                <a:ext uri="{FF2B5EF4-FFF2-40B4-BE49-F238E27FC236}">
                  <a16:creationId xmlns:a16="http://schemas.microsoft.com/office/drawing/2014/main" id="{9504B42C-25DA-4B57-993D-6C76E2A6D0F7}"/>
                </a:ext>
              </a:extLst>
            </p:cNvPr>
            <p:cNvSpPr>
              <a:spLocks noChangeArrowheads="1"/>
            </p:cNvSpPr>
            <p:nvPr/>
          </p:nvSpPr>
          <p:spPr bwMode="auto">
            <a:xfrm>
              <a:off x="2198"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88" name="Group 201">
            <a:extLst>
              <a:ext uri="{FF2B5EF4-FFF2-40B4-BE49-F238E27FC236}">
                <a16:creationId xmlns:a16="http://schemas.microsoft.com/office/drawing/2014/main" id="{17A05A39-0413-4667-B5D7-62F238394B60}"/>
              </a:ext>
            </a:extLst>
          </p:cNvPr>
          <p:cNvGrpSpPr>
            <a:grpSpLocks/>
          </p:cNvGrpSpPr>
          <p:nvPr/>
        </p:nvGrpSpPr>
        <p:grpSpPr bwMode="auto">
          <a:xfrm>
            <a:off x="4973241" y="3130154"/>
            <a:ext cx="384572" cy="401240"/>
            <a:chOff x="2466" y="1632"/>
            <a:chExt cx="268" cy="480"/>
          </a:xfrm>
        </p:grpSpPr>
        <p:sp>
          <p:nvSpPr>
            <p:cNvPr id="17583" name="Rectangle 202">
              <a:extLst>
                <a:ext uri="{FF2B5EF4-FFF2-40B4-BE49-F238E27FC236}">
                  <a16:creationId xmlns:a16="http://schemas.microsoft.com/office/drawing/2014/main" id="{770B9C06-4BF9-42B0-8097-D1681EC1CAC2}"/>
                </a:ext>
              </a:extLst>
            </p:cNvPr>
            <p:cNvSpPr>
              <a:spLocks noChangeArrowheads="1"/>
            </p:cNvSpPr>
            <p:nvPr/>
          </p:nvSpPr>
          <p:spPr bwMode="auto">
            <a:xfrm>
              <a:off x="2509"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84" name="Rectangle 203">
              <a:extLst>
                <a:ext uri="{FF2B5EF4-FFF2-40B4-BE49-F238E27FC236}">
                  <a16:creationId xmlns:a16="http://schemas.microsoft.com/office/drawing/2014/main" id="{5B6A2DF3-40D9-4ED0-9DE4-EF52B9951E2F}"/>
                </a:ext>
              </a:extLst>
            </p:cNvPr>
            <p:cNvSpPr>
              <a:spLocks noChangeArrowheads="1"/>
            </p:cNvSpPr>
            <p:nvPr/>
          </p:nvSpPr>
          <p:spPr bwMode="auto">
            <a:xfrm>
              <a:off x="2466"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89" name="Group 204">
            <a:extLst>
              <a:ext uri="{FF2B5EF4-FFF2-40B4-BE49-F238E27FC236}">
                <a16:creationId xmlns:a16="http://schemas.microsoft.com/office/drawing/2014/main" id="{7EE406A3-46BA-41DD-85E4-1FFB8A810101}"/>
              </a:ext>
            </a:extLst>
          </p:cNvPr>
          <p:cNvGrpSpPr>
            <a:grpSpLocks/>
          </p:cNvGrpSpPr>
          <p:nvPr/>
        </p:nvGrpSpPr>
        <p:grpSpPr bwMode="auto">
          <a:xfrm>
            <a:off x="5357813" y="3130154"/>
            <a:ext cx="383381" cy="401240"/>
            <a:chOff x="2734" y="1632"/>
            <a:chExt cx="268" cy="480"/>
          </a:xfrm>
        </p:grpSpPr>
        <p:sp>
          <p:nvSpPr>
            <p:cNvPr id="17581" name="Rectangle 205">
              <a:extLst>
                <a:ext uri="{FF2B5EF4-FFF2-40B4-BE49-F238E27FC236}">
                  <a16:creationId xmlns:a16="http://schemas.microsoft.com/office/drawing/2014/main" id="{75EAABED-5909-469D-A1D2-BA9572A97D73}"/>
                </a:ext>
              </a:extLst>
            </p:cNvPr>
            <p:cNvSpPr>
              <a:spLocks noChangeArrowheads="1"/>
            </p:cNvSpPr>
            <p:nvPr/>
          </p:nvSpPr>
          <p:spPr bwMode="auto">
            <a:xfrm>
              <a:off x="2777"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82" name="Rectangle 206">
              <a:extLst>
                <a:ext uri="{FF2B5EF4-FFF2-40B4-BE49-F238E27FC236}">
                  <a16:creationId xmlns:a16="http://schemas.microsoft.com/office/drawing/2014/main" id="{82890C11-6DA5-4257-A0CF-4AECBF50FF5A}"/>
                </a:ext>
              </a:extLst>
            </p:cNvPr>
            <p:cNvSpPr>
              <a:spLocks noChangeArrowheads="1"/>
            </p:cNvSpPr>
            <p:nvPr/>
          </p:nvSpPr>
          <p:spPr bwMode="auto">
            <a:xfrm>
              <a:off x="2734"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90" name="Group 207">
            <a:extLst>
              <a:ext uri="{FF2B5EF4-FFF2-40B4-BE49-F238E27FC236}">
                <a16:creationId xmlns:a16="http://schemas.microsoft.com/office/drawing/2014/main" id="{194A14B2-7407-4920-9817-00413FF82DE9}"/>
              </a:ext>
            </a:extLst>
          </p:cNvPr>
          <p:cNvGrpSpPr>
            <a:grpSpLocks/>
          </p:cNvGrpSpPr>
          <p:nvPr/>
        </p:nvGrpSpPr>
        <p:grpSpPr bwMode="auto">
          <a:xfrm>
            <a:off x="5741194" y="3130154"/>
            <a:ext cx="383381" cy="401240"/>
            <a:chOff x="3002" y="1632"/>
            <a:chExt cx="268" cy="480"/>
          </a:xfrm>
        </p:grpSpPr>
        <p:sp>
          <p:nvSpPr>
            <p:cNvPr id="17579" name="Rectangle 208">
              <a:extLst>
                <a:ext uri="{FF2B5EF4-FFF2-40B4-BE49-F238E27FC236}">
                  <a16:creationId xmlns:a16="http://schemas.microsoft.com/office/drawing/2014/main" id="{397C8FE7-6D14-456A-9980-EAC58E8BB4B8}"/>
                </a:ext>
              </a:extLst>
            </p:cNvPr>
            <p:cNvSpPr>
              <a:spLocks noChangeArrowheads="1"/>
            </p:cNvSpPr>
            <p:nvPr/>
          </p:nvSpPr>
          <p:spPr bwMode="auto">
            <a:xfrm>
              <a:off x="3045"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11</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80" name="Rectangle 209">
              <a:extLst>
                <a:ext uri="{FF2B5EF4-FFF2-40B4-BE49-F238E27FC236}">
                  <a16:creationId xmlns:a16="http://schemas.microsoft.com/office/drawing/2014/main" id="{E2A43289-0DFD-4C2D-9DB6-7D07BCD75EE0}"/>
                </a:ext>
              </a:extLst>
            </p:cNvPr>
            <p:cNvSpPr>
              <a:spLocks noChangeArrowheads="1"/>
            </p:cNvSpPr>
            <p:nvPr/>
          </p:nvSpPr>
          <p:spPr bwMode="auto">
            <a:xfrm>
              <a:off x="3002"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91" name="Group 210">
            <a:extLst>
              <a:ext uri="{FF2B5EF4-FFF2-40B4-BE49-F238E27FC236}">
                <a16:creationId xmlns:a16="http://schemas.microsoft.com/office/drawing/2014/main" id="{FADCAE5F-63CA-4774-A154-9F9EBF1AA45E}"/>
              </a:ext>
            </a:extLst>
          </p:cNvPr>
          <p:cNvGrpSpPr>
            <a:grpSpLocks/>
          </p:cNvGrpSpPr>
          <p:nvPr/>
        </p:nvGrpSpPr>
        <p:grpSpPr bwMode="auto">
          <a:xfrm>
            <a:off x="6124576" y="3130154"/>
            <a:ext cx="384572" cy="401240"/>
            <a:chOff x="3270" y="1632"/>
            <a:chExt cx="268" cy="480"/>
          </a:xfrm>
        </p:grpSpPr>
        <p:sp>
          <p:nvSpPr>
            <p:cNvPr id="17577" name="Rectangle 211">
              <a:extLst>
                <a:ext uri="{FF2B5EF4-FFF2-40B4-BE49-F238E27FC236}">
                  <a16:creationId xmlns:a16="http://schemas.microsoft.com/office/drawing/2014/main" id="{80B6D638-12E6-4DEA-8AC3-609B497EE5C4}"/>
                </a:ext>
              </a:extLst>
            </p:cNvPr>
            <p:cNvSpPr>
              <a:spLocks noChangeArrowheads="1"/>
            </p:cNvSpPr>
            <p:nvPr/>
          </p:nvSpPr>
          <p:spPr bwMode="auto">
            <a:xfrm>
              <a:off x="3313"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11</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78" name="Rectangle 212">
              <a:extLst>
                <a:ext uri="{FF2B5EF4-FFF2-40B4-BE49-F238E27FC236}">
                  <a16:creationId xmlns:a16="http://schemas.microsoft.com/office/drawing/2014/main" id="{267939BB-1F21-4098-BB60-97475A39CD00}"/>
                </a:ext>
              </a:extLst>
            </p:cNvPr>
            <p:cNvSpPr>
              <a:spLocks noChangeArrowheads="1"/>
            </p:cNvSpPr>
            <p:nvPr/>
          </p:nvSpPr>
          <p:spPr bwMode="auto">
            <a:xfrm>
              <a:off x="3270"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92" name="Group 213">
            <a:extLst>
              <a:ext uri="{FF2B5EF4-FFF2-40B4-BE49-F238E27FC236}">
                <a16:creationId xmlns:a16="http://schemas.microsoft.com/office/drawing/2014/main" id="{D7196750-323E-4A64-8154-7A189B0E24AC}"/>
              </a:ext>
            </a:extLst>
          </p:cNvPr>
          <p:cNvGrpSpPr>
            <a:grpSpLocks/>
          </p:cNvGrpSpPr>
          <p:nvPr/>
        </p:nvGrpSpPr>
        <p:grpSpPr bwMode="auto">
          <a:xfrm>
            <a:off x="6509148" y="3130154"/>
            <a:ext cx="383381" cy="401240"/>
            <a:chOff x="3538" y="1632"/>
            <a:chExt cx="268" cy="480"/>
          </a:xfrm>
        </p:grpSpPr>
        <p:sp>
          <p:nvSpPr>
            <p:cNvPr id="17575" name="Rectangle 214">
              <a:extLst>
                <a:ext uri="{FF2B5EF4-FFF2-40B4-BE49-F238E27FC236}">
                  <a16:creationId xmlns:a16="http://schemas.microsoft.com/office/drawing/2014/main" id="{7BF40BCA-DD54-41F5-9889-01628032AFC7}"/>
                </a:ext>
              </a:extLst>
            </p:cNvPr>
            <p:cNvSpPr>
              <a:spLocks noChangeArrowheads="1"/>
            </p:cNvSpPr>
            <p:nvPr/>
          </p:nvSpPr>
          <p:spPr bwMode="auto">
            <a:xfrm>
              <a:off x="3581"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14</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76" name="Rectangle 215">
              <a:extLst>
                <a:ext uri="{FF2B5EF4-FFF2-40B4-BE49-F238E27FC236}">
                  <a16:creationId xmlns:a16="http://schemas.microsoft.com/office/drawing/2014/main" id="{68258FAD-DEF2-4EF4-AEDA-704CAC92CA5C}"/>
                </a:ext>
              </a:extLst>
            </p:cNvPr>
            <p:cNvSpPr>
              <a:spLocks noChangeArrowheads="1"/>
            </p:cNvSpPr>
            <p:nvPr/>
          </p:nvSpPr>
          <p:spPr bwMode="auto">
            <a:xfrm>
              <a:off x="3538"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93" name="Group 216">
            <a:extLst>
              <a:ext uri="{FF2B5EF4-FFF2-40B4-BE49-F238E27FC236}">
                <a16:creationId xmlns:a16="http://schemas.microsoft.com/office/drawing/2014/main" id="{D8AB31A1-E56F-4763-8309-3214A4B5EFE2}"/>
              </a:ext>
            </a:extLst>
          </p:cNvPr>
          <p:cNvGrpSpPr>
            <a:grpSpLocks/>
          </p:cNvGrpSpPr>
          <p:nvPr/>
        </p:nvGrpSpPr>
        <p:grpSpPr bwMode="auto">
          <a:xfrm>
            <a:off x="1441848" y="3531394"/>
            <a:ext cx="845344" cy="402431"/>
            <a:chOff x="0" y="2112"/>
            <a:chExt cx="590" cy="480"/>
          </a:xfrm>
        </p:grpSpPr>
        <p:sp>
          <p:nvSpPr>
            <p:cNvPr id="17573" name="Rectangle 217">
              <a:extLst>
                <a:ext uri="{FF2B5EF4-FFF2-40B4-BE49-F238E27FC236}">
                  <a16:creationId xmlns:a16="http://schemas.microsoft.com/office/drawing/2014/main" id="{85E43DE8-F57D-4468-BA75-0B80E5406793}"/>
                </a:ext>
              </a:extLst>
            </p:cNvPr>
            <p:cNvSpPr>
              <a:spLocks noChangeArrowheads="1"/>
            </p:cNvSpPr>
            <p:nvPr/>
          </p:nvSpPr>
          <p:spPr bwMode="auto">
            <a:xfrm>
              <a:off x="43" y="2112"/>
              <a:ext cx="5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4</a:t>
              </a:r>
              <a:r>
                <a:rPr kumimoji="1" lang="en-US" altLang="zh-CN" sz="1200" b="1">
                  <a:solidFill>
                    <a:srgbClr val="007A77"/>
                  </a:solidFill>
                  <a:latin typeface="Times New Roman" panose="02020603050405020304" pitchFamily="18" charset="0"/>
                </a:rPr>
                <a:t>=5 v</a:t>
              </a:r>
              <a:r>
                <a:rPr kumimoji="1" lang="en-US" altLang="zh-CN" sz="1200" b="1" baseline="-30000">
                  <a:solidFill>
                    <a:srgbClr val="007A77"/>
                  </a:solidFill>
                  <a:latin typeface="Times New Roman" panose="02020603050405020304" pitchFamily="18" charset="0"/>
                </a:rPr>
                <a:t>4</a:t>
              </a:r>
              <a:r>
                <a:rPr kumimoji="1" lang="en-US" altLang="zh-CN" sz="1200" b="1">
                  <a:solidFill>
                    <a:srgbClr val="007A77"/>
                  </a:solidFill>
                  <a:latin typeface="Times New Roman" panose="02020603050405020304" pitchFamily="18" charset="0"/>
                </a:rPr>
                <a:t>=4</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7574" name="Rectangle 218">
              <a:extLst>
                <a:ext uri="{FF2B5EF4-FFF2-40B4-BE49-F238E27FC236}">
                  <a16:creationId xmlns:a16="http://schemas.microsoft.com/office/drawing/2014/main" id="{B71A3D75-71F5-4150-B2B7-8AB3C0B81C2E}"/>
                </a:ext>
              </a:extLst>
            </p:cNvPr>
            <p:cNvSpPr>
              <a:spLocks noChangeArrowheads="1"/>
            </p:cNvSpPr>
            <p:nvPr/>
          </p:nvSpPr>
          <p:spPr bwMode="auto">
            <a:xfrm>
              <a:off x="0" y="2112"/>
              <a:ext cx="5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94" name="Group 219">
            <a:extLst>
              <a:ext uri="{FF2B5EF4-FFF2-40B4-BE49-F238E27FC236}">
                <a16:creationId xmlns:a16="http://schemas.microsoft.com/office/drawing/2014/main" id="{B286720B-348E-4BE4-8B5A-E636482F7CF4}"/>
              </a:ext>
            </a:extLst>
          </p:cNvPr>
          <p:cNvGrpSpPr>
            <a:grpSpLocks/>
          </p:cNvGrpSpPr>
          <p:nvPr/>
        </p:nvGrpSpPr>
        <p:grpSpPr bwMode="auto">
          <a:xfrm>
            <a:off x="2287192" y="3531394"/>
            <a:ext cx="383381" cy="402431"/>
            <a:chOff x="590" y="2112"/>
            <a:chExt cx="268" cy="480"/>
          </a:xfrm>
        </p:grpSpPr>
        <p:sp>
          <p:nvSpPr>
            <p:cNvPr id="17571" name="Rectangle 220">
              <a:extLst>
                <a:ext uri="{FF2B5EF4-FFF2-40B4-BE49-F238E27FC236}">
                  <a16:creationId xmlns:a16="http://schemas.microsoft.com/office/drawing/2014/main" id="{F38D2EC2-140D-4486-85E8-AA08D8D9F48D}"/>
                </a:ext>
              </a:extLst>
            </p:cNvPr>
            <p:cNvSpPr>
              <a:spLocks noChangeArrowheads="1"/>
            </p:cNvSpPr>
            <p:nvPr/>
          </p:nvSpPr>
          <p:spPr bwMode="auto">
            <a:xfrm>
              <a:off x="633"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4</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72" name="Rectangle 221">
              <a:extLst>
                <a:ext uri="{FF2B5EF4-FFF2-40B4-BE49-F238E27FC236}">
                  <a16:creationId xmlns:a16="http://schemas.microsoft.com/office/drawing/2014/main" id="{AE104C3D-5DCD-4ED1-88A5-63A3A6F7B40F}"/>
                </a:ext>
              </a:extLst>
            </p:cNvPr>
            <p:cNvSpPr>
              <a:spLocks noChangeArrowheads="1"/>
            </p:cNvSpPr>
            <p:nvPr/>
          </p:nvSpPr>
          <p:spPr bwMode="auto">
            <a:xfrm>
              <a:off x="590" y="2112"/>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95" name="Group 222">
            <a:extLst>
              <a:ext uri="{FF2B5EF4-FFF2-40B4-BE49-F238E27FC236}">
                <a16:creationId xmlns:a16="http://schemas.microsoft.com/office/drawing/2014/main" id="{C5A68D75-21B1-4C00-895F-B9A9D8EE17A5}"/>
              </a:ext>
            </a:extLst>
          </p:cNvPr>
          <p:cNvGrpSpPr>
            <a:grpSpLocks/>
          </p:cNvGrpSpPr>
          <p:nvPr/>
        </p:nvGrpSpPr>
        <p:grpSpPr bwMode="auto">
          <a:xfrm>
            <a:off x="2670573" y="3531394"/>
            <a:ext cx="383381" cy="402431"/>
            <a:chOff x="858" y="2112"/>
            <a:chExt cx="268" cy="480"/>
          </a:xfrm>
        </p:grpSpPr>
        <p:sp>
          <p:nvSpPr>
            <p:cNvPr id="17569" name="Rectangle 223">
              <a:extLst>
                <a:ext uri="{FF2B5EF4-FFF2-40B4-BE49-F238E27FC236}">
                  <a16:creationId xmlns:a16="http://schemas.microsoft.com/office/drawing/2014/main" id="{1EE15DFC-C8E7-4F8D-ADD6-70CEDAE8021F}"/>
                </a:ext>
              </a:extLst>
            </p:cNvPr>
            <p:cNvSpPr>
              <a:spLocks noChangeArrowheads="1"/>
            </p:cNvSpPr>
            <p:nvPr/>
          </p:nvSpPr>
          <p:spPr bwMode="auto">
            <a:xfrm>
              <a:off x="901"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70" name="Rectangle 224">
              <a:extLst>
                <a:ext uri="{FF2B5EF4-FFF2-40B4-BE49-F238E27FC236}">
                  <a16:creationId xmlns:a16="http://schemas.microsoft.com/office/drawing/2014/main" id="{879929B6-1805-454A-9093-400B01D99DC1}"/>
                </a:ext>
              </a:extLst>
            </p:cNvPr>
            <p:cNvSpPr>
              <a:spLocks noChangeArrowheads="1"/>
            </p:cNvSpPr>
            <p:nvPr/>
          </p:nvSpPr>
          <p:spPr bwMode="auto">
            <a:xfrm>
              <a:off x="858"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96" name="Group 225">
            <a:extLst>
              <a:ext uri="{FF2B5EF4-FFF2-40B4-BE49-F238E27FC236}">
                <a16:creationId xmlns:a16="http://schemas.microsoft.com/office/drawing/2014/main" id="{53E48E8C-F3D0-4E14-9D98-7F480B681695}"/>
              </a:ext>
            </a:extLst>
          </p:cNvPr>
          <p:cNvGrpSpPr>
            <a:grpSpLocks/>
          </p:cNvGrpSpPr>
          <p:nvPr/>
        </p:nvGrpSpPr>
        <p:grpSpPr bwMode="auto">
          <a:xfrm>
            <a:off x="3053953" y="3531394"/>
            <a:ext cx="384572" cy="402431"/>
            <a:chOff x="1126" y="2112"/>
            <a:chExt cx="268" cy="480"/>
          </a:xfrm>
        </p:grpSpPr>
        <p:sp>
          <p:nvSpPr>
            <p:cNvPr id="17567" name="Rectangle 226">
              <a:extLst>
                <a:ext uri="{FF2B5EF4-FFF2-40B4-BE49-F238E27FC236}">
                  <a16:creationId xmlns:a16="http://schemas.microsoft.com/office/drawing/2014/main" id="{970A5836-79B4-4303-A38B-41AD5D95E003}"/>
                </a:ext>
              </a:extLst>
            </p:cNvPr>
            <p:cNvSpPr>
              <a:spLocks noChangeArrowheads="1"/>
            </p:cNvSpPr>
            <p:nvPr/>
          </p:nvSpPr>
          <p:spPr bwMode="auto">
            <a:xfrm>
              <a:off x="1169"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68" name="Rectangle 227">
              <a:extLst>
                <a:ext uri="{FF2B5EF4-FFF2-40B4-BE49-F238E27FC236}">
                  <a16:creationId xmlns:a16="http://schemas.microsoft.com/office/drawing/2014/main" id="{2C812DDA-0E50-42AF-BE4E-43BC107E32DD}"/>
                </a:ext>
              </a:extLst>
            </p:cNvPr>
            <p:cNvSpPr>
              <a:spLocks noChangeArrowheads="1"/>
            </p:cNvSpPr>
            <p:nvPr/>
          </p:nvSpPr>
          <p:spPr bwMode="auto">
            <a:xfrm>
              <a:off x="1126"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97" name="Group 228">
            <a:extLst>
              <a:ext uri="{FF2B5EF4-FFF2-40B4-BE49-F238E27FC236}">
                <a16:creationId xmlns:a16="http://schemas.microsoft.com/office/drawing/2014/main" id="{69E2D6E3-6B52-46B2-8C8E-1773AACEBD80}"/>
              </a:ext>
            </a:extLst>
          </p:cNvPr>
          <p:cNvGrpSpPr>
            <a:grpSpLocks/>
          </p:cNvGrpSpPr>
          <p:nvPr/>
        </p:nvGrpSpPr>
        <p:grpSpPr bwMode="auto">
          <a:xfrm>
            <a:off x="3438526" y="3531394"/>
            <a:ext cx="383381" cy="402431"/>
            <a:chOff x="1394" y="2112"/>
            <a:chExt cx="268" cy="480"/>
          </a:xfrm>
        </p:grpSpPr>
        <p:sp>
          <p:nvSpPr>
            <p:cNvPr id="17565" name="Rectangle 229">
              <a:extLst>
                <a:ext uri="{FF2B5EF4-FFF2-40B4-BE49-F238E27FC236}">
                  <a16:creationId xmlns:a16="http://schemas.microsoft.com/office/drawing/2014/main" id="{ED21934B-CF09-4626-9D17-52C28BC866DC}"/>
                </a:ext>
              </a:extLst>
            </p:cNvPr>
            <p:cNvSpPr>
              <a:spLocks noChangeArrowheads="1"/>
            </p:cNvSpPr>
            <p:nvPr/>
          </p:nvSpPr>
          <p:spPr bwMode="auto">
            <a:xfrm>
              <a:off x="1437"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66" name="Rectangle 230">
              <a:extLst>
                <a:ext uri="{FF2B5EF4-FFF2-40B4-BE49-F238E27FC236}">
                  <a16:creationId xmlns:a16="http://schemas.microsoft.com/office/drawing/2014/main" id="{CABBAA58-7B7F-4238-9B12-297C4A556D7F}"/>
                </a:ext>
              </a:extLst>
            </p:cNvPr>
            <p:cNvSpPr>
              <a:spLocks noChangeArrowheads="1"/>
            </p:cNvSpPr>
            <p:nvPr/>
          </p:nvSpPr>
          <p:spPr bwMode="auto">
            <a:xfrm>
              <a:off x="1394"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98" name="Group 231">
            <a:extLst>
              <a:ext uri="{FF2B5EF4-FFF2-40B4-BE49-F238E27FC236}">
                <a16:creationId xmlns:a16="http://schemas.microsoft.com/office/drawing/2014/main" id="{E310A644-45E1-4746-9BFF-B7DDCB45FCFC}"/>
              </a:ext>
            </a:extLst>
          </p:cNvPr>
          <p:cNvGrpSpPr>
            <a:grpSpLocks/>
          </p:cNvGrpSpPr>
          <p:nvPr/>
        </p:nvGrpSpPr>
        <p:grpSpPr bwMode="auto">
          <a:xfrm>
            <a:off x="3821907" y="3531394"/>
            <a:ext cx="383381" cy="402431"/>
            <a:chOff x="1662" y="2112"/>
            <a:chExt cx="268" cy="480"/>
          </a:xfrm>
        </p:grpSpPr>
        <p:sp>
          <p:nvSpPr>
            <p:cNvPr id="17563" name="Rectangle 232">
              <a:extLst>
                <a:ext uri="{FF2B5EF4-FFF2-40B4-BE49-F238E27FC236}">
                  <a16:creationId xmlns:a16="http://schemas.microsoft.com/office/drawing/2014/main" id="{8E411660-830B-4EC1-99CB-6C5C1B1956A7}"/>
                </a:ext>
              </a:extLst>
            </p:cNvPr>
            <p:cNvSpPr>
              <a:spLocks noChangeArrowheads="1"/>
            </p:cNvSpPr>
            <p:nvPr/>
          </p:nvSpPr>
          <p:spPr bwMode="auto">
            <a:xfrm>
              <a:off x="1705"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64" name="Rectangle 233">
              <a:extLst>
                <a:ext uri="{FF2B5EF4-FFF2-40B4-BE49-F238E27FC236}">
                  <a16:creationId xmlns:a16="http://schemas.microsoft.com/office/drawing/2014/main" id="{B8CB3969-9B37-4DDA-9AC2-45605D57835E}"/>
                </a:ext>
              </a:extLst>
            </p:cNvPr>
            <p:cNvSpPr>
              <a:spLocks noChangeArrowheads="1"/>
            </p:cNvSpPr>
            <p:nvPr/>
          </p:nvSpPr>
          <p:spPr bwMode="auto">
            <a:xfrm>
              <a:off x="1662"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499" name="Group 234">
            <a:extLst>
              <a:ext uri="{FF2B5EF4-FFF2-40B4-BE49-F238E27FC236}">
                <a16:creationId xmlns:a16="http://schemas.microsoft.com/office/drawing/2014/main" id="{D8E06975-87DA-4374-ABA0-F0D21595B041}"/>
              </a:ext>
            </a:extLst>
          </p:cNvPr>
          <p:cNvGrpSpPr>
            <a:grpSpLocks/>
          </p:cNvGrpSpPr>
          <p:nvPr/>
        </p:nvGrpSpPr>
        <p:grpSpPr bwMode="auto">
          <a:xfrm>
            <a:off x="4205288" y="3531394"/>
            <a:ext cx="384572" cy="402431"/>
            <a:chOff x="1930" y="2112"/>
            <a:chExt cx="268" cy="480"/>
          </a:xfrm>
        </p:grpSpPr>
        <p:sp>
          <p:nvSpPr>
            <p:cNvPr id="17561" name="Rectangle 235">
              <a:extLst>
                <a:ext uri="{FF2B5EF4-FFF2-40B4-BE49-F238E27FC236}">
                  <a16:creationId xmlns:a16="http://schemas.microsoft.com/office/drawing/2014/main" id="{943F4CCB-1434-451A-90DF-DB4381F27E3F}"/>
                </a:ext>
              </a:extLst>
            </p:cNvPr>
            <p:cNvSpPr>
              <a:spLocks noChangeArrowheads="1"/>
            </p:cNvSpPr>
            <p:nvPr/>
          </p:nvSpPr>
          <p:spPr bwMode="auto">
            <a:xfrm>
              <a:off x="1973"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62" name="Rectangle 236">
              <a:extLst>
                <a:ext uri="{FF2B5EF4-FFF2-40B4-BE49-F238E27FC236}">
                  <a16:creationId xmlns:a16="http://schemas.microsoft.com/office/drawing/2014/main" id="{389C4605-266C-47B6-8583-E9667767DAAC}"/>
                </a:ext>
              </a:extLst>
            </p:cNvPr>
            <p:cNvSpPr>
              <a:spLocks noChangeArrowheads="1"/>
            </p:cNvSpPr>
            <p:nvPr/>
          </p:nvSpPr>
          <p:spPr bwMode="auto">
            <a:xfrm>
              <a:off x="1930"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00" name="Group 237">
            <a:extLst>
              <a:ext uri="{FF2B5EF4-FFF2-40B4-BE49-F238E27FC236}">
                <a16:creationId xmlns:a16="http://schemas.microsoft.com/office/drawing/2014/main" id="{ACD9E560-D6EC-4FB6-962E-847473AE5A47}"/>
              </a:ext>
            </a:extLst>
          </p:cNvPr>
          <p:cNvGrpSpPr>
            <a:grpSpLocks/>
          </p:cNvGrpSpPr>
          <p:nvPr/>
        </p:nvGrpSpPr>
        <p:grpSpPr bwMode="auto">
          <a:xfrm>
            <a:off x="4589860" y="3531394"/>
            <a:ext cx="383381" cy="402431"/>
            <a:chOff x="2198" y="2112"/>
            <a:chExt cx="268" cy="480"/>
          </a:xfrm>
        </p:grpSpPr>
        <p:sp>
          <p:nvSpPr>
            <p:cNvPr id="17559" name="Rectangle 238">
              <a:extLst>
                <a:ext uri="{FF2B5EF4-FFF2-40B4-BE49-F238E27FC236}">
                  <a16:creationId xmlns:a16="http://schemas.microsoft.com/office/drawing/2014/main" id="{E422DE9E-EFA0-4928-B77B-F5F215250D8E}"/>
                </a:ext>
              </a:extLst>
            </p:cNvPr>
            <p:cNvSpPr>
              <a:spLocks noChangeArrowheads="1"/>
            </p:cNvSpPr>
            <p:nvPr/>
          </p:nvSpPr>
          <p:spPr bwMode="auto">
            <a:xfrm>
              <a:off x="2241"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60" name="Rectangle 239">
              <a:extLst>
                <a:ext uri="{FF2B5EF4-FFF2-40B4-BE49-F238E27FC236}">
                  <a16:creationId xmlns:a16="http://schemas.microsoft.com/office/drawing/2014/main" id="{6A43D757-E4E8-4CB3-BB73-7159DB86D199}"/>
                </a:ext>
              </a:extLst>
            </p:cNvPr>
            <p:cNvSpPr>
              <a:spLocks noChangeArrowheads="1"/>
            </p:cNvSpPr>
            <p:nvPr/>
          </p:nvSpPr>
          <p:spPr bwMode="auto">
            <a:xfrm>
              <a:off x="2198"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01" name="Group 240">
            <a:extLst>
              <a:ext uri="{FF2B5EF4-FFF2-40B4-BE49-F238E27FC236}">
                <a16:creationId xmlns:a16="http://schemas.microsoft.com/office/drawing/2014/main" id="{026CEEB4-9402-4696-8DF7-456F81EC199C}"/>
              </a:ext>
            </a:extLst>
          </p:cNvPr>
          <p:cNvGrpSpPr>
            <a:grpSpLocks/>
          </p:cNvGrpSpPr>
          <p:nvPr/>
        </p:nvGrpSpPr>
        <p:grpSpPr bwMode="auto">
          <a:xfrm>
            <a:off x="4973241" y="3531394"/>
            <a:ext cx="384572" cy="402431"/>
            <a:chOff x="2466" y="2112"/>
            <a:chExt cx="268" cy="480"/>
          </a:xfrm>
        </p:grpSpPr>
        <p:sp>
          <p:nvSpPr>
            <p:cNvPr id="17557" name="Rectangle 241">
              <a:extLst>
                <a:ext uri="{FF2B5EF4-FFF2-40B4-BE49-F238E27FC236}">
                  <a16:creationId xmlns:a16="http://schemas.microsoft.com/office/drawing/2014/main" id="{7BBA3D92-34C2-40D1-B83D-971D60896844}"/>
                </a:ext>
              </a:extLst>
            </p:cNvPr>
            <p:cNvSpPr>
              <a:spLocks noChangeArrowheads="1"/>
            </p:cNvSpPr>
            <p:nvPr/>
          </p:nvSpPr>
          <p:spPr bwMode="auto">
            <a:xfrm>
              <a:off x="2509"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58" name="Rectangle 242">
              <a:extLst>
                <a:ext uri="{FF2B5EF4-FFF2-40B4-BE49-F238E27FC236}">
                  <a16:creationId xmlns:a16="http://schemas.microsoft.com/office/drawing/2014/main" id="{7446D1E1-7DBD-42BC-8659-E09DE89D3D77}"/>
                </a:ext>
              </a:extLst>
            </p:cNvPr>
            <p:cNvSpPr>
              <a:spLocks noChangeArrowheads="1"/>
            </p:cNvSpPr>
            <p:nvPr/>
          </p:nvSpPr>
          <p:spPr bwMode="auto">
            <a:xfrm>
              <a:off x="2466"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02" name="Group 243">
            <a:extLst>
              <a:ext uri="{FF2B5EF4-FFF2-40B4-BE49-F238E27FC236}">
                <a16:creationId xmlns:a16="http://schemas.microsoft.com/office/drawing/2014/main" id="{CEAD60AC-55F8-4D2C-AC7E-843075551822}"/>
              </a:ext>
            </a:extLst>
          </p:cNvPr>
          <p:cNvGrpSpPr>
            <a:grpSpLocks/>
          </p:cNvGrpSpPr>
          <p:nvPr/>
        </p:nvGrpSpPr>
        <p:grpSpPr bwMode="auto">
          <a:xfrm>
            <a:off x="5357813" y="3531394"/>
            <a:ext cx="383381" cy="402431"/>
            <a:chOff x="2734" y="2112"/>
            <a:chExt cx="268" cy="480"/>
          </a:xfrm>
        </p:grpSpPr>
        <p:sp>
          <p:nvSpPr>
            <p:cNvPr id="17555" name="Rectangle 244">
              <a:extLst>
                <a:ext uri="{FF2B5EF4-FFF2-40B4-BE49-F238E27FC236}">
                  <a16:creationId xmlns:a16="http://schemas.microsoft.com/office/drawing/2014/main" id="{DDA602A3-C5EB-4D96-A7A1-C4F88942AC9D}"/>
                </a:ext>
              </a:extLst>
            </p:cNvPr>
            <p:cNvSpPr>
              <a:spLocks noChangeArrowheads="1"/>
            </p:cNvSpPr>
            <p:nvPr/>
          </p:nvSpPr>
          <p:spPr bwMode="auto">
            <a:xfrm>
              <a:off x="2777"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56" name="Rectangle 245">
              <a:extLst>
                <a:ext uri="{FF2B5EF4-FFF2-40B4-BE49-F238E27FC236}">
                  <a16:creationId xmlns:a16="http://schemas.microsoft.com/office/drawing/2014/main" id="{F6AE4170-B752-459C-AF16-323BEE78B5C2}"/>
                </a:ext>
              </a:extLst>
            </p:cNvPr>
            <p:cNvSpPr>
              <a:spLocks noChangeArrowheads="1"/>
            </p:cNvSpPr>
            <p:nvPr/>
          </p:nvSpPr>
          <p:spPr bwMode="auto">
            <a:xfrm>
              <a:off x="2734"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03" name="Group 246">
            <a:extLst>
              <a:ext uri="{FF2B5EF4-FFF2-40B4-BE49-F238E27FC236}">
                <a16:creationId xmlns:a16="http://schemas.microsoft.com/office/drawing/2014/main" id="{E35A547D-7773-4748-BE2F-A5E86AC329BE}"/>
              </a:ext>
            </a:extLst>
          </p:cNvPr>
          <p:cNvGrpSpPr>
            <a:grpSpLocks/>
          </p:cNvGrpSpPr>
          <p:nvPr/>
        </p:nvGrpSpPr>
        <p:grpSpPr bwMode="auto">
          <a:xfrm>
            <a:off x="5741194" y="3531394"/>
            <a:ext cx="383381" cy="402431"/>
            <a:chOff x="3002" y="2112"/>
            <a:chExt cx="268" cy="480"/>
          </a:xfrm>
        </p:grpSpPr>
        <p:sp>
          <p:nvSpPr>
            <p:cNvPr id="17553" name="Rectangle 247">
              <a:extLst>
                <a:ext uri="{FF2B5EF4-FFF2-40B4-BE49-F238E27FC236}">
                  <a16:creationId xmlns:a16="http://schemas.microsoft.com/office/drawing/2014/main" id="{B5EEDD72-5222-4A2B-94FF-DCB69889041D}"/>
                </a:ext>
              </a:extLst>
            </p:cNvPr>
            <p:cNvSpPr>
              <a:spLocks noChangeArrowheads="1"/>
            </p:cNvSpPr>
            <p:nvPr/>
          </p:nvSpPr>
          <p:spPr bwMode="auto">
            <a:xfrm>
              <a:off x="3045"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11</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54" name="Rectangle 248">
              <a:extLst>
                <a:ext uri="{FF2B5EF4-FFF2-40B4-BE49-F238E27FC236}">
                  <a16:creationId xmlns:a16="http://schemas.microsoft.com/office/drawing/2014/main" id="{C80F0E05-A066-4504-A94D-DE644E699AA7}"/>
                </a:ext>
              </a:extLst>
            </p:cNvPr>
            <p:cNvSpPr>
              <a:spLocks noChangeArrowheads="1"/>
            </p:cNvSpPr>
            <p:nvPr/>
          </p:nvSpPr>
          <p:spPr bwMode="auto">
            <a:xfrm>
              <a:off x="3002"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04" name="Group 249">
            <a:extLst>
              <a:ext uri="{FF2B5EF4-FFF2-40B4-BE49-F238E27FC236}">
                <a16:creationId xmlns:a16="http://schemas.microsoft.com/office/drawing/2014/main" id="{B6060364-5246-490B-8FD8-1A7C0665D90D}"/>
              </a:ext>
            </a:extLst>
          </p:cNvPr>
          <p:cNvGrpSpPr>
            <a:grpSpLocks/>
          </p:cNvGrpSpPr>
          <p:nvPr/>
        </p:nvGrpSpPr>
        <p:grpSpPr bwMode="auto">
          <a:xfrm>
            <a:off x="6124576" y="3531394"/>
            <a:ext cx="384572" cy="402431"/>
            <a:chOff x="3270" y="2112"/>
            <a:chExt cx="268" cy="480"/>
          </a:xfrm>
        </p:grpSpPr>
        <p:sp>
          <p:nvSpPr>
            <p:cNvPr id="17551" name="Rectangle 250">
              <a:extLst>
                <a:ext uri="{FF2B5EF4-FFF2-40B4-BE49-F238E27FC236}">
                  <a16:creationId xmlns:a16="http://schemas.microsoft.com/office/drawing/2014/main" id="{93FD7065-5CB3-4EE4-8FC5-8EF8BDC6D7EF}"/>
                </a:ext>
              </a:extLst>
            </p:cNvPr>
            <p:cNvSpPr>
              <a:spLocks noChangeArrowheads="1"/>
            </p:cNvSpPr>
            <p:nvPr/>
          </p:nvSpPr>
          <p:spPr bwMode="auto">
            <a:xfrm>
              <a:off x="3313"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13</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52" name="Rectangle 251">
              <a:extLst>
                <a:ext uri="{FF2B5EF4-FFF2-40B4-BE49-F238E27FC236}">
                  <a16:creationId xmlns:a16="http://schemas.microsoft.com/office/drawing/2014/main" id="{E1F7F185-7E86-421A-B6DE-31E7E0DCB79E}"/>
                </a:ext>
              </a:extLst>
            </p:cNvPr>
            <p:cNvSpPr>
              <a:spLocks noChangeArrowheads="1"/>
            </p:cNvSpPr>
            <p:nvPr/>
          </p:nvSpPr>
          <p:spPr bwMode="auto">
            <a:xfrm>
              <a:off x="3270"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05" name="Group 252">
            <a:extLst>
              <a:ext uri="{FF2B5EF4-FFF2-40B4-BE49-F238E27FC236}">
                <a16:creationId xmlns:a16="http://schemas.microsoft.com/office/drawing/2014/main" id="{2E4CA9CE-9DF3-4D41-97F1-D138BB7EF8F4}"/>
              </a:ext>
            </a:extLst>
          </p:cNvPr>
          <p:cNvGrpSpPr>
            <a:grpSpLocks/>
          </p:cNvGrpSpPr>
          <p:nvPr/>
        </p:nvGrpSpPr>
        <p:grpSpPr bwMode="auto">
          <a:xfrm>
            <a:off x="6509148" y="3531394"/>
            <a:ext cx="383381" cy="402431"/>
            <a:chOff x="3538" y="2112"/>
            <a:chExt cx="268" cy="480"/>
          </a:xfrm>
        </p:grpSpPr>
        <p:sp>
          <p:nvSpPr>
            <p:cNvPr id="17549" name="Rectangle 253">
              <a:extLst>
                <a:ext uri="{FF2B5EF4-FFF2-40B4-BE49-F238E27FC236}">
                  <a16:creationId xmlns:a16="http://schemas.microsoft.com/office/drawing/2014/main" id="{98A2B456-28E7-4511-957F-040F5FD47EC4}"/>
                </a:ext>
              </a:extLst>
            </p:cNvPr>
            <p:cNvSpPr>
              <a:spLocks noChangeArrowheads="1"/>
            </p:cNvSpPr>
            <p:nvPr/>
          </p:nvSpPr>
          <p:spPr bwMode="auto">
            <a:xfrm>
              <a:off x="3581"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14</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50" name="Rectangle 254">
              <a:extLst>
                <a:ext uri="{FF2B5EF4-FFF2-40B4-BE49-F238E27FC236}">
                  <a16:creationId xmlns:a16="http://schemas.microsoft.com/office/drawing/2014/main" id="{15110AC1-4286-44A0-97C3-0FA10B8A8822}"/>
                </a:ext>
              </a:extLst>
            </p:cNvPr>
            <p:cNvSpPr>
              <a:spLocks noChangeArrowheads="1"/>
            </p:cNvSpPr>
            <p:nvPr/>
          </p:nvSpPr>
          <p:spPr bwMode="auto">
            <a:xfrm>
              <a:off x="3538"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06" name="Group 255">
            <a:extLst>
              <a:ext uri="{FF2B5EF4-FFF2-40B4-BE49-F238E27FC236}">
                <a16:creationId xmlns:a16="http://schemas.microsoft.com/office/drawing/2014/main" id="{F86ADC9E-C33A-49A0-9970-00C565DE2959}"/>
              </a:ext>
            </a:extLst>
          </p:cNvPr>
          <p:cNvGrpSpPr>
            <a:grpSpLocks/>
          </p:cNvGrpSpPr>
          <p:nvPr/>
        </p:nvGrpSpPr>
        <p:grpSpPr bwMode="auto">
          <a:xfrm>
            <a:off x="1441848" y="3933825"/>
            <a:ext cx="845344" cy="401241"/>
            <a:chOff x="0" y="2592"/>
            <a:chExt cx="590" cy="480"/>
          </a:xfrm>
        </p:grpSpPr>
        <p:sp>
          <p:nvSpPr>
            <p:cNvPr id="17547" name="Rectangle 256">
              <a:extLst>
                <a:ext uri="{FF2B5EF4-FFF2-40B4-BE49-F238E27FC236}">
                  <a16:creationId xmlns:a16="http://schemas.microsoft.com/office/drawing/2014/main" id="{ABE66926-23BF-4931-A0F3-6219FC08D475}"/>
                </a:ext>
              </a:extLst>
            </p:cNvPr>
            <p:cNvSpPr>
              <a:spLocks noChangeArrowheads="1"/>
            </p:cNvSpPr>
            <p:nvPr/>
          </p:nvSpPr>
          <p:spPr bwMode="auto">
            <a:xfrm>
              <a:off x="43" y="2592"/>
              <a:ext cx="5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5</a:t>
              </a:r>
              <a:r>
                <a:rPr kumimoji="1" lang="en-US" altLang="zh-CN" sz="1200" b="1">
                  <a:solidFill>
                    <a:srgbClr val="007A77"/>
                  </a:solidFill>
                  <a:latin typeface="Times New Roman" panose="02020603050405020304" pitchFamily="18" charset="0"/>
                </a:rPr>
                <a:t>=4 v</a:t>
              </a:r>
              <a:r>
                <a:rPr kumimoji="1" lang="en-US" altLang="zh-CN" sz="1200" b="1" baseline="-30000">
                  <a:solidFill>
                    <a:srgbClr val="007A77"/>
                  </a:solidFill>
                  <a:latin typeface="Times New Roman" panose="02020603050405020304" pitchFamily="18" charset="0"/>
                </a:rPr>
                <a:t>5</a:t>
              </a:r>
              <a:r>
                <a:rPr kumimoji="1" lang="en-US" altLang="zh-CN" sz="12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17548" name="Rectangle 257">
              <a:extLst>
                <a:ext uri="{FF2B5EF4-FFF2-40B4-BE49-F238E27FC236}">
                  <a16:creationId xmlns:a16="http://schemas.microsoft.com/office/drawing/2014/main" id="{B576DDCC-6A1F-4A3C-A214-815BBB56C157}"/>
                </a:ext>
              </a:extLst>
            </p:cNvPr>
            <p:cNvSpPr>
              <a:spLocks noChangeArrowheads="1"/>
            </p:cNvSpPr>
            <p:nvPr/>
          </p:nvSpPr>
          <p:spPr bwMode="auto">
            <a:xfrm>
              <a:off x="0" y="2592"/>
              <a:ext cx="5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07" name="Group 258">
            <a:extLst>
              <a:ext uri="{FF2B5EF4-FFF2-40B4-BE49-F238E27FC236}">
                <a16:creationId xmlns:a16="http://schemas.microsoft.com/office/drawing/2014/main" id="{CCEDD123-43CB-4D80-87E9-B8C65873B795}"/>
              </a:ext>
            </a:extLst>
          </p:cNvPr>
          <p:cNvGrpSpPr>
            <a:grpSpLocks/>
          </p:cNvGrpSpPr>
          <p:nvPr/>
        </p:nvGrpSpPr>
        <p:grpSpPr bwMode="auto">
          <a:xfrm>
            <a:off x="2287192" y="3933825"/>
            <a:ext cx="383381" cy="401241"/>
            <a:chOff x="590" y="2592"/>
            <a:chExt cx="268" cy="480"/>
          </a:xfrm>
        </p:grpSpPr>
        <p:sp>
          <p:nvSpPr>
            <p:cNvPr id="17545" name="Rectangle 259">
              <a:extLst>
                <a:ext uri="{FF2B5EF4-FFF2-40B4-BE49-F238E27FC236}">
                  <a16:creationId xmlns:a16="http://schemas.microsoft.com/office/drawing/2014/main" id="{EC9B1CC9-2DAF-42FE-B1D1-AE154BCDF4D1}"/>
                </a:ext>
              </a:extLst>
            </p:cNvPr>
            <p:cNvSpPr>
              <a:spLocks noChangeArrowheads="1"/>
            </p:cNvSpPr>
            <p:nvPr/>
          </p:nvSpPr>
          <p:spPr bwMode="auto">
            <a:xfrm>
              <a:off x="63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5</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46" name="Rectangle 260">
              <a:extLst>
                <a:ext uri="{FF2B5EF4-FFF2-40B4-BE49-F238E27FC236}">
                  <a16:creationId xmlns:a16="http://schemas.microsoft.com/office/drawing/2014/main" id="{B1CF1340-15CF-4AFE-8ED4-00F53C005E10}"/>
                </a:ext>
              </a:extLst>
            </p:cNvPr>
            <p:cNvSpPr>
              <a:spLocks noChangeArrowheads="1"/>
            </p:cNvSpPr>
            <p:nvPr/>
          </p:nvSpPr>
          <p:spPr bwMode="auto">
            <a:xfrm>
              <a:off x="590" y="2592"/>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08" name="Group 261">
            <a:extLst>
              <a:ext uri="{FF2B5EF4-FFF2-40B4-BE49-F238E27FC236}">
                <a16:creationId xmlns:a16="http://schemas.microsoft.com/office/drawing/2014/main" id="{AD25B432-5BA8-4354-98F1-2D100A3BE9D1}"/>
              </a:ext>
            </a:extLst>
          </p:cNvPr>
          <p:cNvGrpSpPr>
            <a:grpSpLocks/>
          </p:cNvGrpSpPr>
          <p:nvPr/>
        </p:nvGrpSpPr>
        <p:grpSpPr bwMode="auto">
          <a:xfrm>
            <a:off x="2670573" y="3933825"/>
            <a:ext cx="383381" cy="401241"/>
            <a:chOff x="858" y="2592"/>
            <a:chExt cx="268" cy="480"/>
          </a:xfrm>
        </p:grpSpPr>
        <p:sp>
          <p:nvSpPr>
            <p:cNvPr id="17543" name="Rectangle 262">
              <a:extLst>
                <a:ext uri="{FF2B5EF4-FFF2-40B4-BE49-F238E27FC236}">
                  <a16:creationId xmlns:a16="http://schemas.microsoft.com/office/drawing/2014/main" id="{6E6A5D79-98E3-478F-8D19-E10715DFC2F6}"/>
                </a:ext>
              </a:extLst>
            </p:cNvPr>
            <p:cNvSpPr>
              <a:spLocks noChangeArrowheads="1"/>
            </p:cNvSpPr>
            <p:nvPr/>
          </p:nvSpPr>
          <p:spPr bwMode="auto">
            <a:xfrm>
              <a:off x="90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44" name="Rectangle 263">
              <a:extLst>
                <a:ext uri="{FF2B5EF4-FFF2-40B4-BE49-F238E27FC236}">
                  <a16:creationId xmlns:a16="http://schemas.microsoft.com/office/drawing/2014/main" id="{1E74FB55-7F6D-4C11-AEF6-9DB2F2DAA35C}"/>
                </a:ext>
              </a:extLst>
            </p:cNvPr>
            <p:cNvSpPr>
              <a:spLocks noChangeArrowheads="1"/>
            </p:cNvSpPr>
            <p:nvPr/>
          </p:nvSpPr>
          <p:spPr bwMode="auto">
            <a:xfrm>
              <a:off x="85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09" name="Group 264">
            <a:extLst>
              <a:ext uri="{FF2B5EF4-FFF2-40B4-BE49-F238E27FC236}">
                <a16:creationId xmlns:a16="http://schemas.microsoft.com/office/drawing/2014/main" id="{EFD54015-8030-4AC3-B4E2-C96577BA965F}"/>
              </a:ext>
            </a:extLst>
          </p:cNvPr>
          <p:cNvGrpSpPr>
            <a:grpSpLocks/>
          </p:cNvGrpSpPr>
          <p:nvPr/>
        </p:nvGrpSpPr>
        <p:grpSpPr bwMode="auto">
          <a:xfrm>
            <a:off x="3053953" y="3933825"/>
            <a:ext cx="384572" cy="401241"/>
            <a:chOff x="1126" y="2592"/>
            <a:chExt cx="268" cy="480"/>
          </a:xfrm>
        </p:grpSpPr>
        <p:sp>
          <p:nvSpPr>
            <p:cNvPr id="17541" name="Rectangle 265">
              <a:extLst>
                <a:ext uri="{FF2B5EF4-FFF2-40B4-BE49-F238E27FC236}">
                  <a16:creationId xmlns:a16="http://schemas.microsoft.com/office/drawing/2014/main" id="{E9BB5946-A1EB-46CE-98D8-D30B04C7F994}"/>
                </a:ext>
              </a:extLst>
            </p:cNvPr>
            <p:cNvSpPr>
              <a:spLocks noChangeArrowheads="1"/>
            </p:cNvSpPr>
            <p:nvPr/>
          </p:nvSpPr>
          <p:spPr bwMode="auto">
            <a:xfrm>
              <a:off x="1169"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42" name="Rectangle 266">
              <a:extLst>
                <a:ext uri="{FF2B5EF4-FFF2-40B4-BE49-F238E27FC236}">
                  <a16:creationId xmlns:a16="http://schemas.microsoft.com/office/drawing/2014/main" id="{AC4DF425-5938-4460-8017-D4DAA37DA59D}"/>
                </a:ext>
              </a:extLst>
            </p:cNvPr>
            <p:cNvSpPr>
              <a:spLocks noChangeArrowheads="1"/>
            </p:cNvSpPr>
            <p:nvPr/>
          </p:nvSpPr>
          <p:spPr bwMode="auto">
            <a:xfrm>
              <a:off x="1126"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10" name="Group 267">
            <a:extLst>
              <a:ext uri="{FF2B5EF4-FFF2-40B4-BE49-F238E27FC236}">
                <a16:creationId xmlns:a16="http://schemas.microsoft.com/office/drawing/2014/main" id="{3209D8BD-3521-4900-A9DE-74DAFB3A32BE}"/>
              </a:ext>
            </a:extLst>
          </p:cNvPr>
          <p:cNvGrpSpPr>
            <a:grpSpLocks/>
          </p:cNvGrpSpPr>
          <p:nvPr/>
        </p:nvGrpSpPr>
        <p:grpSpPr bwMode="auto">
          <a:xfrm>
            <a:off x="3438526" y="3933825"/>
            <a:ext cx="383381" cy="401241"/>
            <a:chOff x="1394" y="2592"/>
            <a:chExt cx="268" cy="480"/>
          </a:xfrm>
        </p:grpSpPr>
        <p:sp>
          <p:nvSpPr>
            <p:cNvPr id="17539" name="Rectangle 268">
              <a:extLst>
                <a:ext uri="{FF2B5EF4-FFF2-40B4-BE49-F238E27FC236}">
                  <a16:creationId xmlns:a16="http://schemas.microsoft.com/office/drawing/2014/main" id="{4AB7A172-8A71-45BA-8F97-ED5580F95B4F}"/>
                </a:ext>
              </a:extLst>
            </p:cNvPr>
            <p:cNvSpPr>
              <a:spLocks noChangeArrowheads="1"/>
            </p:cNvSpPr>
            <p:nvPr/>
          </p:nvSpPr>
          <p:spPr bwMode="auto">
            <a:xfrm>
              <a:off x="1437"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40" name="Rectangle 269">
              <a:extLst>
                <a:ext uri="{FF2B5EF4-FFF2-40B4-BE49-F238E27FC236}">
                  <a16:creationId xmlns:a16="http://schemas.microsoft.com/office/drawing/2014/main" id="{18603806-DCD8-4AFB-9A6B-AB48C3602A6E}"/>
                </a:ext>
              </a:extLst>
            </p:cNvPr>
            <p:cNvSpPr>
              <a:spLocks noChangeArrowheads="1"/>
            </p:cNvSpPr>
            <p:nvPr/>
          </p:nvSpPr>
          <p:spPr bwMode="auto">
            <a:xfrm>
              <a:off x="1394"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11" name="Group 270">
            <a:extLst>
              <a:ext uri="{FF2B5EF4-FFF2-40B4-BE49-F238E27FC236}">
                <a16:creationId xmlns:a16="http://schemas.microsoft.com/office/drawing/2014/main" id="{07C3F6D0-2451-4A30-A312-EC014FEF43C8}"/>
              </a:ext>
            </a:extLst>
          </p:cNvPr>
          <p:cNvGrpSpPr>
            <a:grpSpLocks/>
          </p:cNvGrpSpPr>
          <p:nvPr/>
        </p:nvGrpSpPr>
        <p:grpSpPr bwMode="auto">
          <a:xfrm>
            <a:off x="3821907" y="3933825"/>
            <a:ext cx="383381" cy="401241"/>
            <a:chOff x="1662" y="2592"/>
            <a:chExt cx="268" cy="480"/>
          </a:xfrm>
        </p:grpSpPr>
        <p:sp>
          <p:nvSpPr>
            <p:cNvPr id="17537" name="Rectangle 271">
              <a:extLst>
                <a:ext uri="{FF2B5EF4-FFF2-40B4-BE49-F238E27FC236}">
                  <a16:creationId xmlns:a16="http://schemas.microsoft.com/office/drawing/2014/main" id="{D968BA8F-56E3-454C-8A24-5B2732911C08}"/>
                </a:ext>
              </a:extLst>
            </p:cNvPr>
            <p:cNvSpPr>
              <a:spLocks noChangeArrowheads="1"/>
            </p:cNvSpPr>
            <p:nvPr/>
          </p:nvSpPr>
          <p:spPr bwMode="auto">
            <a:xfrm>
              <a:off x="1705"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38" name="Rectangle 272">
              <a:extLst>
                <a:ext uri="{FF2B5EF4-FFF2-40B4-BE49-F238E27FC236}">
                  <a16:creationId xmlns:a16="http://schemas.microsoft.com/office/drawing/2014/main" id="{589C707D-1625-4857-9ED8-E30785830694}"/>
                </a:ext>
              </a:extLst>
            </p:cNvPr>
            <p:cNvSpPr>
              <a:spLocks noChangeArrowheads="1"/>
            </p:cNvSpPr>
            <p:nvPr/>
          </p:nvSpPr>
          <p:spPr bwMode="auto">
            <a:xfrm>
              <a:off x="1662"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12" name="Group 273">
            <a:extLst>
              <a:ext uri="{FF2B5EF4-FFF2-40B4-BE49-F238E27FC236}">
                <a16:creationId xmlns:a16="http://schemas.microsoft.com/office/drawing/2014/main" id="{CDAB5E4D-E9F5-4AC2-98B8-A43CCB304D83}"/>
              </a:ext>
            </a:extLst>
          </p:cNvPr>
          <p:cNvGrpSpPr>
            <a:grpSpLocks/>
          </p:cNvGrpSpPr>
          <p:nvPr/>
        </p:nvGrpSpPr>
        <p:grpSpPr bwMode="auto">
          <a:xfrm>
            <a:off x="4205288" y="3933825"/>
            <a:ext cx="384572" cy="401241"/>
            <a:chOff x="1930" y="2592"/>
            <a:chExt cx="268" cy="480"/>
          </a:xfrm>
        </p:grpSpPr>
        <p:sp>
          <p:nvSpPr>
            <p:cNvPr id="17535" name="Rectangle 274">
              <a:extLst>
                <a:ext uri="{FF2B5EF4-FFF2-40B4-BE49-F238E27FC236}">
                  <a16:creationId xmlns:a16="http://schemas.microsoft.com/office/drawing/2014/main" id="{F8ABB1D4-1DD6-4CA5-96D7-8FE8C887B186}"/>
                </a:ext>
              </a:extLst>
            </p:cNvPr>
            <p:cNvSpPr>
              <a:spLocks noChangeArrowheads="1"/>
            </p:cNvSpPr>
            <p:nvPr/>
          </p:nvSpPr>
          <p:spPr bwMode="auto">
            <a:xfrm>
              <a:off x="197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36" name="Rectangle 275">
              <a:extLst>
                <a:ext uri="{FF2B5EF4-FFF2-40B4-BE49-F238E27FC236}">
                  <a16:creationId xmlns:a16="http://schemas.microsoft.com/office/drawing/2014/main" id="{76357E70-608C-41A2-9E60-E638C9C05E95}"/>
                </a:ext>
              </a:extLst>
            </p:cNvPr>
            <p:cNvSpPr>
              <a:spLocks noChangeArrowheads="1"/>
            </p:cNvSpPr>
            <p:nvPr/>
          </p:nvSpPr>
          <p:spPr bwMode="auto">
            <a:xfrm>
              <a:off x="1930"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13" name="Group 276">
            <a:extLst>
              <a:ext uri="{FF2B5EF4-FFF2-40B4-BE49-F238E27FC236}">
                <a16:creationId xmlns:a16="http://schemas.microsoft.com/office/drawing/2014/main" id="{997F0E24-34EA-4054-B5F9-DA3F02274BFC}"/>
              </a:ext>
            </a:extLst>
          </p:cNvPr>
          <p:cNvGrpSpPr>
            <a:grpSpLocks/>
          </p:cNvGrpSpPr>
          <p:nvPr/>
        </p:nvGrpSpPr>
        <p:grpSpPr bwMode="auto">
          <a:xfrm>
            <a:off x="4589860" y="3933825"/>
            <a:ext cx="383381" cy="401241"/>
            <a:chOff x="2198" y="2592"/>
            <a:chExt cx="268" cy="480"/>
          </a:xfrm>
        </p:grpSpPr>
        <p:sp>
          <p:nvSpPr>
            <p:cNvPr id="17533" name="Rectangle 277">
              <a:extLst>
                <a:ext uri="{FF2B5EF4-FFF2-40B4-BE49-F238E27FC236}">
                  <a16:creationId xmlns:a16="http://schemas.microsoft.com/office/drawing/2014/main" id="{1E9F7153-87AE-4162-B567-2B8AB1E4F9F7}"/>
                </a:ext>
              </a:extLst>
            </p:cNvPr>
            <p:cNvSpPr>
              <a:spLocks noChangeArrowheads="1"/>
            </p:cNvSpPr>
            <p:nvPr/>
          </p:nvSpPr>
          <p:spPr bwMode="auto">
            <a:xfrm>
              <a:off x="224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34" name="Rectangle 278">
              <a:extLst>
                <a:ext uri="{FF2B5EF4-FFF2-40B4-BE49-F238E27FC236}">
                  <a16:creationId xmlns:a16="http://schemas.microsoft.com/office/drawing/2014/main" id="{8031DDBB-5D78-4175-AD7C-4BDC943411C0}"/>
                </a:ext>
              </a:extLst>
            </p:cNvPr>
            <p:cNvSpPr>
              <a:spLocks noChangeArrowheads="1"/>
            </p:cNvSpPr>
            <p:nvPr/>
          </p:nvSpPr>
          <p:spPr bwMode="auto">
            <a:xfrm>
              <a:off x="219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14" name="Group 279">
            <a:extLst>
              <a:ext uri="{FF2B5EF4-FFF2-40B4-BE49-F238E27FC236}">
                <a16:creationId xmlns:a16="http://schemas.microsoft.com/office/drawing/2014/main" id="{AE52B7F5-92D1-40C2-A975-16D36273E2A6}"/>
              </a:ext>
            </a:extLst>
          </p:cNvPr>
          <p:cNvGrpSpPr>
            <a:grpSpLocks/>
          </p:cNvGrpSpPr>
          <p:nvPr/>
        </p:nvGrpSpPr>
        <p:grpSpPr bwMode="auto">
          <a:xfrm>
            <a:off x="4973241" y="3933825"/>
            <a:ext cx="384572" cy="401241"/>
            <a:chOff x="2466" y="2592"/>
            <a:chExt cx="268" cy="480"/>
          </a:xfrm>
        </p:grpSpPr>
        <p:sp>
          <p:nvSpPr>
            <p:cNvPr id="17531" name="Rectangle 280">
              <a:extLst>
                <a:ext uri="{FF2B5EF4-FFF2-40B4-BE49-F238E27FC236}">
                  <a16:creationId xmlns:a16="http://schemas.microsoft.com/office/drawing/2014/main" id="{282C07A6-C8AA-4B77-8AE3-AB2B4CE85CF5}"/>
                </a:ext>
              </a:extLst>
            </p:cNvPr>
            <p:cNvSpPr>
              <a:spLocks noChangeArrowheads="1"/>
            </p:cNvSpPr>
            <p:nvPr/>
          </p:nvSpPr>
          <p:spPr bwMode="auto">
            <a:xfrm>
              <a:off x="2509"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12</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32" name="Rectangle 281">
              <a:extLst>
                <a:ext uri="{FF2B5EF4-FFF2-40B4-BE49-F238E27FC236}">
                  <a16:creationId xmlns:a16="http://schemas.microsoft.com/office/drawing/2014/main" id="{A043859B-8D20-4430-BC34-1320A4290163}"/>
                </a:ext>
              </a:extLst>
            </p:cNvPr>
            <p:cNvSpPr>
              <a:spLocks noChangeArrowheads="1"/>
            </p:cNvSpPr>
            <p:nvPr/>
          </p:nvSpPr>
          <p:spPr bwMode="auto">
            <a:xfrm>
              <a:off x="2466"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15" name="Group 282">
            <a:extLst>
              <a:ext uri="{FF2B5EF4-FFF2-40B4-BE49-F238E27FC236}">
                <a16:creationId xmlns:a16="http://schemas.microsoft.com/office/drawing/2014/main" id="{22F8644E-AA12-4A16-AF6F-47FA630567C1}"/>
              </a:ext>
            </a:extLst>
          </p:cNvPr>
          <p:cNvGrpSpPr>
            <a:grpSpLocks/>
          </p:cNvGrpSpPr>
          <p:nvPr/>
        </p:nvGrpSpPr>
        <p:grpSpPr bwMode="auto">
          <a:xfrm>
            <a:off x="5357813" y="3933825"/>
            <a:ext cx="383381" cy="401241"/>
            <a:chOff x="2734" y="2592"/>
            <a:chExt cx="268" cy="480"/>
          </a:xfrm>
        </p:grpSpPr>
        <p:sp>
          <p:nvSpPr>
            <p:cNvPr id="17529" name="Rectangle 283">
              <a:extLst>
                <a:ext uri="{FF2B5EF4-FFF2-40B4-BE49-F238E27FC236}">
                  <a16:creationId xmlns:a16="http://schemas.microsoft.com/office/drawing/2014/main" id="{23A05EA1-AE29-4B6A-9243-A3EEC21E9B17}"/>
                </a:ext>
              </a:extLst>
            </p:cNvPr>
            <p:cNvSpPr>
              <a:spLocks noChangeArrowheads="1"/>
            </p:cNvSpPr>
            <p:nvPr/>
          </p:nvSpPr>
          <p:spPr bwMode="auto">
            <a:xfrm>
              <a:off x="2777"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12</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30" name="Rectangle 284">
              <a:extLst>
                <a:ext uri="{FF2B5EF4-FFF2-40B4-BE49-F238E27FC236}">
                  <a16:creationId xmlns:a16="http://schemas.microsoft.com/office/drawing/2014/main" id="{615E4E21-C205-4B09-8B80-CDC714EF4D40}"/>
                </a:ext>
              </a:extLst>
            </p:cNvPr>
            <p:cNvSpPr>
              <a:spLocks noChangeArrowheads="1"/>
            </p:cNvSpPr>
            <p:nvPr/>
          </p:nvSpPr>
          <p:spPr bwMode="auto">
            <a:xfrm>
              <a:off x="2734"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16" name="Group 285">
            <a:extLst>
              <a:ext uri="{FF2B5EF4-FFF2-40B4-BE49-F238E27FC236}">
                <a16:creationId xmlns:a16="http://schemas.microsoft.com/office/drawing/2014/main" id="{ACCD3327-BCE9-468E-B2C5-04EE3973221C}"/>
              </a:ext>
            </a:extLst>
          </p:cNvPr>
          <p:cNvGrpSpPr>
            <a:grpSpLocks/>
          </p:cNvGrpSpPr>
          <p:nvPr/>
        </p:nvGrpSpPr>
        <p:grpSpPr bwMode="auto">
          <a:xfrm>
            <a:off x="5741194" y="3933825"/>
            <a:ext cx="383381" cy="401241"/>
            <a:chOff x="3002" y="2592"/>
            <a:chExt cx="268" cy="480"/>
          </a:xfrm>
        </p:grpSpPr>
        <p:sp>
          <p:nvSpPr>
            <p:cNvPr id="17527" name="Rectangle 286">
              <a:extLst>
                <a:ext uri="{FF2B5EF4-FFF2-40B4-BE49-F238E27FC236}">
                  <a16:creationId xmlns:a16="http://schemas.microsoft.com/office/drawing/2014/main" id="{547CC5B5-AD4E-4AA1-800C-01AFD21E5B46}"/>
                </a:ext>
              </a:extLst>
            </p:cNvPr>
            <p:cNvSpPr>
              <a:spLocks noChangeArrowheads="1"/>
            </p:cNvSpPr>
            <p:nvPr/>
          </p:nvSpPr>
          <p:spPr bwMode="auto">
            <a:xfrm>
              <a:off x="3045"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15</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28" name="Rectangle 287">
              <a:extLst>
                <a:ext uri="{FF2B5EF4-FFF2-40B4-BE49-F238E27FC236}">
                  <a16:creationId xmlns:a16="http://schemas.microsoft.com/office/drawing/2014/main" id="{81D33C99-3F46-4246-A0CB-475F903F5682}"/>
                </a:ext>
              </a:extLst>
            </p:cNvPr>
            <p:cNvSpPr>
              <a:spLocks noChangeArrowheads="1"/>
            </p:cNvSpPr>
            <p:nvPr/>
          </p:nvSpPr>
          <p:spPr bwMode="auto">
            <a:xfrm>
              <a:off x="3002"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17" name="Group 288">
            <a:extLst>
              <a:ext uri="{FF2B5EF4-FFF2-40B4-BE49-F238E27FC236}">
                <a16:creationId xmlns:a16="http://schemas.microsoft.com/office/drawing/2014/main" id="{B285938A-312C-4F4E-904C-90242960C8BF}"/>
              </a:ext>
            </a:extLst>
          </p:cNvPr>
          <p:cNvGrpSpPr>
            <a:grpSpLocks/>
          </p:cNvGrpSpPr>
          <p:nvPr/>
        </p:nvGrpSpPr>
        <p:grpSpPr bwMode="auto">
          <a:xfrm>
            <a:off x="6124576" y="3933825"/>
            <a:ext cx="384572" cy="401241"/>
            <a:chOff x="3270" y="2592"/>
            <a:chExt cx="268" cy="480"/>
          </a:xfrm>
        </p:grpSpPr>
        <p:sp>
          <p:nvSpPr>
            <p:cNvPr id="17525" name="Rectangle 289">
              <a:extLst>
                <a:ext uri="{FF2B5EF4-FFF2-40B4-BE49-F238E27FC236}">
                  <a16:creationId xmlns:a16="http://schemas.microsoft.com/office/drawing/2014/main" id="{FF004E15-9F40-4E9B-9D52-B010C565A868}"/>
                </a:ext>
              </a:extLst>
            </p:cNvPr>
            <p:cNvSpPr>
              <a:spLocks noChangeArrowheads="1"/>
            </p:cNvSpPr>
            <p:nvPr/>
          </p:nvSpPr>
          <p:spPr bwMode="auto">
            <a:xfrm>
              <a:off x="331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15</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26" name="Rectangle 290">
              <a:extLst>
                <a:ext uri="{FF2B5EF4-FFF2-40B4-BE49-F238E27FC236}">
                  <a16:creationId xmlns:a16="http://schemas.microsoft.com/office/drawing/2014/main" id="{A3F93F50-7465-4566-B60D-3F9935B6FA94}"/>
                </a:ext>
              </a:extLst>
            </p:cNvPr>
            <p:cNvSpPr>
              <a:spLocks noChangeArrowheads="1"/>
            </p:cNvSpPr>
            <p:nvPr/>
          </p:nvSpPr>
          <p:spPr bwMode="auto">
            <a:xfrm>
              <a:off x="3270"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17518" name="Group 291">
            <a:extLst>
              <a:ext uri="{FF2B5EF4-FFF2-40B4-BE49-F238E27FC236}">
                <a16:creationId xmlns:a16="http://schemas.microsoft.com/office/drawing/2014/main" id="{AE8AFA86-595E-49A5-8FCE-51B716E9582D}"/>
              </a:ext>
            </a:extLst>
          </p:cNvPr>
          <p:cNvGrpSpPr>
            <a:grpSpLocks/>
          </p:cNvGrpSpPr>
          <p:nvPr/>
        </p:nvGrpSpPr>
        <p:grpSpPr bwMode="auto">
          <a:xfrm>
            <a:off x="6509148" y="3933825"/>
            <a:ext cx="383381" cy="401241"/>
            <a:chOff x="3538" y="2592"/>
            <a:chExt cx="268" cy="480"/>
          </a:xfrm>
        </p:grpSpPr>
        <p:sp>
          <p:nvSpPr>
            <p:cNvPr id="17523" name="Rectangle 292">
              <a:extLst>
                <a:ext uri="{FF2B5EF4-FFF2-40B4-BE49-F238E27FC236}">
                  <a16:creationId xmlns:a16="http://schemas.microsoft.com/office/drawing/2014/main" id="{BC8F9986-437A-4DF5-82D5-6953C5596D68}"/>
                </a:ext>
              </a:extLst>
            </p:cNvPr>
            <p:cNvSpPr>
              <a:spLocks noChangeArrowheads="1"/>
            </p:cNvSpPr>
            <p:nvPr/>
          </p:nvSpPr>
          <p:spPr bwMode="auto">
            <a:xfrm>
              <a:off x="358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15</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24" name="Rectangle 293">
              <a:extLst>
                <a:ext uri="{FF2B5EF4-FFF2-40B4-BE49-F238E27FC236}">
                  <a16:creationId xmlns:a16="http://schemas.microsoft.com/office/drawing/2014/main" id="{45E43C49-DC9B-4EE5-8F6A-989812FD0D61}"/>
                </a:ext>
              </a:extLst>
            </p:cNvPr>
            <p:cNvSpPr>
              <a:spLocks noChangeArrowheads="1"/>
            </p:cNvSpPr>
            <p:nvPr/>
          </p:nvSpPr>
          <p:spPr bwMode="auto">
            <a:xfrm>
              <a:off x="353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sp>
        <p:nvSpPr>
          <p:cNvPr id="17519" name="Rectangle 294">
            <a:extLst>
              <a:ext uri="{FF2B5EF4-FFF2-40B4-BE49-F238E27FC236}">
                <a16:creationId xmlns:a16="http://schemas.microsoft.com/office/drawing/2014/main" id="{5FA773DB-75A7-4EF9-B9D3-592508DF444B}"/>
              </a:ext>
            </a:extLst>
          </p:cNvPr>
          <p:cNvSpPr>
            <a:spLocks noChangeArrowheads="1"/>
          </p:cNvSpPr>
          <p:nvPr/>
        </p:nvSpPr>
        <p:spPr bwMode="auto">
          <a:xfrm>
            <a:off x="1439466" y="1762126"/>
            <a:ext cx="5455444" cy="2574131"/>
          </a:xfrm>
          <a:prstGeom prst="rect">
            <a:avLst/>
          </a:prstGeom>
          <a:noFill/>
          <a:ln w="6350">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nvGrpSpPr>
          <p:cNvPr id="17520" name="Group 295">
            <a:extLst>
              <a:ext uri="{FF2B5EF4-FFF2-40B4-BE49-F238E27FC236}">
                <a16:creationId xmlns:a16="http://schemas.microsoft.com/office/drawing/2014/main" id="{B72ACC52-02D0-40A1-B256-D9E1BA5CA49A}"/>
              </a:ext>
            </a:extLst>
          </p:cNvPr>
          <p:cNvGrpSpPr>
            <a:grpSpLocks/>
          </p:cNvGrpSpPr>
          <p:nvPr/>
        </p:nvGrpSpPr>
        <p:grpSpPr bwMode="auto">
          <a:xfrm>
            <a:off x="3437335" y="2165748"/>
            <a:ext cx="384572" cy="321469"/>
            <a:chOff x="1126" y="480"/>
            <a:chExt cx="268" cy="384"/>
          </a:xfrm>
        </p:grpSpPr>
        <p:sp>
          <p:nvSpPr>
            <p:cNvPr id="17521" name="Rectangle 296">
              <a:extLst>
                <a:ext uri="{FF2B5EF4-FFF2-40B4-BE49-F238E27FC236}">
                  <a16:creationId xmlns:a16="http://schemas.microsoft.com/office/drawing/2014/main" id="{D26847A8-F090-4D0B-BA5F-F4AB77A7FCDF}"/>
                </a:ext>
              </a:extLst>
            </p:cNvPr>
            <p:cNvSpPr>
              <a:spLocks noChangeArrowheads="1"/>
            </p:cNvSpPr>
            <p:nvPr/>
          </p:nvSpPr>
          <p:spPr bwMode="auto">
            <a:xfrm>
              <a:off x="1169"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17522" name="Rectangle 297">
              <a:extLst>
                <a:ext uri="{FF2B5EF4-FFF2-40B4-BE49-F238E27FC236}">
                  <a16:creationId xmlns:a16="http://schemas.microsoft.com/office/drawing/2014/main" id="{E27E8DC5-D5AC-49BF-BA84-1790C1C09D24}"/>
                </a:ext>
              </a:extLst>
            </p:cNvPr>
            <p:cNvSpPr>
              <a:spLocks noChangeArrowheads="1"/>
            </p:cNvSpPr>
            <p:nvPr/>
          </p:nvSpPr>
          <p:spPr bwMode="auto">
            <a:xfrm>
              <a:off x="1126"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box(in)">
                                      <p:cBhvr>
                                        <p:cTn id="7" dur="500"/>
                                        <p:tgtEl>
                                          <p:spTgt spid="20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Lst>
  </p:timing>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70EFD24-6C92-401E-9460-519A4DC5779E}"/>
              </a:ext>
            </a:extLst>
          </p:cNvPr>
          <p:cNvSpPr>
            <a:spLocks noGrp="1" noRot="1" noChangeArrowheads="1"/>
          </p:cNvSpPr>
          <p:nvPr>
            <p:ph type="title"/>
          </p:nvPr>
        </p:nvSpPr>
        <p:spPr/>
        <p:txBody>
          <a:bodyPr/>
          <a:lstStyle/>
          <a:p>
            <a:pPr eaLnBrk="1" hangingPunct="1"/>
            <a:r>
              <a:rPr lang="zh-CN" altLang="en-US"/>
              <a:t>具体算法实现</a:t>
            </a:r>
          </a:p>
        </p:txBody>
      </p:sp>
      <p:pic>
        <p:nvPicPr>
          <p:cNvPr id="18435" name="Picture 3">
            <a:extLst>
              <a:ext uri="{FF2B5EF4-FFF2-40B4-BE49-F238E27FC236}">
                <a16:creationId xmlns:a16="http://schemas.microsoft.com/office/drawing/2014/main" id="{73703426-5609-46A9-A4E4-568188C85C75}"/>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1EF49984-68D8-46C3-9BF3-0BE43FDFACE8}"/>
              </a:ext>
            </a:extLst>
          </p:cNvPr>
          <p:cNvSpPr>
            <a:spLocks noGrp="1" noRot="1" noChangeArrowheads="1"/>
          </p:cNvSpPr>
          <p:nvPr>
            <p:ph type="title"/>
          </p:nvPr>
        </p:nvSpPr>
        <p:spPr>
          <a:xfrm>
            <a:off x="1369219" y="171450"/>
            <a:ext cx="6405563" cy="857250"/>
          </a:xfrm>
        </p:spPr>
        <p:txBody>
          <a:bodyPr/>
          <a:lstStyle/>
          <a:p>
            <a:pPr eaLnBrk="1" hangingPunct="1"/>
            <a:r>
              <a:rPr lang="zh-CN" altLang="en-US"/>
              <a:t>追踪最优解具体算法</a:t>
            </a:r>
          </a:p>
        </p:txBody>
      </p:sp>
      <p:pic>
        <p:nvPicPr>
          <p:cNvPr id="19459" name="Picture 3">
            <a:extLst>
              <a:ext uri="{FF2B5EF4-FFF2-40B4-BE49-F238E27FC236}">
                <a16:creationId xmlns:a16="http://schemas.microsoft.com/office/drawing/2014/main" id="{E7C2C1F3-AF4E-4B05-B3C5-15B8A983D25B}"/>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1485900" y="971551"/>
            <a:ext cx="6172200" cy="3394472"/>
          </a:xfr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C74AB99-6268-48E7-B7AE-878359BC566D}"/>
              </a:ext>
            </a:extLst>
          </p:cNvPr>
          <p:cNvSpPr>
            <a:spLocks noGrp="1" noRot="1" noChangeArrowheads="1"/>
          </p:cNvSpPr>
          <p:nvPr>
            <p:ph type="title"/>
          </p:nvPr>
        </p:nvSpPr>
        <p:spPr/>
        <p:txBody>
          <a:bodyPr/>
          <a:lstStyle/>
          <a:p>
            <a:pPr eaLnBrk="1" hangingPunct="1"/>
            <a:r>
              <a:rPr lang="en-US" altLang="zh-CN"/>
              <a:t>Knapsack</a:t>
            </a:r>
            <a:r>
              <a:rPr lang="zh-CN" altLang="en-US"/>
              <a:t>算法的缺点！</a:t>
            </a:r>
          </a:p>
        </p:txBody>
      </p:sp>
      <p:sp>
        <p:nvSpPr>
          <p:cNvPr id="24579" name="Rectangle 3">
            <a:extLst>
              <a:ext uri="{FF2B5EF4-FFF2-40B4-BE49-F238E27FC236}">
                <a16:creationId xmlns:a16="http://schemas.microsoft.com/office/drawing/2014/main" id="{CD320B16-EBF2-4BED-9360-FEE4FCA22CFC}"/>
              </a:ext>
            </a:extLst>
          </p:cNvPr>
          <p:cNvSpPr>
            <a:spLocks noGrp="1" noRot="1" noChangeArrowheads="1"/>
          </p:cNvSpPr>
          <p:nvPr>
            <p:ph type="body" idx="1"/>
          </p:nvPr>
        </p:nvSpPr>
        <p:spPr/>
        <p:txBody>
          <a:bodyPr/>
          <a:lstStyle/>
          <a:p>
            <a:pPr eaLnBrk="1" hangingPunct="1"/>
            <a:r>
              <a:rPr lang="en-US" altLang="zh-CN"/>
              <a:t>1.</a:t>
            </a:r>
            <a:r>
              <a:rPr lang="zh-CN" altLang="en-US"/>
              <a:t>算法要求所给物品的重量必须是整数！（而实际处理问题时无法避免物品的重量是小数的情况）</a:t>
            </a:r>
          </a:p>
          <a:p>
            <a:pPr eaLnBrk="1" hangingPunct="1"/>
            <a:r>
              <a:rPr lang="en-US" altLang="zh-CN"/>
              <a:t>2.</a:t>
            </a:r>
            <a:r>
              <a:rPr lang="zh-CN" altLang="en-US"/>
              <a:t>当背包容量</a:t>
            </a:r>
            <a:r>
              <a:rPr lang="en-US" altLang="zh-CN"/>
              <a:t>c</a:t>
            </a:r>
            <a:r>
              <a:rPr lang="zh-CN" altLang="en-US"/>
              <a:t>很大时，算法需要计算的时间很大，该算法的时间复杂度在</a:t>
            </a:r>
            <a:r>
              <a:rPr lang="en-US" altLang="zh-CN"/>
              <a:t>c&gt;2^n</a:t>
            </a:r>
            <a:r>
              <a:rPr lang="zh-CN" altLang="en-US"/>
              <a:t>时为</a:t>
            </a:r>
            <a:r>
              <a:rPr lang="en-US" altLang="zh-CN"/>
              <a:t>n*c;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4579">
                                            <p:txEl>
                                              <p:pRg st="1" end="1"/>
                                            </p:txEl>
                                          </p:spTgt>
                                        </p:tgtEl>
                                        <p:attrNameLst>
                                          <p:attrName>style.visibility</p:attrName>
                                        </p:attrNameLst>
                                      </p:cBhvr>
                                      <p:to>
                                        <p:strVal val="visible"/>
                                      </p:to>
                                    </p:set>
                                    <p:anim calcmode="lin" valueType="num">
                                      <p:cBhvr additive="base">
                                        <p:cTn id="13" dur="5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7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96A23DF-3C0D-4FFA-92F1-A44D97949977}"/>
              </a:ext>
            </a:extLst>
          </p:cNvPr>
          <p:cNvSpPr>
            <a:spLocks noGrp="1" noRot="1" noChangeArrowheads="1"/>
          </p:cNvSpPr>
          <p:nvPr>
            <p:ph type="title"/>
          </p:nvPr>
        </p:nvSpPr>
        <p:spPr/>
        <p:txBody>
          <a:bodyPr/>
          <a:lstStyle/>
          <a:p>
            <a:pPr eaLnBrk="1" hangingPunct="1"/>
            <a:r>
              <a:rPr lang="zh-CN" altLang="en-US"/>
              <a:t>该如何进行改进？</a:t>
            </a:r>
          </a:p>
        </p:txBody>
      </p:sp>
      <p:sp>
        <p:nvSpPr>
          <p:cNvPr id="25603" name="Rectangle 3">
            <a:extLst>
              <a:ext uri="{FF2B5EF4-FFF2-40B4-BE49-F238E27FC236}">
                <a16:creationId xmlns:a16="http://schemas.microsoft.com/office/drawing/2014/main" id="{998FD1B7-B816-4D66-BCCE-5DC36255ABFF}"/>
              </a:ext>
            </a:extLst>
          </p:cNvPr>
          <p:cNvSpPr>
            <a:spLocks noGrp="1" noRot="1" noChangeArrowheads="1"/>
          </p:cNvSpPr>
          <p:nvPr>
            <p:ph type="body" idx="1"/>
          </p:nvPr>
        </p:nvSpPr>
        <p:spPr/>
        <p:txBody>
          <a:bodyPr/>
          <a:lstStyle/>
          <a:p>
            <a:pPr eaLnBrk="1" hangingPunct="1"/>
            <a:r>
              <a:rPr lang="en-US" altLang="zh-CN"/>
              <a:t>1.</a:t>
            </a:r>
            <a:r>
              <a:rPr lang="zh-CN" altLang="en-US"/>
              <a:t>注意到</a:t>
            </a:r>
            <a:r>
              <a:rPr lang="en-US" altLang="zh-CN"/>
              <a:t>m(i,j)</a:t>
            </a:r>
            <a:r>
              <a:rPr lang="zh-CN" altLang="en-US"/>
              <a:t>是阶梯状单调不减函数。</a:t>
            </a:r>
          </a:p>
          <a:p>
            <a:pPr eaLnBrk="1" hangingPunct="1"/>
            <a:r>
              <a:rPr lang="en-US" altLang="zh-CN"/>
              <a:t>2.</a:t>
            </a:r>
            <a:r>
              <a:rPr lang="zh-CN" altLang="en-US"/>
              <a:t>可以用跳跃点来记录一组数据。</a:t>
            </a:r>
          </a:p>
        </p:txBody>
      </p:sp>
      <p:grpSp>
        <p:nvGrpSpPr>
          <p:cNvPr id="21508" name="Group 4">
            <a:extLst>
              <a:ext uri="{FF2B5EF4-FFF2-40B4-BE49-F238E27FC236}">
                <a16:creationId xmlns:a16="http://schemas.microsoft.com/office/drawing/2014/main" id="{38DE8078-9428-4640-A478-61FFDAD470CC}"/>
              </a:ext>
            </a:extLst>
          </p:cNvPr>
          <p:cNvGrpSpPr>
            <a:grpSpLocks/>
          </p:cNvGrpSpPr>
          <p:nvPr/>
        </p:nvGrpSpPr>
        <p:grpSpPr bwMode="auto">
          <a:xfrm>
            <a:off x="1714500" y="2228851"/>
            <a:ext cx="5455444" cy="2574131"/>
            <a:chOff x="295" y="1948"/>
            <a:chExt cx="4582" cy="2162"/>
          </a:xfrm>
        </p:grpSpPr>
        <p:grpSp>
          <p:nvGrpSpPr>
            <p:cNvPr id="21509" name="Group 5">
              <a:extLst>
                <a:ext uri="{FF2B5EF4-FFF2-40B4-BE49-F238E27FC236}">
                  <a16:creationId xmlns:a16="http://schemas.microsoft.com/office/drawing/2014/main" id="{AAC3FB62-3B7F-4F2C-92FC-E25CA97CA45E}"/>
                </a:ext>
              </a:extLst>
            </p:cNvPr>
            <p:cNvGrpSpPr>
              <a:grpSpLocks/>
            </p:cNvGrpSpPr>
            <p:nvPr/>
          </p:nvGrpSpPr>
          <p:grpSpPr bwMode="auto">
            <a:xfrm>
              <a:off x="297" y="1949"/>
              <a:ext cx="710" cy="338"/>
              <a:chOff x="0" y="0"/>
              <a:chExt cx="590" cy="480"/>
            </a:xfrm>
          </p:grpSpPr>
          <p:sp>
            <p:nvSpPr>
              <p:cNvPr id="21784" name="Rectangle 6">
                <a:extLst>
                  <a:ext uri="{FF2B5EF4-FFF2-40B4-BE49-F238E27FC236}">
                    <a16:creationId xmlns:a16="http://schemas.microsoft.com/office/drawing/2014/main" id="{2C51B110-9814-4170-8386-0440DBA4F4AC}"/>
                  </a:ext>
                </a:extLst>
              </p:cNvPr>
              <p:cNvSpPr>
                <a:spLocks noChangeArrowheads="1"/>
              </p:cNvSpPr>
              <p:nvPr/>
            </p:nvSpPr>
            <p:spPr bwMode="auto">
              <a:xfrm>
                <a:off x="43" y="0"/>
                <a:ext cx="5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 </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21785" name="Rectangle 7">
                <a:extLst>
                  <a:ext uri="{FF2B5EF4-FFF2-40B4-BE49-F238E27FC236}">
                    <a16:creationId xmlns:a16="http://schemas.microsoft.com/office/drawing/2014/main" id="{A95A6903-E9B3-41D6-9AE2-468FE664D77E}"/>
                  </a:ext>
                </a:extLst>
              </p:cNvPr>
              <p:cNvSpPr>
                <a:spLocks noChangeArrowheads="1"/>
              </p:cNvSpPr>
              <p:nvPr/>
            </p:nvSpPr>
            <p:spPr bwMode="auto">
              <a:xfrm>
                <a:off x="0" y="0"/>
                <a:ext cx="5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10" name="Group 8">
              <a:extLst>
                <a:ext uri="{FF2B5EF4-FFF2-40B4-BE49-F238E27FC236}">
                  <a16:creationId xmlns:a16="http://schemas.microsoft.com/office/drawing/2014/main" id="{624228E6-B2B1-46E3-955C-5D591BB7684C}"/>
                </a:ext>
              </a:extLst>
            </p:cNvPr>
            <p:cNvGrpSpPr>
              <a:grpSpLocks/>
            </p:cNvGrpSpPr>
            <p:nvPr/>
          </p:nvGrpSpPr>
          <p:grpSpPr bwMode="auto">
            <a:xfrm>
              <a:off x="1007" y="1949"/>
              <a:ext cx="322" cy="338"/>
              <a:chOff x="590" y="0"/>
              <a:chExt cx="268" cy="480"/>
            </a:xfrm>
          </p:grpSpPr>
          <p:sp>
            <p:nvSpPr>
              <p:cNvPr id="21782" name="Rectangle 9">
                <a:extLst>
                  <a:ext uri="{FF2B5EF4-FFF2-40B4-BE49-F238E27FC236}">
                    <a16:creationId xmlns:a16="http://schemas.microsoft.com/office/drawing/2014/main" id="{FA365DE3-0F1C-4B35-A06F-ADFDD28C0E5F}"/>
                  </a:ext>
                </a:extLst>
              </p:cNvPr>
              <p:cNvSpPr>
                <a:spLocks noChangeArrowheads="1"/>
              </p:cNvSpPr>
              <p:nvPr/>
            </p:nvSpPr>
            <p:spPr bwMode="auto">
              <a:xfrm>
                <a:off x="633"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 </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83" name="Rectangle 10">
                <a:extLst>
                  <a:ext uri="{FF2B5EF4-FFF2-40B4-BE49-F238E27FC236}">
                    <a16:creationId xmlns:a16="http://schemas.microsoft.com/office/drawing/2014/main" id="{719FA2BE-3070-4A4D-AD11-F7C6C769E6BC}"/>
                  </a:ext>
                </a:extLst>
              </p:cNvPr>
              <p:cNvSpPr>
                <a:spLocks noChangeArrowheads="1"/>
              </p:cNvSpPr>
              <p:nvPr/>
            </p:nvSpPr>
            <p:spPr bwMode="auto">
              <a:xfrm>
                <a:off x="590"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11" name="Group 11">
              <a:extLst>
                <a:ext uri="{FF2B5EF4-FFF2-40B4-BE49-F238E27FC236}">
                  <a16:creationId xmlns:a16="http://schemas.microsoft.com/office/drawing/2014/main" id="{7F108B12-D867-4F8F-A983-E298DC921A81}"/>
                </a:ext>
              </a:extLst>
            </p:cNvPr>
            <p:cNvGrpSpPr>
              <a:grpSpLocks/>
            </p:cNvGrpSpPr>
            <p:nvPr/>
          </p:nvGrpSpPr>
          <p:grpSpPr bwMode="auto">
            <a:xfrm>
              <a:off x="1329" y="1949"/>
              <a:ext cx="322" cy="338"/>
              <a:chOff x="858" y="0"/>
              <a:chExt cx="268" cy="480"/>
            </a:xfrm>
          </p:grpSpPr>
          <p:sp>
            <p:nvSpPr>
              <p:cNvPr id="21780" name="Rectangle 12">
                <a:extLst>
                  <a:ext uri="{FF2B5EF4-FFF2-40B4-BE49-F238E27FC236}">
                    <a16:creationId xmlns:a16="http://schemas.microsoft.com/office/drawing/2014/main" id="{5733CEBB-72B0-41FA-8920-9995422A2FEB}"/>
                  </a:ext>
                </a:extLst>
              </p:cNvPr>
              <p:cNvSpPr>
                <a:spLocks noChangeArrowheads="1"/>
              </p:cNvSpPr>
              <p:nvPr/>
            </p:nvSpPr>
            <p:spPr bwMode="auto">
              <a:xfrm>
                <a:off x="901"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81" name="Rectangle 13">
                <a:extLst>
                  <a:ext uri="{FF2B5EF4-FFF2-40B4-BE49-F238E27FC236}">
                    <a16:creationId xmlns:a16="http://schemas.microsoft.com/office/drawing/2014/main" id="{906E2993-726F-45A2-BA02-F4FD60DC63E4}"/>
                  </a:ext>
                </a:extLst>
              </p:cNvPr>
              <p:cNvSpPr>
                <a:spLocks noChangeArrowheads="1"/>
              </p:cNvSpPr>
              <p:nvPr/>
            </p:nvSpPr>
            <p:spPr bwMode="auto">
              <a:xfrm>
                <a:off x="858"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12" name="Group 14">
              <a:extLst>
                <a:ext uri="{FF2B5EF4-FFF2-40B4-BE49-F238E27FC236}">
                  <a16:creationId xmlns:a16="http://schemas.microsoft.com/office/drawing/2014/main" id="{0F773558-7F29-461B-B205-8E6DFB5D97E5}"/>
                </a:ext>
              </a:extLst>
            </p:cNvPr>
            <p:cNvGrpSpPr>
              <a:grpSpLocks/>
            </p:cNvGrpSpPr>
            <p:nvPr/>
          </p:nvGrpSpPr>
          <p:grpSpPr bwMode="auto">
            <a:xfrm>
              <a:off x="1651" y="1949"/>
              <a:ext cx="323" cy="338"/>
              <a:chOff x="1126" y="0"/>
              <a:chExt cx="268" cy="480"/>
            </a:xfrm>
          </p:grpSpPr>
          <p:sp>
            <p:nvSpPr>
              <p:cNvPr id="21778" name="Rectangle 15">
                <a:extLst>
                  <a:ext uri="{FF2B5EF4-FFF2-40B4-BE49-F238E27FC236}">
                    <a16:creationId xmlns:a16="http://schemas.microsoft.com/office/drawing/2014/main" id="{B6A1F7B9-829F-4F2E-9A76-3EEA6214BF6D}"/>
                  </a:ext>
                </a:extLst>
              </p:cNvPr>
              <p:cNvSpPr>
                <a:spLocks noChangeArrowheads="1"/>
              </p:cNvSpPr>
              <p:nvPr/>
            </p:nvSpPr>
            <p:spPr bwMode="auto">
              <a:xfrm>
                <a:off x="1169"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79" name="Rectangle 16">
                <a:extLst>
                  <a:ext uri="{FF2B5EF4-FFF2-40B4-BE49-F238E27FC236}">
                    <a16:creationId xmlns:a16="http://schemas.microsoft.com/office/drawing/2014/main" id="{B6C6EB52-7AA3-4D63-9860-6BD0E0E42FE9}"/>
                  </a:ext>
                </a:extLst>
              </p:cNvPr>
              <p:cNvSpPr>
                <a:spLocks noChangeArrowheads="1"/>
              </p:cNvSpPr>
              <p:nvPr/>
            </p:nvSpPr>
            <p:spPr bwMode="auto">
              <a:xfrm>
                <a:off x="1126"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13" name="Group 17">
              <a:extLst>
                <a:ext uri="{FF2B5EF4-FFF2-40B4-BE49-F238E27FC236}">
                  <a16:creationId xmlns:a16="http://schemas.microsoft.com/office/drawing/2014/main" id="{809B1191-2E12-4871-990F-DC61CE46A276}"/>
                </a:ext>
              </a:extLst>
            </p:cNvPr>
            <p:cNvGrpSpPr>
              <a:grpSpLocks/>
            </p:cNvGrpSpPr>
            <p:nvPr/>
          </p:nvGrpSpPr>
          <p:grpSpPr bwMode="auto">
            <a:xfrm>
              <a:off x="1974" y="1949"/>
              <a:ext cx="322" cy="338"/>
              <a:chOff x="1394" y="0"/>
              <a:chExt cx="268" cy="480"/>
            </a:xfrm>
          </p:grpSpPr>
          <p:sp>
            <p:nvSpPr>
              <p:cNvPr id="21776" name="Rectangle 18">
                <a:extLst>
                  <a:ext uri="{FF2B5EF4-FFF2-40B4-BE49-F238E27FC236}">
                    <a16:creationId xmlns:a16="http://schemas.microsoft.com/office/drawing/2014/main" id="{D2D33918-9577-4410-9A73-8189FB49C996}"/>
                  </a:ext>
                </a:extLst>
              </p:cNvPr>
              <p:cNvSpPr>
                <a:spLocks noChangeArrowheads="1"/>
              </p:cNvSpPr>
              <p:nvPr/>
            </p:nvSpPr>
            <p:spPr bwMode="auto">
              <a:xfrm>
                <a:off x="1437"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2</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77" name="Rectangle 19">
                <a:extLst>
                  <a:ext uri="{FF2B5EF4-FFF2-40B4-BE49-F238E27FC236}">
                    <a16:creationId xmlns:a16="http://schemas.microsoft.com/office/drawing/2014/main" id="{22A16E76-1E75-48E1-BA6C-C729A6F68A76}"/>
                  </a:ext>
                </a:extLst>
              </p:cNvPr>
              <p:cNvSpPr>
                <a:spLocks noChangeArrowheads="1"/>
              </p:cNvSpPr>
              <p:nvPr/>
            </p:nvSpPr>
            <p:spPr bwMode="auto">
              <a:xfrm>
                <a:off x="1394"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14" name="Group 20">
              <a:extLst>
                <a:ext uri="{FF2B5EF4-FFF2-40B4-BE49-F238E27FC236}">
                  <a16:creationId xmlns:a16="http://schemas.microsoft.com/office/drawing/2014/main" id="{A3FE50E3-0510-4F1A-8BE0-9A8C83E81615}"/>
                </a:ext>
              </a:extLst>
            </p:cNvPr>
            <p:cNvGrpSpPr>
              <a:grpSpLocks/>
            </p:cNvGrpSpPr>
            <p:nvPr/>
          </p:nvGrpSpPr>
          <p:grpSpPr bwMode="auto">
            <a:xfrm>
              <a:off x="2296" y="1949"/>
              <a:ext cx="322" cy="338"/>
              <a:chOff x="1662" y="0"/>
              <a:chExt cx="268" cy="480"/>
            </a:xfrm>
          </p:grpSpPr>
          <p:sp>
            <p:nvSpPr>
              <p:cNvPr id="21774" name="Rectangle 21">
                <a:extLst>
                  <a:ext uri="{FF2B5EF4-FFF2-40B4-BE49-F238E27FC236}">
                    <a16:creationId xmlns:a16="http://schemas.microsoft.com/office/drawing/2014/main" id="{4770A277-13B2-4A2B-8911-2224F19E4D35}"/>
                  </a:ext>
                </a:extLst>
              </p:cNvPr>
              <p:cNvSpPr>
                <a:spLocks noChangeArrowheads="1"/>
              </p:cNvSpPr>
              <p:nvPr/>
            </p:nvSpPr>
            <p:spPr bwMode="auto">
              <a:xfrm>
                <a:off x="1705"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3</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75" name="Rectangle 22">
                <a:extLst>
                  <a:ext uri="{FF2B5EF4-FFF2-40B4-BE49-F238E27FC236}">
                    <a16:creationId xmlns:a16="http://schemas.microsoft.com/office/drawing/2014/main" id="{8B226BBE-5FE7-41FD-BAE0-14308B1F3F4C}"/>
                  </a:ext>
                </a:extLst>
              </p:cNvPr>
              <p:cNvSpPr>
                <a:spLocks noChangeArrowheads="1"/>
              </p:cNvSpPr>
              <p:nvPr/>
            </p:nvSpPr>
            <p:spPr bwMode="auto">
              <a:xfrm>
                <a:off x="1662"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15" name="Group 23">
              <a:extLst>
                <a:ext uri="{FF2B5EF4-FFF2-40B4-BE49-F238E27FC236}">
                  <a16:creationId xmlns:a16="http://schemas.microsoft.com/office/drawing/2014/main" id="{9978BF60-E113-4501-9537-F64027834CBD}"/>
                </a:ext>
              </a:extLst>
            </p:cNvPr>
            <p:cNvGrpSpPr>
              <a:grpSpLocks/>
            </p:cNvGrpSpPr>
            <p:nvPr/>
          </p:nvGrpSpPr>
          <p:grpSpPr bwMode="auto">
            <a:xfrm>
              <a:off x="2618" y="1949"/>
              <a:ext cx="323" cy="338"/>
              <a:chOff x="1930" y="0"/>
              <a:chExt cx="268" cy="480"/>
            </a:xfrm>
          </p:grpSpPr>
          <p:sp>
            <p:nvSpPr>
              <p:cNvPr id="21772" name="Rectangle 24">
                <a:extLst>
                  <a:ext uri="{FF2B5EF4-FFF2-40B4-BE49-F238E27FC236}">
                    <a16:creationId xmlns:a16="http://schemas.microsoft.com/office/drawing/2014/main" id="{F4ACD37C-FEB4-400A-9C58-CCAB3145CF77}"/>
                  </a:ext>
                </a:extLst>
              </p:cNvPr>
              <p:cNvSpPr>
                <a:spLocks noChangeArrowheads="1"/>
              </p:cNvSpPr>
              <p:nvPr/>
            </p:nvSpPr>
            <p:spPr bwMode="auto">
              <a:xfrm>
                <a:off x="1973"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4</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73" name="Rectangle 25">
                <a:extLst>
                  <a:ext uri="{FF2B5EF4-FFF2-40B4-BE49-F238E27FC236}">
                    <a16:creationId xmlns:a16="http://schemas.microsoft.com/office/drawing/2014/main" id="{0504664A-A3AF-4559-8A8E-484F35FCD55B}"/>
                  </a:ext>
                </a:extLst>
              </p:cNvPr>
              <p:cNvSpPr>
                <a:spLocks noChangeArrowheads="1"/>
              </p:cNvSpPr>
              <p:nvPr/>
            </p:nvSpPr>
            <p:spPr bwMode="auto">
              <a:xfrm>
                <a:off x="1930"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16" name="Group 26">
              <a:extLst>
                <a:ext uri="{FF2B5EF4-FFF2-40B4-BE49-F238E27FC236}">
                  <a16:creationId xmlns:a16="http://schemas.microsoft.com/office/drawing/2014/main" id="{D88430E7-D153-4CC5-9429-19A5FCA36683}"/>
                </a:ext>
              </a:extLst>
            </p:cNvPr>
            <p:cNvGrpSpPr>
              <a:grpSpLocks/>
            </p:cNvGrpSpPr>
            <p:nvPr/>
          </p:nvGrpSpPr>
          <p:grpSpPr bwMode="auto">
            <a:xfrm>
              <a:off x="2941" y="1949"/>
              <a:ext cx="322" cy="338"/>
              <a:chOff x="2198" y="0"/>
              <a:chExt cx="268" cy="480"/>
            </a:xfrm>
          </p:grpSpPr>
          <p:sp>
            <p:nvSpPr>
              <p:cNvPr id="21770" name="Rectangle 27">
                <a:extLst>
                  <a:ext uri="{FF2B5EF4-FFF2-40B4-BE49-F238E27FC236}">
                    <a16:creationId xmlns:a16="http://schemas.microsoft.com/office/drawing/2014/main" id="{C65DD2D5-2D6B-45EC-952D-79B9DB571E04}"/>
                  </a:ext>
                </a:extLst>
              </p:cNvPr>
              <p:cNvSpPr>
                <a:spLocks noChangeArrowheads="1"/>
              </p:cNvSpPr>
              <p:nvPr/>
            </p:nvSpPr>
            <p:spPr bwMode="auto">
              <a:xfrm>
                <a:off x="2241"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5</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71" name="Rectangle 28">
                <a:extLst>
                  <a:ext uri="{FF2B5EF4-FFF2-40B4-BE49-F238E27FC236}">
                    <a16:creationId xmlns:a16="http://schemas.microsoft.com/office/drawing/2014/main" id="{09829BDF-139C-44BC-8D86-40813215A56F}"/>
                  </a:ext>
                </a:extLst>
              </p:cNvPr>
              <p:cNvSpPr>
                <a:spLocks noChangeArrowheads="1"/>
              </p:cNvSpPr>
              <p:nvPr/>
            </p:nvSpPr>
            <p:spPr bwMode="auto">
              <a:xfrm>
                <a:off x="2198"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17" name="Group 29">
              <a:extLst>
                <a:ext uri="{FF2B5EF4-FFF2-40B4-BE49-F238E27FC236}">
                  <a16:creationId xmlns:a16="http://schemas.microsoft.com/office/drawing/2014/main" id="{053049B1-57A6-4093-90D4-378A849E8085}"/>
                </a:ext>
              </a:extLst>
            </p:cNvPr>
            <p:cNvGrpSpPr>
              <a:grpSpLocks/>
            </p:cNvGrpSpPr>
            <p:nvPr/>
          </p:nvGrpSpPr>
          <p:grpSpPr bwMode="auto">
            <a:xfrm>
              <a:off x="3263" y="1949"/>
              <a:ext cx="323" cy="338"/>
              <a:chOff x="2466" y="0"/>
              <a:chExt cx="268" cy="480"/>
            </a:xfrm>
          </p:grpSpPr>
          <p:sp>
            <p:nvSpPr>
              <p:cNvPr id="21768" name="Rectangle 30">
                <a:extLst>
                  <a:ext uri="{FF2B5EF4-FFF2-40B4-BE49-F238E27FC236}">
                    <a16:creationId xmlns:a16="http://schemas.microsoft.com/office/drawing/2014/main" id="{A339B1B0-C623-4311-8C85-4E93ECBB4DD4}"/>
                  </a:ext>
                </a:extLst>
              </p:cNvPr>
              <p:cNvSpPr>
                <a:spLocks noChangeArrowheads="1"/>
              </p:cNvSpPr>
              <p:nvPr/>
            </p:nvSpPr>
            <p:spPr bwMode="auto">
              <a:xfrm>
                <a:off x="2509"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69" name="Rectangle 31">
                <a:extLst>
                  <a:ext uri="{FF2B5EF4-FFF2-40B4-BE49-F238E27FC236}">
                    <a16:creationId xmlns:a16="http://schemas.microsoft.com/office/drawing/2014/main" id="{900727FF-E84C-46EB-B403-4EB383BBCE28}"/>
                  </a:ext>
                </a:extLst>
              </p:cNvPr>
              <p:cNvSpPr>
                <a:spLocks noChangeArrowheads="1"/>
              </p:cNvSpPr>
              <p:nvPr/>
            </p:nvSpPr>
            <p:spPr bwMode="auto">
              <a:xfrm>
                <a:off x="2466"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18" name="Group 32">
              <a:extLst>
                <a:ext uri="{FF2B5EF4-FFF2-40B4-BE49-F238E27FC236}">
                  <a16:creationId xmlns:a16="http://schemas.microsoft.com/office/drawing/2014/main" id="{4A6EC4A2-1A1D-4695-B81C-E4B14198DB14}"/>
                </a:ext>
              </a:extLst>
            </p:cNvPr>
            <p:cNvGrpSpPr>
              <a:grpSpLocks/>
            </p:cNvGrpSpPr>
            <p:nvPr/>
          </p:nvGrpSpPr>
          <p:grpSpPr bwMode="auto">
            <a:xfrm>
              <a:off x="3586" y="1949"/>
              <a:ext cx="322" cy="338"/>
              <a:chOff x="2734" y="0"/>
              <a:chExt cx="268" cy="480"/>
            </a:xfrm>
          </p:grpSpPr>
          <p:sp>
            <p:nvSpPr>
              <p:cNvPr id="21766" name="Rectangle 33">
                <a:extLst>
                  <a:ext uri="{FF2B5EF4-FFF2-40B4-BE49-F238E27FC236}">
                    <a16:creationId xmlns:a16="http://schemas.microsoft.com/office/drawing/2014/main" id="{1905690A-FAAE-46D8-8926-86089DC39CAC}"/>
                  </a:ext>
                </a:extLst>
              </p:cNvPr>
              <p:cNvSpPr>
                <a:spLocks noChangeArrowheads="1"/>
              </p:cNvSpPr>
              <p:nvPr/>
            </p:nvSpPr>
            <p:spPr bwMode="auto">
              <a:xfrm>
                <a:off x="2777"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7</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67" name="Rectangle 34">
                <a:extLst>
                  <a:ext uri="{FF2B5EF4-FFF2-40B4-BE49-F238E27FC236}">
                    <a16:creationId xmlns:a16="http://schemas.microsoft.com/office/drawing/2014/main" id="{B488718E-EF1B-49CB-93AF-0CF29C9D701D}"/>
                  </a:ext>
                </a:extLst>
              </p:cNvPr>
              <p:cNvSpPr>
                <a:spLocks noChangeArrowheads="1"/>
              </p:cNvSpPr>
              <p:nvPr/>
            </p:nvSpPr>
            <p:spPr bwMode="auto">
              <a:xfrm>
                <a:off x="2734"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19" name="Group 35">
              <a:extLst>
                <a:ext uri="{FF2B5EF4-FFF2-40B4-BE49-F238E27FC236}">
                  <a16:creationId xmlns:a16="http://schemas.microsoft.com/office/drawing/2014/main" id="{B5B0CAA4-D178-4887-AE8B-CACAD6B7874D}"/>
                </a:ext>
              </a:extLst>
            </p:cNvPr>
            <p:cNvGrpSpPr>
              <a:grpSpLocks/>
            </p:cNvGrpSpPr>
            <p:nvPr/>
          </p:nvGrpSpPr>
          <p:grpSpPr bwMode="auto">
            <a:xfrm>
              <a:off x="3908" y="1949"/>
              <a:ext cx="322" cy="338"/>
              <a:chOff x="3002" y="0"/>
              <a:chExt cx="268" cy="480"/>
            </a:xfrm>
          </p:grpSpPr>
          <p:sp>
            <p:nvSpPr>
              <p:cNvPr id="21764" name="Rectangle 36">
                <a:extLst>
                  <a:ext uri="{FF2B5EF4-FFF2-40B4-BE49-F238E27FC236}">
                    <a16:creationId xmlns:a16="http://schemas.microsoft.com/office/drawing/2014/main" id="{D6ADDA18-2F9F-4F27-8570-5D463A67215A}"/>
                  </a:ext>
                </a:extLst>
              </p:cNvPr>
              <p:cNvSpPr>
                <a:spLocks noChangeArrowheads="1"/>
              </p:cNvSpPr>
              <p:nvPr/>
            </p:nvSpPr>
            <p:spPr bwMode="auto">
              <a:xfrm>
                <a:off x="3045"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8</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65" name="Rectangle 37">
                <a:extLst>
                  <a:ext uri="{FF2B5EF4-FFF2-40B4-BE49-F238E27FC236}">
                    <a16:creationId xmlns:a16="http://schemas.microsoft.com/office/drawing/2014/main" id="{EED5B8F3-A4AE-4031-B424-64D0FA55D0CB}"/>
                  </a:ext>
                </a:extLst>
              </p:cNvPr>
              <p:cNvSpPr>
                <a:spLocks noChangeArrowheads="1"/>
              </p:cNvSpPr>
              <p:nvPr/>
            </p:nvSpPr>
            <p:spPr bwMode="auto">
              <a:xfrm>
                <a:off x="3002"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20" name="Group 38">
              <a:extLst>
                <a:ext uri="{FF2B5EF4-FFF2-40B4-BE49-F238E27FC236}">
                  <a16:creationId xmlns:a16="http://schemas.microsoft.com/office/drawing/2014/main" id="{5AE2B414-83D3-459F-93AB-95CEDEEF7FD5}"/>
                </a:ext>
              </a:extLst>
            </p:cNvPr>
            <p:cNvGrpSpPr>
              <a:grpSpLocks/>
            </p:cNvGrpSpPr>
            <p:nvPr/>
          </p:nvGrpSpPr>
          <p:grpSpPr bwMode="auto">
            <a:xfrm>
              <a:off x="4230" y="1949"/>
              <a:ext cx="323" cy="338"/>
              <a:chOff x="3270" y="0"/>
              <a:chExt cx="268" cy="480"/>
            </a:xfrm>
          </p:grpSpPr>
          <p:sp>
            <p:nvSpPr>
              <p:cNvPr id="21762" name="Rectangle 39">
                <a:extLst>
                  <a:ext uri="{FF2B5EF4-FFF2-40B4-BE49-F238E27FC236}">
                    <a16:creationId xmlns:a16="http://schemas.microsoft.com/office/drawing/2014/main" id="{D7C9FBD7-A3DF-400A-83FF-836F9EAC1354}"/>
                  </a:ext>
                </a:extLst>
              </p:cNvPr>
              <p:cNvSpPr>
                <a:spLocks noChangeArrowheads="1"/>
              </p:cNvSpPr>
              <p:nvPr/>
            </p:nvSpPr>
            <p:spPr bwMode="auto">
              <a:xfrm>
                <a:off x="3313"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63" name="Rectangle 40">
                <a:extLst>
                  <a:ext uri="{FF2B5EF4-FFF2-40B4-BE49-F238E27FC236}">
                    <a16:creationId xmlns:a16="http://schemas.microsoft.com/office/drawing/2014/main" id="{8855B06B-BA32-4EC3-9830-1B1B0F35C5A7}"/>
                  </a:ext>
                </a:extLst>
              </p:cNvPr>
              <p:cNvSpPr>
                <a:spLocks noChangeArrowheads="1"/>
              </p:cNvSpPr>
              <p:nvPr/>
            </p:nvSpPr>
            <p:spPr bwMode="auto">
              <a:xfrm>
                <a:off x="3270"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21" name="Group 41">
              <a:extLst>
                <a:ext uri="{FF2B5EF4-FFF2-40B4-BE49-F238E27FC236}">
                  <a16:creationId xmlns:a16="http://schemas.microsoft.com/office/drawing/2014/main" id="{C3B6EA5E-C681-427A-BC14-A958FEC698A0}"/>
                </a:ext>
              </a:extLst>
            </p:cNvPr>
            <p:cNvGrpSpPr>
              <a:grpSpLocks/>
            </p:cNvGrpSpPr>
            <p:nvPr/>
          </p:nvGrpSpPr>
          <p:grpSpPr bwMode="auto">
            <a:xfrm>
              <a:off x="4553" y="1949"/>
              <a:ext cx="322" cy="338"/>
              <a:chOff x="3538" y="0"/>
              <a:chExt cx="268" cy="480"/>
            </a:xfrm>
          </p:grpSpPr>
          <p:sp>
            <p:nvSpPr>
              <p:cNvPr id="21760" name="Rectangle 42">
                <a:extLst>
                  <a:ext uri="{FF2B5EF4-FFF2-40B4-BE49-F238E27FC236}">
                    <a16:creationId xmlns:a16="http://schemas.microsoft.com/office/drawing/2014/main" id="{C3A72C55-336F-498E-A95A-4BEB77FD6F8B}"/>
                  </a:ext>
                </a:extLst>
              </p:cNvPr>
              <p:cNvSpPr>
                <a:spLocks noChangeArrowheads="1"/>
              </p:cNvSpPr>
              <p:nvPr/>
            </p:nvSpPr>
            <p:spPr bwMode="auto">
              <a:xfrm>
                <a:off x="3581" y="0"/>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61" name="Rectangle 43">
                <a:extLst>
                  <a:ext uri="{FF2B5EF4-FFF2-40B4-BE49-F238E27FC236}">
                    <a16:creationId xmlns:a16="http://schemas.microsoft.com/office/drawing/2014/main" id="{0FE736BD-9388-4810-8BEF-5E3B32BB66A4}"/>
                  </a:ext>
                </a:extLst>
              </p:cNvPr>
              <p:cNvSpPr>
                <a:spLocks noChangeArrowheads="1"/>
              </p:cNvSpPr>
              <p:nvPr/>
            </p:nvSpPr>
            <p:spPr bwMode="auto">
              <a:xfrm>
                <a:off x="3538" y="0"/>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22" name="Group 44">
              <a:extLst>
                <a:ext uri="{FF2B5EF4-FFF2-40B4-BE49-F238E27FC236}">
                  <a16:creationId xmlns:a16="http://schemas.microsoft.com/office/drawing/2014/main" id="{74074492-C415-43C4-9B0A-1DB5EC324ABA}"/>
                </a:ext>
              </a:extLst>
            </p:cNvPr>
            <p:cNvGrpSpPr>
              <a:grpSpLocks/>
            </p:cNvGrpSpPr>
            <p:nvPr/>
          </p:nvGrpSpPr>
          <p:grpSpPr bwMode="auto">
            <a:xfrm>
              <a:off x="297" y="2287"/>
              <a:ext cx="710" cy="270"/>
              <a:chOff x="0" y="480"/>
              <a:chExt cx="590" cy="384"/>
            </a:xfrm>
          </p:grpSpPr>
          <p:sp>
            <p:nvSpPr>
              <p:cNvPr id="21758" name="Rectangle 45">
                <a:extLst>
                  <a:ext uri="{FF2B5EF4-FFF2-40B4-BE49-F238E27FC236}">
                    <a16:creationId xmlns:a16="http://schemas.microsoft.com/office/drawing/2014/main" id="{031FFDB0-C48F-4113-99B7-84B78F9642A5}"/>
                  </a:ext>
                </a:extLst>
              </p:cNvPr>
              <p:cNvSpPr>
                <a:spLocks noChangeArrowheads="1"/>
              </p:cNvSpPr>
              <p:nvPr/>
            </p:nvSpPr>
            <p:spPr bwMode="auto">
              <a:xfrm>
                <a:off x="43" y="480"/>
                <a:ext cx="50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 </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21759" name="Rectangle 46">
                <a:extLst>
                  <a:ext uri="{FF2B5EF4-FFF2-40B4-BE49-F238E27FC236}">
                    <a16:creationId xmlns:a16="http://schemas.microsoft.com/office/drawing/2014/main" id="{11E12CDD-DE1F-4DB5-8DFB-DB495BE6E5B7}"/>
                  </a:ext>
                </a:extLst>
              </p:cNvPr>
              <p:cNvSpPr>
                <a:spLocks noChangeArrowheads="1"/>
              </p:cNvSpPr>
              <p:nvPr/>
            </p:nvSpPr>
            <p:spPr bwMode="auto">
              <a:xfrm>
                <a:off x="0" y="480"/>
                <a:ext cx="59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23" name="Group 47">
              <a:extLst>
                <a:ext uri="{FF2B5EF4-FFF2-40B4-BE49-F238E27FC236}">
                  <a16:creationId xmlns:a16="http://schemas.microsoft.com/office/drawing/2014/main" id="{6F91636B-A1A9-4C10-90F7-092C96DEE95A}"/>
                </a:ext>
              </a:extLst>
            </p:cNvPr>
            <p:cNvGrpSpPr>
              <a:grpSpLocks/>
            </p:cNvGrpSpPr>
            <p:nvPr/>
          </p:nvGrpSpPr>
          <p:grpSpPr bwMode="auto">
            <a:xfrm>
              <a:off x="1007" y="2287"/>
              <a:ext cx="322" cy="270"/>
              <a:chOff x="590" y="480"/>
              <a:chExt cx="268" cy="384"/>
            </a:xfrm>
          </p:grpSpPr>
          <p:sp>
            <p:nvSpPr>
              <p:cNvPr id="21756" name="Rectangle 48">
                <a:extLst>
                  <a:ext uri="{FF2B5EF4-FFF2-40B4-BE49-F238E27FC236}">
                    <a16:creationId xmlns:a16="http://schemas.microsoft.com/office/drawing/2014/main" id="{E2DFFB51-B9CB-4372-98FB-CA318CA4F54B}"/>
                  </a:ext>
                </a:extLst>
              </p:cNvPr>
              <p:cNvSpPr>
                <a:spLocks noChangeArrowheads="1"/>
              </p:cNvSpPr>
              <p:nvPr/>
            </p:nvSpPr>
            <p:spPr bwMode="auto">
              <a:xfrm>
                <a:off x="633"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57" name="Rectangle 49">
                <a:extLst>
                  <a:ext uri="{FF2B5EF4-FFF2-40B4-BE49-F238E27FC236}">
                    <a16:creationId xmlns:a16="http://schemas.microsoft.com/office/drawing/2014/main" id="{F4DE513E-922E-4F12-B8DD-0608AA6C9FB1}"/>
                  </a:ext>
                </a:extLst>
              </p:cNvPr>
              <p:cNvSpPr>
                <a:spLocks noChangeArrowheads="1"/>
              </p:cNvSpPr>
              <p:nvPr/>
            </p:nvSpPr>
            <p:spPr bwMode="auto">
              <a:xfrm>
                <a:off x="590" y="480"/>
                <a:ext cx="2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24" name="Group 50">
              <a:extLst>
                <a:ext uri="{FF2B5EF4-FFF2-40B4-BE49-F238E27FC236}">
                  <a16:creationId xmlns:a16="http://schemas.microsoft.com/office/drawing/2014/main" id="{D396F09B-87E9-43D8-8BFC-669809580995}"/>
                </a:ext>
              </a:extLst>
            </p:cNvPr>
            <p:cNvGrpSpPr>
              <a:grpSpLocks/>
            </p:cNvGrpSpPr>
            <p:nvPr/>
          </p:nvGrpSpPr>
          <p:grpSpPr bwMode="auto">
            <a:xfrm>
              <a:off x="1329" y="2287"/>
              <a:ext cx="322" cy="270"/>
              <a:chOff x="858" y="480"/>
              <a:chExt cx="268" cy="384"/>
            </a:xfrm>
          </p:grpSpPr>
          <p:sp>
            <p:nvSpPr>
              <p:cNvPr id="21754" name="Rectangle 51">
                <a:extLst>
                  <a:ext uri="{FF2B5EF4-FFF2-40B4-BE49-F238E27FC236}">
                    <a16:creationId xmlns:a16="http://schemas.microsoft.com/office/drawing/2014/main" id="{0A62A9FB-6508-49B8-9E6A-D6766352F416}"/>
                  </a:ext>
                </a:extLst>
              </p:cNvPr>
              <p:cNvSpPr>
                <a:spLocks noChangeArrowheads="1"/>
              </p:cNvSpPr>
              <p:nvPr/>
            </p:nvSpPr>
            <p:spPr bwMode="auto">
              <a:xfrm>
                <a:off x="901"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55" name="Rectangle 52">
                <a:extLst>
                  <a:ext uri="{FF2B5EF4-FFF2-40B4-BE49-F238E27FC236}">
                    <a16:creationId xmlns:a16="http://schemas.microsoft.com/office/drawing/2014/main" id="{2A86D082-8D74-4971-B8B2-CAEDAF0135E8}"/>
                  </a:ext>
                </a:extLst>
              </p:cNvPr>
              <p:cNvSpPr>
                <a:spLocks noChangeArrowheads="1"/>
              </p:cNvSpPr>
              <p:nvPr/>
            </p:nvSpPr>
            <p:spPr bwMode="auto">
              <a:xfrm>
                <a:off x="858"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25" name="Group 53">
              <a:extLst>
                <a:ext uri="{FF2B5EF4-FFF2-40B4-BE49-F238E27FC236}">
                  <a16:creationId xmlns:a16="http://schemas.microsoft.com/office/drawing/2014/main" id="{1BF4EAF0-F2D0-45D6-8299-9C1B78804BD3}"/>
                </a:ext>
              </a:extLst>
            </p:cNvPr>
            <p:cNvGrpSpPr>
              <a:grpSpLocks/>
            </p:cNvGrpSpPr>
            <p:nvPr/>
          </p:nvGrpSpPr>
          <p:grpSpPr bwMode="auto">
            <a:xfrm>
              <a:off x="1651" y="2287"/>
              <a:ext cx="323" cy="270"/>
              <a:chOff x="1126" y="480"/>
              <a:chExt cx="268" cy="384"/>
            </a:xfrm>
          </p:grpSpPr>
          <p:sp>
            <p:nvSpPr>
              <p:cNvPr id="21752" name="Rectangle 54">
                <a:extLst>
                  <a:ext uri="{FF2B5EF4-FFF2-40B4-BE49-F238E27FC236}">
                    <a16:creationId xmlns:a16="http://schemas.microsoft.com/office/drawing/2014/main" id="{6339C7E9-7938-445D-9094-60C7A331EDC4}"/>
                  </a:ext>
                </a:extLst>
              </p:cNvPr>
              <p:cNvSpPr>
                <a:spLocks noChangeArrowheads="1"/>
              </p:cNvSpPr>
              <p:nvPr/>
            </p:nvSpPr>
            <p:spPr bwMode="auto">
              <a:xfrm>
                <a:off x="1169"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53" name="Rectangle 55">
                <a:extLst>
                  <a:ext uri="{FF2B5EF4-FFF2-40B4-BE49-F238E27FC236}">
                    <a16:creationId xmlns:a16="http://schemas.microsoft.com/office/drawing/2014/main" id="{2B0B2AFD-FDA7-4C93-9D9E-3477BE6DB9E0}"/>
                  </a:ext>
                </a:extLst>
              </p:cNvPr>
              <p:cNvSpPr>
                <a:spLocks noChangeArrowheads="1"/>
              </p:cNvSpPr>
              <p:nvPr/>
            </p:nvSpPr>
            <p:spPr bwMode="auto">
              <a:xfrm>
                <a:off x="1126"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26" name="Group 56">
              <a:extLst>
                <a:ext uri="{FF2B5EF4-FFF2-40B4-BE49-F238E27FC236}">
                  <a16:creationId xmlns:a16="http://schemas.microsoft.com/office/drawing/2014/main" id="{870D9538-AC36-49B3-8A02-D274254D1989}"/>
                </a:ext>
              </a:extLst>
            </p:cNvPr>
            <p:cNvGrpSpPr>
              <a:grpSpLocks/>
            </p:cNvGrpSpPr>
            <p:nvPr/>
          </p:nvGrpSpPr>
          <p:grpSpPr bwMode="auto">
            <a:xfrm>
              <a:off x="1974" y="2287"/>
              <a:ext cx="322" cy="282"/>
              <a:chOff x="1394" y="480"/>
              <a:chExt cx="268" cy="401"/>
            </a:xfrm>
          </p:grpSpPr>
          <p:sp>
            <p:nvSpPr>
              <p:cNvPr id="21750" name="Rectangle 57">
                <a:extLst>
                  <a:ext uri="{FF2B5EF4-FFF2-40B4-BE49-F238E27FC236}">
                    <a16:creationId xmlns:a16="http://schemas.microsoft.com/office/drawing/2014/main" id="{9806B9F8-6E40-475E-8455-8DEFB54147AE}"/>
                  </a:ext>
                </a:extLst>
              </p:cNvPr>
              <p:cNvSpPr>
                <a:spLocks noChangeArrowheads="1"/>
              </p:cNvSpPr>
              <p:nvPr/>
            </p:nvSpPr>
            <p:spPr bwMode="auto">
              <a:xfrm>
                <a:off x="1437" y="480"/>
                <a:ext cx="182" cy="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sp>
            <p:nvSpPr>
              <p:cNvPr id="21751" name="Rectangle 58">
                <a:extLst>
                  <a:ext uri="{FF2B5EF4-FFF2-40B4-BE49-F238E27FC236}">
                    <a16:creationId xmlns:a16="http://schemas.microsoft.com/office/drawing/2014/main" id="{0535F867-19DE-4262-8EC6-7D84EE303A85}"/>
                  </a:ext>
                </a:extLst>
              </p:cNvPr>
              <p:cNvSpPr>
                <a:spLocks noChangeArrowheads="1"/>
              </p:cNvSpPr>
              <p:nvPr/>
            </p:nvSpPr>
            <p:spPr bwMode="auto">
              <a:xfrm>
                <a:off x="1394"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27" name="Group 59">
              <a:extLst>
                <a:ext uri="{FF2B5EF4-FFF2-40B4-BE49-F238E27FC236}">
                  <a16:creationId xmlns:a16="http://schemas.microsoft.com/office/drawing/2014/main" id="{E559872D-35CD-49E1-BC35-F5EDB71DD478}"/>
                </a:ext>
              </a:extLst>
            </p:cNvPr>
            <p:cNvGrpSpPr>
              <a:grpSpLocks/>
            </p:cNvGrpSpPr>
            <p:nvPr/>
          </p:nvGrpSpPr>
          <p:grpSpPr bwMode="auto">
            <a:xfrm>
              <a:off x="2296" y="2287"/>
              <a:ext cx="322" cy="270"/>
              <a:chOff x="1662" y="480"/>
              <a:chExt cx="268" cy="384"/>
            </a:xfrm>
          </p:grpSpPr>
          <p:sp>
            <p:nvSpPr>
              <p:cNvPr id="21748" name="Rectangle 60">
                <a:extLst>
                  <a:ext uri="{FF2B5EF4-FFF2-40B4-BE49-F238E27FC236}">
                    <a16:creationId xmlns:a16="http://schemas.microsoft.com/office/drawing/2014/main" id="{C54FE3EB-208A-4193-91BE-3E19E37A34A1}"/>
                  </a:ext>
                </a:extLst>
              </p:cNvPr>
              <p:cNvSpPr>
                <a:spLocks noChangeArrowheads="1"/>
              </p:cNvSpPr>
              <p:nvPr/>
            </p:nvSpPr>
            <p:spPr bwMode="auto">
              <a:xfrm>
                <a:off x="1705"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49" name="Rectangle 61">
                <a:extLst>
                  <a:ext uri="{FF2B5EF4-FFF2-40B4-BE49-F238E27FC236}">
                    <a16:creationId xmlns:a16="http://schemas.microsoft.com/office/drawing/2014/main" id="{FAB45B9C-CECE-4C5C-8B00-FD570AD10484}"/>
                  </a:ext>
                </a:extLst>
              </p:cNvPr>
              <p:cNvSpPr>
                <a:spLocks noChangeArrowheads="1"/>
              </p:cNvSpPr>
              <p:nvPr/>
            </p:nvSpPr>
            <p:spPr bwMode="auto">
              <a:xfrm>
                <a:off x="1662"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28" name="Group 62">
              <a:extLst>
                <a:ext uri="{FF2B5EF4-FFF2-40B4-BE49-F238E27FC236}">
                  <a16:creationId xmlns:a16="http://schemas.microsoft.com/office/drawing/2014/main" id="{32B0A350-BD24-4758-814B-3E28C90DA947}"/>
                </a:ext>
              </a:extLst>
            </p:cNvPr>
            <p:cNvGrpSpPr>
              <a:grpSpLocks/>
            </p:cNvGrpSpPr>
            <p:nvPr/>
          </p:nvGrpSpPr>
          <p:grpSpPr bwMode="auto">
            <a:xfrm>
              <a:off x="2618" y="2287"/>
              <a:ext cx="323" cy="270"/>
              <a:chOff x="1930" y="480"/>
              <a:chExt cx="268" cy="384"/>
            </a:xfrm>
          </p:grpSpPr>
          <p:sp>
            <p:nvSpPr>
              <p:cNvPr id="21746" name="Rectangle 63">
                <a:extLst>
                  <a:ext uri="{FF2B5EF4-FFF2-40B4-BE49-F238E27FC236}">
                    <a16:creationId xmlns:a16="http://schemas.microsoft.com/office/drawing/2014/main" id="{600EAB1D-9D7C-4589-A1D6-5FFDB0384E84}"/>
                  </a:ext>
                </a:extLst>
              </p:cNvPr>
              <p:cNvSpPr>
                <a:spLocks noChangeArrowheads="1"/>
              </p:cNvSpPr>
              <p:nvPr/>
            </p:nvSpPr>
            <p:spPr bwMode="auto">
              <a:xfrm>
                <a:off x="1973"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p:txBody>
          </p:sp>
          <p:sp>
            <p:nvSpPr>
              <p:cNvPr id="21747" name="Rectangle 64">
                <a:extLst>
                  <a:ext uri="{FF2B5EF4-FFF2-40B4-BE49-F238E27FC236}">
                    <a16:creationId xmlns:a16="http://schemas.microsoft.com/office/drawing/2014/main" id="{76AFD887-2BEF-45BF-9F96-B1DD9D4BC1D6}"/>
                  </a:ext>
                </a:extLst>
              </p:cNvPr>
              <p:cNvSpPr>
                <a:spLocks noChangeArrowheads="1"/>
              </p:cNvSpPr>
              <p:nvPr/>
            </p:nvSpPr>
            <p:spPr bwMode="auto">
              <a:xfrm>
                <a:off x="1930"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29" name="Group 65">
              <a:extLst>
                <a:ext uri="{FF2B5EF4-FFF2-40B4-BE49-F238E27FC236}">
                  <a16:creationId xmlns:a16="http://schemas.microsoft.com/office/drawing/2014/main" id="{BE996580-F0BA-43AF-8A43-B361F2039B4C}"/>
                </a:ext>
              </a:extLst>
            </p:cNvPr>
            <p:cNvGrpSpPr>
              <a:grpSpLocks/>
            </p:cNvGrpSpPr>
            <p:nvPr/>
          </p:nvGrpSpPr>
          <p:grpSpPr bwMode="auto">
            <a:xfrm>
              <a:off x="2941" y="2287"/>
              <a:ext cx="322" cy="270"/>
              <a:chOff x="2198" y="480"/>
              <a:chExt cx="268" cy="384"/>
            </a:xfrm>
          </p:grpSpPr>
          <p:sp>
            <p:nvSpPr>
              <p:cNvPr id="21744" name="Rectangle 66">
                <a:extLst>
                  <a:ext uri="{FF2B5EF4-FFF2-40B4-BE49-F238E27FC236}">
                    <a16:creationId xmlns:a16="http://schemas.microsoft.com/office/drawing/2014/main" id="{E39748F7-55CB-429A-94A4-37365361E5F8}"/>
                  </a:ext>
                </a:extLst>
              </p:cNvPr>
              <p:cNvSpPr>
                <a:spLocks noChangeArrowheads="1"/>
              </p:cNvSpPr>
              <p:nvPr/>
            </p:nvSpPr>
            <p:spPr bwMode="auto">
              <a:xfrm>
                <a:off x="2241"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45" name="Rectangle 67">
                <a:extLst>
                  <a:ext uri="{FF2B5EF4-FFF2-40B4-BE49-F238E27FC236}">
                    <a16:creationId xmlns:a16="http://schemas.microsoft.com/office/drawing/2014/main" id="{289A4FA6-CD6F-4F75-AD54-5232BCB099D8}"/>
                  </a:ext>
                </a:extLst>
              </p:cNvPr>
              <p:cNvSpPr>
                <a:spLocks noChangeArrowheads="1"/>
              </p:cNvSpPr>
              <p:nvPr/>
            </p:nvSpPr>
            <p:spPr bwMode="auto">
              <a:xfrm>
                <a:off x="2198"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30" name="Group 68">
              <a:extLst>
                <a:ext uri="{FF2B5EF4-FFF2-40B4-BE49-F238E27FC236}">
                  <a16:creationId xmlns:a16="http://schemas.microsoft.com/office/drawing/2014/main" id="{D2CB3769-8F74-4F2B-B031-D144C75871F3}"/>
                </a:ext>
              </a:extLst>
            </p:cNvPr>
            <p:cNvGrpSpPr>
              <a:grpSpLocks/>
            </p:cNvGrpSpPr>
            <p:nvPr/>
          </p:nvGrpSpPr>
          <p:grpSpPr bwMode="auto">
            <a:xfrm>
              <a:off x="3263" y="2287"/>
              <a:ext cx="323" cy="270"/>
              <a:chOff x="2466" y="480"/>
              <a:chExt cx="268" cy="384"/>
            </a:xfrm>
          </p:grpSpPr>
          <p:sp>
            <p:nvSpPr>
              <p:cNvPr id="21742" name="Rectangle 69">
                <a:extLst>
                  <a:ext uri="{FF2B5EF4-FFF2-40B4-BE49-F238E27FC236}">
                    <a16:creationId xmlns:a16="http://schemas.microsoft.com/office/drawing/2014/main" id="{80E96A29-5263-47F6-AFF8-DF2E0C4FACD8}"/>
                  </a:ext>
                </a:extLst>
              </p:cNvPr>
              <p:cNvSpPr>
                <a:spLocks noChangeArrowheads="1"/>
              </p:cNvSpPr>
              <p:nvPr/>
            </p:nvSpPr>
            <p:spPr bwMode="auto">
              <a:xfrm>
                <a:off x="2509"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43" name="Rectangle 70">
                <a:extLst>
                  <a:ext uri="{FF2B5EF4-FFF2-40B4-BE49-F238E27FC236}">
                    <a16:creationId xmlns:a16="http://schemas.microsoft.com/office/drawing/2014/main" id="{4D16E5CA-9648-4EE4-A88B-EE881F7142B4}"/>
                  </a:ext>
                </a:extLst>
              </p:cNvPr>
              <p:cNvSpPr>
                <a:spLocks noChangeArrowheads="1"/>
              </p:cNvSpPr>
              <p:nvPr/>
            </p:nvSpPr>
            <p:spPr bwMode="auto">
              <a:xfrm>
                <a:off x="2466"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31" name="Group 71">
              <a:extLst>
                <a:ext uri="{FF2B5EF4-FFF2-40B4-BE49-F238E27FC236}">
                  <a16:creationId xmlns:a16="http://schemas.microsoft.com/office/drawing/2014/main" id="{4D1D1628-6DA2-42FB-A2A5-18516139295B}"/>
                </a:ext>
              </a:extLst>
            </p:cNvPr>
            <p:cNvGrpSpPr>
              <a:grpSpLocks/>
            </p:cNvGrpSpPr>
            <p:nvPr/>
          </p:nvGrpSpPr>
          <p:grpSpPr bwMode="auto">
            <a:xfrm>
              <a:off x="3586" y="2287"/>
              <a:ext cx="322" cy="270"/>
              <a:chOff x="2734" y="480"/>
              <a:chExt cx="268" cy="384"/>
            </a:xfrm>
          </p:grpSpPr>
          <p:sp>
            <p:nvSpPr>
              <p:cNvPr id="21740" name="Rectangle 72">
                <a:extLst>
                  <a:ext uri="{FF2B5EF4-FFF2-40B4-BE49-F238E27FC236}">
                    <a16:creationId xmlns:a16="http://schemas.microsoft.com/office/drawing/2014/main" id="{0B203A23-A174-4EB8-BF42-155158204FEA}"/>
                  </a:ext>
                </a:extLst>
              </p:cNvPr>
              <p:cNvSpPr>
                <a:spLocks noChangeArrowheads="1"/>
              </p:cNvSpPr>
              <p:nvPr/>
            </p:nvSpPr>
            <p:spPr bwMode="auto">
              <a:xfrm>
                <a:off x="2777"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41" name="Rectangle 73">
                <a:extLst>
                  <a:ext uri="{FF2B5EF4-FFF2-40B4-BE49-F238E27FC236}">
                    <a16:creationId xmlns:a16="http://schemas.microsoft.com/office/drawing/2014/main" id="{06F11C3F-EA97-4233-A9D9-06E4FFC87A31}"/>
                  </a:ext>
                </a:extLst>
              </p:cNvPr>
              <p:cNvSpPr>
                <a:spLocks noChangeArrowheads="1"/>
              </p:cNvSpPr>
              <p:nvPr/>
            </p:nvSpPr>
            <p:spPr bwMode="auto">
              <a:xfrm>
                <a:off x="2734"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32" name="Group 74">
              <a:extLst>
                <a:ext uri="{FF2B5EF4-FFF2-40B4-BE49-F238E27FC236}">
                  <a16:creationId xmlns:a16="http://schemas.microsoft.com/office/drawing/2014/main" id="{82999DFB-77F0-4A42-B046-0903142EAB55}"/>
                </a:ext>
              </a:extLst>
            </p:cNvPr>
            <p:cNvGrpSpPr>
              <a:grpSpLocks/>
            </p:cNvGrpSpPr>
            <p:nvPr/>
          </p:nvGrpSpPr>
          <p:grpSpPr bwMode="auto">
            <a:xfrm>
              <a:off x="3908" y="2287"/>
              <a:ext cx="322" cy="270"/>
              <a:chOff x="3002" y="480"/>
              <a:chExt cx="268" cy="384"/>
            </a:xfrm>
          </p:grpSpPr>
          <p:sp>
            <p:nvSpPr>
              <p:cNvPr id="21738" name="Rectangle 75">
                <a:extLst>
                  <a:ext uri="{FF2B5EF4-FFF2-40B4-BE49-F238E27FC236}">
                    <a16:creationId xmlns:a16="http://schemas.microsoft.com/office/drawing/2014/main" id="{C4E6B4AA-4410-427B-888D-16DB6118A104}"/>
                  </a:ext>
                </a:extLst>
              </p:cNvPr>
              <p:cNvSpPr>
                <a:spLocks noChangeArrowheads="1"/>
              </p:cNvSpPr>
              <p:nvPr/>
            </p:nvSpPr>
            <p:spPr bwMode="auto">
              <a:xfrm>
                <a:off x="3045"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39" name="Rectangle 76">
                <a:extLst>
                  <a:ext uri="{FF2B5EF4-FFF2-40B4-BE49-F238E27FC236}">
                    <a16:creationId xmlns:a16="http://schemas.microsoft.com/office/drawing/2014/main" id="{7E2CC6A5-FBE6-4733-9909-D92DDAC25949}"/>
                  </a:ext>
                </a:extLst>
              </p:cNvPr>
              <p:cNvSpPr>
                <a:spLocks noChangeArrowheads="1"/>
              </p:cNvSpPr>
              <p:nvPr/>
            </p:nvSpPr>
            <p:spPr bwMode="auto">
              <a:xfrm>
                <a:off x="3002"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33" name="Group 77">
              <a:extLst>
                <a:ext uri="{FF2B5EF4-FFF2-40B4-BE49-F238E27FC236}">
                  <a16:creationId xmlns:a16="http://schemas.microsoft.com/office/drawing/2014/main" id="{480A0090-B3F5-478B-A08B-AB9ABE323807}"/>
                </a:ext>
              </a:extLst>
            </p:cNvPr>
            <p:cNvGrpSpPr>
              <a:grpSpLocks/>
            </p:cNvGrpSpPr>
            <p:nvPr/>
          </p:nvGrpSpPr>
          <p:grpSpPr bwMode="auto">
            <a:xfrm>
              <a:off x="4230" y="2287"/>
              <a:ext cx="323" cy="270"/>
              <a:chOff x="3270" y="480"/>
              <a:chExt cx="268" cy="384"/>
            </a:xfrm>
          </p:grpSpPr>
          <p:sp>
            <p:nvSpPr>
              <p:cNvPr id="21736" name="Rectangle 78">
                <a:extLst>
                  <a:ext uri="{FF2B5EF4-FFF2-40B4-BE49-F238E27FC236}">
                    <a16:creationId xmlns:a16="http://schemas.microsoft.com/office/drawing/2014/main" id="{9FD75EB9-5F36-46EF-A566-F37BA36845AB}"/>
                  </a:ext>
                </a:extLst>
              </p:cNvPr>
              <p:cNvSpPr>
                <a:spLocks noChangeArrowheads="1"/>
              </p:cNvSpPr>
              <p:nvPr/>
            </p:nvSpPr>
            <p:spPr bwMode="auto">
              <a:xfrm>
                <a:off x="3313"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37" name="Rectangle 79">
                <a:extLst>
                  <a:ext uri="{FF2B5EF4-FFF2-40B4-BE49-F238E27FC236}">
                    <a16:creationId xmlns:a16="http://schemas.microsoft.com/office/drawing/2014/main" id="{70C977A5-7F63-491D-BBDE-0EDC0A8A4A40}"/>
                  </a:ext>
                </a:extLst>
              </p:cNvPr>
              <p:cNvSpPr>
                <a:spLocks noChangeArrowheads="1"/>
              </p:cNvSpPr>
              <p:nvPr/>
            </p:nvSpPr>
            <p:spPr bwMode="auto">
              <a:xfrm>
                <a:off x="3270"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34" name="Group 80">
              <a:extLst>
                <a:ext uri="{FF2B5EF4-FFF2-40B4-BE49-F238E27FC236}">
                  <a16:creationId xmlns:a16="http://schemas.microsoft.com/office/drawing/2014/main" id="{55BDF347-3FF6-4EE9-BCB8-7956A02D72B3}"/>
                </a:ext>
              </a:extLst>
            </p:cNvPr>
            <p:cNvGrpSpPr>
              <a:grpSpLocks/>
            </p:cNvGrpSpPr>
            <p:nvPr/>
          </p:nvGrpSpPr>
          <p:grpSpPr bwMode="auto">
            <a:xfrm>
              <a:off x="4553" y="2287"/>
              <a:ext cx="322" cy="270"/>
              <a:chOff x="3538" y="480"/>
              <a:chExt cx="268" cy="384"/>
            </a:xfrm>
          </p:grpSpPr>
          <p:sp>
            <p:nvSpPr>
              <p:cNvPr id="21734" name="Rectangle 81">
                <a:extLst>
                  <a:ext uri="{FF2B5EF4-FFF2-40B4-BE49-F238E27FC236}">
                    <a16:creationId xmlns:a16="http://schemas.microsoft.com/office/drawing/2014/main" id="{F868F7BC-85C6-466C-A6E1-55DFD22DE384}"/>
                  </a:ext>
                </a:extLst>
              </p:cNvPr>
              <p:cNvSpPr>
                <a:spLocks noChangeArrowheads="1"/>
              </p:cNvSpPr>
              <p:nvPr/>
            </p:nvSpPr>
            <p:spPr bwMode="auto">
              <a:xfrm>
                <a:off x="3581"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35" name="Rectangle 82">
                <a:extLst>
                  <a:ext uri="{FF2B5EF4-FFF2-40B4-BE49-F238E27FC236}">
                    <a16:creationId xmlns:a16="http://schemas.microsoft.com/office/drawing/2014/main" id="{59370A3A-2953-4E49-960F-663EEFBC7912}"/>
                  </a:ext>
                </a:extLst>
              </p:cNvPr>
              <p:cNvSpPr>
                <a:spLocks noChangeArrowheads="1"/>
              </p:cNvSpPr>
              <p:nvPr/>
            </p:nvSpPr>
            <p:spPr bwMode="auto">
              <a:xfrm>
                <a:off x="3538"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35" name="Group 83">
              <a:extLst>
                <a:ext uri="{FF2B5EF4-FFF2-40B4-BE49-F238E27FC236}">
                  <a16:creationId xmlns:a16="http://schemas.microsoft.com/office/drawing/2014/main" id="{944BC37C-6024-44CC-8D56-4E01CA84925D}"/>
                </a:ext>
              </a:extLst>
            </p:cNvPr>
            <p:cNvGrpSpPr>
              <a:grpSpLocks/>
            </p:cNvGrpSpPr>
            <p:nvPr/>
          </p:nvGrpSpPr>
          <p:grpSpPr bwMode="auto">
            <a:xfrm>
              <a:off x="297" y="2557"/>
              <a:ext cx="710" cy="270"/>
              <a:chOff x="0" y="864"/>
              <a:chExt cx="590" cy="384"/>
            </a:xfrm>
          </p:grpSpPr>
          <p:sp>
            <p:nvSpPr>
              <p:cNvPr id="21732" name="Rectangle 84">
                <a:extLst>
                  <a:ext uri="{FF2B5EF4-FFF2-40B4-BE49-F238E27FC236}">
                    <a16:creationId xmlns:a16="http://schemas.microsoft.com/office/drawing/2014/main" id="{AF2AFC70-2307-4EA9-9CFE-C8178F416BBA}"/>
                  </a:ext>
                </a:extLst>
              </p:cNvPr>
              <p:cNvSpPr>
                <a:spLocks noChangeArrowheads="1"/>
              </p:cNvSpPr>
              <p:nvPr/>
            </p:nvSpPr>
            <p:spPr bwMode="auto">
              <a:xfrm>
                <a:off x="43" y="864"/>
                <a:ext cx="50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1</a:t>
                </a:r>
                <a:r>
                  <a:rPr kumimoji="1" lang="en-US" altLang="zh-CN" sz="1200" b="1">
                    <a:solidFill>
                      <a:srgbClr val="007A77"/>
                    </a:solidFill>
                    <a:latin typeface="Times New Roman" panose="02020603050405020304" pitchFamily="18" charset="0"/>
                  </a:rPr>
                  <a:t>=2 v</a:t>
                </a:r>
                <a:r>
                  <a:rPr kumimoji="1" lang="en-US" altLang="zh-CN" sz="1200" b="1" baseline="-30000">
                    <a:solidFill>
                      <a:srgbClr val="007A77"/>
                    </a:solidFill>
                    <a:latin typeface="Times New Roman" panose="02020603050405020304" pitchFamily="18" charset="0"/>
                  </a:rPr>
                  <a:t>1</a:t>
                </a:r>
                <a:r>
                  <a:rPr kumimoji="1" lang="en-US" altLang="zh-CN" sz="12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21733" name="Rectangle 85">
                <a:extLst>
                  <a:ext uri="{FF2B5EF4-FFF2-40B4-BE49-F238E27FC236}">
                    <a16:creationId xmlns:a16="http://schemas.microsoft.com/office/drawing/2014/main" id="{B164E5D8-5E69-4273-B5E2-2615319EDAF2}"/>
                  </a:ext>
                </a:extLst>
              </p:cNvPr>
              <p:cNvSpPr>
                <a:spLocks noChangeArrowheads="1"/>
              </p:cNvSpPr>
              <p:nvPr/>
            </p:nvSpPr>
            <p:spPr bwMode="auto">
              <a:xfrm>
                <a:off x="0" y="864"/>
                <a:ext cx="59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36" name="Group 86">
              <a:extLst>
                <a:ext uri="{FF2B5EF4-FFF2-40B4-BE49-F238E27FC236}">
                  <a16:creationId xmlns:a16="http://schemas.microsoft.com/office/drawing/2014/main" id="{8E097118-760C-450A-95A2-F7992F1A7585}"/>
                </a:ext>
              </a:extLst>
            </p:cNvPr>
            <p:cNvGrpSpPr>
              <a:grpSpLocks/>
            </p:cNvGrpSpPr>
            <p:nvPr/>
          </p:nvGrpSpPr>
          <p:grpSpPr bwMode="auto">
            <a:xfrm>
              <a:off x="1007" y="2557"/>
              <a:ext cx="322" cy="270"/>
              <a:chOff x="590" y="864"/>
              <a:chExt cx="268" cy="384"/>
            </a:xfrm>
          </p:grpSpPr>
          <p:sp>
            <p:nvSpPr>
              <p:cNvPr id="21730" name="Rectangle 87">
                <a:extLst>
                  <a:ext uri="{FF2B5EF4-FFF2-40B4-BE49-F238E27FC236}">
                    <a16:creationId xmlns:a16="http://schemas.microsoft.com/office/drawing/2014/main" id="{AB8B863D-0197-4940-9C81-837FB44704E7}"/>
                  </a:ext>
                </a:extLst>
              </p:cNvPr>
              <p:cNvSpPr>
                <a:spLocks noChangeArrowheads="1"/>
              </p:cNvSpPr>
              <p:nvPr/>
            </p:nvSpPr>
            <p:spPr bwMode="auto">
              <a:xfrm>
                <a:off x="633"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31" name="Rectangle 88">
                <a:extLst>
                  <a:ext uri="{FF2B5EF4-FFF2-40B4-BE49-F238E27FC236}">
                    <a16:creationId xmlns:a16="http://schemas.microsoft.com/office/drawing/2014/main" id="{64CB5CA3-DDA4-452A-B62C-52DF95E75C8D}"/>
                  </a:ext>
                </a:extLst>
              </p:cNvPr>
              <p:cNvSpPr>
                <a:spLocks noChangeArrowheads="1"/>
              </p:cNvSpPr>
              <p:nvPr/>
            </p:nvSpPr>
            <p:spPr bwMode="auto">
              <a:xfrm>
                <a:off x="590" y="864"/>
                <a:ext cx="2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37" name="Group 89">
              <a:extLst>
                <a:ext uri="{FF2B5EF4-FFF2-40B4-BE49-F238E27FC236}">
                  <a16:creationId xmlns:a16="http://schemas.microsoft.com/office/drawing/2014/main" id="{A276850E-DC74-4231-9440-176C2B420CB1}"/>
                </a:ext>
              </a:extLst>
            </p:cNvPr>
            <p:cNvGrpSpPr>
              <a:grpSpLocks/>
            </p:cNvGrpSpPr>
            <p:nvPr/>
          </p:nvGrpSpPr>
          <p:grpSpPr bwMode="auto">
            <a:xfrm>
              <a:off x="1329" y="2557"/>
              <a:ext cx="322" cy="270"/>
              <a:chOff x="858" y="864"/>
              <a:chExt cx="268" cy="384"/>
            </a:xfrm>
          </p:grpSpPr>
          <p:sp>
            <p:nvSpPr>
              <p:cNvPr id="21728" name="Rectangle 90">
                <a:extLst>
                  <a:ext uri="{FF2B5EF4-FFF2-40B4-BE49-F238E27FC236}">
                    <a16:creationId xmlns:a16="http://schemas.microsoft.com/office/drawing/2014/main" id="{2B191807-52C5-4EAA-9411-7A679D2F7761}"/>
                  </a:ext>
                </a:extLst>
              </p:cNvPr>
              <p:cNvSpPr>
                <a:spLocks noChangeArrowheads="1"/>
              </p:cNvSpPr>
              <p:nvPr/>
            </p:nvSpPr>
            <p:spPr bwMode="auto">
              <a:xfrm>
                <a:off x="901"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29" name="Rectangle 91">
                <a:extLst>
                  <a:ext uri="{FF2B5EF4-FFF2-40B4-BE49-F238E27FC236}">
                    <a16:creationId xmlns:a16="http://schemas.microsoft.com/office/drawing/2014/main" id="{F3561712-93FF-44C6-8021-3BE7DC0B59FF}"/>
                  </a:ext>
                </a:extLst>
              </p:cNvPr>
              <p:cNvSpPr>
                <a:spLocks noChangeArrowheads="1"/>
              </p:cNvSpPr>
              <p:nvPr/>
            </p:nvSpPr>
            <p:spPr bwMode="auto">
              <a:xfrm>
                <a:off x="858"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38" name="Group 92">
              <a:extLst>
                <a:ext uri="{FF2B5EF4-FFF2-40B4-BE49-F238E27FC236}">
                  <a16:creationId xmlns:a16="http://schemas.microsoft.com/office/drawing/2014/main" id="{97E981C2-A221-4CE2-A307-CE8B8B2B6B06}"/>
                </a:ext>
              </a:extLst>
            </p:cNvPr>
            <p:cNvGrpSpPr>
              <a:grpSpLocks/>
            </p:cNvGrpSpPr>
            <p:nvPr/>
          </p:nvGrpSpPr>
          <p:grpSpPr bwMode="auto">
            <a:xfrm>
              <a:off x="1651" y="2557"/>
              <a:ext cx="323" cy="270"/>
              <a:chOff x="1126" y="864"/>
              <a:chExt cx="268" cy="384"/>
            </a:xfrm>
          </p:grpSpPr>
          <p:sp>
            <p:nvSpPr>
              <p:cNvPr id="21726" name="Rectangle 93">
                <a:extLst>
                  <a:ext uri="{FF2B5EF4-FFF2-40B4-BE49-F238E27FC236}">
                    <a16:creationId xmlns:a16="http://schemas.microsoft.com/office/drawing/2014/main" id="{A400EDBE-6DF4-4C99-9E61-A2A1C02B8C45}"/>
                  </a:ext>
                </a:extLst>
              </p:cNvPr>
              <p:cNvSpPr>
                <a:spLocks noChangeArrowheads="1"/>
              </p:cNvSpPr>
              <p:nvPr/>
            </p:nvSpPr>
            <p:spPr bwMode="auto">
              <a:xfrm>
                <a:off x="1169"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27" name="Rectangle 94">
                <a:extLst>
                  <a:ext uri="{FF2B5EF4-FFF2-40B4-BE49-F238E27FC236}">
                    <a16:creationId xmlns:a16="http://schemas.microsoft.com/office/drawing/2014/main" id="{3A58B897-8619-4FDF-A921-BDBC4422DCC0}"/>
                  </a:ext>
                </a:extLst>
              </p:cNvPr>
              <p:cNvSpPr>
                <a:spLocks noChangeArrowheads="1"/>
              </p:cNvSpPr>
              <p:nvPr/>
            </p:nvSpPr>
            <p:spPr bwMode="auto">
              <a:xfrm>
                <a:off x="1126"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39" name="Group 95">
              <a:extLst>
                <a:ext uri="{FF2B5EF4-FFF2-40B4-BE49-F238E27FC236}">
                  <a16:creationId xmlns:a16="http://schemas.microsoft.com/office/drawing/2014/main" id="{5C680562-3E25-4640-A0BA-DAD111B15919}"/>
                </a:ext>
              </a:extLst>
            </p:cNvPr>
            <p:cNvGrpSpPr>
              <a:grpSpLocks/>
            </p:cNvGrpSpPr>
            <p:nvPr/>
          </p:nvGrpSpPr>
          <p:grpSpPr bwMode="auto">
            <a:xfrm>
              <a:off x="1974" y="2557"/>
              <a:ext cx="322" cy="270"/>
              <a:chOff x="1394" y="864"/>
              <a:chExt cx="268" cy="384"/>
            </a:xfrm>
          </p:grpSpPr>
          <p:sp>
            <p:nvSpPr>
              <p:cNvPr id="21724" name="Rectangle 96">
                <a:extLst>
                  <a:ext uri="{FF2B5EF4-FFF2-40B4-BE49-F238E27FC236}">
                    <a16:creationId xmlns:a16="http://schemas.microsoft.com/office/drawing/2014/main" id="{B7B2203F-0EB2-41FF-BE0E-4662E7045A23}"/>
                  </a:ext>
                </a:extLst>
              </p:cNvPr>
              <p:cNvSpPr>
                <a:spLocks noChangeArrowheads="1"/>
              </p:cNvSpPr>
              <p:nvPr/>
            </p:nvSpPr>
            <p:spPr bwMode="auto">
              <a:xfrm>
                <a:off x="1437"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25" name="Rectangle 97">
                <a:extLst>
                  <a:ext uri="{FF2B5EF4-FFF2-40B4-BE49-F238E27FC236}">
                    <a16:creationId xmlns:a16="http://schemas.microsoft.com/office/drawing/2014/main" id="{FB7E25BD-6017-4D19-91FF-BF732BC3A194}"/>
                  </a:ext>
                </a:extLst>
              </p:cNvPr>
              <p:cNvSpPr>
                <a:spLocks noChangeArrowheads="1"/>
              </p:cNvSpPr>
              <p:nvPr/>
            </p:nvSpPr>
            <p:spPr bwMode="auto">
              <a:xfrm>
                <a:off x="1394"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40" name="Group 98">
              <a:extLst>
                <a:ext uri="{FF2B5EF4-FFF2-40B4-BE49-F238E27FC236}">
                  <a16:creationId xmlns:a16="http://schemas.microsoft.com/office/drawing/2014/main" id="{476F07BC-AC9F-4646-ACD5-D16FC49B52D4}"/>
                </a:ext>
              </a:extLst>
            </p:cNvPr>
            <p:cNvGrpSpPr>
              <a:grpSpLocks/>
            </p:cNvGrpSpPr>
            <p:nvPr/>
          </p:nvGrpSpPr>
          <p:grpSpPr bwMode="auto">
            <a:xfrm>
              <a:off x="2296" y="2557"/>
              <a:ext cx="322" cy="270"/>
              <a:chOff x="1662" y="864"/>
              <a:chExt cx="268" cy="384"/>
            </a:xfrm>
          </p:grpSpPr>
          <p:sp>
            <p:nvSpPr>
              <p:cNvPr id="21722" name="Rectangle 99">
                <a:extLst>
                  <a:ext uri="{FF2B5EF4-FFF2-40B4-BE49-F238E27FC236}">
                    <a16:creationId xmlns:a16="http://schemas.microsoft.com/office/drawing/2014/main" id="{9F749210-D9CC-40E3-BF63-E265ABA364CC}"/>
                  </a:ext>
                </a:extLst>
              </p:cNvPr>
              <p:cNvSpPr>
                <a:spLocks noChangeArrowheads="1"/>
              </p:cNvSpPr>
              <p:nvPr/>
            </p:nvSpPr>
            <p:spPr bwMode="auto">
              <a:xfrm>
                <a:off x="1705"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23" name="Rectangle 100">
                <a:extLst>
                  <a:ext uri="{FF2B5EF4-FFF2-40B4-BE49-F238E27FC236}">
                    <a16:creationId xmlns:a16="http://schemas.microsoft.com/office/drawing/2014/main" id="{3A07E27F-76F2-4691-9537-A3F66D073ADE}"/>
                  </a:ext>
                </a:extLst>
              </p:cNvPr>
              <p:cNvSpPr>
                <a:spLocks noChangeArrowheads="1"/>
              </p:cNvSpPr>
              <p:nvPr/>
            </p:nvSpPr>
            <p:spPr bwMode="auto">
              <a:xfrm>
                <a:off x="1662"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41" name="Group 101">
              <a:extLst>
                <a:ext uri="{FF2B5EF4-FFF2-40B4-BE49-F238E27FC236}">
                  <a16:creationId xmlns:a16="http://schemas.microsoft.com/office/drawing/2014/main" id="{F7057A56-29CC-4696-B5D4-3DB0FFB1AE55}"/>
                </a:ext>
              </a:extLst>
            </p:cNvPr>
            <p:cNvGrpSpPr>
              <a:grpSpLocks/>
            </p:cNvGrpSpPr>
            <p:nvPr/>
          </p:nvGrpSpPr>
          <p:grpSpPr bwMode="auto">
            <a:xfrm>
              <a:off x="2618" y="2557"/>
              <a:ext cx="323" cy="270"/>
              <a:chOff x="1930" y="864"/>
              <a:chExt cx="268" cy="384"/>
            </a:xfrm>
          </p:grpSpPr>
          <p:sp>
            <p:nvSpPr>
              <p:cNvPr id="21720" name="Rectangle 102">
                <a:extLst>
                  <a:ext uri="{FF2B5EF4-FFF2-40B4-BE49-F238E27FC236}">
                    <a16:creationId xmlns:a16="http://schemas.microsoft.com/office/drawing/2014/main" id="{F5837478-6877-4EBB-95F7-F32804B7374B}"/>
                  </a:ext>
                </a:extLst>
              </p:cNvPr>
              <p:cNvSpPr>
                <a:spLocks noChangeArrowheads="1"/>
              </p:cNvSpPr>
              <p:nvPr/>
            </p:nvSpPr>
            <p:spPr bwMode="auto">
              <a:xfrm>
                <a:off x="1973"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21" name="Rectangle 103">
                <a:extLst>
                  <a:ext uri="{FF2B5EF4-FFF2-40B4-BE49-F238E27FC236}">
                    <a16:creationId xmlns:a16="http://schemas.microsoft.com/office/drawing/2014/main" id="{3C6CC65A-8570-4C87-87F7-5E8F2760611A}"/>
                  </a:ext>
                </a:extLst>
              </p:cNvPr>
              <p:cNvSpPr>
                <a:spLocks noChangeArrowheads="1"/>
              </p:cNvSpPr>
              <p:nvPr/>
            </p:nvSpPr>
            <p:spPr bwMode="auto">
              <a:xfrm>
                <a:off x="1930"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42" name="Group 104">
              <a:extLst>
                <a:ext uri="{FF2B5EF4-FFF2-40B4-BE49-F238E27FC236}">
                  <a16:creationId xmlns:a16="http://schemas.microsoft.com/office/drawing/2014/main" id="{BA60EAB7-0B70-434D-A1DB-3AA00906B3F7}"/>
                </a:ext>
              </a:extLst>
            </p:cNvPr>
            <p:cNvGrpSpPr>
              <a:grpSpLocks/>
            </p:cNvGrpSpPr>
            <p:nvPr/>
          </p:nvGrpSpPr>
          <p:grpSpPr bwMode="auto">
            <a:xfrm>
              <a:off x="2941" y="2557"/>
              <a:ext cx="322" cy="270"/>
              <a:chOff x="2198" y="864"/>
              <a:chExt cx="268" cy="384"/>
            </a:xfrm>
          </p:grpSpPr>
          <p:sp>
            <p:nvSpPr>
              <p:cNvPr id="21718" name="Rectangle 105">
                <a:extLst>
                  <a:ext uri="{FF2B5EF4-FFF2-40B4-BE49-F238E27FC236}">
                    <a16:creationId xmlns:a16="http://schemas.microsoft.com/office/drawing/2014/main" id="{F9B0EB82-79D8-4AB9-88AB-65BD58405C1A}"/>
                  </a:ext>
                </a:extLst>
              </p:cNvPr>
              <p:cNvSpPr>
                <a:spLocks noChangeArrowheads="1"/>
              </p:cNvSpPr>
              <p:nvPr/>
            </p:nvSpPr>
            <p:spPr bwMode="auto">
              <a:xfrm>
                <a:off x="2241"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19" name="Rectangle 106">
                <a:extLst>
                  <a:ext uri="{FF2B5EF4-FFF2-40B4-BE49-F238E27FC236}">
                    <a16:creationId xmlns:a16="http://schemas.microsoft.com/office/drawing/2014/main" id="{6A1D284E-B4EB-4ADB-B7F9-6C87A6ACB7B3}"/>
                  </a:ext>
                </a:extLst>
              </p:cNvPr>
              <p:cNvSpPr>
                <a:spLocks noChangeArrowheads="1"/>
              </p:cNvSpPr>
              <p:nvPr/>
            </p:nvSpPr>
            <p:spPr bwMode="auto">
              <a:xfrm>
                <a:off x="2198"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43" name="Group 107">
              <a:extLst>
                <a:ext uri="{FF2B5EF4-FFF2-40B4-BE49-F238E27FC236}">
                  <a16:creationId xmlns:a16="http://schemas.microsoft.com/office/drawing/2014/main" id="{8A725BF9-31D6-4387-BAF3-54C0C46C0AC8}"/>
                </a:ext>
              </a:extLst>
            </p:cNvPr>
            <p:cNvGrpSpPr>
              <a:grpSpLocks/>
            </p:cNvGrpSpPr>
            <p:nvPr/>
          </p:nvGrpSpPr>
          <p:grpSpPr bwMode="auto">
            <a:xfrm>
              <a:off x="3263" y="2557"/>
              <a:ext cx="323" cy="270"/>
              <a:chOff x="2466" y="864"/>
              <a:chExt cx="268" cy="384"/>
            </a:xfrm>
          </p:grpSpPr>
          <p:sp>
            <p:nvSpPr>
              <p:cNvPr id="21716" name="Rectangle 108">
                <a:extLst>
                  <a:ext uri="{FF2B5EF4-FFF2-40B4-BE49-F238E27FC236}">
                    <a16:creationId xmlns:a16="http://schemas.microsoft.com/office/drawing/2014/main" id="{F9F2BBBE-4B50-4622-97FA-1DD1A78197E3}"/>
                  </a:ext>
                </a:extLst>
              </p:cNvPr>
              <p:cNvSpPr>
                <a:spLocks noChangeArrowheads="1"/>
              </p:cNvSpPr>
              <p:nvPr/>
            </p:nvSpPr>
            <p:spPr bwMode="auto">
              <a:xfrm>
                <a:off x="2509"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p:txBody>
          </p:sp>
          <p:sp>
            <p:nvSpPr>
              <p:cNvPr id="21717" name="Rectangle 109">
                <a:extLst>
                  <a:ext uri="{FF2B5EF4-FFF2-40B4-BE49-F238E27FC236}">
                    <a16:creationId xmlns:a16="http://schemas.microsoft.com/office/drawing/2014/main" id="{A550BFCE-A179-4006-B6C4-50835569A945}"/>
                  </a:ext>
                </a:extLst>
              </p:cNvPr>
              <p:cNvSpPr>
                <a:spLocks noChangeArrowheads="1"/>
              </p:cNvSpPr>
              <p:nvPr/>
            </p:nvSpPr>
            <p:spPr bwMode="auto">
              <a:xfrm>
                <a:off x="2466"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44" name="Group 110">
              <a:extLst>
                <a:ext uri="{FF2B5EF4-FFF2-40B4-BE49-F238E27FC236}">
                  <a16:creationId xmlns:a16="http://schemas.microsoft.com/office/drawing/2014/main" id="{EF5999D6-711B-4AE3-B03C-34C16E14FCFA}"/>
                </a:ext>
              </a:extLst>
            </p:cNvPr>
            <p:cNvGrpSpPr>
              <a:grpSpLocks/>
            </p:cNvGrpSpPr>
            <p:nvPr/>
          </p:nvGrpSpPr>
          <p:grpSpPr bwMode="auto">
            <a:xfrm>
              <a:off x="3586" y="2557"/>
              <a:ext cx="322" cy="270"/>
              <a:chOff x="2734" y="864"/>
              <a:chExt cx="268" cy="384"/>
            </a:xfrm>
          </p:grpSpPr>
          <p:sp>
            <p:nvSpPr>
              <p:cNvPr id="21714" name="Rectangle 111">
                <a:extLst>
                  <a:ext uri="{FF2B5EF4-FFF2-40B4-BE49-F238E27FC236}">
                    <a16:creationId xmlns:a16="http://schemas.microsoft.com/office/drawing/2014/main" id="{CA6DA21B-6635-4FDB-9609-0E9509635C0F}"/>
                  </a:ext>
                </a:extLst>
              </p:cNvPr>
              <p:cNvSpPr>
                <a:spLocks noChangeArrowheads="1"/>
              </p:cNvSpPr>
              <p:nvPr/>
            </p:nvSpPr>
            <p:spPr bwMode="auto">
              <a:xfrm>
                <a:off x="2777"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15" name="Rectangle 112">
                <a:extLst>
                  <a:ext uri="{FF2B5EF4-FFF2-40B4-BE49-F238E27FC236}">
                    <a16:creationId xmlns:a16="http://schemas.microsoft.com/office/drawing/2014/main" id="{19221C20-78A1-4A43-AB62-E375D4AD09DA}"/>
                  </a:ext>
                </a:extLst>
              </p:cNvPr>
              <p:cNvSpPr>
                <a:spLocks noChangeArrowheads="1"/>
              </p:cNvSpPr>
              <p:nvPr/>
            </p:nvSpPr>
            <p:spPr bwMode="auto">
              <a:xfrm>
                <a:off x="2734"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45" name="Group 113">
              <a:extLst>
                <a:ext uri="{FF2B5EF4-FFF2-40B4-BE49-F238E27FC236}">
                  <a16:creationId xmlns:a16="http://schemas.microsoft.com/office/drawing/2014/main" id="{47A27BF2-8D35-422A-96E8-EA29E41A23E9}"/>
                </a:ext>
              </a:extLst>
            </p:cNvPr>
            <p:cNvGrpSpPr>
              <a:grpSpLocks/>
            </p:cNvGrpSpPr>
            <p:nvPr/>
          </p:nvGrpSpPr>
          <p:grpSpPr bwMode="auto">
            <a:xfrm>
              <a:off x="3908" y="2557"/>
              <a:ext cx="322" cy="270"/>
              <a:chOff x="3002" y="864"/>
              <a:chExt cx="268" cy="384"/>
            </a:xfrm>
          </p:grpSpPr>
          <p:sp>
            <p:nvSpPr>
              <p:cNvPr id="21712" name="Rectangle 114">
                <a:extLst>
                  <a:ext uri="{FF2B5EF4-FFF2-40B4-BE49-F238E27FC236}">
                    <a16:creationId xmlns:a16="http://schemas.microsoft.com/office/drawing/2014/main" id="{F0D332EB-92D5-42C0-BDB7-ED459964E28E}"/>
                  </a:ext>
                </a:extLst>
              </p:cNvPr>
              <p:cNvSpPr>
                <a:spLocks noChangeArrowheads="1"/>
              </p:cNvSpPr>
              <p:nvPr/>
            </p:nvSpPr>
            <p:spPr bwMode="auto">
              <a:xfrm>
                <a:off x="3045"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13" name="Rectangle 115">
                <a:extLst>
                  <a:ext uri="{FF2B5EF4-FFF2-40B4-BE49-F238E27FC236}">
                    <a16:creationId xmlns:a16="http://schemas.microsoft.com/office/drawing/2014/main" id="{F7B5BA03-7555-4298-A4DA-CB790179C1A5}"/>
                  </a:ext>
                </a:extLst>
              </p:cNvPr>
              <p:cNvSpPr>
                <a:spLocks noChangeArrowheads="1"/>
              </p:cNvSpPr>
              <p:nvPr/>
            </p:nvSpPr>
            <p:spPr bwMode="auto">
              <a:xfrm>
                <a:off x="3002"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46" name="Group 116">
              <a:extLst>
                <a:ext uri="{FF2B5EF4-FFF2-40B4-BE49-F238E27FC236}">
                  <a16:creationId xmlns:a16="http://schemas.microsoft.com/office/drawing/2014/main" id="{56068548-B3B3-4D49-B7A3-08BBC2C9EE59}"/>
                </a:ext>
              </a:extLst>
            </p:cNvPr>
            <p:cNvGrpSpPr>
              <a:grpSpLocks/>
            </p:cNvGrpSpPr>
            <p:nvPr/>
          </p:nvGrpSpPr>
          <p:grpSpPr bwMode="auto">
            <a:xfrm>
              <a:off x="4230" y="2557"/>
              <a:ext cx="323" cy="270"/>
              <a:chOff x="3270" y="864"/>
              <a:chExt cx="268" cy="384"/>
            </a:xfrm>
          </p:grpSpPr>
          <p:sp>
            <p:nvSpPr>
              <p:cNvPr id="21710" name="Rectangle 117">
                <a:extLst>
                  <a:ext uri="{FF2B5EF4-FFF2-40B4-BE49-F238E27FC236}">
                    <a16:creationId xmlns:a16="http://schemas.microsoft.com/office/drawing/2014/main" id="{D4DD29DF-E5DA-46D1-B9A8-355D1A7F54DA}"/>
                  </a:ext>
                </a:extLst>
              </p:cNvPr>
              <p:cNvSpPr>
                <a:spLocks noChangeArrowheads="1"/>
              </p:cNvSpPr>
              <p:nvPr/>
            </p:nvSpPr>
            <p:spPr bwMode="auto">
              <a:xfrm>
                <a:off x="3313"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11" name="Rectangle 118">
                <a:extLst>
                  <a:ext uri="{FF2B5EF4-FFF2-40B4-BE49-F238E27FC236}">
                    <a16:creationId xmlns:a16="http://schemas.microsoft.com/office/drawing/2014/main" id="{A6F5A3F4-2D5B-4C77-900F-DD0D764D9D53}"/>
                  </a:ext>
                </a:extLst>
              </p:cNvPr>
              <p:cNvSpPr>
                <a:spLocks noChangeArrowheads="1"/>
              </p:cNvSpPr>
              <p:nvPr/>
            </p:nvSpPr>
            <p:spPr bwMode="auto">
              <a:xfrm>
                <a:off x="3270"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47" name="Group 119">
              <a:extLst>
                <a:ext uri="{FF2B5EF4-FFF2-40B4-BE49-F238E27FC236}">
                  <a16:creationId xmlns:a16="http://schemas.microsoft.com/office/drawing/2014/main" id="{40F698C0-C372-416E-B731-42E2796DD48D}"/>
                </a:ext>
              </a:extLst>
            </p:cNvPr>
            <p:cNvGrpSpPr>
              <a:grpSpLocks/>
            </p:cNvGrpSpPr>
            <p:nvPr/>
          </p:nvGrpSpPr>
          <p:grpSpPr bwMode="auto">
            <a:xfrm>
              <a:off x="4553" y="2557"/>
              <a:ext cx="322" cy="270"/>
              <a:chOff x="3538" y="864"/>
              <a:chExt cx="268" cy="384"/>
            </a:xfrm>
          </p:grpSpPr>
          <p:sp>
            <p:nvSpPr>
              <p:cNvPr id="21708" name="Rectangle 120">
                <a:extLst>
                  <a:ext uri="{FF2B5EF4-FFF2-40B4-BE49-F238E27FC236}">
                    <a16:creationId xmlns:a16="http://schemas.microsoft.com/office/drawing/2014/main" id="{3151D1AC-15DA-4AD8-B417-CB04433D426D}"/>
                  </a:ext>
                </a:extLst>
              </p:cNvPr>
              <p:cNvSpPr>
                <a:spLocks noChangeArrowheads="1"/>
              </p:cNvSpPr>
              <p:nvPr/>
            </p:nvSpPr>
            <p:spPr bwMode="auto">
              <a:xfrm>
                <a:off x="3581" y="864"/>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09" name="Rectangle 121">
                <a:extLst>
                  <a:ext uri="{FF2B5EF4-FFF2-40B4-BE49-F238E27FC236}">
                    <a16:creationId xmlns:a16="http://schemas.microsoft.com/office/drawing/2014/main" id="{F390E7AE-4D41-4564-B238-16786CF6765B}"/>
                  </a:ext>
                </a:extLst>
              </p:cNvPr>
              <p:cNvSpPr>
                <a:spLocks noChangeArrowheads="1"/>
              </p:cNvSpPr>
              <p:nvPr/>
            </p:nvSpPr>
            <p:spPr bwMode="auto">
              <a:xfrm>
                <a:off x="3538" y="864"/>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48" name="Group 122">
              <a:extLst>
                <a:ext uri="{FF2B5EF4-FFF2-40B4-BE49-F238E27FC236}">
                  <a16:creationId xmlns:a16="http://schemas.microsoft.com/office/drawing/2014/main" id="{E5EBBC09-391B-4D0B-A153-ED1E8E87B643}"/>
                </a:ext>
              </a:extLst>
            </p:cNvPr>
            <p:cNvGrpSpPr>
              <a:grpSpLocks/>
            </p:cNvGrpSpPr>
            <p:nvPr/>
          </p:nvGrpSpPr>
          <p:grpSpPr bwMode="auto">
            <a:xfrm>
              <a:off x="297" y="2827"/>
              <a:ext cx="710" cy="270"/>
              <a:chOff x="0" y="1248"/>
              <a:chExt cx="590" cy="384"/>
            </a:xfrm>
          </p:grpSpPr>
          <p:sp>
            <p:nvSpPr>
              <p:cNvPr id="21706" name="Rectangle 123">
                <a:extLst>
                  <a:ext uri="{FF2B5EF4-FFF2-40B4-BE49-F238E27FC236}">
                    <a16:creationId xmlns:a16="http://schemas.microsoft.com/office/drawing/2014/main" id="{A4AB4E12-93FB-464A-A9FA-9E21592A896C}"/>
                  </a:ext>
                </a:extLst>
              </p:cNvPr>
              <p:cNvSpPr>
                <a:spLocks noChangeArrowheads="1"/>
              </p:cNvSpPr>
              <p:nvPr/>
            </p:nvSpPr>
            <p:spPr bwMode="auto">
              <a:xfrm>
                <a:off x="43" y="1248"/>
                <a:ext cx="50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2</a:t>
                </a:r>
                <a:r>
                  <a:rPr kumimoji="1" lang="en-US" altLang="zh-CN" sz="1200" b="1">
                    <a:solidFill>
                      <a:srgbClr val="007A77"/>
                    </a:solidFill>
                    <a:latin typeface="Times New Roman" panose="02020603050405020304" pitchFamily="18" charset="0"/>
                  </a:rPr>
                  <a:t>=2 v</a:t>
                </a:r>
                <a:r>
                  <a:rPr kumimoji="1" lang="en-US" altLang="zh-CN" sz="1200" b="1" baseline="-30000">
                    <a:solidFill>
                      <a:srgbClr val="007A77"/>
                    </a:solidFill>
                    <a:latin typeface="Times New Roman" panose="02020603050405020304" pitchFamily="18" charset="0"/>
                  </a:rPr>
                  <a:t>2</a:t>
                </a:r>
                <a:r>
                  <a:rPr kumimoji="1" lang="en-US" altLang="zh-CN" sz="1200" b="1">
                    <a:solidFill>
                      <a:srgbClr val="007A77"/>
                    </a:solidFill>
                    <a:latin typeface="Times New Roman" panose="02020603050405020304" pitchFamily="18" charset="0"/>
                  </a:rPr>
                  <a:t>=3</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21707" name="Rectangle 124">
                <a:extLst>
                  <a:ext uri="{FF2B5EF4-FFF2-40B4-BE49-F238E27FC236}">
                    <a16:creationId xmlns:a16="http://schemas.microsoft.com/office/drawing/2014/main" id="{FB675349-09B8-46A6-82D2-3FDD47804BD8}"/>
                  </a:ext>
                </a:extLst>
              </p:cNvPr>
              <p:cNvSpPr>
                <a:spLocks noChangeArrowheads="1"/>
              </p:cNvSpPr>
              <p:nvPr/>
            </p:nvSpPr>
            <p:spPr bwMode="auto">
              <a:xfrm>
                <a:off x="0" y="1248"/>
                <a:ext cx="59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49" name="Group 125">
              <a:extLst>
                <a:ext uri="{FF2B5EF4-FFF2-40B4-BE49-F238E27FC236}">
                  <a16:creationId xmlns:a16="http://schemas.microsoft.com/office/drawing/2014/main" id="{D90C9897-09EA-4421-A864-09163808FA14}"/>
                </a:ext>
              </a:extLst>
            </p:cNvPr>
            <p:cNvGrpSpPr>
              <a:grpSpLocks/>
            </p:cNvGrpSpPr>
            <p:nvPr/>
          </p:nvGrpSpPr>
          <p:grpSpPr bwMode="auto">
            <a:xfrm>
              <a:off x="1007" y="2827"/>
              <a:ext cx="322" cy="270"/>
              <a:chOff x="590" y="1248"/>
              <a:chExt cx="268" cy="384"/>
            </a:xfrm>
          </p:grpSpPr>
          <p:sp>
            <p:nvSpPr>
              <p:cNvPr id="21704" name="Rectangle 126">
                <a:extLst>
                  <a:ext uri="{FF2B5EF4-FFF2-40B4-BE49-F238E27FC236}">
                    <a16:creationId xmlns:a16="http://schemas.microsoft.com/office/drawing/2014/main" id="{12D8544F-0C08-431B-B1B7-984E12663630}"/>
                  </a:ext>
                </a:extLst>
              </p:cNvPr>
              <p:cNvSpPr>
                <a:spLocks noChangeArrowheads="1"/>
              </p:cNvSpPr>
              <p:nvPr/>
            </p:nvSpPr>
            <p:spPr bwMode="auto">
              <a:xfrm>
                <a:off x="633"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2</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05" name="Rectangle 127">
                <a:extLst>
                  <a:ext uri="{FF2B5EF4-FFF2-40B4-BE49-F238E27FC236}">
                    <a16:creationId xmlns:a16="http://schemas.microsoft.com/office/drawing/2014/main" id="{9FAC7CCC-B471-4BE7-B032-E9910801D4F1}"/>
                  </a:ext>
                </a:extLst>
              </p:cNvPr>
              <p:cNvSpPr>
                <a:spLocks noChangeArrowheads="1"/>
              </p:cNvSpPr>
              <p:nvPr/>
            </p:nvSpPr>
            <p:spPr bwMode="auto">
              <a:xfrm>
                <a:off x="590" y="1248"/>
                <a:ext cx="2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50" name="Group 128">
              <a:extLst>
                <a:ext uri="{FF2B5EF4-FFF2-40B4-BE49-F238E27FC236}">
                  <a16:creationId xmlns:a16="http://schemas.microsoft.com/office/drawing/2014/main" id="{114C032E-1E19-426C-901C-9EFF5DF0C308}"/>
                </a:ext>
              </a:extLst>
            </p:cNvPr>
            <p:cNvGrpSpPr>
              <a:grpSpLocks/>
            </p:cNvGrpSpPr>
            <p:nvPr/>
          </p:nvGrpSpPr>
          <p:grpSpPr bwMode="auto">
            <a:xfrm>
              <a:off x="1329" y="2827"/>
              <a:ext cx="322" cy="270"/>
              <a:chOff x="858" y="1248"/>
              <a:chExt cx="268" cy="384"/>
            </a:xfrm>
          </p:grpSpPr>
          <p:sp>
            <p:nvSpPr>
              <p:cNvPr id="21702" name="Rectangle 129">
                <a:extLst>
                  <a:ext uri="{FF2B5EF4-FFF2-40B4-BE49-F238E27FC236}">
                    <a16:creationId xmlns:a16="http://schemas.microsoft.com/office/drawing/2014/main" id="{54E6DAC7-875A-4710-9500-AAE557269C42}"/>
                  </a:ext>
                </a:extLst>
              </p:cNvPr>
              <p:cNvSpPr>
                <a:spLocks noChangeArrowheads="1"/>
              </p:cNvSpPr>
              <p:nvPr/>
            </p:nvSpPr>
            <p:spPr bwMode="auto">
              <a:xfrm>
                <a:off x="901"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03" name="Rectangle 130">
                <a:extLst>
                  <a:ext uri="{FF2B5EF4-FFF2-40B4-BE49-F238E27FC236}">
                    <a16:creationId xmlns:a16="http://schemas.microsoft.com/office/drawing/2014/main" id="{C5458805-6C84-4ADD-A10C-60E386AAF31C}"/>
                  </a:ext>
                </a:extLst>
              </p:cNvPr>
              <p:cNvSpPr>
                <a:spLocks noChangeArrowheads="1"/>
              </p:cNvSpPr>
              <p:nvPr/>
            </p:nvSpPr>
            <p:spPr bwMode="auto">
              <a:xfrm>
                <a:off x="858"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51" name="Group 131">
              <a:extLst>
                <a:ext uri="{FF2B5EF4-FFF2-40B4-BE49-F238E27FC236}">
                  <a16:creationId xmlns:a16="http://schemas.microsoft.com/office/drawing/2014/main" id="{61435359-AFA1-412E-B0C3-3CB7180CACC3}"/>
                </a:ext>
              </a:extLst>
            </p:cNvPr>
            <p:cNvGrpSpPr>
              <a:grpSpLocks/>
            </p:cNvGrpSpPr>
            <p:nvPr/>
          </p:nvGrpSpPr>
          <p:grpSpPr bwMode="auto">
            <a:xfrm>
              <a:off x="1651" y="2827"/>
              <a:ext cx="323" cy="270"/>
              <a:chOff x="1126" y="1248"/>
              <a:chExt cx="268" cy="384"/>
            </a:xfrm>
          </p:grpSpPr>
          <p:sp>
            <p:nvSpPr>
              <p:cNvPr id="21700" name="Rectangle 132">
                <a:extLst>
                  <a:ext uri="{FF2B5EF4-FFF2-40B4-BE49-F238E27FC236}">
                    <a16:creationId xmlns:a16="http://schemas.microsoft.com/office/drawing/2014/main" id="{88ABD720-80DF-4597-96D7-3EDCBBA2D875}"/>
                  </a:ext>
                </a:extLst>
              </p:cNvPr>
              <p:cNvSpPr>
                <a:spLocks noChangeArrowheads="1"/>
              </p:cNvSpPr>
              <p:nvPr/>
            </p:nvSpPr>
            <p:spPr bwMode="auto">
              <a:xfrm>
                <a:off x="1169"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701" name="Rectangle 133">
                <a:extLst>
                  <a:ext uri="{FF2B5EF4-FFF2-40B4-BE49-F238E27FC236}">
                    <a16:creationId xmlns:a16="http://schemas.microsoft.com/office/drawing/2014/main" id="{6AC0046E-508F-4F1E-ADD1-074F59724E05}"/>
                  </a:ext>
                </a:extLst>
              </p:cNvPr>
              <p:cNvSpPr>
                <a:spLocks noChangeArrowheads="1"/>
              </p:cNvSpPr>
              <p:nvPr/>
            </p:nvSpPr>
            <p:spPr bwMode="auto">
              <a:xfrm>
                <a:off x="1126"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52" name="Group 134">
              <a:extLst>
                <a:ext uri="{FF2B5EF4-FFF2-40B4-BE49-F238E27FC236}">
                  <a16:creationId xmlns:a16="http://schemas.microsoft.com/office/drawing/2014/main" id="{1EAF4719-9374-4CB1-88AE-665036EBB461}"/>
                </a:ext>
              </a:extLst>
            </p:cNvPr>
            <p:cNvGrpSpPr>
              <a:grpSpLocks/>
            </p:cNvGrpSpPr>
            <p:nvPr/>
          </p:nvGrpSpPr>
          <p:grpSpPr bwMode="auto">
            <a:xfrm>
              <a:off x="1974" y="2827"/>
              <a:ext cx="322" cy="270"/>
              <a:chOff x="1394" y="1248"/>
              <a:chExt cx="268" cy="384"/>
            </a:xfrm>
          </p:grpSpPr>
          <p:sp>
            <p:nvSpPr>
              <p:cNvPr id="21698" name="Rectangle 135">
                <a:extLst>
                  <a:ext uri="{FF2B5EF4-FFF2-40B4-BE49-F238E27FC236}">
                    <a16:creationId xmlns:a16="http://schemas.microsoft.com/office/drawing/2014/main" id="{F02D6DFA-ABFF-46C3-9957-959E6C671ED5}"/>
                  </a:ext>
                </a:extLst>
              </p:cNvPr>
              <p:cNvSpPr>
                <a:spLocks noChangeArrowheads="1"/>
              </p:cNvSpPr>
              <p:nvPr/>
            </p:nvSpPr>
            <p:spPr bwMode="auto">
              <a:xfrm>
                <a:off x="1437"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99" name="Rectangle 136">
                <a:extLst>
                  <a:ext uri="{FF2B5EF4-FFF2-40B4-BE49-F238E27FC236}">
                    <a16:creationId xmlns:a16="http://schemas.microsoft.com/office/drawing/2014/main" id="{7E7A1615-981B-4B60-ACC2-240000E5FCFC}"/>
                  </a:ext>
                </a:extLst>
              </p:cNvPr>
              <p:cNvSpPr>
                <a:spLocks noChangeArrowheads="1"/>
              </p:cNvSpPr>
              <p:nvPr/>
            </p:nvSpPr>
            <p:spPr bwMode="auto">
              <a:xfrm>
                <a:off x="1394"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53" name="Group 137">
              <a:extLst>
                <a:ext uri="{FF2B5EF4-FFF2-40B4-BE49-F238E27FC236}">
                  <a16:creationId xmlns:a16="http://schemas.microsoft.com/office/drawing/2014/main" id="{E8331191-D237-4A03-91D7-536FB2F3D9E5}"/>
                </a:ext>
              </a:extLst>
            </p:cNvPr>
            <p:cNvGrpSpPr>
              <a:grpSpLocks/>
            </p:cNvGrpSpPr>
            <p:nvPr/>
          </p:nvGrpSpPr>
          <p:grpSpPr bwMode="auto">
            <a:xfrm>
              <a:off x="2296" y="2827"/>
              <a:ext cx="322" cy="270"/>
              <a:chOff x="1662" y="1248"/>
              <a:chExt cx="268" cy="384"/>
            </a:xfrm>
          </p:grpSpPr>
          <p:sp>
            <p:nvSpPr>
              <p:cNvPr id="21696" name="Rectangle 138">
                <a:extLst>
                  <a:ext uri="{FF2B5EF4-FFF2-40B4-BE49-F238E27FC236}">
                    <a16:creationId xmlns:a16="http://schemas.microsoft.com/office/drawing/2014/main" id="{B9AE18A0-79B3-4AEC-89D2-5EDCCAD60234}"/>
                  </a:ext>
                </a:extLst>
              </p:cNvPr>
              <p:cNvSpPr>
                <a:spLocks noChangeArrowheads="1"/>
              </p:cNvSpPr>
              <p:nvPr/>
            </p:nvSpPr>
            <p:spPr bwMode="auto">
              <a:xfrm>
                <a:off x="1705"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97" name="Rectangle 139">
                <a:extLst>
                  <a:ext uri="{FF2B5EF4-FFF2-40B4-BE49-F238E27FC236}">
                    <a16:creationId xmlns:a16="http://schemas.microsoft.com/office/drawing/2014/main" id="{F1D15FBD-AE40-4A21-8ED4-5B52F2BB5C70}"/>
                  </a:ext>
                </a:extLst>
              </p:cNvPr>
              <p:cNvSpPr>
                <a:spLocks noChangeArrowheads="1"/>
              </p:cNvSpPr>
              <p:nvPr/>
            </p:nvSpPr>
            <p:spPr bwMode="auto">
              <a:xfrm>
                <a:off x="1662"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54" name="Group 140">
              <a:extLst>
                <a:ext uri="{FF2B5EF4-FFF2-40B4-BE49-F238E27FC236}">
                  <a16:creationId xmlns:a16="http://schemas.microsoft.com/office/drawing/2014/main" id="{D5B6AD5D-BC76-4931-A2D4-386739EA0E64}"/>
                </a:ext>
              </a:extLst>
            </p:cNvPr>
            <p:cNvGrpSpPr>
              <a:grpSpLocks/>
            </p:cNvGrpSpPr>
            <p:nvPr/>
          </p:nvGrpSpPr>
          <p:grpSpPr bwMode="auto">
            <a:xfrm>
              <a:off x="2618" y="2827"/>
              <a:ext cx="323" cy="270"/>
              <a:chOff x="1930" y="1248"/>
              <a:chExt cx="268" cy="384"/>
            </a:xfrm>
          </p:grpSpPr>
          <p:sp>
            <p:nvSpPr>
              <p:cNvPr id="21694" name="Rectangle 141">
                <a:extLst>
                  <a:ext uri="{FF2B5EF4-FFF2-40B4-BE49-F238E27FC236}">
                    <a16:creationId xmlns:a16="http://schemas.microsoft.com/office/drawing/2014/main" id="{F4F10C5F-B417-4D6B-8CEA-C862E2C2105A}"/>
                  </a:ext>
                </a:extLst>
              </p:cNvPr>
              <p:cNvSpPr>
                <a:spLocks noChangeArrowheads="1"/>
              </p:cNvSpPr>
              <p:nvPr/>
            </p:nvSpPr>
            <p:spPr bwMode="auto">
              <a:xfrm>
                <a:off x="1973"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95" name="Rectangle 142">
                <a:extLst>
                  <a:ext uri="{FF2B5EF4-FFF2-40B4-BE49-F238E27FC236}">
                    <a16:creationId xmlns:a16="http://schemas.microsoft.com/office/drawing/2014/main" id="{AA68BAA4-DB80-40D9-9DE3-7980B4E11509}"/>
                  </a:ext>
                </a:extLst>
              </p:cNvPr>
              <p:cNvSpPr>
                <a:spLocks noChangeArrowheads="1"/>
              </p:cNvSpPr>
              <p:nvPr/>
            </p:nvSpPr>
            <p:spPr bwMode="auto">
              <a:xfrm>
                <a:off x="1930"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55" name="Group 143">
              <a:extLst>
                <a:ext uri="{FF2B5EF4-FFF2-40B4-BE49-F238E27FC236}">
                  <a16:creationId xmlns:a16="http://schemas.microsoft.com/office/drawing/2014/main" id="{185F6288-CA15-43E8-801C-9DCC5279D89E}"/>
                </a:ext>
              </a:extLst>
            </p:cNvPr>
            <p:cNvGrpSpPr>
              <a:grpSpLocks/>
            </p:cNvGrpSpPr>
            <p:nvPr/>
          </p:nvGrpSpPr>
          <p:grpSpPr bwMode="auto">
            <a:xfrm>
              <a:off x="2941" y="2827"/>
              <a:ext cx="322" cy="270"/>
              <a:chOff x="2198" y="1248"/>
              <a:chExt cx="268" cy="384"/>
            </a:xfrm>
          </p:grpSpPr>
          <p:sp>
            <p:nvSpPr>
              <p:cNvPr id="21692" name="Rectangle 144">
                <a:extLst>
                  <a:ext uri="{FF2B5EF4-FFF2-40B4-BE49-F238E27FC236}">
                    <a16:creationId xmlns:a16="http://schemas.microsoft.com/office/drawing/2014/main" id="{2E44FAB9-71AB-44DE-A7BC-7B50F77FEB55}"/>
                  </a:ext>
                </a:extLst>
              </p:cNvPr>
              <p:cNvSpPr>
                <a:spLocks noChangeArrowheads="1"/>
              </p:cNvSpPr>
              <p:nvPr/>
            </p:nvSpPr>
            <p:spPr bwMode="auto">
              <a:xfrm>
                <a:off x="2241"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93" name="Rectangle 145">
                <a:extLst>
                  <a:ext uri="{FF2B5EF4-FFF2-40B4-BE49-F238E27FC236}">
                    <a16:creationId xmlns:a16="http://schemas.microsoft.com/office/drawing/2014/main" id="{4220853A-3050-473B-99DD-4BD2C8ADED38}"/>
                  </a:ext>
                </a:extLst>
              </p:cNvPr>
              <p:cNvSpPr>
                <a:spLocks noChangeArrowheads="1"/>
              </p:cNvSpPr>
              <p:nvPr/>
            </p:nvSpPr>
            <p:spPr bwMode="auto">
              <a:xfrm>
                <a:off x="2198"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56" name="Group 146">
              <a:extLst>
                <a:ext uri="{FF2B5EF4-FFF2-40B4-BE49-F238E27FC236}">
                  <a16:creationId xmlns:a16="http://schemas.microsoft.com/office/drawing/2014/main" id="{813076E1-EB22-4FC0-AC63-AC7B562D9482}"/>
                </a:ext>
              </a:extLst>
            </p:cNvPr>
            <p:cNvGrpSpPr>
              <a:grpSpLocks/>
            </p:cNvGrpSpPr>
            <p:nvPr/>
          </p:nvGrpSpPr>
          <p:grpSpPr bwMode="auto">
            <a:xfrm>
              <a:off x="3244" y="2810"/>
              <a:ext cx="323" cy="270"/>
              <a:chOff x="2466" y="1248"/>
              <a:chExt cx="268" cy="384"/>
            </a:xfrm>
          </p:grpSpPr>
          <p:sp>
            <p:nvSpPr>
              <p:cNvPr id="21690" name="Rectangle 147">
                <a:extLst>
                  <a:ext uri="{FF2B5EF4-FFF2-40B4-BE49-F238E27FC236}">
                    <a16:creationId xmlns:a16="http://schemas.microsoft.com/office/drawing/2014/main" id="{47A6A474-B894-4D23-A0C7-9515C43DD030}"/>
                  </a:ext>
                </a:extLst>
              </p:cNvPr>
              <p:cNvSpPr>
                <a:spLocks noChangeArrowheads="1"/>
              </p:cNvSpPr>
              <p:nvPr/>
            </p:nvSpPr>
            <p:spPr bwMode="auto">
              <a:xfrm>
                <a:off x="2509"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91" name="Rectangle 148">
                <a:extLst>
                  <a:ext uri="{FF2B5EF4-FFF2-40B4-BE49-F238E27FC236}">
                    <a16:creationId xmlns:a16="http://schemas.microsoft.com/office/drawing/2014/main" id="{07F5CB91-D57A-4BE2-BC55-D904CFD0BA59}"/>
                  </a:ext>
                </a:extLst>
              </p:cNvPr>
              <p:cNvSpPr>
                <a:spLocks noChangeArrowheads="1"/>
              </p:cNvSpPr>
              <p:nvPr/>
            </p:nvSpPr>
            <p:spPr bwMode="auto">
              <a:xfrm>
                <a:off x="2466" y="1248"/>
                <a:ext cx="2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57" name="Group 149">
              <a:extLst>
                <a:ext uri="{FF2B5EF4-FFF2-40B4-BE49-F238E27FC236}">
                  <a16:creationId xmlns:a16="http://schemas.microsoft.com/office/drawing/2014/main" id="{71D3AF10-FFF6-4FA1-B851-7E759474DAAE}"/>
                </a:ext>
              </a:extLst>
            </p:cNvPr>
            <p:cNvGrpSpPr>
              <a:grpSpLocks/>
            </p:cNvGrpSpPr>
            <p:nvPr/>
          </p:nvGrpSpPr>
          <p:grpSpPr bwMode="auto">
            <a:xfrm>
              <a:off x="3586" y="2827"/>
              <a:ext cx="322" cy="270"/>
              <a:chOff x="2734" y="1248"/>
              <a:chExt cx="268" cy="384"/>
            </a:xfrm>
          </p:grpSpPr>
          <p:sp>
            <p:nvSpPr>
              <p:cNvPr id="21688" name="Rectangle 150">
                <a:extLst>
                  <a:ext uri="{FF2B5EF4-FFF2-40B4-BE49-F238E27FC236}">
                    <a16:creationId xmlns:a16="http://schemas.microsoft.com/office/drawing/2014/main" id="{123CC527-5410-4D93-B7EC-B7F15E6C8386}"/>
                  </a:ext>
                </a:extLst>
              </p:cNvPr>
              <p:cNvSpPr>
                <a:spLocks noChangeArrowheads="1"/>
              </p:cNvSpPr>
              <p:nvPr/>
            </p:nvSpPr>
            <p:spPr bwMode="auto">
              <a:xfrm>
                <a:off x="2777"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89" name="Rectangle 151">
                <a:extLst>
                  <a:ext uri="{FF2B5EF4-FFF2-40B4-BE49-F238E27FC236}">
                    <a16:creationId xmlns:a16="http://schemas.microsoft.com/office/drawing/2014/main" id="{A1382377-A61E-446A-956A-390CE2FD3FC9}"/>
                  </a:ext>
                </a:extLst>
              </p:cNvPr>
              <p:cNvSpPr>
                <a:spLocks noChangeArrowheads="1"/>
              </p:cNvSpPr>
              <p:nvPr/>
            </p:nvSpPr>
            <p:spPr bwMode="auto">
              <a:xfrm>
                <a:off x="2734"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58" name="Group 152">
              <a:extLst>
                <a:ext uri="{FF2B5EF4-FFF2-40B4-BE49-F238E27FC236}">
                  <a16:creationId xmlns:a16="http://schemas.microsoft.com/office/drawing/2014/main" id="{84391A1A-1A3D-486E-8124-4C5BCA2C63B0}"/>
                </a:ext>
              </a:extLst>
            </p:cNvPr>
            <p:cNvGrpSpPr>
              <a:grpSpLocks/>
            </p:cNvGrpSpPr>
            <p:nvPr/>
          </p:nvGrpSpPr>
          <p:grpSpPr bwMode="auto">
            <a:xfrm>
              <a:off x="3908" y="2827"/>
              <a:ext cx="322" cy="270"/>
              <a:chOff x="3002" y="1248"/>
              <a:chExt cx="268" cy="384"/>
            </a:xfrm>
          </p:grpSpPr>
          <p:sp>
            <p:nvSpPr>
              <p:cNvPr id="21686" name="Rectangle 153">
                <a:extLst>
                  <a:ext uri="{FF2B5EF4-FFF2-40B4-BE49-F238E27FC236}">
                    <a16:creationId xmlns:a16="http://schemas.microsoft.com/office/drawing/2014/main" id="{58E0DE24-6E88-419E-92CA-C52FE129A17C}"/>
                  </a:ext>
                </a:extLst>
              </p:cNvPr>
              <p:cNvSpPr>
                <a:spLocks noChangeArrowheads="1"/>
              </p:cNvSpPr>
              <p:nvPr/>
            </p:nvSpPr>
            <p:spPr bwMode="auto">
              <a:xfrm>
                <a:off x="3045"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87" name="Rectangle 154">
                <a:extLst>
                  <a:ext uri="{FF2B5EF4-FFF2-40B4-BE49-F238E27FC236}">
                    <a16:creationId xmlns:a16="http://schemas.microsoft.com/office/drawing/2014/main" id="{0674EE82-6D34-4CBF-8828-2808B11175E7}"/>
                  </a:ext>
                </a:extLst>
              </p:cNvPr>
              <p:cNvSpPr>
                <a:spLocks noChangeArrowheads="1"/>
              </p:cNvSpPr>
              <p:nvPr/>
            </p:nvSpPr>
            <p:spPr bwMode="auto">
              <a:xfrm>
                <a:off x="3002"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59" name="Group 155">
              <a:extLst>
                <a:ext uri="{FF2B5EF4-FFF2-40B4-BE49-F238E27FC236}">
                  <a16:creationId xmlns:a16="http://schemas.microsoft.com/office/drawing/2014/main" id="{7DE2C323-FC7D-42D2-A277-833CF0192EE4}"/>
                </a:ext>
              </a:extLst>
            </p:cNvPr>
            <p:cNvGrpSpPr>
              <a:grpSpLocks/>
            </p:cNvGrpSpPr>
            <p:nvPr/>
          </p:nvGrpSpPr>
          <p:grpSpPr bwMode="auto">
            <a:xfrm>
              <a:off x="4230" y="2827"/>
              <a:ext cx="323" cy="270"/>
              <a:chOff x="3270" y="1248"/>
              <a:chExt cx="268" cy="384"/>
            </a:xfrm>
          </p:grpSpPr>
          <p:sp>
            <p:nvSpPr>
              <p:cNvPr id="21684" name="Rectangle 156">
                <a:extLst>
                  <a:ext uri="{FF2B5EF4-FFF2-40B4-BE49-F238E27FC236}">
                    <a16:creationId xmlns:a16="http://schemas.microsoft.com/office/drawing/2014/main" id="{00547BF5-972E-4A63-B3FB-CA05DAE4D634}"/>
                  </a:ext>
                </a:extLst>
              </p:cNvPr>
              <p:cNvSpPr>
                <a:spLocks noChangeArrowheads="1"/>
              </p:cNvSpPr>
              <p:nvPr/>
            </p:nvSpPr>
            <p:spPr bwMode="auto">
              <a:xfrm>
                <a:off x="3313"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85" name="Rectangle 157">
                <a:extLst>
                  <a:ext uri="{FF2B5EF4-FFF2-40B4-BE49-F238E27FC236}">
                    <a16:creationId xmlns:a16="http://schemas.microsoft.com/office/drawing/2014/main" id="{665D8756-00DE-4DAC-A14D-D4E367B847E4}"/>
                  </a:ext>
                </a:extLst>
              </p:cNvPr>
              <p:cNvSpPr>
                <a:spLocks noChangeArrowheads="1"/>
              </p:cNvSpPr>
              <p:nvPr/>
            </p:nvSpPr>
            <p:spPr bwMode="auto">
              <a:xfrm>
                <a:off x="3270"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60" name="Group 158">
              <a:extLst>
                <a:ext uri="{FF2B5EF4-FFF2-40B4-BE49-F238E27FC236}">
                  <a16:creationId xmlns:a16="http://schemas.microsoft.com/office/drawing/2014/main" id="{1B58CC0A-36A7-431C-9318-FD1DA1F2E6F9}"/>
                </a:ext>
              </a:extLst>
            </p:cNvPr>
            <p:cNvGrpSpPr>
              <a:grpSpLocks/>
            </p:cNvGrpSpPr>
            <p:nvPr/>
          </p:nvGrpSpPr>
          <p:grpSpPr bwMode="auto">
            <a:xfrm>
              <a:off x="4553" y="2827"/>
              <a:ext cx="322" cy="270"/>
              <a:chOff x="3538" y="1248"/>
              <a:chExt cx="268" cy="384"/>
            </a:xfrm>
          </p:grpSpPr>
          <p:sp>
            <p:nvSpPr>
              <p:cNvPr id="21682" name="Rectangle 159">
                <a:extLst>
                  <a:ext uri="{FF2B5EF4-FFF2-40B4-BE49-F238E27FC236}">
                    <a16:creationId xmlns:a16="http://schemas.microsoft.com/office/drawing/2014/main" id="{5DDBBDE1-C5A6-4FCD-8F09-0FB657F05939}"/>
                  </a:ext>
                </a:extLst>
              </p:cNvPr>
              <p:cNvSpPr>
                <a:spLocks noChangeArrowheads="1"/>
              </p:cNvSpPr>
              <p:nvPr/>
            </p:nvSpPr>
            <p:spPr bwMode="auto">
              <a:xfrm>
                <a:off x="3581" y="1248"/>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83" name="Rectangle 160">
                <a:extLst>
                  <a:ext uri="{FF2B5EF4-FFF2-40B4-BE49-F238E27FC236}">
                    <a16:creationId xmlns:a16="http://schemas.microsoft.com/office/drawing/2014/main" id="{656C35A7-5E23-49F7-B629-BD6B360AE378}"/>
                  </a:ext>
                </a:extLst>
              </p:cNvPr>
              <p:cNvSpPr>
                <a:spLocks noChangeArrowheads="1"/>
              </p:cNvSpPr>
              <p:nvPr/>
            </p:nvSpPr>
            <p:spPr bwMode="auto">
              <a:xfrm>
                <a:off x="3538" y="1248"/>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61" name="Group 161">
              <a:extLst>
                <a:ext uri="{FF2B5EF4-FFF2-40B4-BE49-F238E27FC236}">
                  <a16:creationId xmlns:a16="http://schemas.microsoft.com/office/drawing/2014/main" id="{26481B65-CD50-4AA7-8C45-CAFA02D65363}"/>
                </a:ext>
              </a:extLst>
            </p:cNvPr>
            <p:cNvGrpSpPr>
              <a:grpSpLocks/>
            </p:cNvGrpSpPr>
            <p:nvPr/>
          </p:nvGrpSpPr>
          <p:grpSpPr bwMode="auto">
            <a:xfrm>
              <a:off x="297" y="3097"/>
              <a:ext cx="710" cy="337"/>
              <a:chOff x="0" y="1632"/>
              <a:chExt cx="590" cy="480"/>
            </a:xfrm>
          </p:grpSpPr>
          <p:sp>
            <p:nvSpPr>
              <p:cNvPr id="21680" name="Rectangle 162">
                <a:extLst>
                  <a:ext uri="{FF2B5EF4-FFF2-40B4-BE49-F238E27FC236}">
                    <a16:creationId xmlns:a16="http://schemas.microsoft.com/office/drawing/2014/main" id="{80AB64A1-4966-4E5E-948E-8CA1EF4AF34C}"/>
                  </a:ext>
                </a:extLst>
              </p:cNvPr>
              <p:cNvSpPr>
                <a:spLocks noChangeArrowheads="1"/>
              </p:cNvSpPr>
              <p:nvPr/>
            </p:nvSpPr>
            <p:spPr bwMode="auto">
              <a:xfrm>
                <a:off x="43" y="1632"/>
                <a:ext cx="5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3</a:t>
                </a:r>
                <a:r>
                  <a:rPr kumimoji="1" lang="en-US" altLang="zh-CN" sz="1200" b="1">
                    <a:solidFill>
                      <a:srgbClr val="007A77"/>
                    </a:solidFill>
                    <a:latin typeface="Times New Roman" panose="02020603050405020304" pitchFamily="18" charset="0"/>
                  </a:rPr>
                  <a:t>=6 v</a:t>
                </a:r>
                <a:r>
                  <a:rPr kumimoji="1" lang="en-US" altLang="zh-CN" sz="1200" b="1" baseline="-30000">
                    <a:solidFill>
                      <a:srgbClr val="007A77"/>
                    </a:solidFill>
                    <a:latin typeface="Times New Roman" panose="02020603050405020304" pitchFamily="18" charset="0"/>
                  </a:rPr>
                  <a:t>3</a:t>
                </a:r>
                <a:r>
                  <a:rPr kumimoji="1" lang="en-US" altLang="zh-CN" sz="1200" b="1">
                    <a:solidFill>
                      <a:srgbClr val="007A77"/>
                    </a:solidFill>
                    <a:latin typeface="Times New Roman" panose="02020603050405020304" pitchFamily="18" charset="0"/>
                  </a:rPr>
                  <a:t>=5</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21681" name="Rectangle 163">
                <a:extLst>
                  <a:ext uri="{FF2B5EF4-FFF2-40B4-BE49-F238E27FC236}">
                    <a16:creationId xmlns:a16="http://schemas.microsoft.com/office/drawing/2014/main" id="{52E0390D-65EC-4AE3-8A56-32308F10D6F3}"/>
                  </a:ext>
                </a:extLst>
              </p:cNvPr>
              <p:cNvSpPr>
                <a:spLocks noChangeArrowheads="1"/>
              </p:cNvSpPr>
              <p:nvPr/>
            </p:nvSpPr>
            <p:spPr bwMode="auto">
              <a:xfrm>
                <a:off x="0" y="1632"/>
                <a:ext cx="5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62" name="Group 164">
              <a:extLst>
                <a:ext uri="{FF2B5EF4-FFF2-40B4-BE49-F238E27FC236}">
                  <a16:creationId xmlns:a16="http://schemas.microsoft.com/office/drawing/2014/main" id="{DF0AF04B-3774-4A23-ABC6-9F43964E1F46}"/>
                </a:ext>
              </a:extLst>
            </p:cNvPr>
            <p:cNvGrpSpPr>
              <a:grpSpLocks/>
            </p:cNvGrpSpPr>
            <p:nvPr/>
          </p:nvGrpSpPr>
          <p:grpSpPr bwMode="auto">
            <a:xfrm>
              <a:off x="1007" y="3097"/>
              <a:ext cx="322" cy="337"/>
              <a:chOff x="590" y="1632"/>
              <a:chExt cx="268" cy="480"/>
            </a:xfrm>
          </p:grpSpPr>
          <p:sp>
            <p:nvSpPr>
              <p:cNvPr id="21678" name="Rectangle 165">
                <a:extLst>
                  <a:ext uri="{FF2B5EF4-FFF2-40B4-BE49-F238E27FC236}">
                    <a16:creationId xmlns:a16="http://schemas.microsoft.com/office/drawing/2014/main" id="{403519BA-3406-4CE4-A15A-041F95271F96}"/>
                  </a:ext>
                </a:extLst>
              </p:cNvPr>
              <p:cNvSpPr>
                <a:spLocks noChangeArrowheads="1"/>
              </p:cNvSpPr>
              <p:nvPr/>
            </p:nvSpPr>
            <p:spPr bwMode="auto">
              <a:xfrm>
                <a:off x="633"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3</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79" name="Rectangle 166">
                <a:extLst>
                  <a:ext uri="{FF2B5EF4-FFF2-40B4-BE49-F238E27FC236}">
                    <a16:creationId xmlns:a16="http://schemas.microsoft.com/office/drawing/2014/main" id="{88453EC8-00BD-4B36-BA98-E5B1CB736935}"/>
                  </a:ext>
                </a:extLst>
              </p:cNvPr>
              <p:cNvSpPr>
                <a:spLocks noChangeArrowheads="1"/>
              </p:cNvSpPr>
              <p:nvPr/>
            </p:nvSpPr>
            <p:spPr bwMode="auto">
              <a:xfrm>
                <a:off x="590" y="1632"/>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63" name="Group 167">
              <a:extLst>
                <a:ext uri="{FF2B5EF4-FFF2-40B4-BE49-F238E27FC236}">
                  <a16:creationId xmlns:a16="http://schemas.microsoft.com/office/drawing/2014/main" id="{2BEFA5B3-7988-4552-9B53-DC654B4EE938}"/>
                </a:ext>
              </a:extLst>
            </p:cNvPr>
            <p:cNvGrpSpPr>
              <a:grpSpLocks/>
            </p:cNvGrpSpPr>
            <p:nvPr/>
          </p:nvGrpSpPr>
          <p:grpSpPr bwMode="auto">
            <a:xfrm>
              <a:off x="1329" y="3097"/>
              <a:ext cx="322" cy="337"/>
              <a:chOff x="858" y="1632"/>
              <a:chExt cx="268" cy="480"/>
            </a:xfrm>
          </p:grpSpPr>
          <p:sp>
            <p:nvSpPr>
              <p:cNvPr id="21676" name="Rectangle 168">
                <a:extLst>
                  <a:ext uri="{FF2B5EF4-FFF2-40B4-BE49-F238E27FC236}">
                    <a16:creationId xmlns:a16="http://schemas.microsoft.com/office/drawing/2014/main" id="{E0CFF2B5-764D-4928-8F21-B7E337CAAE7A}"/>
                  </a:ext>
                </a:extLst>
              </p:cNvPr>
              <p:cNvSpPr>
                <a:spLocks noChangeArrowheads="1"/>
              </p:cNvSpPr>
              <p:nvPr/>
            </p:nvSpPr>
            <p:spPr bwMode="auto">
              <a:xfrm>
                <a:off x="901"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77" name="Rectangle 169">
                <a:extLst>
                  <a:ext uri="{FF2B5EF4-FFF2-40B4-BE49-F238E27FC236}">
                    <a16:creationId xmlns:a16="http://schemas.microsoft.com/office/drawing/2014/main" id="{877B8F04-1479-4F18-80D6-C26B6F40A9ED}"/>
                  </a:ext>
                </a:extLst>
              </p:cNvPr>
              <p:cNvSpPr>
                <a:spLocks noChangeArrowheads="1"/>
              </p:cNvSpPr>
              <p:nvPr/>
            </p:nvSpPr>
            <p:spPr bwMode="auto">
              <a:xfrm>
                <a:off x="858"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64" name="Group 170">
              <a:extLst>
                <a:ext uri="{FF2B5EF4-FFF2-40B4-BE49-F238E27FC236}">
                  <a16:creationId xmlns:a16="http://schemas.microsoft.com/office/drawing/2014/main" id="{822EC898-2DEC-46CD-90AC-44EEC0AA92A5}"/>
                </a:ext>
              </a:extLst>
            </p:cNvPr>
            <p:cNvGrpSpPr>
              <a:grpSpLocks/>
            </p:cNvGrpSpPr>
            <p:nvPr/>
          </p:nvGrpSpPr>
          <p:grpSpPr bwMode="auto">
            <a:xfrm>
              <a:off x="1651" y="3097"/>
              <a:ext cx="323" cy="337"/>
              <a:chOff x="1126" y="1632"/>
              <a:chExt cx="268" cy="480"/>
            </a:xfrm>
          </p:grpSpPr>
          <p:sp>
            <p:nvSpPr>
              <p:cNvPr id="21674" name="Rectangle 171">
                <a:extLst>
                  <a:ext uri="{FF2B5EF4-FFF2-40B4-BE49-F238E27FC236}">
                    <a16:creationId xmlns:a16="http://schemas.microsoft.com/office/drawing/2014/main" id="{E0E8201C-87CA-4882-943A-4E8E619CADA0}"/>
                  </a:ext>
                </a:extLst>
              </p:cNvPr>
              <p:cNvSpPr>
                <a:spLocks noChangeArrowheads="1"/>
              </p:cNvSpPr>
              <p:nvPr/>
            </p:nvSpPr>
            <p:spPr bwMode="auto">
              <a:xfrm>
                <a:off x="1169"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75" name="Rectangle 172">
                <a:extLst>
                  <a:ext uri="{FF2B5EF4-FFF2-40B4-BE49-F238E27FC236}">
                    <a16:creationId xmlns:a16="http://schemas.microsoft.com/office/drawing/2014/main" id="{6ED59B15-519A-4E49-8947-DDD1CF0DC3B0}"/>
                  </a:ext>
                </a:extLst>
              </p:cNvPr>
              <p:cNvSpPr>
                <a:spLocks noChangeArrowheads="1"/>
              </p:cNvSpPr>
              <p:nvPr/>
            </p:nvSpPr>
            <p:spPr bwMode="auto">
              <a:xfrm>
                <a:off x="1126"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65" name="Group 173">
              <a:extLst>
                <a:ext uri="{FF2B5EF4-FFF2-40B4-BE49-F238E27FC236}">
                  <a16:creationId xmlns:a16="http://schemas.microsoft.com/office/drawing/2014/main" id="{EB4EBEBC-B90B-448F-8581-AE13EA3992CD}"/>
                </a:ext>
              </a:extLst>
            </p:cNvPr>
            <p:cNvGrpSpPr>
              <a:grpSpLocks/>
            </p:cNvGrpSpPr>
            <p:nvPr/>
          </p:nvGrpSpPr>
          <p:grpSpPr bwMode="auto">
            <a:xfrm>
              <a:off x="1974" y="3097"/>
              <a:ext cx="322" cy="337"/>
              <a:chOff x="1394" y="1632"/>
              <a:chExt cx="268" cy="480"/>
            </a:xfrm>
          </p:grpSpPr>
          <p:sp>
            <p:nvSpPr>
              <p:cNvPr id="21672" name="Rectangle 174">
                <a:extLst>
                  <a:ext uri="{FF2B5EF4-FFF2-40B4-BE49-F238E27FC236}">
                    <a16:creationId xmlns:a16="http://schemas.microsoft.com/office/drawing/2014/main" id="{EBEA104E-25C6-45C7-B3D2-A7C07DDC0399}"/>
                  </a:ext>
                </a:extLst>
              </p:cNvPr>
              <p:cNvSpPr>
                <a:spLocks noChangeArrowheads="1"/>
              </p:cNvSpPr>
              <p:nvPr/>
            </p:nvSpPr>
            <p:spPr bwMode="auto">
              <a:xfrm>
                <a:off x="1437"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73" name="Rectangle 175">
                <a:extLst>
                  <a:ext uri="{FF2B5EF4-FFF2-40B4-BE49-F238E27FC236}">
                    <a16:creationId xmlns:a16="http://schemas.microsoft.com/office/drawing/2014/main" id="{5E647ED2-26B6-4D73-8D66-0B50B38B383B}"/>
                  </a:ext>
                </a:extLst>
              </p:cNvPr>
              <p:cNvSpPr>
                <a:spLocks noChangeArrowheads="1"/>
              </p:cNvSpPr>
              <p:nvPr/>
            </p:nvSpPr>
            <p:spPr bwMode="auto">
              <a:xfrm>
                <a:off x="1394"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66" name="Group 176">
              <a:extLst>
                <a:ext uri="{FF2B5EF4-FFF2-40B4-BE49-F238E27FC236}">
                  <a16:creationId xmlns:a16="http://schemas.microsoft.com/office/drawing/2014/main" id="{66B75AB1-C080-4020-9798-45F94D5C2D81}"/>
                </a:ext>
              </a:extLst>
            </p:cNvPr>
            <p:cNvGrpSpPr>
              <a:grpSpLocks/>
            </p:cNvGrpSpPr>
            <p:nvPr/>
          </p:nvGrpSpPr>
          <p:grpSpPr bwMode="auto">
            <a:xfrm>
              <a:off x="2296" y="3097"/>
              <a:ext cx="322" cy="337"/>
              <a:chOff x="1662" y="1632"/>
              <a:chExt cx="268" cy="480"/>
            </a:xfrm>
          </p:grpSpPr>
          <p:sp>
            <p:nvSpPr>
              <p:cNvPr id="21670" name="Rectangle 177">
                <a:extLst>
                  <a:ext uri="{FF2B5EF4-FFF2-40B4-BE49-F238E27FC236}">
                    <a16:creationId xmlns:a16="http://schemas.microsoft.com/office/drawing/2014/main" id="{5F8C1EC0-D7FE-4D18-9534-4439A0988EC9}"/>
                  </a:ext>
                </a:extLst>
              </p:cNvPr>
              <p:cNvSpPr>
                <a:spLocks noChangeArrowheads="1"/>
              </p:cNvSpPr>
              <p:nvPr/>
            </p:nvSpPr>
            <p:spPr bwMode="auto">
              <a:xfrm>
                <a:off x="1705"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71" name="Rectangle 178">
                <a:extLst>
                  <a:ext uri="{FF2B5EF4-FFF2-40B4-BE49-F238E27FC236}">
                    <a16:creationId xmlns:a16="http://schemas.microsoft.com/office/drawing/2014/main" id="{14A1FF18-5D55-4449-89E8-7F827F4E57D8}"/>
                  </a:ext>
                </a:extLst>
              </p:cNvPr>
              <p:cNvSpPr>
                <a:spLocks noChangeArrowheads="1"/>
              </p:cNvSpPr>
              <p:nvPr/>
            </p:nvSpPr>
            <p:spPr bwMode="auto">
              <a:xfrm>
                <a:off x="1662"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67" name="Group 179">
              <a:extLst>
                <a:ext uri="{FF2B5EF4-FFF2-40B4-BE49-F238E27FC236}">
                  <a16:creationId xmlns:a16="http://schemas.microsoft.com/office/drawing/2014/main" id="{CBBF8424-0706-4874-AB45-EF98214E7ABB}"/>
                </a:ext>
              </a:extLst>
            </p:cNvPr>
            <p:cNvGrpSpPr>
              <a:grpSpLocks/>
            </p:cNvGrpSpPr>
            <p:nvPr/>
          </p:nvGrpSpPr>
          <p:grpSpPr bwMode="auto">
            <a:xfrm>
              <a:off x="2618" y="3097"/>
              <a:ext cx="323" cy="337"/>
              <a:chOff x="1930" y="1632"/>
              <a:chExt cx="268" cy="480"/>
            </a:xfrm>
          </p:grpSpPr>
          <p:sp>
            <p:nvSpPr>
              <p:cNvPr id="21668" name="Rectangle 180">
                <a:extLst>
                  <a:ext uri="{FF2B5EF4-FFF2-40B4-BE49-F238E27FC236}">
                    <a16:creationId xmlns:a16="http://schemas.microsoft.com/office/drawing/2014/main" id="{43F0C00B-0E0F-4CA8-BA5C-E8DD44DFB336}"/>
                  </a:ext>
                </a:extLst>
              </p:cNvPr>
              <p:cNvSpPr>
                <a:spLocks noChangeArrowheads="1"/>
              </p:cNvSpPr>
              <p:nvPr/>
            </p:nvSpPr>
            <p:spPr bwMode="auto">
              <a:xfrm>
                <a:off x="1973"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69" name="Rectangle 181">
                <a:extLst>
                  <a:ext uri="{FF2B5EF4-FFF2-40B4-BE49-F238E27FC236}">
                    <a16:creationId xmlns:a16="http://schemas.microsoft.com/office/drawing/2014/main" id="{5F6531CF-F0B5-4297-AECE-749922F492B4}"/>
                  </a:ext>
                </a:extLst>
              </p:cNvPr>
              <p:cNvSpPr>
                <a:spLocks noChangeArrowheads="1"/>
              </p:cNvSpPr>
              <p:nvPr/>
            </p:nvSpPr>
            <p:spPr bwMode="auto">
              <a:xfrm>
                <a:off x="1930"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68" name="Group 182">
              <a:extLst>
                <a:ext uri="{FF2B5EF4-FFF2-40B4-BE49-F238E27FC236}">
                  <a16:creationId xmlns:a16="http://schemas.microsoft.com/office/drawing/2014/main" id="{DDD62444-6350-4439-A133-C6A8CB4EAA47}"/>
                </a:ext>
              </a:extLst>
            </p:cNvPr>
            <p:cNvGrpSpPr>
              <a:grpSpLocks/>
            </p:cNvGrpSpPr>
            <p:nvPr/>
          </p:nvGrpSpPr>
          <p:grpSpPr bwMode="auto">
            <a:xfrm>
              <a:off x="2941" y="3097"/>
              <a:ext cx="322" cy="337"/>
              <a:chOff x="2198" y="1632"/>
              <a:chExt cx="268" cy="480"/>
            </a:xfrm>
          </p:grpSpPr>
          <p:sp>
            <p:nvSpPr>
              <p:cNvPr id="21666" name="Rectangle 183">
                <a:extLst>
                  <a:ext uri="{FF2B5EF4-FFF2-40B4-BE49-F238E27FC236}">
                    <a16:creationId xmlns:a16="http://schemas.microsoft.com/office/drawing/2014/main" id="{CBE6D576-144A-40F4-96C7-7AF57A6F37F7}"/>
                  </a:ext>
                </a:extLst>
              </p:cNvPr>
              <p:cNvSpPr>
                <a:spLocks noChangeArrowheads="1"/>
              </p:cNvSpPr>
              <p:nvPr/>
            </p:nvSpPr>
            <p:spPr bwMode="auto">
              <a:xfrm>
                <a:off x="2241"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67" name="Rectangle 184">
                <a:extLst>
                  <a:ext uri="{FF2B5EF4-FFF2-40B4-BE49-F238E27FC236}">
                    <a16:creationId xmlns:a16="http://schemas.microsoft.com/office/drawing/2014/main" id="{F4C17F07-F2E5-40B9-B48C-98DE24BF1374}"/>
                  </a:ext>
                </a:extLst>
              </p:cNvPr>
              <p:cNvSpPr>
                <a:spLocks noChangeArrowheads="1"/>
              </p:cNvSpPr>
              <p:nvPr/>
            </p:nvSpPr>
            <p:spPr bwMode="auto">
              <a:xfrm>
                <a:off x="2198"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69" name="Group 185">
              <a:extLst>
                <a:ext uri="{FF2B5EF4-FFF2-40B4-BE49-F238E27FC236}">
                  <a16:creationId xmlns:a16="http://schemas.microsoft.com/office/drawing/2014/main" id="{0B6F84A4-6D81-4721-BB39-40CCC43C7B6C}"/>
                </a:ext>
              </a:extLst>
            </p:cNvPr>
            <p:cNvGrpSpPr>
              <a:grpSpLocks/>
            </p:cNvGrpSpPr>
            <p:nvPr/>
          </p:nvGrpSpPr>
          <p:grpSpPr bwMode="auto">
            <a:xfrm>
              <a:off x="3263" y="3097"/>
              <a:ext cx="323" cy="337"/>
              <a:chOff x="2466" y="1632"/>
              <a:chExt cx="268" cy="480"/>
            </a:xfrm>
          </p:grpSpPr>
          <p:sp>
            <p:nvSpPr>
              <p:cNvPr id="21664" name="Rectangle 186">
                <a:extLst>
                  <a:ext uri="{FF2B5EF4-FFF2-40B4-BE49-F238E27FC236}">
                    <a16:creationId xmlns:a16="http://schemas.microsoft.com/office/drawing/2014/main" id="{ACE5E352-05DF-48E3-8503-BE33A1685AC8}"/>
                  </a:ext>
                </a:extLst>
              </p:cNvPr>
              <p:cNvSpPr>
                <a:spLocks noChangeArrowheads="1"/>
              </p:cNvSpPr>
              <p:nvPr/>
            </p:nvSpPr>
            <p:spPr bwMode="auto">
              <a:xfrm>
                <a:off x="2509"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p:txBody>
          </p:sp>
          <p:sp>
            <p:nvSpPr>
              <p:cNvPr id="21665" name="Rectangle 187">
                <a:extLst>
                  <a:ext uri="{FF2B5EF4-FFF2-40B4-BE49-F238E27FC236}">
                    <a16:creationId xmlns:a16="http://schemas.microsoft.com/office/drawing/2014/main" id="{E5E68EF4-BD79-4140-B77F-31F5CACCA95F}"/>
                  </a:ext>
                </a:extLst>
              </p:cNvPr>
              <p:cNvSpPr>
                <a:spLocks noChangeArrowheads="1"/>
              </p:cNvSpPr>
              <p:nvPr/>
            </p:nvSpPr>
            <p:spPr bwMode="auto">
              <a:xfrm>
                <a:off x="2466"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70" name="Group 188">
              <a:extLst>
                <a:ext uri="{FF2B5EF4-FFF2-40B4-BE49-F238E27FC236}">
                  <a16:creationId xmlns:a16="http://schemas.microsoft.com/office/drawing/2014/main" id="{6AC80B2E-F5E2-4DB7-8571-CEE07A5EFCD3}"/>
                </a:ext>
              </a:extLst>
            </p:cNvPr>
            <p:cNvGrpSpPr>
              <a:grpSpLocks/>
            </p:cNvGrpSpPr>
            <p:nvPr/>
          </p:nvGrpSpPr>
          <p:grpSpPr bwMode="auto">
            <a:xfrm>
              <a:off x="3586" y="3097"/>
              <a:ext cx="322" cy="337"/>
              <a:chOff x="2734" y="1632"/>
              <a:chExt cx="268" cy="480"/>
            </a:xfrm>
          </p:grpSpPr>
          <p:sp>
            <p:nvSpPr>
              <p:cNvPr id="21662" name="Rectangle 189">
                <a:extLst>
                  <a:ext uri="{FF2B5EF4-FFF2-40B4-BE49-F238E27FC236}">
                    <a16:creationId xmlns:a16="http://schemas.microsoft.com/office/drawing/2014/main" id="{4D7BCC2D-F196-47A6-AA0B-9AEB24328ADF}"/>
                  </a:ext>
                </a:extLst>
              </p:cNvPr>
              <p:cNvSpPr>
                <a:spLocks noChangeArrowheads="1"/>
              </p:cNvSpPr>
              <p:nvPr/>
            </p:nvSpPr>
            <p:spPr bwMode="auto">
              <a:xfrm>
                <a:off x="2777"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63" name="Rectangle 190">
                <a:extLst>
                  <a:ext uri="{FF2B5EF4-FFF2-40B4-BE49-F238E27FC236}">
                    <a16:creationId xmlns:a16="http://schemas.microsoft.com/office/drawing/2014/main" id="{EA6FBDA4-0754-4319-9FC8-6F187679922D}"/>
                  </a:ext>
                </a:extLst>
              </p:cNvPr>
              <p:cNvSpPr>
                <a:spLocks noChangeArrowheads="1"/>
              </p:cNvSpPr>
              <p:nvPr/>
            </p:nvSpPr>
            <p:spPr bwMode="auto">
              <a:xfrm>
                <a:off x="2734"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71" name="Group 191">
              <a:extLst>
                <a:ext uri="{FF2B5EF4-FFF2-40B4-BE49-F238E27FC236}">
                  <a16:creationId xmlns:a16="http://schemas.microsoft.com/office/drawing/2014/main" id="{2AE9B12C-1CB1-49CA-81FA-FBF33C1DFB9A}"/>
                </a:ext>
              </a:extLst>
            </p:cNvPr>
            <p:cNvGrpSpPr>
              <a:grpSpLocks/>
            </p:cNvGrpSpPr>
            <p:nvPr/>
          </p:nvGrpSpPr>
          <p:grpSpPr bwMode="auto">
            <a:xfrm>
              <a:off x="3908" y="3097"/>
              <a:ext cx="322" cy="337"/>
              <a:chOff x="3002" y="1632"/>
              <a:chExt cx="268" cy="480"/>
            </a:xfrm>
          </p:grpSpPr>
          <p:sp>
            <p:nvSpPr>
              <p:cNvPr id="21660" name="Rectangle 192">
                <a:extLst>
                  <a:ext uri="{FF2B5EF4-FFF2-40B4-BE49-F238E27FC236}">
                    <a16:creationId xmlns:a16="http://schemas.microsoft.com/office/drawing/2014/main" id="{A9C467AD-B413-41B2-B259-CA15401A735C}"/>
                  </a:ext>
                </a:extLst>
              </p:cNvPr>
              <p:cNvSpPr>
                <a:spLocks noChangeArrowheads="1"/>
              </p:cNvSpPr>
              <p:nvPr/>
            </p:nvSpPr>
            <p:spPr bwMode="auto">
              <a:xfrm>
                <a:off x="3045"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11</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61" name="Rectangle 193">
                <a:extLst>
                  <a:ext uri="{FF2B5EF4-FFF2-40B4-BE49-F238E27FC236}">
                    <a16:creationId xmlns:a16="http://schemas.microsoft.com/office/drawing/2014/main" id="{62B2FA15-1359-428D-B3DE-6CB0C11CF089}"/>
                  </a:ext>
                </a:extLst>
              </p:cNvPr>
              <p:cNvSpPr>
                <a:spLocks noChangeArrowheads="1"/>
              </p:cNvSpPr>
              <p:nvPr/>
            </p:nvSpPr>
            <p:spPr bwMode="auto">
              <a:xfrm>
                <a:off x="3002"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72" name="Group 194">
              <a:extLst>
                <a:ext uri="{FF2B5EF4-FFF2-40B4-BE49-F238E27FC236}">
                  <a16:creationId xmlns:a16="http://schemas.microsoft.com/office/drawing/2014/main" id="{5D641668-294D-4329-BDAD-DD4E53CEB98E}"/>
                </a:ext>
              </a:extLst>
            </p:cNvPr>
            <p:cNvGrpSpPr>
              <a:grpSpLocks/>
            </p:cNvGrpSpPr>
            <p:nvPr/>
          </p:nvGrpSpPr>
          <p:grpSpPr bwMode="auto">
            <a:xfrm>
              <a:off x="4230" y="3097"/>
              <a:ext cx="323" cy="337"/>
              <a:chOff x="3270" y="1632"/>
              <a:chExt cx="268" cy="480"/>
            </a:xfrm>
          </p:grpSpPr>
          <p:sp>
            <p:nvSpPr>
              <p:cNvPr id="21658" name="Rectangle 195">
                <a:extLst>
                  <a:ext uri="{FF2B5EF4-FFF2-40B4-BE49-F238E27FC236}">
                    <a16:creationId xmlns:a16="http://schemas.microsoft.com/office/drawing/2014/main" id="{669290CC-9A3D-4CD1-991F-77C2F3B97C58}"/>
                  </a:ext>
                </a:extLst>
              </p:cNvPr>
              <p:cNvSpPr>
                <a:spLocks noChangeArrowheads="1"/>
              </p:cNvSpPr>
              <p:nvPr/>
            </p:nvSpPr>
            <p:spPr bwMode="auto">
              <a:xfrm>
                <a:off x="3313"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11</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59" name="Rectangle 196">
                <a:extLst>
                  <a:ext uri="{FF2B5EF4-FFF2-40B4-BE49-F238E27FC236}">
                    <a16:creationId xmlns:a16="http://schemas.microsoft.com/office/drawing/2014/main" id="{AD81955E-40E4-472A-89F9-C158D5B061C1}"/>
                  </a:ext>
                </a:extLst>
              </p:cNvPr>
              <p:cNvSpPr>
                <a:spLocks noChangeArrowheads="1"/>
              </p:cNvSpPr>
              <p:nvPr/>
            </p:nvSpPr>
            <p:spPr bwMode="auto">
              <a:xfrm>
                <a:off x="3270"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73" name="Group 197">
              <a:extLst>
                <a:ext uri="{FF2B5EF4-FFF2-40B4-BE49-F238E27FC236}">
                  <a16:creationId xmlns:a16="http://schemas.microsoft.com/office/drawing/2014/main" id="{94EF3597-21E9-4DC0-809A-3A443E4B6660}"/>
                </a:ext>
              </a:extLst>
            </p:cNvPr>
            <p:cNvGrpSpPr>
              <a:grpSpLocks/>
            </p:cNvGrpSpPr>
            <p:nvPr/>
          </p:nvGrpSpPr>
          <p:grpSpPr bwMode="auto">
            <a:xfrm>
              <a:off x="4553" y="3097"/>
              <a:ext cx="322" cy="337"/>
              <a:chOff x="3538" y="1632"/>
              <a:chExt cx="268" cy="480"/>
            </a:xfrm>
          </p:grpSpPr>
          <p:sp>
            <p:nvSpPr>
              <p:cNvPr id="21656" name="Rectangle 198">
                <a:extLst>
                  <a:ext uri="{FF2B5EF4-FFF2-40B4-BE49-F238E27FC236}">
                    <a16:creationId xmlns:a16="http://schemas.microsoft.com/office/drawing/2014/main" id="{F71DF193-CCB3-43C8-B54D-E7B3E7A5B068}"/>
                  </a:ext>
                </a:extLst>
              </p:cNvPr>
              <p:cNvSpPr>
                <a:spLocks noChangeArrowheads="1"/>
              </p:cNvSpPr>
              <p:nvPr/>
            </p:nvSpPr>
            <p:spPr bwMode="auto">
              <a:xfrm>
                <a:off x="3581" y="163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14</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57" name="Rectangle 199">
                <a:extLst>
                  <a:ext uri="{FF2B5EF4-FFF2-40B4-BE49-F238E27FC236}">
                    <a16:creationId xmlns:a16="http://schemas.microsoft.com/office/drawing/2014/main" id="{C5FDF80D-B3A5-4F97-B58B-E69579C7C55B}"/>
                  </a:ext>
                </a:extLst>
              </p:cNvPr>
              <p:cNvSpPr>
                <a:spLocks noChangeArrowheads="1"/>
              </p:cNvSpPr>
              <p:nvPr/>
            </p:nvSpPr>
            <p:spPr bwMode="auto">
              <a:xfrm>
                <a:off x="3538" y="163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74" name="Group 200">
              <a:extLst>
                <a:ext uri="{FF2B5EF4-FFF2-40B4-BE49-F238E27FC236}">
                  <a16:creationId xmlns:a16="http://schemas.microsoft.com/office/drawing/2014/main" id="{B017CF7D-D56E-42C4-A963-3BE061CD14B0}"/>
                </a:ext>
              </a:extLst>
            </p:cNvPr>
            <p:cNvGrpSpPr>
              <a:grpSpLocks/>
            </p:cNvGrpSpPr>
            <p:nvPr/>
          </p:nvGrpSpPr>
          <p:grpSpPr bwMode="auto">
            <a:xfrm>
              <a:off x="297" y="3434"/>
              <a:ext cx="710" cy="338"/>
              <a:chOff x="0" y="2112"/>
              <a:chExt cx="590" cy="480"/>
            </a:xfrm>
          </p:grpSpPr>
          <p:sp>
            <p:nvSpPr>
              <p:cNvPr id="21654" name="Rectangle 201">
                <a:extLst>
                  <a:ext uri="{FF2B5EF4-FFF2-40B4-BE49-F238E27FC236}">
                    <a16:creationId xmlns:a16="http://schemas.microsoft.com/office/drawing/2014/main" id="{C5CF429F-4D7F-43E9-B031-510C72346D3E}"/>
                  </a:ext>
                </a:extLst>
              </p:cNvPr>
              <p:cNvSpPr>
                <a:spLocks noChangeArrowheads="1"/>
              </p:cNvSpPr>
              <p:nvPr/>
            </p:nvSpPr>
            <p:spPr bwMode="auto">
              <a:xfrm>
                <a:off x="43" y="2112"/>
                <a:ext cx="5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4</a:t>
                </a:r>
                <a:r>
                  <a:rPr kumimoji="1" lang="en-US" altLang="zh-CN" sz="1200" b="1">
                    <a:solidFill>
                      <a:srgbClr val="007A77"/>
                    </a:solidFill>
                    <a:latin typeface="Times New Roman" panose="02020603050405020304" pitchFamily="18" charset="0"/>
                  </a:rPr>
                  <a:t>=5 v</a:t>
                </a:r>
                <a:r>
                  <a:rPr kumimoji="1" lang="en-US" altLang="zh-CN" sz="1200" b="1" baseline="-30000">
                    <a:solidFill>
                      <a:srgbClr val="007A77"/>
                    </a:solidFill>
                    <a:latin typeface="Times New Roman" panose="02020603050405020304" pitchFamily="18" charset="0"/>
                  </a:rPr>
                  <a:t>4</a:t>
                </a:r>
                <a:r>
                  <a:rPr kumimoji="1" lang="en-US" altLang="zh-CN" sz="1200" b="1">
                    <a:solidFill>
                      <a:srgbClr val="007A77"/>
                    </a:solidFill>
                    <a:latin typeface="Times New Roman" panose="02020603050405020304" pitchFamily="18" charset="0"/>
                  </a:rPr>
                  <a:t>=4</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21655" name="Rectangle 202">
                <a:extLst>
                  <a:ext uri="{FF2B5EF4-FFF2-40B4-BE49-F238E27FC236}">
                    <a16:creationId xmlns:a16="http://schemas.microsoft.com/office/drawing/2014/main" id="{E9345ADB-53E6-4D29-A5AE-82B301AED8AF}"/>
                  </a:ext>
                </a:extLst>
              </p:cNvPr>
              <p:cNvSpPr>
                <a:spLocks noChangeArrowheads="1"/>
              </p:cNvSpPr>
              <p:nvPr/>
            </p:nvSpPr>
            <p:spPr bwMode="auto">
              <a:xfrm>
                <a:off x="0" y="2112"/>
                <a:ext cx="5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75" name="Group 203">
              <a:extLst>
                <a:ext uri="{FF2B5EF4-FFF2-40B4-BE49-F238E27FC236}">
                  <a16:creationId xmlns:a16="http://schemas.microsoft.com/office/drawing/2014/main" id="{ABCAF20B-2AE4-4A2B-8769-1CC3AA6C3039}"/>
                </a:ext>
              </a:extLst>
            </p:cNvPr>
            <p:cNvGrpSpPr>
              <a:grpSpLocks/>
            </p:cNvGrpSpPr>
            <p:nvPr/>
          </p:nvGrpSpPr>
          <p:grpSpPr bwMode="auto">
            <a:xfrm>
              <a:off x="1007" y="3434"/>
              <a:ext cx="322" cy="338"/>
              <a:chOff x="590" y="2112"/>
              <a:chExt cx="268" cy="480"/>
            </a:xfrm>
          </p:grpSpPr>
          <p:sp>
            <p:nvSpPr>
              <p:cNvPr id="21652" name="Rectangle 204">
                <a:extLst>
                  <a:ext uri="{FF2B5EF4-FFF2-40B4-BE49-F238E27FC236}">
                    <a16:creationId xmlns:a16="http://schemas.microsoft.com/office/drawing/2014/main" id="{C6DF8116-CD8C-4FD0-A05C-F1877FCBE123}"/>
                  </a:ext>
                </a:extLst>
              </p:cNvPr>
              <p:cNvSpPr>
                <a:spLocks noChangeArrowheads="1"/>
              </p:cNvSpPr>
              <p:nvPr/>
            </p:nvSpPr>
            <p:spPr bwMode="auto">
              <a:xfrm>
                <a:off x="633"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4</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53" name="Rectangle 205">
                <a:extLst>
                  <a:ext uri="{FF2B5EF4-FFF2-40B4-BE49-F238E27FC236}">
                    <a16:creationId xmlns:a16="http://schemas.microsoft.com/office/drawing/2014/main" id="{69B6961C-E7F3-422C-BAF4-A224B6E996B2}"/>
                  </a:ext>
                </a:extLst>
              </p:cNvPr>
              <p:cNvSpPr>
                <a:spLocks noChangeArrowheads="1"/>
              </p:cNvSpPr>
              <p:nvPr/>
            </p:nvSpPr>
            <p:spPr bwMode="auto">
              <a:xfrm>
                <a:off x="590" y="2112"/>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76" name="Group 206">
              <a:extLst>
                <a:ext uri="{FF2B5EF4-FFF2-40B4-BE49-F238E27FC236}">
                  <a16:creationId xmlns:a16="http://schemas.microsoft.com/office/drawing/2014/main" id="{67DDC913-4C69-407F-BAA0-B49CE7B7241F}"/>
                </a:ext>
              </a:extLst>
            </p:cNvPr>
            <p:cNvGrpSpPr>
              <a:grpSpLocks/>
            </p:cNvGrpSpPr>
            <p:nvPr/>
          </p:nvGrpSpPr>
          <p:grpSpPr bwMode="auto">
            <a:xfrm>
              <a:off x="1329" y="3434"/>
              <a:ext cx="322" cy="338"/>
              <a:chOff x="858" y="2112"/>
              <a:chExt cx="268" cy="480"/>
            </a:xfrm>
          </p:grpSpPr>
          <p:sp>
            <p:nvSpPr>
              <p:cNvPr id="21650" name="Rectangle 207">
                <a:extLst>
                  <a:ext uri="{FF2B5EF4-FFF2-40B4-BE49-F238E27FC236}">
                    <a16:creationId xmlns:a16="http://schemas.microsoft.com/office/drawing/2014/main" id="{8A863D4C-F9EB-4568-BE59-5FF60D5C25D0}"/>
                  </a:ext>
                </a:extLst>
              </p:cNvPr>
              <p:cNvSpPr>
                <a:spLocks noChangeArrowheads="1"/>
              </p:cNvSpPr>
              <p:nvPr/>
            </p:nvSpPr>
            <p:spPr bwMode="auto">
              <a:xfrm>
                <a:off x="901"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51" name="Rectangle 208">
                <a:extLst>
                  <a:ext uri="{FF2B5EF4-FFF2-40B4-BE49-F238E27FC236}">
                    <a16:creationId xmlns:a16="http://schemas.microsoft.com/office/drawing/2014/main" id="{6ACE9F28-F515-4E74-A162-8CFD8AB9A200}"/>
                  </a:ext>
                </a:extLst>
              </p:cNvPr>
              <p:cNvSpPr>
                <a:spLocks noChangeArrowheads="1"/>
              </p:cNvSpPr>
              <p:nvPr/>
            </p:nvSpPr>
            <p:spPr bwMode="auto">
              <a:xfrm>
                <a:off x="858"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77" name="Group 209">
              <a:extLst>
                <a:ext uri="{FF2B5EF4-FFF2-40B4-BE49-F238E27FC236}">
                  <a16:creationId xmlns:a16="http://schemas.microsoft.com/office/drawing/2014/main" id="{DD626334-4146-4E8E-9181-EC52E8428C8A}"/>
                </a:ext>
              </a:extLst>
            </p:cNvPr>
            <p:cNvGrpSpPr>
              <a:grpSpLocks/>
            </p:cNvGrpSpPr>
            <p:nvPr/>
          </p:nvGrpSpPr>
          <p:grpSpPr bwMode="auto">
            <a:xfrm>
              <a:off x="1651" y="3434"/>
              <a:ext cx="323" cy="338"/>
              <a:chOff x="1126" y="2112"/>
              <a:chExt cx="268" cy="480"/>
            </a:xfrm>
          </p:grpSpPr>
          <p:sp>
            <p:nvSpPr>
              <p:cNvPr id="21648" name="Rectangle 210">
                <a:extLst>
                  <a:ext uri="{FF2B5EF4-FFF2-40B4-BE49-F238E27FC236}">
                    <a16:creationId xmlns:a16="http://schemas.microsoft.com/office/drawing/2014/main" id="{B25A1496-C4C2-4E48-800C-00CA9904758A}"/>
                  </a:ext>
                </a:extLst>
              </p:cNvPr>
              <p:cNvSpPr>
                <a:spLocks noChangeArrowheads="1"/>
              </p:cNvSpPr>
              <p:nvPr/>
            </p:nvSpPr>
            <p:spPr bwMode="auto">
              <a:xfrm>
                <a:off x="1169"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49" name="Rectangle 211">
                <a:extLst>
                  <a:ext uri="{FF2B5EF4-FFF2-40B4-BE49-F238E27FC236}">
                    <a16:creationId xmlns:a16="http://schemas.microsoft.com/office/drawing/2014/main" id="{704EBF32-EFAC-4EC9-9D18-CDB7BBA9908E}"/>
                  </a:ext>
                </a:extLst>
              </p:cNvPr>
              <p:cNvSpPr>
                <a:spLocks noChangeArrowheads="1"/>
              </p:cNvSpPr>
              <p:nvPr/>
            </p:nvSpPr>
            <p:spPr bwMode="auto">
              <a:xfrm>
                <a:off x="1126"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78" name="Group 212">
              <a:extLst>
                <a:ext uri="{FF2B5EF4-FFF2-40B4-BE49-F238E27FC236}">
                  <a16:creationId xmlns:a16="http://schemas.microsoft.com/office/drawing/2014/main" id="{F82EC036-E54E-43A7-A0B7-1795ED9251D7}"/>
                </a:ext>
              </a:extLst>
            </p:cNvPr>
            <p:cNvGrpSpPr>
              <a:grpSpLocks/>
            </p:cNvGrpSpPr>
            <p:nvPr/>
          </p:nvGrpSpPr>
          <p:grpSpPr bwMode="auto">
            <a:xfrm>
              <a:off x="1974" y="3434"/>
              <a:ext cx="322" cy="338"/>
              <a:chOff x="1394" y="2112"/>
              <a:chExt cx="268" cy="480"/>
            </a:xfrm>
          </p:grpSpPr>
          <p:sp>
            <p:nvSpPr>
              <p:cNvPr id="21646" name="Rectangle 213">
                <a:extLst>
                  <a:ext uri="{FF2B5EF4-FFF2-40B4-BE49-F238E27FC236}">
                    <a16:creationId xmlns:a16="http://schemas.microsoft.com/office/drawing/2014/main" id="{C9211B4B-9160-467C-87B8-41DB01C0B68E}"/>
                  </a:ext>
                </a:extLst>
              </p:cNvPr>
              <p:cNvSpPr>
                <a:spLocks noChangeArrowheads="1"/>
              </p:cNvSpPr>
              <p:nvPr/>
            </p:nvSpPr>
            <p:spPr bwMode="auto">
              <a:xfrm>
                <a:off x="1437"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47" name="Rectangle 214">
                <a:extLst>
                  <a:ext uri="{FF2B5EF4-FFF2-40B4-BE49-F238E27FC236}">
                    <a16:creationId xmlns:a16="http://schemas.microsoft.com/office/drawing/2014/main" id="{A8F2775C-E19F-45B2-9C88-F84EDEDFFABE}"/>
                  </a:ext>
                </a:extLst>
              </p:cNvPr>
              <p:cNvSpPr>
                <a:spLocks noChangeArrowheads="1"/>
              </p:cNvSpPr>
              <p:nvPr/>
            </p:nvSpPr>
            <p:spPr bwMode="auto">
              <a:xfrm>
                <a:off x="1394"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79" name="Group 215">
              <a:extLst>
                <a:ext uri="{FF2B5EF4-FFF2-40B4-BE49-F238E27FC236}">
                  <a16:creationId xmlns:a16="http://schemas.microsoft.com/office/drawing/2014/main" id="{908233A8-7184-4FD1-AF15-8DE3EECF1E63}"/>
                </a:ext>
              </a:extLst>
            </p:cNvPr>
            <p:cNvGrpSpPr>
              <a:grpSpLocks/>
            </p:cNvGrpSpPr>
            <p:nvPr/>
          </p:nvGrpSpPr>
          <p:grpSpPr bwMode="auto">
            <a:xfrm>
              <a:off x="2296" y="3434"/>
              <a:ext cx="322" cy="338"/>
              <a:chOff x="1662" y="2112"/>
              <a:chExt cx="268" cy="480"/>
            </a:xfrm>
          </p:grpSpPr>
          <p:sp>
            <p:nvSpPr>
              <p:cNvPr id="21644" name="Rectangle 216">
                <a:extLst>
                  <a:ext uri="{FF2B5EF4-FFF2-40B4-BE49-F238E27FC236}">
                    <a16:creationId xmlns:a16="http://schemas.microsoft.com/office/drawing/2014/main" id="{464C8F56-524E-4D84-9592-CCA28B371BCC}"/>
                  </a:ext>
                </a:extLst>
              </p:cNvPr>
              <p:cNvSpPr>
                <a:spLocks noChangeArrowheads="1"/>
              </p:cNvSpPr>
              <p:nvPr/>
            </p:nvSpPr>
            <p:spPr bwMode="auto">
              <a:xfrm>
                <a:off x="1705"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45" name="Rectangle 217">
                <a:extLst>
                  <a:ext uri="{FF2B5EF4-FFF2-40B4-BE49-F238E27FC236}">
                    <a16:creationId xmlns:a16="http://schemas.microsoft.com/office/drawing/2014/main" id="{8F254360-06BD-4632-9D07-2091CE36D089}"/>
                  </a:ext>
                </a:extLst>
              </p:cNvPr>
              <p:cNvSpPr>
                <a:spLocks noChangeArrowheads="1"/>
              </p:cNvSpPr>
              <p:nvPr/>
            </p:nvSpPr>
            <p:spPr bwMode="auto">
              <a:xfrm>
                <a:off x="1662"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80" name="Group 218">
              <a:extLst>
                <a:ext uri="{FF2B5EF4-FFF2-40B4-BE49-F238E27FC236}">
                  <a16:creationId xmlns:a16="http://schemas.microsoft.com/office/drawing/2014/main" id="{BF11DE5F-862B-452D-A97F-2C716B2ADC1C}"/>
                </a:ext>
              </a:extLst>
            </p:cNvPr>
            <p:cNvGrpSpPr>
              <a:grpSpLocks/>
            </p:cNvGrpSpPr>
            <p:nvPr/>
          </p:nvGrpSpPr>
          <p:grpSpPr bwMode="auto">
            <a:xfrm>
              <a:off x="2618" y="3434"/>
              <a:ext cx="323" cy="338"/>
              <a:chOff x="1930" y="2112"/>
              <a:chExt cx="268" cy="480"/>
            </a:xfrm>
          </p:grpSpPr>
          <p:sp>
            <p:nvSpPr>
              <p:cNvPr id="21642" name="Rectangle 219">
                <a:extLst>
                  <a:ext uri="{FF2B5EF4-FFF2-40B4-BE49-F238E27FC236}">
                    <a16:creationId xmlns:a16="http://schemas.microsoft.com/office/drawing/2014/main" id="{33C93CF4-8B5E-4EDD-B0DC-84B163B45033}"/>
                  </a:ext>
                </a:extLst>
              </p:cNvPr>
              <p:cNvSpPr>
                <a:spLocks noChangeArrowheads="1"/>
              </p:cNvSpPr>
              <p:nvPr/>
            </p:nvSpPr>
            <p:spPr bwMode="auto">
              <a:xfrm>
                <a:off x="1973"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43" name="Rectangle 220">
                <a:extLst>
                  <a:ext uri="{FF2B5EF4-FFF2-40B4-BE49-F238E27FC236}">
                    <a16:creationId xmlns:a16="http://schemas.microsoft.com/office/drawing/2014/main" id="{58067A98-2DC3-4A54-A252-65C9D79D023D}"/>
                  </a:ext>
                </a:extLst>
              </p:cNvPr>
              <p:cNvSpPr>
                <a:spLocks noChangeArrowheads="1"/>
              </p:cNvSpPr>
              <p:nvPr/>
            </p:nvSpPr>
            <p:spPr bwMode="auto">
              <a:xfrm>
                <a:off x="1930"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81" name="Group 221">
              <a:extLst>
                <a:ext uri="{FF2B5EF4-FFF2-40B4-BE49-F238E27FC236}">
                  <a16:creationId xmlns:a16="http://schemas.microsoft.com/office/drawing/2014/main" id="{6FD00848-61E3-44C5-8E6B-DC7F8E2B28FE}"/>
                </a:ext>
              </a:extLst>
            </p:cNvPr>
            <p:cNvGrpSpPr>
              <a:grpSpLocks/>
            </p:cNvGrpSpPr>
            <p:nvPr/>
          </p:nvGrpSpPr>
          <p:grpSpPr bwMode="auto">
            <a:xfrm>
              <a:off x="2941" y="3434"/>
              <a:ext cx="322" cy="338"/>
              <a:chOff x="2198" y="2112"/>
              <a:chExt cx="268" cy="480"/>
            </a:xfrm>
          </p:grpSpPr>
          <p:sp>
            <p:nvSpPr>
              <p:cNvPr id="21640" name="Rectangle 222">
                <a:extLst>
                  <a:ext uri="{FF2B5EF4-FFF2-40B4-BE49-F238E27FC236}">
                    <a16:creationId xmlns:a16="http://schemas.microsoft.com/office/drawing/2014/main" id="{C7C234AC-BE0E-4054-97EE-5713367BE2CB}"/>
                  </a:ext>
                </a:extLst>
              </p:cNvPr>
              <p:cNvSpPr>
                <a:spLocks noChangeArrowheads="1"/>
              </p:cNvSpPr>
              <p:nvPr/>
            </p:nvSpPr>
            <p:spPr bwMode="auto">
              <a:xfrm>
                <a:off x="2241"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41" name="Rectangle 223">
                <a:extLst>
                  <a:ext uri="{FF2B5EF4-FFF2-40B4-BE49-F238E27FC236}">
                    <a16:creationId xmlns:a16="http://schemas.microsoft.com/office/drawing/2014/main" id="{81AEB310-7DD2-4843-91B2-774769B65FEB}"/>
                  </a:ext>
                </a:extLst>
              </p:cNvPr>
              <p:cNvSpPr>
                <a:spLocks noChangeArrowheads="1"/>
              </p:cNvSpPr>
              <p:nvPr/>
            </p:nvSpPr>
            <p:spPr bwMode="auto">
              <a:xfrm>
                <a:off x="2198"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82" name="Group 224">
              <a:extLst>
                <a:ext uri="{FF2B5EF4-FFF2-40B4-BE49-F238E27FC236}">
                  <a16:creationId xmlns:a16="http://schemas.microsoft.com/office/drawing/2014/main" id="{9D9345E1-3BFE-478D-895E-3E6C9B14BD75}"/>
                </a:ext>
              </a:extLst>
            </p:cNvPr>
            <p:cNvGrpSpPr>
              <a:grpSpLocks/>
            </p:cNvGrpSpPr>
            <p:nvPr/>
          </p:nvGrpSpPr>
          <p:grpSpPr bwMode="auto">
            <a:xfrm>
              <a:off x="3263" y="3434"/>
              <a:ext cx="323" cy="338"/>
              <a:chOff x="2466" y="2112"/>
              <a:chExt cx="268" cy="480"/>
            </a:xfrm>
          </p:grpSpPr>
          <p:sp>
            <p:nvSpPr>
              <p:cNvPr id="21638" name="Rectangle 225">
                <a:extLst>
                  <a:ext uri="{FF2B5EF4-FFF2-40B4-BE49-F238E27FC236}">
                    <a16:creationId xmlns:a16="http://schemas.microsoft.com/office/drawing/2014/main" id="{F289B71B-655D-491D-801C-AF89113F5094}"/>
                  </a:ext>
                </a:extLst>
              </p:cNvPr>
              <p:cNvSpPr>
                <a:spLocks noChangeArrowheads="1"/>
              </p:cNvSpPr>
              <p:nvPr/>
            </p:nvSpPr>
            <p:spPr bwMode="auto">
              <a:xfrm>
                <a:off x="2509"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p:txBody>
          </p:sp>
          <p:sp>
            <p:nvSpPr>
              <p:cNvPr id="21639" name="Rectangle 226">
                <a:extLst>
                  <a:ext uri="{FF2B5EF4-FFF2-40B4-BE49-F238E27FC236}">
                    <a16:creationId xmlns:a16="http://schemas.microsoft.com/office/drawing/2014/main" id="{ABC3369C-CF08-4098-9477-7DD541394F18}"/>
                  </a:ext>
                </a:extLst>
              </p:cNvPr>
              <p:cNvSpPr>
                <a:spLocks noChangeArrowheads="1"/>
              </p:cNvSpPr>
              <p:nvPr/>
            </p:nvSpPr>
            <p:spPr bwMode="auto">
              <a:xfrm>
                <a:off x="2466"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83" name="Group 227">
              <a:extLst>
                <a:ext uri="{FF2B5EF4-FFF2-40B4-BE49-F238E27FC236}">
                  <a16:creationId xmlns:a16="http://schemas.microsoft.com/office/drawing/2014/main" id="{4394BDDE-9608-4694-A7C9-E07E2BF84035}"/>
                </a:ext>
              </a:extLst>
            </p:cNvPr>
            <p:cNvGrpSpPr>
              <a:grpSpLocks/>
            </p:cNvGrpSpPr>
            <p:nvPr/>
          </p:nvGrpSpPr>
          <p:grpSpPr bwMode="auto">
            <a:xfrm>
              <a:off x="3586" y="3434"/>
              <a:ext cx="322" cy="338"/>
              <a:chOff x="2734" y="2112"/>
              <a:chExt cx="268" cy="480"/>
            </a:xfrm>
          </p:grpSpPr>
          <p:sp>
            <p:nvSpPr>
              <p:cNvPr id="21636" name="Rectangle 228">
                <a:extLst>
                  <a:ext uri="{FF2B5EF4-FFF2-40B4-BE49-F238E27FC236}">
                    <a16:creationId xmlns:a16="http://schemas.microsoft.com/office/drawing/2014/main" id="{3A7C8D69-BA77-4340-B132-3D3CBD5E8A07}"/>
                  </a:ext>
                </a:extLst>
              </p:cNvPr>
              <p:cNvSpPr>
                <a:spLocks noChangeArrowheads="1"/>
              </p:cNvSpPr>
              <p:nvPr/>
            </p:nvSpPr>
            <p:spPr bwMode="auto">
              <a:xfrm>
                <a:off x="2777"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37" name="Rectangle 229">
                <a:extLst>
                  <a:ext uri="{FF2B5EF4-FFF2-40B4-BE49-F238E27FC236}">
                    <a16:creationId xmlns:a16="http://schemas.microsoft.com/office/drawing/2014/main" id="{76ABBD5B-4173-4790-A63A-8582F3E622B4}"/>
                  </a:ext>
                </a:extLst>
              </p:cNvPr>
              <p:cNvSpPr>
                <a:spLocks noChangeArrowheads="1"/>
              </p:cNvSpPr>
              <p:nvPr/>
            </p:nvSpPr>
            <p:spPr bwMode="auto">
              <a:xfrm>
                <a:off x="2734"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84" name="Group 230">
              <a:extLst>
                <a:ext uri="{FF2B5EF4-FFF2-40B4-BE49-F238E27FC236}">
                  <a16:creationId xmlns:a16="http://schemas.microsoft.com/office/drawing/2014/main" id="{42DAD87A-270F-4CB7-BE35-C6234853564F}"/>
                </a:ext>
              </a:extLst>
            </p:cNvPr>
            <p:cNvGrpSpPr>
              <a:grpSpLocks/>
            </p:cNvGrpSpPr>
            <p:nvPr/>
          </p:nvGrpSpPr>
          <p:grpSpPr bwMode="auto">
            <a:xfrm>
              <a:off x="3908" y="3434"/>
              <a:ext cx="322" cy="338"/>
              <a:chOff x="3002" y="2112"/>
              <a:chExt cx="268" cy="480"/>
            </a:xfrm>
          </p:grpSpPr>
          <p:sp>
            <p:nvSpPr>
              <p:cNvPr id="21634" name="Rectangle 231">
                <a:extLst>
                  <a:ext uri="{FF2B5EF4-FFF2-40B4-BE49-F238E27FC236}">
                    <a16:creationId xmlns:a16="http://schemas.microsoft.com/office/drawing/2014/main" id="{8106F429-7D09-41DD-8595-9ACEED765F35}"/>
                  </a:ext>
                </a:extLst>
              </p:cNvPr>
              <p:cNvSpPr>
                <a:spLocks noChangeArrowheads="1"/>
              </p:cNvSpPr>
              <p:nvPr/>
            </p:nvSpPr>
            <p:spPr bwMode="auto">
              <a:xfrm>
                <a:off x="3045"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11</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35" name="Rectangle 232">
                <a:extLst>
                  <a:ext uri="{FF2B5EF4-FFF2-40B4-BE49-F238E27FC236}">
                    <a16:creationId xmlns:a16="http://schemas.microsoft.com/office/drawing/2014/main" id="{570AE9D7-D60D-402A-8829-62314473D63A}"/>
                  </a:ext>
                </a:extLst>
              </p:cNvPr>
              <p:cNvSpPr>
                <a:spLocks noChangeArrowheads="1"/>
              </p:cNvSpPr>
              <p:nvPr/>
            </p:nvSpPr>
            <p:spPr bwMode="auto">
              <a:xfrm>
                <a:off x="3002"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85" name="Group 233">
              <a:extLst>
                <a:ext uri="{FF2B5EF4-FFF2-40B4-BE49-F238E27FC236}">
                  <a16:creationId xmlns:a16="http://schemas.microsoft.com/office/drawing/2014/main" id="{3AE64DA3-F761-4A0A-AFB9-A07583EF3ECE}"/>
                </a:ext>
              </a:extLst>
            </p:cNvPr>
            <p:cNvGrpSpPr>
              <a:grpSpLocks/>
            </p:cNvGrpSpPr>
            <p:nvPr/>
          </p:nvGrpSpPr>
          <p:grpSpPr bwMode="auto">
            <a:xfrm>
              <a:off x="4230" y="3434"/>
              <a:ext cx="323" cy="338"/>
              <a:chOff x="3270" y="2112"/>
              <a:chExt cx="268" cy="480"/>
            </a:xfrm>
          </p:grpSpPr>
          <p:sp>
            <p:nvSpPr>
              <p:cNvPr id="21632" name="Rectangle 234">
                <a:extLst>
                  <a:ext uri="{FF2B5EF4-FFF2-40B4-BE49-F238E27FC236}">
                    <a16:creationId xmlns:a16="http://schemas.microsoft.com/office/drawing/2014/main" id="{CF55C4E6-913D-4AC5-A42F-5C2C27CDDF58}"/>
                  </a:ext>
                </a:extLst>
              </p:cNvPr>
              <p:cNvSpPr>
                <a:spLocks noChangeArrowheads="1"/>
              </p:cNvSpPr>
              <p:nvPr/>
            </p:nvSpPr>
            <p:spPr bwMode="auto">
              <a:xfrm>
                <a:off x="3313"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13</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33" name="Rectangle 235">
                <a:extLst>
                  <a:ext uri="{FF2B5EF4-FFF2-40B4-BE49-F238E27FC236}">
                    <a16:creationId xmlns:a16="http://schemas.microsoft.com/office/drawing/2014/main" id="{34E1E24E-AECC-4662-A701-BA6131CE4935}"/>
                  </a:ext>
                </a:extLst>
              </p:cNvPr>
              <p:cNvSpPr>
                <a:spLocks noChangeArrowheads="1"/>
              </p:cNvSpPr>
              <p:nvPr/>
            </p:nvSpPr>
            <p:spPr bwMode="auto">
              <a:xfrm>
                <a:off x="3270"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86" name="Group 236">
              <a:extLst>
                <a:ext uri="{FF2B5EF4-FFF2-40B4-BE49-F238E27FC236}">
                  <a16:creationId xmlns:a16="http://schemas.microsoft.com/office/drawing/2014/main" id="{729A44C8-6E7D-4756-A9C5-38D3F78FC49D}"/>
                </a:ext>
              </a:extLst>
            </p:cNvPr>
            <p:cNvGrpSpPr>
              <a:grpSpLocks/>
            </p:cNvGrpSpPr>
            <p:nvPr/>
          </p:nvGrpSpPr>
          <p:grpSpPr bwMode="auto">
            <a:xfrm>
              <a:off x="4553" y="3434"/>
              <a:ext cx="322" cy="338"/>
              <a:chOff x="3538" y="2112"/>
              <a:chExt cx="268" cy="480"/>
            </a:xfrm>
          </p:grpSpPr>
          <p:sp>
            <p:nvSpPr>
              <p:cNvPr id="21630" name="Rectangle 237">
                <a:extLst>
                  <a:ext uri="{FF2B5EF4-FFF2-40B4-BE49-F238E27FC236}">
                    <a16:creationId xmlns:a16="http://schemas.microsoft.com/office/drawing/2014/main" id="{F8A25ED4-7022-480C-BF11-5A6DE5F8E6AD}"/>
                  </a:ext>
                </a:extLst>
              </p:cNvPr>
              <p:cNvSpPr>
                <a:spLocks noChangeArrowheads="1"/>
              </p:cNvSpPr>
              <p:nvPr/>
            </p:nvSpPr>
            <p:spPr bwMode="auto">
              <a:xfrm>
                <a:off x="3581" y="211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14</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31" name="Rectangle 238">
                <a:extLst>
                  <a:ext uri="{FF2B5EF4-FFF2-40B4-BE49-F238E27FC236}">
                    <a16:creationId xmlns:a16="http://schemas.microsoft.com/office/drawing/2014/main" id="{07B263B2-274F-4F8A-8334-0E7C4052740A}"/>
                  </a:ext>
                </a:extLst>
              </p:cNvPr>
              <p:cNvSpPr>
                <a:spLocks noChangeArrowheads="1"/>
              </p:cNvSpPr>
              <p:nvPr/>
            </p:nvSpPr>
            <p:spPr bwMode="auto">
              <a:xfrm>
                <a:off x="3538" y="211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87" name="Group 239">
              <a:extLst>
                <a:ext uri="{FF2B5EF4-FFF2-40B4-BE49-F238E27FC236}">
                  <a16:creationId xmlns:a16="http://schemas.microsoft.com/office/drawing/2014/main" id="{6B580F49-5F50-4647-A55B-4DF3C119BAA9}"/>
                </a:ext>
              </a:extLst>
            </p:cNvPr>
            <p:cNvGrpSpPr>
              <a:grpSpLocks/>
            </p:cNvGrpSpPr>
            <p:nvPr/>
          </p:nvGrpSpPr>
          <p:grpSpPr bwMode="auto">
            <a:xfrm>
              <a:off x="297" y="3772"/>
              <a:ext cx="710" cy="337"/>
              <a:chOff x="0" y="2592"/>
              <a:chExt cx="590" cy="480"/>
            </a:xfrm>
          </p:grpSpPr>
          <p:sp>
            <p:nvSpPr>
              <p:cNvPr id="21628" name="Rectangle 240">
                <a:extLst>
                  <a:ext uri="{FF2B5EF4-FFF2-40B4-BE49-F238E27FC236}">
                    <a16:creationId xmlns:a16="http://schemas.microsoft.com/office/drawing/2014/main" id="{1CC13306-7B39-47EE-B74A-BB72AE62C901}"/>
                  </a:ext>
                </a:extLst>
              </p:cNvPr>
              <p:cNvSpPr>
                <a:spLocks noChangeArrowheads="1"/>
              </p:cNvSpPr>
              <p:nvPr/>
            </p:nvSpPr>
            <p:spPr bwMode="auto">
              <a:xfrm>
                <a:off x="43" y="2592"/>
                <a:ext cx="50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200" b="1">
                    <a:solidFill>
                      <a:srgbClr val="007A77"/>
                    </a:solidFill>
                    <a:latin typeface="Times New Roman" panose="02020603050405020304" pitchFamily="18" charset="0"/>
                  </a:rPr>
                  <a:t>w</a:t>
                </a:r>
                <a:r>
                  <a:rPr kumimoji="1" lang="en-US" altLang="zh-CN" sz="1200" b="1" baseline="-30000">
                    <a:solidFill>
                      <a:srgbClr val="007A77"/>
                    </a:solidFill>
                    <a:latin typeface="Times New Roman" panose="02020603050405020304" pitchFamily="18" charset="0"/>
                  </a:rPr>
                  <a:t>5</a:t>
                </a:r>
                <a:r>
                  <a:rPr kumimoji="1" lang="en-US" altLang="zh-CN" sz="1200" b="1">
                    <a:solidFill>
                      <a:srgbClr val="007A77"/>
                    </a:solidFill>
                    <a:latin typeface="Times New Roman" panose="02020603050405020304" pitchFamily="18" charset="0"/>
                  </a:rPr>
                  <a:t>=4 v</a:t>
                </a:r>
                <a:r>
                  <a:rPr kumimoji="1" lang="en-US" altLang="zh-CN" sz="1200" b="1" baseline="-30000">
                    <a:solidFill>
                      <a:srgbClr val="007A77"/>
                    </a:solidFill>
                    <a:latin typeface="Times New Roman" panose="02020603050405020304" pitchFamily="18" charset="0"/>
                  </a:rPr>
                  <a:t>5</a:t>
                </a:r>
                <a:r>
                  <a:rPr kumimoji="1" lang="en-US" altLang="zh-CN" sz="12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200" b="1">
                  <a:solidFill>
                    <a:srgbClr val="007A77"/>
                  </a:solidFill>
                  <a:latin typeface="Times New Roman" panose="02020603050405020304" pitchFamily="18" charset="0"/>
                </a:endParaRPr>
              </a:p>
            </p:txBody>
          </p:sp>
          <p:sp>
            <p:nvSpPr>
              <p:cNvPr id="21629" name="Rectangle 241">
                <a:extLst>
                  <a:ext uri="{FF2B5EF4-FFF2-40B4-BE49-F238E27FC236}">
                    <a16:creationId xmlns:a16="http://schemas.microsoft.com/office/drawing/2014/main" id="{59F4F5E3-EDA8-4439-8FD9-3E28442491BB}"/>
                  </a:ext>
                </a:extLst>
              </p:cNvPr>
              <p:cNvSpPr>
                <a:spLocks noChangeArrowheads="1"/>
              </p:cNvSpPr>
              <p:nvPr/>
            </p:nvSpPr>
            <p:spPr bwMode="auto">
              <a:xfrm>
                <a:off x="0" y="2592"/>
                <a:ext cx="590"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88" name="Group 242">
              <a:extLst>
                <a:ext uri="{FF2B5EF4-FFF2-40B4-BE49-F238E27FC236}">
                  <a16:creationId xmlns:a16="http://schemas.microsoft.com/office/drawing/2014/main" id="{7A748755-DB75-4093-82C4-1DE43D259DDB}"/>
                </a:ext>
              </a:extLst>
            </p:cNvPr>
            <p:cNvGrpSpPr>
              <a:grpSpLocks/>
            </p:cNvGrpSpPr>
            <p:nvPr/>
          </p:nvGrpSpPr>
          <p:grpSpPr bwMode="auto">
            <a:xfrm>
              <a:off x="1007" y="3772"/>
              <a:ext cx="322" cy="337"/>
              <a:chOff x="590" y="2592"/>
              <a:chExt cx="268" cy="480"/>
            </a:xfrm>
          </p:grpSpPr>
          <p:sp>
            <p:nvSpPr>
              <p:cNvPr id="21626" name="Rectangle 243">
                <a:extLst>
                  <a:ext uri="{FF2B5EF4-FFF2-40B4-BE49-F238E27FC236}">
                    <a16:creationId xmlns:a16="http://schemas.microsoft.com/office/drawing/2014/main" id="{9DE0EFB4-34AC-4ADE-8A4C-7DD655D92318}"/>
                  </a:ext>
                </a:extLst>
              </p:cNvPr>
              <p:cNvSpPr>
                <a:spLocks noChangeArrowheads="1"/>
              </p:cNvSpPr>
              <p:nvPr/>
            </p:nvSpPr>
            <p:spPr bwMode="auto">
              <a:xfrm>
                <a:off x="63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5</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27" name="Rectangle 244">
                <a:extLst>
                  <a:ext uri="{FF2B5EF4-FFF2-40B4-BE49-F238E27FC236}">
                    <a16:creationId xmlns:a16="http://schemas.microsoft.com/office/drawing/2014/main" id="{D3CA9EF9-65CD-40FB-A7CF-4890F60579F2}"/>
                  </a:ext>
                </a:extLst>
              </p:cNvPr>
              <p:cNvSpPr>
                <a:spLocks noChangeArrowheads="1"/>
              </p:cNvSpPr>
              <p:nvPr/>
            </p:nvSpPr>
            <p:spPr bwMode="auto">
              <a:xfrm>
                <a:off x="590" y="2592"/>
                <a:ext cx="2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
                    <a:solidFill>
                      <a:srgbClr val="A0A0A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89" name="Group 245">
              <a:extLst>
                <a:ext uri="{FF2B5EF4-FFF2-40B4-BE49-F238E27FC236}">
                  <a16:creationId xmlns:a16="http://schemas.microsoft.com/office/drawing/2014/main" id="{C5ED8B77-68FA-4A7E-9D56-30AE0BF1C7BA}"/>
                </a:ext>
              </a:extLst>
            </p:cNvPr>
            <p:cNvGrpSpPr>
              <a:grpSpLocks/>
            </p:cNvGrpSpPr>
            <p:nvPr/>
          </p:nvGrpSpPr>
          <p:grpSpPr bwMode="auto">
            <a:xfrm>
              <a:off x="1329" y="3772"/>
              <a:ext cx="322" cy="337"/>
              <a:chOff x="858" y="2592"/>
              <a:chExt cx="268" cy="480"/>
            </a:xfrm>
          </p:grpSpPr>
          <p:sp>
            <p:nvSpPr>
              <p:cNvPr id="21624" name="Rectangle 246">
                <a:extLst>
                  <a:ext uri="{FF2B5EF4-FFF2-40B4-BE49-F238E27FC236}">
                    <a16:creationId xmlns:a16="http://schemas.microsoft.com/office/drawing/2014/main" id="{3C7E2BEE-F15D-44E2-B8B3-27BE5148F568}"/>
                  </a:ext>
                </a:extLst>
              </p:cNvPr>
              <p:cNvSpPr>
                <a:spLocks noChangeArrowheads="1"/>
              </p:cNvSpPr>
              <p:nvPr/>
            </p:nvSpPr>
            <p:spPr bwMode="auto">
              <a:xfrm>
                <a:off x="90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25" name="Rectangle 247">
                <a:extLst>
                  <a:ext uri="{FF2B5EF4-FFF2-40B4-BE49-F238E27FC236}">
                    <a16:creationId xmlns:a16="http://schemas.microsoft.com/office/drawing/2014/main" id="{7C2E463D-7200-47FA-B7D0-F747613AEE47}"/>
                  </a:ext>
                </a:extLst>
              </p:cNvPr>
              <p:cNvSpPr>
                <a:spLocks noChangeArrowheads="1"/>
              </p:cNvSpPr>
              <p:nvPr/>
            </p:nvSpPr>
            <p:spPr bwMode="auto">
              <a:xfrm>
                <a:off x="85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90" name="Group 248">
              <a:extLst>
                <a:ext uri="{FF2B5EF4-FFF2-40B4-BE49-F238E27FC236}">
                  <a16:creationId xmlns:a16="http://schemas.microsoft.com/office/drawing/2014/main" id="{65C16F0E-FAFF-4A82-B675-7847199EBC3F}"/>
                </a:ext>
              </a:extLst>
            </p:cNvPr>
            <p:cNvGrpSpPr>
              <a:grpSpLocks/>
            </p:cNvGrpSpPr>
            <p:nvPr/>
          </p:nvGrpSpPr>
          <p:grpSpPr bwMode="auto">
            <a:xfrm>
              <a:off x="1651" y="3772"/>
              <a:ext cx="323" cy="337"/>
              <a:chOff x="1126" y="2592"/>
              <a:chExt cx="268" cy="480"/>
            </a:xfrm>
          </p:grpSpPr>
          <p:sp>
            <p:nvSpPr>
              <p:cNvPr id="21622" name="Rectangle 249">
                <a:extLst>
                  <a:ext uri="{FF2B5EF4-FFF2-40B4-BE49-F238E27FC236}">
                    <a16:creationId xmlns:a16="http://schemas.microsoft.com/office/drawing/2014/main" id="{49464665-EDEB-4D85-8CC3-186AE8D3AE2E}"/>
                  </a:ext>
                </a:extLst>
              </p:cNvPr>
              <p:cNvSpPr>
                <a:spLocks noChangeArrowheads="1"/>
              </p:cNvSpPr>
              <p:nvPr/>
            </p:nvSpPr>
            <p:spPr bwMode="auto">
              <a:xfrm>
                <a:off x="1169"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23" name="Rectangle 250">
                <a:extLst>
                  <a:ext uri="{FF2B5EF4-FFF2-40B4-BE49-F238E27FC236}">
                    <a16:creationId xmlns:a16="http://schemas.microsoft.com/office/drawing/2014/main" id="{9FA59D3E-6AA8-43B0-BEDA-489260349D16}"/>
                  </a:ext>
                </a:extLst>
              </p:cNvPr>
              <p:cNvSpPr>
                <a:spLocks noChangeArrowheads="1"/>
              </p:cNvSpPr>
              <p:nvPr/>
            </p:nvSpPr>
            <p:spPr bwMode="auto">
              <a:xfrm>
                <a:off x="1126"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91" name="Group 251">
              <a:extLst>
                <a:ext uri="{FF2B5EF4-FFF2-40B4-BE49-F238E27FC236}">
                  <a16:creationId xmlns:a16="http://schemas.microsoft.com/office/drawing/2014/main" id="{14163E0D-4D43-4CF8-9B57-DB68DB005D1C}"/>
                </a:ext>
              </a:extLst>
            </p:cNvPr>
            <p:cNvGrpSpPr>
              <a:grpSpLocks/>
            </p:cNvGrpSpPr>
            <p:nvPr/>
          </p:nvGrpSpPr>
          <p:grpSpPr bwMode="auto">
            <a:xfrm>
              <a:off x="1974" y="3772"/>
              <a:ext cx="322" cy="337"/>
              <a:chOff x="1394" y="2592"/>
              <a:chExt cx="268" cy="480"/>
            </a:xfrm>
          </p:grpSpPr>
          <p:sp>
            <p:nvSpPr>
              <p:cNvPr id="21620" name="Rectangle 252">
                <a:extLst>
                  <a:ext uri="{FF2B5EF4-FFF2-40B4-BE49-F238E27FC236}">
                    <a16:creationId xmlns:a16="http://schemas.microsoft.com/office/drawing/2014/main" id="{C2FE1F0B-A0C0-497E-86AD-1F6D5E079A24}"/>
                  </a:ext>
                </a:extLst>
              </p:cNvPr>
              <p:cNvSpPr>
                <a:spLocks noChangeArrowheads="1"/>
              </p:cNvSpPr>
              <p:nvPr/>
            </p:nvSpPr>
            <p:spPr bwMode="auto">
              <a:xfrm>
                <a:off x="1437"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21" name="Rectangle 253">
                <a:extLst>
                  <a:ext uri="{FF2B5EF4-FFF2-40B4-BE49-F238E27FC236}">
                    <a16:creationId xmlns:a16="http://schemas.microsoft.com/office/drawing/2014/main" id="{AD4CA37C-61D8-446B-BAB7-25E2AAB60201}"/>
                  </a:ext>
                </a:extLst>
              </p:cNvPr>
              <p:cNvSpPr>
                <a:spLocks noChangeArrowheads="1"/>
              </p:cNvSpPr>
              <p:nvPr/>
            </p:nvSpPr>
            <p:spPr bwMode="auto">
              <a:xfrm>
                <a:off x="1394"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92" name="Group 254">
              <a:extLst>
                <a:ext uri="{FF2B5EF4-FFF2-40B4-BE49-F238E27FC236}">
                  <a16:creationId xmlns:a16="http://schemas.microsoft.com/office/drawing/2014/main" id="{0380EBA7-5E9B-40BE-9EF3-2AAF5E3D2630}"/>
                </a:ext>
              </a:extLst>
            </p:cNvPr>
            <p:cNvGrpSpPr>
              <a:grpSpLocks/>
            </p:cNvGrpSpPr>
            <p:nvPr/>
          </p:nvGrpSpPr>
          <p:grpSpPr bwMode="auto">
            <a:xfrm>
              <a:off x="2296" y="3772"/>
              <a:ext cx="322" cy="337"/>
              <a:chOff x="1662" y="2592"/>
              <a:chExt cx="268" cy="480"/>
            </a:xfrm>
          </p:grpSpPr>
          <p:sp>
            <p:nvSpPr>
              <p:cNvPr id="21618" name="Rectangle 255">
                <a:extLst>
                  <a:ext uri="{FF2B5EF4-FFF2-40B4-BE49-F238E27FC236}">
                    <a16:creationId xmlns:a16="http://schemas.microsoft.com/office/drawing/2014/main" id="{D34C0222-3DD9-40BD-A035-7AD446CD6895}"/>
                  </a:ext>
                </a:extLst>
              </p:cNvPr>
              <p:cNvSpPr>
                <a:spLocks noChangeArrowheads="1"/>
              </p:cNvSpPr>
              <p:nvPr/>
            </p:nvSpPr>
            <p:spPr bwMode="auto">
              <a:xfrm>
                <a:off x="1705"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6</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19" name="Rectangle 256">
                <a:extLst>
                  <a:ext uri="{FF2B5EF4-FFF2-40B4-BE49-F238E27FC236}">
                    <a16:creationId xmlns:a16="http://schemas.microsoft.com/office/drawing/2014/main" id="{D5D99F6D-E1B6-4B37-99B7-F84379A6FE98}"/>
                  </a:ext>
                </a:extLst>
              </p:cNvPr>
              <p:cNvSpPr>
                <a:spLocks noChangeArrowheads="1"/>
              </p:cNvSpPr>
              <p:nvPr/>
            </p:nvSpPr>
            <p:spPr bwMode="auto">
              <a:xfrm>
                <a:off x="1662"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93" name="Group 257">
              <a:extLst>
                <a:ext uri="{FF2B5EF4-FFF2-40B4-BE49-F238E27FC236}">
                  <a16:creationId xmlns:a16="http://schemas.microsoft.com/office/drawing/2014/main" id="{EBA863ED-C5AE-4520-AD76-A8EA6979916A}"/>
                </a:ext>
              </a:extLst>
            </p:cNvPr>
            <p:cNvGrpSpPr>
              <a:grpSpLocks/>
            </p:cNvGrpSpPr>
            <p:nvPr/>
          </p:nvGrpSpPr>
          <p:grpSpPr bwMode="auto">
            <a:xfrm>
              <a:off x="2618" y="3772"/>
              <a:ext cx="323" cy="337"/>
              <a:chOff x="1930" y="2592"/>
              <a:chExt cx="268" cy="480"/>
            </a:xfrm>
          </p:grpSpPr>
          <p:sp>
            <p:nvSpPr>
              <p:cNvPr id="21616" name="Rectangle 258">
                <a:extLst>
                  <a:ext uri="{FF2B5EF4-FFF2-40B4-BE49-F238E27FC236}">
                    <a16:creationId xmlns:a16="http://schemas.microsoft.com/office/drawing/2014/main" id="{8B598EAE-18F2-402F-9B7E-6DFAD7D49186}"/>
                  </a:ext>
                </a:extLst>
              </p:cNvPr>
              <p:cNvSpPr>
                <a:spLocks noChangeArrowheads="1"/>
              </p:cNvSpPr>
              <p:nvPr/>
            </p:nvSpPr>
            <p:spPr bwMode="auto">
              <a:xfrm>
                <a:off x="197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17" name="Rectangle 259">
                <a:extLst>
                  <a:ext uri="{FF2B5EF4-FFF2-40B4-BE49-F238E27FC236}">
                    <a16:creationId xmlns:a16="http://schemas.microsoft.com/office/drawing/2014/main" id="{F5DD0605-A844-4744-8549-E97919672D8D}"/>
                  </a:ext>
                </a:extLst>
              </p:cNvPr>
              <p:cNvSpPr>
                <a:spLocks noChangeArrowheads="1"/>
              </p:cNvSpPr>
              <p:nvPr/>
            </p:nvSpPr>
            <p:spPr bwMode="auto">
              <a:xfrm>
                <a:off x="1930"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94" name="Group 260">
              <a:extLst>
                <a:ext uri="{FF2B5EF4-FFF2-40B4-BE49-F238E27FC236}">
                  <a16:creationId xmlns:a16="http://schemas.microsoft.com/office/drawing/2014/main" id="{6F1829C6-302F-4640-8355-91A50307DCC1}"/>
                </a:ext>
              </a:extLst>
            </p:cNvPr>
            <p:cNvGrpSpPr>
              <a:grpSpLocks/>
            </p:cNvGrpSpPr>
            <p:nvPr/>
          </p:nvGrpSpPr>
          <p:grpSpPr bwMode="auto">
            <a:xfrm>
              <a:off x="2941" y="3772"/>
              <a:ext cx="322" cy="337"/>
              <a:chOff x="2198" y="2592"/>
              <a:chExt cx="268" cy="480"/>
            </a:xfrm>
          </p:grpSpPr>
          <p:sp>
            <p:nvSpPr>
              <p:cNvPr id="21614" name="Rectangle 261">
                <a:extLst>
                  <a:ext uri="{FF2B5EF4-FFF2-40B4-BE49-F238E27FC236}">
                    <a16:creationId xmlns:a16="http://schemas.microsoft.com/office/drawing/2014/main" id="{D12D6E66-91FA-4C98-852E-63960CFA5972}"/>
                  </a:ext>
                </a:extLst>
              </p:cNvPr>
              <p:cNvSpPr>
                <a:spLocks noChangeArrowheads="1"/>
              </p:cNvSpPr>
              <p:nvPr/>
            </p:nvSpPr>
            <p:spPr bwMode="auto">
              <a:xfrm>
                <a:off x="224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9</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15" name="Rectangle 262">
                <a:extLst>
                  <a:ext uri="{FF2B5EF4-FFF2-40B4-BE49-F238E27FC236}">
                    <a16:creationId xmlns:a16="http://schemas.microsoft.com/office/drawing/2014/main" id="{20259037-C2E1-4991-8D48-ACBE8B3588DD}"/>
                  </a:ext>
                </a:extLst>
              </p:cNvPr>
              <p:cNvSpPr>
                <a:spLocks noChangeArrowheads="1"/>
              </p:cNvSpPr>
              <p:nvPr/>
            </p:nvSpPr>
            <p:spPr bwMode="auto">
              <a:xfrm>
                <a:off x="219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95" name="Group 263">
              <a:extLst>
                <a:ext uri="{FF2B5EF4-FFF2-40B4-BE49-F238E27FC236}">
                  <a16:creationId xmlns:a16="http://schemas.microsoft.com/office/drawing/2014/main" id="{77C05A07-B48A-4F43-B355-552B4039AB21}"/>
                </a:ext>
              </a:extLst>
            </p:cNvPr>
            <p:cNvGrpSpPr>
              <a:grpSpLocks/>
            </p:cNvGrpSpPr>
            <p:nvPr/>
          </p:nvGrpSpPr>
          <p:grpSpPr bwMode="auto">
            <a:xfrm>
              <a:off x="3263" y="3772"/>
              <a:ext cx="323" cy="337"/>
              <a:chOff x="2466" y="2592"/>
              <a:chExt cx="268" cy="480"/>
            </a:xfrm>
          </p:grpSpPr>
          <p:sp>
            <p:nvSpPr>
              <p:cNvPr id="21612" name="Rectangle 264">
                <a:extLst>
                  <a:ext uri="{FF2B5EF4-FFF2-40B4-BE49-F238E27FC236}">
                    <a16:creationId xmlns:a16="http://schemas.microsoft.com/office/drawing/2014/main" id="{9DE1761C-B1C8-4D9F-B48A-85F6BF1FD812}"/>
                  </a:ext>
                </a:extLst>
              </p:cNvPr>
              <p:cNvSpPr>
                <a:spLocks noChangeArrowheads="1"/>
              </p:cNvSpPr>
              <p:nvPr/>
            </p:nvSpPr>
            <p:spPr bwMode="auto">
              <a:xfrm>
                <a:off x="2509"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12</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13" name="Rectangle 265">
                <a:extLst>
                  <a:ext uri="{FF2B5EF4-FFF2-40B4-BE49-F238E27FC236}">
                    <a16:creationId xmlns:a16="http://schemas.microsoft.com/office/drawing/2014/main" id="{F51FC4C0-BBF9-49E0-9409-0968586E330A}"/>
                  </a:ext>
                </a:extLst>
              </p:cNvPr>
              <p:cNvSpPr>
                <a:spLocks noChangeArrowheads="1"/>
              </p:cNvSpPr>
              <p:nvPr/>
            </p:nvSpPr>
            <p:spPr bwMode="auto">
              <a:xfrm>
                <a:off x="2466"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96" name="Group 266">
              <a:extLst>
                <a:ext uri="{FF2B5EF4-FFF2-40B4-BE49-F238E27FC236}">
                  <a16:creationId xmlns:a16="http://schemas.microsoft.com/office/drawing/2014/main" id="{4AC2E1EB-B3AB-4B64-92A7-B63447210644}"/>
                </a:ext>
              </a:extLst>
            </p:cNvPr>
            <p:cNvGrpSpPr>
              <a:grpSpLocks/>
            </p:cNvGrpSpPr>
            <p:nvPr/>
          </p:nvGrpSpPr>
          <p:grpSpPr bwMode="auto">
            <a:xfrm>
              <a:off x="3586" y="3772"/>
              <a:ext cx="322" cy="337"/>
              <a:chOff x="2734" y="2592"/>
              <a:chExt cx="268" cy="480"/>
            </a:xfrm>
          </p:grpSpPr>
          <p:sp>
            <p:nvSpPr>
              <p:cNvPr id="21610" name="Rectangle 267">
                <a:extLst>
                  <a:ext uri="{FF2B5EF4-FFF2-40B4-BE49-F238E27FC236}">
                    <a16:creationId xmlns:a16="http://schemas.microsoft.com/office/drawing/2014/main" id="{A4E7F9F5-BA6B-47F4-9607-5997DF4A79A1}"/>
                  </a:ext>
                </a:extLst>
              </p:cNvPr>
              <p:cNvSpPr>
                <a:spLocks noChangeArrowheads="1"/>
              </p:cNvSpPr>
              <p:nvPr/>
            </p:nvSpPr>
            <p:spPr bwMode="auto">
              <a:xfrm>
                <a:off x="2777"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12</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11" name="Rectangle 268">
                <a:extLst>
                  <a:ext uri="{FF2B5EF4-FFF2-40B4-BE49-F238E27FC236}">
                    <a16:creationId xmlns:a16="http://schemas.microsoft.com/office/drawing/2014/main" id="{307A6867-CB05-4243-819C-F9B9269F576B}"/>
                  </a:ext>
                </a:extLst>
              </p:cNvPr>
              <p:cNvSpPr>
                <a:spLocks noChangeArrowheads="1"/>
              </p:cNvSpPr>
              <p:nvPr/>
            </p:nvSpPr>
            <p:spPr bwMode="auto">
              <a:xfrm>
                <a:off x="2734"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97" name="Group 269">
              <a:extLst>
                <a:ext uri="{FF2B5EF4-FFF2-40B4-BE49-F238E27FC236}">
                  <a16:creationId xmlns:a16="http://schemas.microsoft.com/office/drawing/2014/main" id="{4C8F91DB-EF69-494D-8BEC-E4463ADF99E7}"/>
                </a:ext>
              </a:extLst>
            </p:cNvPr>
            <p:cNvGrpSpPr>
              <a:grpSpLocks/>
            </p:cNvGrpSpPr>
            <p:nvPr/>
          </p:nvGrpSpPr>
          <p:grpSpPr bwMode="auto">
            <a:xfrm>
              <a:off x="3908" y="3772"/>
              <a:ext cx="322" cy="337"/>
              <a:chOff x="3002" y="2592"/>
              <a:chExt cx="268" cy="480"/>
            </a:xfrm>
          </p:grpSpPr>
          <p:sp>
            <p:nvSpPr>
              <p:cNvPr id="21608" name="Rectangle 270">
                <a:extLst>
                  <a:ext uri="{FF2B5EF4-FFF2-40B4-BE49-F238E27FC236}">
                    <a16:creationId xmlns:a16="http://schemas.microsoft.com/office/drawing/2014/main" id="{586883B4-A92B-4E5E-925D-D7993C97DDD9}"/>
                  </a:ext>
                </a:extLst>
              </p:cNvPr>
              <p:cNvSpPr>
                <a:spLocks noChangeArrowheads="1"/>
              </p:cNvSpPr>
              <p:nvPr/>
            </p:nvSpPr>
            <p:spPr bwMode="auto">
              <a:xfrm>
                <a:off x="3045"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15</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09" name="Rectangle 271">
                <a:extLst>
                  <a:ext uri="{FF2B5EF4-FFF2-40B4-BE49-F238E27FC236}">
                    <a16:creationId xmlns:a16="http://schemas.microsoft.com/office/drawing/2014/main" id="{4BA010C7-6DFB-46BF-A7D6-18CD37E1A1A6}"/>
                  </a:ext>
                </a:extLst>
              </p:cNvPr>
              <p:cNvSpPr>
                <a:spLocks noChangeArrowheads="1"/>
              </p:cNvSpPr>
              <p:nvPr/>
            </p:nvSpPr>
            <p:spPr bwMode="auto">
              <a:xfrm>
                <a:off x="3002"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98" name="Group 272">
              <a:extLst>
                <a:ext uri="{FF2B5EF4-FFF2-40B4-BE49-F238E27FC236}">
                  <a16:creationId xmlns:a16="http://schemas.microsoft.com/office/drawing/2014/main" id="{5EEE8078-8D8C-4378-B01B-F4599A574318}"/>
                </a:ext>
              </a:extLst>
            </p:cNvPr>
            <p:cNvGrpSpPr>
              <a:grpSpLocks/>
            </p:cNvGrpSpPr>
            <p:nvPr/>
          </p:nvGrpSpPr>
          <p:grpSpPr bwMode="auto">
            <a:xfrm>
              <a:off x="4230" y="3772"/>
              <a:ext cx="323" cy="337"/>
              <a:chOff x="3270" y="2592"/>
              <a:chExt cx="268" cy="480"/>
            </a:xfrm>
          </p:grpSpPr>
          <p:sp>
            <p:nvSpPr>
              <p:cNvPr id="21606" name="Rectangle 273">
                <a:extLst>
                  <a:ext uri="{FF2B5EF4-FFF2-40B4-BE49-F238E27FC236}">
                    <a16:creationId xmlns:a16="http://schemas.microsoft.com/office/drawing/2014/main" id="{623D55D4-C907-4342-8798-30007B7677CB}"/>
                  </a:ext>
                </a:extLst>
              </p:cNvPr>
              <p:cNvSpPr>
                <a:spLocks noChangeArrowheads="1"/>
              </p:cNvSpPr>
              <p:nvPr/>
            </p:nvSpPr>
            <p:spPr bwMode="auto">
              <a:xfrm>
                <a:off x="3313"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15</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07" name="Rectangle 274">
                <a:extLst>
                  <a:ext uri="{FF2B5EF4-FFF2-40B4-BE49-F238E27FC236}">
                    <a16:creationId xmlns:a16="http://schemas.microsoft.com/office/drawing/2014/main" id="{1183FDEA-EBF3-425F-B1A6-111D7A6414B5}"/>
                  </a:ext>
                </a:extLst>
              </p:cNvPr>
              <p:cNvSpPr>
                <a:spLocks noChangeArrowheads="1"/>
              </p:cNvSpPr>
              <p:nvPr/>
            </p:nvSpPr>
            <p:spPr bwMode="auto">
              <a:xfrm>
                <a:off x="3270"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nvGrpSpPr>
            <p:cNvPr id="21599" name="Group 275">
              <a:extLst>
                <a:ext uri="{FF2B5EF4-FFF2-40B4-BE49-F238E27FC236}">
                  <a16:creationId xmlns:a16="http://schemas.microsoft.com/office/drawing/2014/main" id="{05A9A43C-6A41-4458-A8F5-1BEE3AAD2A8B}"/>
                </a:ext>
              </a:extLst>
            </p:cNvPr>
            <p:cNvGrpSpPr>
              <a:grpSpLocks/>
            </p:cNvGrpSpPr>
            <p:nvPr/>
          </p:nvGrpSpPr>
          <p:grpSpPr bwMode="auto">
            <a:xfrm>
              <a:off x="4553" y="3772"/>
              <a:ext cx="322" cy="337"/>
              <a:chOff x="3538" y="2592"/>
              <a:chExt cx="268" cy="480"/>
            </a:xfrm>
          </p:grpSpPr>
          <p:sp>
            <p:nvSpPr>
              <p:cNvPr id="21604" name="Rectangle 276">
                <a:extLst>
                  <a:ext uri="{FF2B5EF4-FFF2-40B4-BE49-F238E27FC236}">
                    <a16:creationId xmlns:a16="http://schemas.microsoft.com/office/drawing/2014/main" id="{4FA9B63D-5593-4EEB-BEEA-9C8E7A367083}"/>
                  </a:ext>
                </a:extLst>
              </p:cNvPr>
              <p:cNvSpPr>
                <a:spLocks noChangeArrowheads="1"/>
              </p:cNvSpPr>
              <p:nvPr/>
            </p:nvSpPr>
            <p:spPr bwMode="auto">
              <a:xfrm>
                <a:off x="3581" y="2592"/>
                <a:ext cx="182"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15</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05" name="Rectangle 277">
                <a:extLst>
                  <a:ext uri="{FF2B5EF4-FFF2-40B4-BE49-F238E27FC236}">
                    <a16:creationId xmlns:a16="http://schemas.microsoft.com/office/drawing/2014/main" id="{197CD146-CE7D-4838-AF98-90930471608B}"/>
                  </a:ext>
                </a:extLst>
              </p:cNvPr>
              <p:cNvSpPr>
                <a:spLocks noChangeArrowheads="1"/>
              </p:cNvSpPr>
              <p:nvPr/>
            </p:nvSpPr>
            <p:spPr bwMode="auto">
              <a:xfrm>
                <a:off x="3538" y="2592"/>
                <a:ext cx="26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sp>
          <p:nvSpPr>
            <p:cNvPr id="21600" name="Rectangle 278">
              <a:extLst>
                <a:ext uri="{FF2B5EF4-FFF2-40B4-BE49-F238E27FC236}">
                  <a16:creationId xmlns:a16="http://schemas.microsoft.com/office/drawing/2014/main" id="{CE333365-BC5E-4C04-B7C7-4681FF659AEA}"/>
                </a:ext>
              </a:extLst>
            </p:cNvPr>
            <p:cNvSpPr>
              <a:spLocks noChangeArrowheads="1"/>
            </p:cNvSpPr>
            <p:nvPr/>
          </p:nvSpPr>
          <p:spPr bwMode="auto">
            <a:xfrm>
              <a:off x="295" y="1948"/>
              <a:ext cx="4582" cy="2162"/>
            </a:xfrm>
            <a:prstGeom prst="rect">
              <a:avLst/>
            </a:prstGeom>
            <a:noFill/>
            <a:ln w="6350">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35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nvGrpSpPr>
            <p:cNvPr id="21601" name="Group 279">
              <a:extLst>
                <a:ext uri="{FF2B5EF4-FFF2-40B4-BE49-F238E27FC236}">
                  <a16:creationId xmlns:a16="http://schemas.microsoft.com/office/drawing/2014/main" id="{F3681E3F-4234-47C4-A40F-4482BA85EDCA}"/>
                </a:ext>
              </a:extLst>
            </p:cNvPr>
            <p:cNvGrpSpPr>
              <a:grpSpLocks/>
            </p:cNvGrpSpPr>
            <p:nvPr/>
          </p:nvGrpSpPr>
          <p:grpSpPr bwMode="auto">
            <a:xfrm>
              <a:off x="1973" y="2287"/>
              <a:ext cx="323" cy="270"/>
              <a:chOff x="1126" y="480"/>
              <a:chExt cx="268" cy="384"/>
            </a:xfrm>
          </p:grpSpPr>
          <p:sp>
            <p:nvSpPr>
              <p:cNvPr id="21602" name="Rectangle 280">
                <a:extLst>
                  <a:ext uri="{FF2B5EF4-FFF2-40B4-BE49-F238E27FC236}">
                    <a16:creationId xmlns:a16="http://schemas.microsoft.com/office/drawing/2014/main" id="{6AA13E5A-2779-46CA-8986-7A2E25DEB427}"/>
                  </a:ext>
                </a:extLst>
              </p:cNvPr>
              <p:cNvSpPr>
                <a:spLocks noChangeArrowheads="1"/>
              </p:cNvSpPr>
              <p:nvPr/>
            </p:nvSpPr>
            <p:spPr bwMode="auto">
              <a:xfrm>
                <a:off x="1169" y="480"/>
                <a:ext cx="1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just" defTabSz="685800" fontAlgn="base">
                  <a:spcBef>
                    <a:spcPct val="0"/>
                  </a:spcBef>
                  <a:spcAft>
                    <a:spcPct val="0"/>
                  </a:spcAft>
                  <a:buClrTx/>
                  <a:buSzTx/>
                  <a:buNone/>
                </a:pPr>
                <a:r>
                  <a:rPr kumimoji="1" lang="en-US" altLang="zh-CN" sz="1500" b="1">
                    <a:solidFill>
                      <a:srgbClr val="007A77"/>
                    </a:solidFill>
                    <a:latin typeface="Times New Roman" panose="02020603050405020304" pitchFamily="18" charset="0"/>
                  </a:rPr>
                  <a:t>0</a:t>
                </a:r>
              </a:p>
              <a:p>
                <a:pPr algn="just" defTabSz="685800" eaLnBrk="0" fontAlgn="base" hangingPunct="0">
                  <a:spcBef>
                    <a:spcPct val="0"/>
                  </a:spcBef>
                  <a:spcAft>
                    <a:spcPct val="0"/>
                  </a:spcAft>
                  <a:buClrTx/>
                  <a:buSzTx/>
                  <a:buNone/>
                </a:pPr>
                <a:endParaRPr kumimoji="1" lang="en-US" altLang="zh-CN" sz="1500" b="1">
                  <a:solidFill>
                    <a:srgbClr val="007A77"/>
                  </a:solidFill>
                  <a:latin typeface="Times New Roman" panose="02020603050405020304" pitchFamily="18" charset="0"/>
                </a:endParaRPr>
              </a:p>
            </p:txBody>
          </p:sp>
          <p:sp>
            <p:nvSpPr>
              <p:cNvPr id="21603" name="Rectangle 281">
                <a:extLst>
                  <a:ext uri="{FF2B5EF4-FFF2-40B4-BE49-F238E27FC236}">
                    <a16:creationId xmlns:a16="http://schemas.microsoft.com/office/drawing/2014/main" id="{E7673D8D-9133-4D5B-8EEF-ADD76D5BAB6F}"/>
                  </a:ext>
                </a:extLst>
              </p:cNvPr>
              <p:cNvSpPr>
                <a:spLocks noChangeArrowheads="1"/>
              </p:cNvSpPr>
              <p:nvPr/>
            </p:nvSpPr>
            <p:spPr bwMode="auto">
              <a:xfrm>
                <a:off x="1126" y="480"/>
                <a:ext cx="2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81000" rIns="0"/>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0"/>
                  </a:spcBef>
                  <a:spcAft>
                    <a:spcPct val="0"/>
                  </a:spcAft>
                  <a:buClrTx/>
                  <a:buSzTx/>
                  <a:buNone/>
                </a:pPr>
                <a:endParaRPr lang="zh-CN" altLang="en-US" sz="1350">
                  <a:solidFill>
                    <a:srgbClr val="007A77"/>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checkerboard(across)">
                                      <p:cBhvr>
                                        <p:cTn id="7" dur="500"/>
                                        <p:tgtEl>
                                          <p:spTgt spid="256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checkerboard(across)">
                                      <p:cBhvr>
                                        <p:cTn id="12" dur="500"/>
                                        <p:tgtEl>
                                          <p:spTgt spid="2560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220D342-DB3F-4757-818C-4C24A34924CD}"/>
              </a:ext>
            </a:extLst>
          </p:cNvPr>
          <p:cNvSpPr>
            <a:spLocks noGrp="1" noRot="1" noChangeArrowheads="1"/>
          </p:cNvSpPr>
          <p:nvPr>
            <p:ph type="title"/>
          </p:nvPr>
        </p:nvSpPr>
        <p:spPr>
          <a:xfrm>
            <a:off x="1428750" y="79772"/>
            <a:ext cx="6405563" cy="857250"/>
          </a:xfrm>
        </p:spPr>
        <p:txBody>
          <a:bodyPr/>
          <a:lstStyle/>
          <a:p>
            <a:pPr eaLnBrk="1" hangingPunct="1"/>
            <a:r>
              <a:rPr lang="zh-CN" altLang="en-US"/>
              <a:t>还是回到最初的例题</a:t>
            </a:r>
          </a:p>
        </p:txBody>
      </p:sp>
      <p:pic>
        <p:nvPicPr>
          <p:cNvPr id="22531" name="Picture 3">
            <a:extLst>
              <a:ext uri="{FF2B5EF4-FFF2-40B4-BE49-F238E27FC236}">
                <a16:creationId xmlns:a16="http://schemas.microsoft.com/office/drawing/2014/main" id="{54F4851B-2083-4349-B92D-626DE3222E49}"/>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1314450" y="1298972"/>
            <a:ext cx="6405563" cy="1003697"/>
          </a:xfrm>
        </p:spPr>
      </p:pic>
      <p:sp>
        <p:nvSpPr>
          <p:cNvPr id="28676" name="Text Box 4">
            <a:extLst>
              <a:ext uri="{FF2B5EF4-FFF2-40B4-BE49-F238E27FC236}">
                <a16:creationId xmlns:a16="http://schemas.microsoft.com/office/drawing/2014/main" id="{60DC04C9-1EDF-45B1-B7B1-A7F14042CCA9}"/>
              </a:ext>
            </a:extLst>
          </p:cNvPr>
          <p:cNvSpPr txBox="1">
            <a:spLocks noChangeArrowheads="1"/>
          </p:cNvSpPr>
          <p:nvPr/>
        </p:nvSpPr>
        <p:spPr bwMode="auto">
          <a:xfrm>
            <a:off x="4857750" y="2457450"/>
            <a:ext cx="3657600" cy="611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zh-CN" altLang="en-US" sz="1350">
                <a:solidFill>
                  <a:srgbClr val="007A77"/>
                </a:solidFill>
              </a:rPr>
              <a:t>用</a:t>
            </a:r>
            <a:r>
              <a:rPr lang="en-US" altLang="zh-CN" sz="1350">
                <a:solidFill>
                  <a:srgbClr val="007A77"/>
                </a:solidFill>
              </a:rPr>
              <a:t>p[i]</a:t>
            </a:r>
            <a:r>
              <a:rPr lang="zh-CN" altLang="en-US" sz="1350">
                <a:solidFill>
                  <a:srgbClr val="007A77"/>
                </a:solidFill>
              </a:rPr>
              <a:t>表示</a:t>
            </a:r>
            <a:r>
              <a:rPr lang="en-US" altLang="zh-CN" sz="1350">
                <a:solidFill>
                  <a:srgbClr val="007A77"/>
                </a:solidFill>
              </a:rPr>
              <a:t>m(i,j)</a:t>
            </a:r>
            <a:r>
              <a:rPr lang="zh-CN" altLang="en-US" sz="1350">
                <a:solidFill>
                  <a:srgbClr val="007A77"/>
                </a:solidFill>
              </a:rPr>
              <a:t>中的所有跳跃点</a:t>
            </a:r>
          </a:p>
          <a:p>
            <a:pPr defTabSz="685800" fontAlgn="base">
              <a:spcBef>
                <a:spcPct val="50000"/>
              </a:spcBef>
              <a:spcAft>
                <a:spcPct val="0"/>
              </a:spcAft>
              <a:buClrTx/>
              <a:buSzTx/>
              <a:buNone/>
            </a:pPr>
            <a:r>
              <a:rPr lang="en-US" altLang="zh-CN" sz="1350">
                <a:solidFill>
                  <a:srgbClr val="007A77"/>
                </a:solidFill>
              </a:rPr>
              <a:t>q[i]</a:t>
            </a:r>
            <a:r>
              <a:rPr lang="zh-CN" altLang="en-US" sz="1350">
                <a:solidFill>
                  <a:srgbClr val="007A77"/>
                </a:solidFill>
              </a:rPr>
              <a:t>表示</a:t>
            </a:r>
            <a:r>
              <a:rPr lang="en-US" altLang="zh-CN" sz="1350">
                <a:solidFill>
                  <a:srgbClr val="007A77"/>
                </a:solidFill>
              </a:rPr>
              <a:t>m(i,j-Wi-1)+Vi</a:t>
            </a:r>
            <a:r>
              <a:rPr lang="zh-CN" altLang="en-US" sz="1350">
                <a:solidFill>
                  <a:srgbClr val="007A77"/>
                </a:solidFill>
              </a:rPr>
              <a:t>中的所有跳跃点</a:t>
            </a:r>
          </a:p>
        </p:txBody>
      </p:sp>
      <p:sp>
        <p:nvSpPr>
          <p:cNvPr id="22533" name="Text Box 5">
            <a:extLst>
              <a:ext uri="{FF2B5EF4-FFF2-40B4-BE49-F238E27FC236}">
                <a16:creationId xmlns:a16="http://schemas.microsoft.com/office/drawing/2014/main" id="{7513D080-8A64-4F7E-A38F-5F51E95C30CA}"/>
              </a:ext>
            </a:extLst>
          </p:cNvPr>
          <p:cNvSpPr txBox="1">
            <a:spLocks noChangeArrowheads="1"/>
          </p:cNvSpPr>
          <p:nvPr/>
        </p:nvSpPr>
        <p:spPr bwMode="auto">
          <a:xfrm>
            <a:off x="1723326" y="2571750"/>
            <a:ext cx="392415"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endParaRPr lang="zh-CN" altLang="zh-CN" sz="1350">
              <a:solidFill>
                <a:srgbClr val="007A77"/>
              </a:solidFill>
            </a:endParaRPr>
          </a:p>
        </p:txBody>
      </p:sp>
      <p:sp>
        <p:nvSpPr>
          <p:cNvPr id="28678" name="Text Box 6">
            <a:extLst>
              <a:ext uri="{FF2B5EF4-FFF2-40B4-BE49-F238E27FC236}">
                <a16:creationId xmlns:a16="http://schemas.microsoft.com/office/drawing/2014/main" id="{CED4D8C6-AADF-4C90-BE50-FA6A14A308C4}"/>
              </a:ext>
            </a:extLst>
          </p:cNvPr>
          <p:cNvSpPr txBox="1">
            <a:spLocks noChangeArrowheads="1"/>
          </p:cNvSpPr>
          <p:nvPr/>
        </p:nvSpPr>
        <p:spPr bwMode="auto">
          <a:xfrm>
            <a:off x="1314450" y="2400300"/>
            <a:ext cx="3486150" cy="1442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p[6]=(0,0) (w5=4,v5=6)=(4,6)</a:t>
            </a:r>
          </a:p>
          <a:p>
            <a:pPr defTabSz="685800" fontAlgn="base">
              <a:spcBef>
                <a:spcPct val="50000"/>
              </a:spcBef>
              <a:spcAft>
                <a:spcPct val="0"/>
              </a:spcAft>
              <a:buClrTx/>
              <a:buSzTx/>
              <a:buNone/>
            </a:pPr>
            <a:r>
              <a:rPr lang="en-US" altLang="zh-CN" sz="1350">
                <a:solidFill>
                  <a:srgbClr val="007A77"/>
                </a:solidFill>
              </a:rPr>
              <a:t>q[6]=p[6]*(w5,v5)=(4,6)</a:t>
            </a:r>
          </a:p>
          <a:p>
            <a:pPr defTabSz="685800" fontAlgn="base">
              <a:spcBef>
                <a:spcPct val="50000"/>
              </a:spcBef>
              <a:spcAft>
                <a:spcPct val="0"/>
              </a:spcAft>
              <a:buClrTx/>
              <a:buSzTx/>
              <a:buNone/>
            </a:pPr>
            <a:r>
              <a:rPr lang="en-US" altLang="zh-CN" sz="1350">
                <a:solidFill>
                  <a:srgbClr val="007A77"/>
                </a:solidFill>
              </a:rPr>
              <a:t>p[5]={(0,0),(4,6)} q[5]=p[5]*(w4=5,v4=4)={(5,4),(9,10)}</a:t>
            </a:r>
          </a:p>
          <a:p>
            <a:pPr defTabSz="685800" fontAlgn="base">
              <a:spcBef>
                <a:spcPct val="50000"/>
              </a:spcBef>
              <a:spcAft>
                <a:spcPct val="0"/>
              </a:spcAft>
              <a:buClrTx/>
              <a:buSzTx/>
              <a:buNone/>
            </a:pPr>
            <a:r>
              <a:rPr lang="en-US" altLang="zh-CN" sz="1350">
                <a:solidFill>
                  <a:srgbClr val="007A77"/>
                </a:solidFill>
              </a:rPr>
              <a:t>p[4]=p[5]	∪q[5]={(0,0),(4,6),(5,4),(9,10)}</a:t>
            </a:r>
          </a:p>
        </p:txBody>
      </p:sp>
      <p:sp>
        <p:nvSpPr>
          <p:cNvPr id="28679" name="Text Box 7">
            <a:extLst>
              <a:ext uri="{FF2B5EF4-FFF2-40B4-BE49-F238E27FC236}">
                <a16:creationId xmlns:a16="http://schemas.microsoft.com/office/drawing/2014/main" id="{69D41D1F-4B14-433F-BC86-F19EFB4DC313}"/>
              </a:ext>
            </a:extLst>
          </p:cNvPr>
          <p:cNvSpPr txBox="1">
            <a:spLocks noChangeArrowheads="1"/>
          </p:cNvSpPr>
          <p:nvPr/>
        </p:nvSpPr>
        <p:spPr bwMode="auto">
          <a:xfrm>
            <a:off x="1371600" y="3829050"/>
            <a:ext cx="5943600" cy="1546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en-US" altLang="zh-CN" sz="1350">
                <a:solidFill>
                  <a:srgbClr val="007A77"/>
                </a:solidFill>
              </a:rPr>
              <a:t>q[4]={(6,5),(10,11)};p[3]={(0,0),(4,6),(9,10),(10,11)};q[3]={(2,3),(6,9)}</a:t>
            </a:r>
          </a:p>
          <a:p>
            <a:pPr defTabSz="685800" fontAlgn="base">
              <a:spcBef>
                <a:spcPct val="50000"/>
              </a:spcBef>
              <a:spcAft>
                <a:spcPct val="0"/>
              </a:spcAft>
              <a:buClrTx/>
              <a:buSzTx/>
              <a:buNone/>
            </a:pPr>
            <a:r>
              <a:rPr lang="en-US" altLang="zh-CN" sz="1350">
                <a:solidFill>
                  <a:srgbClr val="007A77"/>
                </a:solidFill>
              </a:rPr>
              <a:t>p[2]={(0,0),(2,3),(4,6),(6,9),(9,10),(10,11)};q[2]={(2,6),(4,9),(6,12),(8,15)};</a:t>
            </a:r>
          </a:p>
          <a:p>
            <a:pPr defTabSz="685800" fontAlgn="base">
              <a:spcBef>
                <a:spcPct val="50000"/>
              </a:spcBef>
              <a:spcAft>
                <a:spcPct val="0"/>
              </a:spcAft>
              <a:buClrTx/>
              <a:buSzTx/>
              <a:buNone/>
            </a:pPr>
            <a:r>
              <a:rPr lang="en-US" altLang="zh-CN" sz="1350">
                <a:solidFill>
                  <a:srgbClr val="007A77"/>
                </a:solidFill>
              </a:rPr>
              <a:t>P[1]={(0,0),(2,6),(4,9),(6,12),(8,15)}</a:t>
            </a:r>
          </a:p>
          <a:p>
            <a:pPr defTabSz="685800" fontAlgn="base">
              <a:spcBef>
                <a:spcPct val="50000"/>
              </a:spcBef>
              <a:spcAft>
                <a:spcPct val="0"/>
              </a:spcAft>
              <a:buClrTx/>
              <a:buSzTx/>
              <a:buNone/>
            </a:pPr>
            <a:endParaRPr lang="en-US" altLang="zh-CN" sz="1350">
              <a:solidFill>
                <a:srgbClr val="007A77"/>
              </a:solidFill>
            </a:endParaRPr>
          </a:p>
          <a:p>
            <a:pPr defTabSz="685800" fontAlgn="base">
              <a:spcBef>
                <a:spcPct val="50000"/>
              </a:spcBef>
              <a:spcAft>
                <a:spcPct val="0"/>
              </a:spcAft>
              <a:buClrTx/>
              <a:buSzTx/>
              <a:buNone/>
            </a:pPr>
            <a:endParaRPr lang="en-US" altLang="zh-CN" sz="1350">
              <a:solidFill>
                <a:srgbClr val="007A77"/>
              </a:solidFill>
            </a:endParaRPr>
          </a:p>
        </p:txBody>
      </p:sp>
      <p:sp>
        <p:nvSpPr>
          <p:cNvPr id="28680" name="Text Box 8">
            <a:extLst>
              <a:ext uri="{FF2B5EF4-FFF2-40B4-BE49-F238E27FC236}">
                <a16:creationId xmlns:a16="http://schemas.microsoft.com/office/drawing/2014/main" id="{39233BA8-5454-466B-A545-9EBD7BEF2B71}"/>
              </a:ext>
            </a:extLst>
          </p:cNvPr>
          <p:cNvSpPr txBox="1">
            <a:spLocks noChangeArrowheads="1"/>
          </p:cNvSpPr>
          <p:nvPr/>
        </p:nvSpPr>
        <p:spPr bwMode="auto">
          <a:xfrm>
            <a:off x="4800600" y="3086100"/>
            <a:ext cx="2686050" cy="715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zh-CN" altLang="en-US" sz="1350">
                <a:solidFill>
                  <a:srgbClr val="007A77"/>
                </a:solidFill>
              </a:rPr>
              <a:t>注意</a:t>
            </a:r>
            <a:r>
              <a:rPr lang="en-US" altLang="zh-CN" sz="1350">
                <a:solidFill>
                  <a:srgbClr val="007A77"/>
                </a:solidFill>
              </a:rPr>
              <a:t>2</a:t>
            </a:r>
            <a:r>
              <a:rPr lang="zh-CN" altLang="en-US" sz="1350">
                <a:solidFill>
                  <a:srgbClr val="007A77"/>
                </a:solidFill>
              </a:rPr>
              <a:t>个问题，第一是删除受控跳跃点，第二是当跳跃点第一个数大于背包容量时，应删除！</a:t>
            </a:r>
          </a:p>
        </p:txBody>
      </p:sp>
      <p:sp>
        <p:nvSpPr>
          <p:cNvPr id="22537" name="Text Box 9">
            <a:extLst>
              <a:ext uri="{FF2B5EF4-FFF2-40B4-BE49-F238E27FC236}">
                <a16:creationId xmlns:a16="http://schemas.microsoft.com/office/drawing/2014/main" id="{0A2B24F5-180F-4688-BDF5-0EBB5B2DE20A}"/>
              </a:ext>
            </a:extLst>
          </p:cNvPr>
          <p:cNvSpPr txBox="1">
            <a:spLocks noChangeArrowheads="1"/>
          </p:cNvSpPr>
          <p:nvPr/>
        </p:nvSpPr>
        <p:spPr bwMode="auto">
          <a:xfrm>
            <a:off x="1543050" y="888207"/>
            <a:ext cx="525780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zh-CN" altLang="en-US" sz="1350">
                <a:solidFill>
                  <a:srgbClr val="007A77"/>
                </a:solidFill>
              </a:rPr>
              <a:t>定义运算</a:t>
            </a:r>
            <a:r>
              <a:rPr lang="en-US" altLang="zh-CN" sz="1350">
                <a:solidFill>
                  <a:srgbClr val="007A77"/>
                </a:solidFill>
              </a:rPr>
              <a:t>q[i+1]=p[i+1]*(wi,vi),*</a:t>
            </a:r>
            <a:r>
              <a:rPr lang="zh-CN" altLang="en-US" sz="1350">
                <a:solidFill>
                  <a:srgbClr val="007A77"/>
                </a:solidFill>
              </a:rPr>
              <a:t>表示把</a:t>
            </a:r>
            <a:r>
              <a:rPr lang="en-US" altLang="zh-CN" sz="1350">
                <a:solidFill>
                  <a:srgbClr val="007A77"/>
                </a:solidFill>
              </a:rPr>
              <a:t>q[i+1]</a:t>
            </a:r>
            <a:r>
              <a:rPr lang="zh-CN" altLang="en-US" sz="1350">
                <a:solidFill>
                  <a:srgbClr val="007A77"/>
                </a:solidFill>
              </a:rPr>
              <a:t>中的每个点横纵坐标分别增加</a:t>
            </a:r>
            <a:r>
              <a:rPr lang="en-US" altLang="zh-CN" sz="1350">
                <a:solidFill>
                  <a:srgbClr val="007A77"/>
                </a:solidFill>
              </a:rPr>
              <a:t>wi,vi</a:t>
            </a:r>
            <a:r>
              <a:rPr lang="zh-CN" altLang="en-US" sz="1350">
                <a:solidFill>
                  <a:srgbClr val="007A77"/>
                </a:solidFill>
              </a:rPr>
              <a:t>；而</a:t>
            </a:r>
            <a:r>
              <a:rPr lang="en-US" altLang="zh-CN" sz="1350">
                <a:solidFill>
                  <a:srgbClr val="007A77"/>
                </a:solidFill>
              </a:rPr>
              <a:t>p[i]=p[i+1] ∪q[i+1];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anim calcmode="lin" valueType="num">
                                      <p:cBhvr additive="base">
                                        <p:cTn id="7" dur="500" fill="hold"/>
                                        <p:tgtEl>
                                          <p:spTgt spid="2867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8676">
                                            <p:txEl>
                                              <p:pRg st="1" end="1"/>
                                            </p:txEl>
                                          </p:spTgt>
                                        </p:tgtEl>
                                        <p:attrNameLst>
                                          <p:attrName>style.visibility</p:attrName>
                                        </p:attrNameLst>
                                      </p:cBhvr>
                                      <p:to>
                                        <p:strVal val="visible"/>
                                      </p:to>
                                    </p:set>
                                    <p:anim calcmode="lin" valueType="num">
                                      <p:cBhvr additive="base">
                                        <p:cTn id="11" dur="500" fill="hold"/>
                                        <p:tgtEl>
                                          <p:spTgt spid="2867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867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8678">
                                            <p:txEl>
                                              <p:pRg st="0" end="0"/>
                                            </p:txEl>
                                          </p:spTgt>
                                        </p:tgtEl>
                                        <p:attrNameLst>
                                          <p:attrName>style.visibility</p:attrName>
                                        </p:attrNameLst>
                                      </p:cBhvr>
                                      <p:to>
                                        <p:strVal val="visible"/>
                                      </p:to>
                                    </p:set>
                                    <p:anim calcmode="lin" valueType="num">
                                      <p:cBhvr additive="base">
                                        <p:cTn id="17" dur="500" fill="hold"/>
                                        <p:tgtEl>
                                          <p:spTgt spid="28678">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8678">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8678">
                                            <p:txEl>
                                              <p:pRg st="1" end="1"/>
                                            </p:txEl>
                                          </p:spTgt>
                                        </p:tgtEl>
                                        <p:attrNameLst>
                                          <p:attrName>style.visibility</p:attrName>
                                        </p:attrNameLst>
                                      </p:cBhvr>
                                      <p:to>
                                        <p:strVal val="visible"/>
                                      </p:to>
                                    </p:set>
                                    <p:anim calcmode="lin" valueType="num">
                                      <p:cBhvr additive="base">
                                        <p:cTn id="21" dur="500" fill="hold"/>
                                        <p:tgtEl>
                                          <p:spTgt spid="28678">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8678">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8678">
                                            <p:txEl>
                                              <p:pRg st="2" end="2"/>
                                            </p:txEl>
                                          </p:spTgt>
                                        </p:tgtEl>
                                        <p:attrNameLst>
                                          <p:attrName>style.visibility</p:attrName>
                                        </p:attrNameLst>
                                      </p:cBhvr>
                                      <p:to>
                                        <p:strVal val="visible"/>
                                      </p:to>
                                    </p:set>
                                    <p:anim calcmode="lin" valueType="num">
                                      <p:cBhvr additive="base">
                                        <p:cTn id="25" dur="500" fill="hold"/>
                                        <p:tgtEl>
                                          <p:spTgt spid="28678">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678">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8678">
                                            <p:txEl>
                                              <p:pRg st="3" end="3"/>
                                            </p:txEl>
                                          </p:spTgt>
                                        </p:tgtEl>
                                        <p:attrNameLst>
                                          <p:attrName>style.visibility</p:attrName>
                                        </p:attrNameLst>
                                      </p:cBhvr>
                                      <p:to>
                                        <p:strVal val="visible"/>
                                      </p:to>
                                    </p:set>
                                    <p:anim calcmode="lin" valueType="num">
                                      <p:cBhvr additive="base">
                                        <p:cTn id="29" dur="500" fill="hold"/>
                                        <p:tgtEl>
                                          <p:spTgt spid="28678">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867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28680">
                                            <p:txEl>
                                              <p:pRg st="0" end="0"/>
                                            </p:txEl>
                                          </p:spTgt>
                                        </p:tgtEl>
                                        <p:attrNameLst>
                                          <p:attrName>style.visibility</p:attrName>
                                        </p:attrNameLst>
                                      </p:cBhvr>
                                      <p:to>
                                        <p:strVal val="visible"/>
                                      </p:to>
                                    </p:set>
                                    <p:anim calcmode="lin" valueType="num">
                                      <p:cBhvr additive="base">
                                        <p:cTn id="35" dur="500" fill="hold"/>
                                        <p:tgtEl>
                                          <p:spTgt spid="28680">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86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28679">
                                            <p:txEl>
                                              <p:pRg st="0" end="0"/>
                                            </p:txEl>
                                          </p:spTgt>
                                        </p:tgtEl>
                                        <p:attrNameLst>
                                          <p:attrName>style.visibility</p:attrName>
                                        </p:attrNameLst>
                                      </p:cBhvr>
                                      <p:to>
                                        <p:strVal val="visible"/>
                                      </p:to>
                                    </p:set>
                                    <p:anim calcmode="lin" valueType="num">
                                      <p:cBhvr additive="base">
                                        <p:cTn id="41" dur="500" fill="hold"/>
                                        <p:tgtEl>
                                          <p:spTgt spid="28679">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8679">
                                            <p:txEl>
                                              <p:pRg st="0" end="0"/>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28679">
                                            <p:txEl>
                                              <p:pRg st="1" end="1"/>
                                            </p:txEl>
                                          </p:spTgt>
                                        </p:tgtEl>
                                        <p:attrNameLst>
                                          <p:attrName>style.visibility</p:attrName>
                                        </p:attrNameLst>
                                      </p:cBhvr>
                                      <p:to>
                                        <p:strVal val="visible"/>
                                      </p:to>
                                    </p:set>
                                    <p:anim calcmode="lin" valueType="num">
                                      <p:cBhvr additive="base">
                                        <p:cTn id="45" dur="500" fill="hold"/>
                                        <p:tgtEl>
                                          <p:spTgt spid="28679">
                                            <p:txEl>
                                              <p:pRg st="1" end="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8679">
                                            <p:txEl>
                                              <p:pRg st="1" end="1"/>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28679">
                                            <p:txEl>
                                              <p:pRg st="2" end="2"/>
                                            </p:txEl>
                                          </p:spTgt>
                                        </p:tgtEl>
                                        <p:attrNameLst>
                                          <p:attrName>style.visibility</p:attrName>
                                        </p:attrNameLst>
                                      </p:cBhvr>
                                      <p:to>
                                        <p:strVal val="visible"/>
                                      </p:to>
                                    </p:set>
                                    <p:anim calcmode="lin" valueType="num">
                                      <p:cBhvr additive="base">
                                        <p:cTn id="49" dur="500" fill="hold"/>
                                        <p:tgtEl>
                                          <p:spTgt spid="28679">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867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86EA8553-D5BF-4852-BC69-8753C3A25B0D}"/>
              </a:ext>
            </a:extLst>
          </p:cNvPr>
          <p:cNvSpPr>
            <a:spLocks noGrp="1" noRot="1" noChangeArrowheads="1"/>
          </p:cNvSpPr>
          <p:nvPr>
            <p:ph type="title"/>
          </p:nvPr>
        </p:nvSpPr>
        <p:spPr/>
        <p:txBody>
          <a:bodyPr/>
          <a:lstStyle/>
          <a:p>
            <a:pPr eaLnBrk="1" hangingPunct="1"/>
            <a:r>
              <a:rPr lang="zh-CN" altLang="en-US" sz="3000"/>
              <a:t>改进后的算法如何判断哪些物品被装入了背包？</a:t>
            </a:r>
          </a:p>
        </p:txBody>
      </p:sp>
      <p:sp>
        <p:nvSpPr>
          <p:cNvPr id="45059" name="Rectangle 3">
            <a:extLst>
              <a:ext uri="{FF2B5EF4-FFF2-40B4-BE49-F238E27FC236}">
                <a16:creationId xmlns:a16="http://schemas.microsoft.com/office/drawing/2014/main" id="{6FCF993D-CC2A-4A44-BBA0-4268FDF7D289}"/>
              </a:ext>
            </a:extLst>
          </p:cNvPr>
          <p:cNvSpPr>
            <a:spLocks noGrp="1" noRot="1" noChangeArrowheads="1"/>
          </p:cNvSpPr>
          <p:nvPr>
            <p:ph type="body" idx="1"/>
          </p:nvPr>
        </p:nvSpPr>
        <p:spPr/>
        <p:txBody>
          <a:bodyPr/>
          <a:lstStyle/>
          <a:p>
            <a:pPr eaLnBrk="1" hangingPunct="1"/>
            <a:endParaRPr lang="en-US" altLang="zh-CN" sz="2100"/>
          </a:p>
          <a:p>
            <a:pPr eaLnBrk="1" hangingPunct="1"/>
            <a:r>
              <a:rPr lang="zh-CN" altLang="en-US" sz="2100"/>
              <a:t>只有装入物品，才带来跳跃，这给了我们思路。</a:t>
            </a:r>
          </a:p>
          <a:p>
            <a:pPr eaLnBrk="1" hangingPunct="1"/>
            <a:endParaRPr lang="zh-CN" altLang="en-US" sz="2100"/>
          </a:p>
          <a:p>
            <a:pPr eaLnBrk="1" hangingPunct="1"/>
            <a:r>
              <a:rPr lang="zh-CN" altLang="en-US" sz="2100"/>
              <a:t>从（</a:t>
            </a:r>
            <a:r>
              <a:rPr lang="en-US" altLang="zh-CN" sz="2100"/>
              <a:t>0,0</a:t>
            </a:r>
            <a:r>
              <a:rPr lang="zh-CN" altLang="en-US" sz="2100"/>
              <a:t>）开始，（</a:t>
            </a:r>
            <a:r>
              <a:rPr lang="en-US" altLang="zh-CN" sz="2100"/>
              <a:t>0,0</a:t>
            </a:r>
            <a:r>
              <a:rPr lang="zh-CN" altLang="en-US" sz="2100"/>
              <a:t>）*（</a:t>
            </a:r>
            <a:r>
              <a:rPr lang="en-US" altLang="zh-CN" sz="2100"/>
              <a:t>w1=2,v1=6</a:t>
            </a:r>
            <a:r>
              <a:rPr lang="zh-CN" altLang="en-US" sz="2100"/>
              <a:t>）</a:t>
            </a:r>
            <a:r>
              <a:rPr lang="en-US" altLang="zh-CN" sz="2100"/>
              <a:t>=</a:t>
            </a:r>
            <a:r>
              <a:rPr lang="zh-CN" altLang="en-US" sz="2100"/>
              <a:t>（</a:t>
            </a:r>
            <a:r>
              <a:rPr lang="en-US" altLang="zh-CN" sz="2100"/>
              <a:t>2,6</a:t>
            </a:r>
            <a:r>
              <a:rPr lang="zh-CN" altLang="en-US" sz="2100"/>
              <a:t>）是第二个跳跃点，则</a:t>
            </a:r>
            <a:r>
              <a:rPr lang="en-US" altLang="zh-CN" sz="2100"/>
              <a:t>X1</a:t>
            </a:r>
            <a:r>
              <a:rPr lang="zh-CN" altLang="en-US" sz="2100"/>
              <a:t>被装入，（</a:t>
            </a:r>
            <a:r>
              <a:rPr lang="en-US" altLang="zh-CN" sz="2100"/>
              <a:t>2,6</a:t>
            </a:r>
            <a:r>
              <a:rPr lang="zh-CN" altLang="en-US" sz="2100"/>
              <a:t>）*（</a:t>
            </a:r>
            <a:r>
              <a:rPr lang="en-US" altLang="zh-CN" sz="2100"/>
              <a:t>w2=2,v2=3</a:t>
            </a:r>
            <a:r>
              <a:rPr lang="zh-CN" altLang="en-US" sz="2100"/>
              <a:t>）</a:t>
            </a:r>
            <a:r>
              <a:rPr lang="en-US" altLang="zh-CN" sz="2100"/>
              <a:t>=(4,9)</a:t>
            </a:r>
            <a:r>
              <a:rPr lang="zh-CN" altLang="en-US" sz="2100"/>
              <a:t>为第</a:t>
            </a:r>
            <a:r>
              <a:rPr lang="en-US" altLang="zh-CN" sz="2100"/>
              <a:t>3</a:t>
            </a:r>
            <a:r>
              <a:rPr lang="zh-CN" altLang="en-US" sz="2100"/>
              <a:t>个跳跃点，则</a:t>
            </a:r>
            <a:r>
              <a:rPr lang="en-US" altLang="zh-CN" sz="2100"/>
              <a:t>X2</a:t>
            </a:r>
            <a:r>
              <a:rPr lang="zh-CN" altLang="en-US" sz="2100"/>
              <a:t>被装入，依此类推，可以确定最终被装入背包的物品。</a:t>
            </a:r>
          </a:p>
        </p:txBody>
      </p:sp>
      <p:pic>
        <p:nvPicPr>
          <p:cNvPr id="23556" name="Picture 4">
            <a:extLst>
              <a:ext uri="{FF2B5EF4-FFF2-40B4-BE49-F238E27FC236}">
                <a16:creationId xmlns:a16="http://schemas.microsoft.com/office/drawing/2014/main" id="{C279BFFB-775C-4BD1-8FB8-A96E95968D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1700" y="1314450"/>
            <a:ext cx="480060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45059">
                                            <p:txEl>
                                              <p:pRg st="3" end="3"/>
                                            </p:txEl>
                                          </p:spTgt>
                                        </p:tgtEl>
                                        <p:attrNameLst>
                                          <p:attrName>style.visibility</p:attrName>
                                        </p:attrNameLst>
                                      </p:cBhvr>
                                      <p:to>
                                        <p:strVal val="visible"/>
                                      </p:to>
                                    </p:set>
                                    <p:animEffect transition="in" filter="diamond(in)">
                                      <p:cBhvr>
                                        <p:cTn id="7" dur="2000"/>
                                        <p:tgtEl>
                                          <p:spTgt spid="450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997F78B-F52F-4D9E-B8F4-7B0E1F4160EC}"/>
              </a:ext>
            </a:extLst>
          </p:cNvPr>
          <p:cNvSpPr>
            <a:spLocks noGrp="1" noRot="1" noChangeArrowheads="1"/>
          </p:cNvSpPr>
          <p:nvPr>
            <p:ph type="title"/>
          </p:nvPr>
        </p:nvSpPr>
        <p:spPr/>
        <p:txBody>
          <a:bodyPr/>
          <a:lstStyle/>
          <a:p>
            <a:pPr eaLnBrk="1" hangingPunct="1"/>
            <a:r>
              <a:rPr lang="zh-CN" altLang="en-US"/>
              <a:t>最后 有个问题想问大家！</a:t>
            </a:r>
          </a:p>
        </p:txBody>
      </p:sp>
      <p:graphicFrame>
        <p:nvGraphicFramePr>
          <p:cNvPr id="24579" name="Object 6">
            <a:extLst>
              <a:ext uri="{FF2B5EF4-FFF2-40B4-BE49-F238E27FC236}">
                <a16:creationId xmlns:a16="http://schemas.microsoft.com/office/drawing/2014/main" id="{5F04A9A7-2C53-4409-8A3A-3029714A1887}"/>
              </a:ext>
            </a:extLst>
          </p:cNvPr>
          <p:cNvGraphicFramePr>
            <a:graphicFrameLocks noChangeAspect="1"/>
          </p:cNvGraphicFramePr>
          <p:nvPr>
            <p:ph sz="quarter" idx="2"/>
          </p:nvPr>
        </p:nvGraphicFramePr>
        <p:xfrm>
          <a:off x="2200276" y="3230166"/>
          <a:ext cx="4031456" cy="794147"/>
        </p:xfrm>
        <a:graphic>
          <a:graphicData uri="http://schemas.openxmlformats.org/presentationml/2006/ole">
            <mc:AlternateContent xmlns:mc="http://schemas.openxmlformats.org/markup-compatibility/2006">
              <mc:Choice xmlns:v="urn:schemas-microsoft-com:vml" Requires="v">
                <p:oleObj spid="_x0000_s134148" name="公式" r:id="rId3" imgW="2222500" imgH="431800" progId="Equation.3">
                  <p:embed/>
                </p:oleObj>
              </mc:Choice>
              <mc:Fallback>
                <p:oleObj name="公式" r:id="rId3" imgW="2222500" imgH="431800" progId="Equation.3">
                  <p:embed/>
                  <p:pic>
                    <p:nvPicPr>
                      <p:cNvPr id="24579" name="Object 6">
                        <a:extLst>
                          <a:ext uri="{FF2B5EF4-FFF2-40B4-BE49-F238E27FC236}">
                            <a16:creationId xmlns:a16="http://schemas.microsoft.com/office/drawing/2014/main" id="{5F04A9A7-2C53-4409-8A3A-3029714A18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0276" y="3230166"/>
                        <a:ext cx="4031456" cy="7941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0" name="Text Box 4">
            <a:extLst>
              <a:ext uri="{FF2B5EF4-FFF2-40B4-BE49-F238E27FC236}">
                <a16:creationId xmlns:a16="http://schemas.microsoft.com/office/drawing/2014/main" id="{6B65249F-E4B9-44E8-A35F-927E289E75DA}"/>
              </a:ext>
            </a:extLst>
          </p:cNvPr>
          <p:cNvSpPr txBox="1">
            <a:spLocks noChangeArrowheads="1"/>
          </p:cNvSpPr>
          <p:nvPr/>
        </p:nvSpPr>
        <p:spPr bwMode="auto">
          <a:xfrm>
            <a:off x="1828800" y="1200150"/>
            <a:ext cx="514350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zh-CN" altLang="en-US" sz="1350">
                <a:solidFill>
                  <a:srgbClr val="007A77"/>
                </a:solidFill>
              </a:rPr>
              <a:t>那么，如果我们在遇到类似的问题时，我们有没有更快更好的办法来解决背包问题？</a:t>
            </a:r>
          </a:p>
        </p:txBody>
      </p:sp>
      <p:sp>
        <p:nvSpPr>
          <p:cNvPr id="24581" name="Text Box 5">
            <a:extLst>
              <a:ext uri="{FF2B5EF4-FFF2-40B4-BE49-F238E27FC236}">
                <a16:creationId xmlns:a16="http://schemas.microsoft.com/office/drawing/2014/main" id="{0332D2DB-D0CF-4DA3-8FB9-39506DD4B78A}"/>
              </a:ext>
            </a:extLst>
          </p:cNvPr>
          <p:cNvSpPr txBox="1">
            <a:spLocks noChangeArrowheads="1"/>
          </p:cNvSpPr>
          <p:nvPr/>
        </p:nvSpPr>
        <p:spPr bwMode="auto">
          <a:xfrm>
            <a:off x="1943100" y="1828800"/>
            <a:ext cx="4972050" cy="113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zh-CN" altLang="en-US" sz="1350">
                <a:solidFill>
                  <a:srgbClr val="007A77"/>
                </a:solidFill>
              </a:rPr>
              <a:t>算法</a:t>
            </a:r>
            <a:r>
              <a:rPr lang="en-US" altLang="zh-CN" sz="1350">
                <a:solidFill>
                  <a:srgbClr val="007A77"/>
                </a:solidFill>
              </a:rPr>
              <a:t>1</a:t>
            </a:r>
            <a:r>
              <a:rPr lang="zh-CN" altLang="en-US" sz="1350">
                <a:solidFill>
                  <a:srgbClr val="007A77"/>
                </a:solidFill>
              </a:rPr>
              <a:t>在计算最大价值时，对生成表的每一个元素都进行了操作，容易想到其算法复杂度为：</a:t>
            </a:r>
            <a:r>
              <a:rPr lang="en-US" altLang="zh-CN" sz="1350">
                <a:solidFill>
                  <a:srgbClr val="007A77"/>
                </a:solidFill>
              </a:rPr>
              <a:t>O</a:t>
            </a:r>
            <a:r>
              <a:rPr lang="zh-CN" altLang="en-US" sz="1350">
                <a:solidFill>
                  <a:srgbClr val="007A77"/>
                </a:solidFill>
              </a:rPr>
              <a:t>（</a:t>
            </a:r>
            <a:r>
              <a:rPr lang="en-US" altLang="zh-CN" sz="1350">
                <a:solidFill>
                  <a:srgbClr val="007A77"/>
                </a:solidFill>
              </a:rPr>
              <a:t>nc</a:t>
            </a:r>
            <a:r>
              <a:rPr lang="zh-CN" altLang="en-US" sz="1350">
                <a:solidFill>
                  <a:srgbClr val="007A77"/>
                </a:solidFill>
              </a:rPr>
              <a:t>）；而改进后的动态规划算法，主要计算量集中在计算跳跃点集。计算</a:t>
            </a:r>
            <a:r>
              <a:rPr lang="en-US" altLang="zh-CN" sz="1350">
                <a:solidFill>
                  <a:srgbClr val="007A77"/>
                </a:solidFill>
              </a:rPr>
              <a:t>p[i+1]</a:t>
            </a:r>
            <a:r>
              <a:rPr lang="zh-CN" altLang="en-US" sz="1350">
                <a:solidFill>
                  <a:srgbClr val="007A77"/>
                </a:solidFill>
              </a:rPr>
              <a:t>和</a:t>
            </a:r>
            <a:r>
              <a:rPr lang="en-US" altLang="zh-CN" sz="1350">
                <a:solidFill>
                  <a:srgbClr val="007A77"/>
                </a:solidFill>
              </a:rPr>
              <a:t>q[i+1]</a:t>
            </a:r>
            <a:r>
              <a:rPr lang="zh-CN" altLang="en-US" sz="1350">
                <a:solidFill>
                  <a:srgbClr val="007A77"/>
                </a:solidFill>
              </a:rPr>
              <a:t>都需要</a:t>
            </a:r>
            <a:r>
              <a:rPr lang="en-US" altLang="zh-CN" sz="1350">
                <a:solidFill>
                  <a:srgbClr val="007A77"/>
                </a:solidFill>
              </a:rPr>
              <a:t>O</a:t>
            </a:r>
            <a:r>
              <a:rPr lang="zh-CN" altLang="en-US" sz="1350">
                <a:solidFill>
                  <a:srgbClr val="007A77"/>
                </a:solidFill>
              </a:rPr>
              <a:t>（</a:t>
            </a:r>
            <a:r>
              <a:rPr lang="en-US" altLang="zh-CN" sz="1350">
                <a:solidFill>
                  <a:srgbClr val="007A77"/>
                </a:solidFill>
              </a:rPr>
              <a:t>| p[i+1] |)</a:t>
            </a:r>
            <a:r>
              <a:rPr lang="zh-CN" altLang="en-US" sz="1350">
                <a:solidFill>
                  <a:srgbClr val="007A77"/>
                </a:solidFill>
              </a:rPr>
              <a:t>的计算时间，合并</a:t>
            </a:r>
            <a:r>
              <a:rPr lang="en-US" altLang="zh-CN" sz="1350">
                <a:solidFill>
                  <a:srgbClr val="007A77"/>
                </a:solidFill>
              </a:rPr>
              <a:t>p[i+1]</a:t>
            </a:r>
            <a:r>
              <a:rPr lang="zh-CN" altLang="en-US" sz="1350">
                <a:solidFill>
                  <a:srgbClr val="007A77"/>
                </a:solidFill>
              </a:rPr>
              <a:t>和</a:t>
            </a:r>
            <a:r>
              <a:rPr lang="en-US" altLang="zh-CN" sz="1350">
                <a:solidFill>
                  <a:srgbClr val="007A77"/>
                </a:solidFill>
              </a:rPr>
              <a:t>q[i+1]</a:t>
            </a:r>
            <a:r>
              <a:rPr lang="zh-CN" altLang="en-US" sz="1350">
                <a:solidFill>
                  <a:srgbClr val="007A77"/>
                </a:solidFill>
              </a:rPr>
              <a:t>也需要</a:t>
            </a:r>
            <a:r>
              <a:rPr lang="en-US" altLang="zh-CN" sz="1350">
                <a:solidFill>
                  <a:srgbClr val="007A77"/>
                </a:solidFill>
              </a:rPr>
              <a:t>O( |p[i+1]| )</a:t>
            </a:r>
            <a:r>
              <a:rPr lang="zh-CN" altLang="en-US" sz="1350">
                <a:solidFill>
                  <a:srgbClr val="007A77"/>
                </a:solidFill>
              </a:rPr>
              <a:t>的时间。所以最后的算法时间复杂度为：</a:t>
            </a:r>
          </a:p>
        </p:txBody>
      </p:sp>
      <p:sp>
        <p:nvSpPr>
          <p:cNvPr id="24582" name="Text Box 8">
            <a:extLst>
              <a:ext uri="{FF2B5EF4-FFF2-40B4-BE49-F238E27FC236}">
                <a16:creationId xmlns:a16="http://schemas.microsoft.com/office/drawing/2014/main" id="{354024E3-55DC-4025-9142-46BDDB63335B}"/>
              </a:ext>
            </a:extLst>
          </p:cNvPr>
          <p:cNvSpPr txBox="1">
            <a:spLocks noChangeArrowheads="1"/>
          </p:cNvSpPr>
          <p:nvPr/>
        </p:nvSpPr>
        <p:spPr bwMode="auto">
          <a:xfrm>
            <a:off x="1771650" y="4114800"/>
            <a:ext cx="457200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zh-CN" altLang="en-US" sz="1350">
                <a:solidFill>
                  <a:srgbClr val="007A77"/>
                </a:solidFill>
              </a:rPr>
              <a:t>而当所给物品的重量为整数时，算法时间复杂度为：</a:t>
            </a:r>
            <a:r>
              <a:rPr lang="en-US" altLang="zh-CN" sz="1350">
                <a:solidFill>
                  <a:srgbClr val="007A77"/>
                </a:solidFill>
              </a:rPr>
              <a:t>min{nc,       }</a:t>
            </a:r>
          </a:p>
        </p:txBody>
      </p:sp>
      <p:graphicFrame>
        <p:nvGraphicFramePr>
          <p:cNvPr id="24583" name="Object 9">
            <a:extLst>
              <a:ext uri="{FF2B5EF4-FFF2-40B4-BE49-F238E27FC236}">
                <a16:creationId xmlns:a16="http://schemas.microsoft.com/office/drawing/2014/main" id="{B0C2DC71-871A-4254-9BA2-6878798317A0}"/>
              </a:ext>
            </a:extLst>
          </p:cNvPr>
          <p:cNvGraphicFramePr>
            <a:graphicFrameLocks noChangeAspect="1"/>
          </p:cNvGraphicFramePr>
          <p:nvPr>
            <p:ph sz="quarter" idx="3"/>
          </p:nvPr>
        </p:nvGraphicFramePr>
        <p:xfrm>
          <a:off x="2316956" y="4288632"/>
          <a:ext cx="304800" cy="264319"/>
        </p:xfrm>
        <a:graphic>
          <a:graphicData uri="http://schemas.openxmlformats.org/presentationml/2006/ole">
            <mc:AlternateContent xmlns:mc="http://schemas.openxmlformats.org/markup-compatibility/2006">
              <mc:Choice xmlns:v="urn:schemas-microsoft-com:vml" Requires="v">
                <p:oleObj spid="_x0000_s134149" name="公式" r:id="rId5" imgW="177646" imgH="190335" progId="Equation.3">
                  <p:embed/>
                </p:oleObj>
              </mc:Choice>
              <mc:Fallback>
                <p:oleObj name="公式" r:id="rId5" imgW="177646" imgH="190335" progId="Equation.3">
                  <p:embed/>
                  <p:pic>
                    <p:nvPicPr>
                      <p:cNvPr id="24583" name="Object 9">
                        <a:extLst>
                          <a:ext uri="{FF2B5EF4-FFF2-40B4-BE49-F238E27FC236}">
                            <a16:creationId xmlns:a16="http://schemas.microsoft.com/office/drawing/2014/main" id="{B0C2DC71-871A-4254-9BA2-6878798317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16956" y="4288632"/>
                        <a:ext cx="304800" cy="264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Rectangle 3">
            <a:extLst>
              <a:ext uri="{FF2B5EF4-FFF2-40B4-BE49-F238E27FC236}">
                <a16:creationId xmlns:a16="http://schemas.microsoft.com/office/drawing/2014/main" id="{8B521AC5-2071-4A27-B7CA-A19381CEC3EB}"/>
              </a:ext>
            </a:extLst>
          </p:cNvPr>
          <p:cNvSpPr>
            <a:spLocks noGrp="1" noRot="1" noChangeArrowheads="1"/>
          </p:cNvSpPr>
          <p:nvPr>
            <p:ph type="body" idx="1"/>
          </p:nvPr>
        </p:nvSpPr>
        <p:spPr>
          <a:xfrm>
            <a:off x="1428750" y="1143001"/>
            <a:ext cx="6172200" cy="3394472"/>
          </a:xfrm>
        </p:spPr>
        <p:txBody>
          <a:bodyPr/>
          <a:lstStyle/>
          <a:p>
            <a:pPr eaLnBrk="1" hangingPunct="1">
              <a:lnSpc>
                <a:spcPct val="90000"/>
              </a:lnSpc>
            </a:pPr>
            <a:r>
              <a:rPr lang="zh-CN" altLang="en-US"/>
              <a:t>对于上题而言，算法</a:t>
            </a:r>
            <a:r>
              <a:rPr lang="en-US" altLang="zh-CN"/>
              <a:t>1</a:t>
            </a:r>
            <a:r>
              <a:rPr lang="zh-CN" altLang="en-US"/>
              <a:t>用了</a:t>
            </a:r>
            <a:r>
              <a:rPr lang="en-US" altLang="zh-CN"/>
              <a:t>(n=5)*(c=10)=50</a:t>
            </a:r>
            <a:r>
              <a:rPr lang="zh-CN" altLang="en-US"/>
              <a:t>次</a:t>
            </a:r>
            <a:r>
              <a:rPr lang="en-US" altLang="zh-CN"/>
              <a:t>;</a:t>
            </a:r>
          </a:p>
          <a:p>
            <a:pPr eaLnBrk="1" hangingPunct="1">
              <a:lnSpc>
                <a:spcPct val="90000"/>
              </a:lnSpc>
            </a:pPr>
            <a:r>
              <a:rPr lang="zh-CN" altLang="en-US"/>
              <a:t>而算法</a:t>
            </a:r>
            <a:r>
              <a:rPr lang="en-US" altLang="zh-CN"/>
              <a:t>2</a:t>
            </a:r>
            <a:r>
              <a:rPr lang="zh-CN" altLang="en-US"/>
              <a:t>用了</a:t>
            </a:r>
            <a:r>
              <a:rPr lang="en-US" altLang="zh-CN"/>
              <a:t>min{nc,2^n}=2^n=32</a:t>
            </a:r>
            <a:r>
              <a:rPr lang="zh-CN" altLang="en-US"/>
              <a:t>次</a:t>
            </a:r>
          </a:p>
          <a:p>
            <a:pPr eaLnBrk="1" hangingPunct="1">
              <a:lnSpc>
                <a:spcPct val="90000"/>
              </a:lnSpc>
            </a:pPr>
            <a:r>
              <a:rPr lang="zh-CN" altLang="en-US"/>
              <a:t>还能找到少于</a:t>
            </a:r>
            <a:r>
              <a:rPr lang="en-US" altLang="zh-CN"/>
              <a:t>32</a:t>
            </a:r>
            <a:r>
              <a:rPr lang="zh-CN" altLang="en-US"/>
              <a:t>次的算法吗？</a:t>
            </a:r>
          </a:p>
          <a:p>
            <a:pPr eaLnBrk="1" hangingPunct="1">
              <a:lnSpc>
                <a:spcPct val="90000"/>
              </a:lnSpc>
            </a:pPr>
            <a:r>
              <a:rPr lang="zh-CN" altLang="en-US"/>
              <a:t>此时我们引进一个概念，即是单位重量的价值量，称为 价值密度。用</a:t>
            </a:r>
            <a:r>
              <a:rPr lang="en-US" altLang="zh-CN"/>
              <a:t>Vi</a:t>
            </a:r>
            <a:r>
              <a:rPr lang="zh-CN" altLang="en-US"/>
              <a:t>来表示；</a:t>
            </a:r>
          </a:p>
          <a:p>
            <a:pPr eaLnBrk="1" hangingPunct="1">
              <a:lnSpc>
                <a:spcPct val="90000"/>
              </a:lnSpc>
            </a:pPr>
            <a:r>
              <a:rPr lang="zh-CN" altLang="en-US"/>
              <a:t>容易计算得</a:t>
            </a:r>
            <a:r>
              <a:rPr lang="en-US" altLang="zh-CN"/>
              <a:t>V1=3</a:t>
            </a:r>
            <a:r>
              <a:rPr lang="zh-CN" altLang="en-US"/>
              <a:t>，</a:t>
            </a:r>
            <a:r>
              <a:rPr lang="en-US" altLang="zh-CN"/>
              <a:t>V2=1.5</a:t>
            </a:r>
            <a:r>
              <a:rPr lang="zh-CN" altLang="en-US"/>
              <a:t>，</a:t>
            </a:r>
            <a:r>
              <a:rPr lang="en-US" altLang="zh-CN"/>
              <a:t>V3=5/6</a:t>
            </a:r>
            <a:r>
              <a:rPr lang="zh-CN" altLang="en-US"/>
              <a:t>；</a:t>
            </a:r>
            <a:r>
              <a:rPr lang="en-US" altLang="zh-CN"/>
              <a:t>V4=0.8,V5=1.5.</a:t>
            </a:r>
            <a:r>
              <a:rPr lang="zh-CN" altLang="en-US"/>
              <a:t>然后按照价值密度的大小关系依次将物品放入背包中。</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F3D82054-A0B0-4803-8762-602580B6BFF0}"/>
              </a:ext>
            </a:extLst>
          </p:cNvPr>
          <p:cNvSpPr>
            <a:spLocks noGrp="1" noRot="1" noChangeArrowheads="1"/>
          </p:cNvSpPr>
          <p:nvPr>
            <p:ph type="title"/>
          </p:nvPr>
        </p:nvSpPr>
        <p:spPr/>
        <p:txBody>
          <a:bodyPr/>
          <a:lstStyle/>
          <a:p>
            <a:pPr eaLnBrk="1" hangingPunct="1"/>
            <a:r>
              <a:rPr lang="zh-CN" altLang="en-US"/>
              <a:t>步骤如下：</a:t>
            </a:r>
          </a:p>
        </p:txBody>
      </p:sp>
      <p:sp>
        <p:nvSpPr>
          <p:cNvPr id="26627" name="Rectangle 3">
            <a:extLst>
              <a:ext uri="{FF2B5EF4-FFF2-40B4-BE49-F238E27FC236}">
                <a16:creationId xmlns:a16="http://schemas.microsoft.com/office/drawing/2014/main" id="{9053B105-C82E-4910-937A-27E064641418}"/>
              </a:ext>
            </a:extLst>
          </p:cNvPr>
          <p:cNvSpPr>
            <a:spLocks noGrp="1" noRot="1" noChangeArrowheads="1"/>
          </p:cNvSpPr>
          <p:nvPr>
            <p:ph type="body" idx="1"/>
          </p:nvPr>
        </p:nvSpPr>
        <p:spPr/>
        <p:txBody>
          <a:bodyPr/>
          <a:lstStyle/>
          <a:p>
            <a:pPr eaLnBrk="1" hangingPunct="1"/>
            <a:r>
              <a:rPr lang="zh-CN" altLang="en-US"/>
              <a:t>优先考虑（</a:t>
            </a:r>
            <a:r>
              <a:rPr lang="en-US" altLang="zh-CN"/>
              <a:t>W1</a:t>
            </a:r>
            <a:r>
              <a:rPr lang="zh-CN" altLang="en-US"/>
              <a:t>，</a:t>
            </a:r>
            <a:r>
              <a:rPr lang="en-US" altLang="zh-CN"/>
              <a:t>V1</a:t>
            </a:r>
            <a:r>
              <a:rPr lang="zh-CN" altLang="en-US"/>
              <a:t>），</a:t>
            </a:r>
            <a:r>
              <a:rPr lang="en-US" altLang="zh-CN"/>
              <a:t>W1=2&lt;C=10</a:t>
            </a:r>
            <a:r>
              <a:rPr lang="zh-CN" altLang="en-US"/>
              <a:t>，放入；在考虑（</a:t>
            </a:r>
            <a:r>
              <a:rPr lang="en-US" altLang="zh-CN"/>
              <a:t>W2,V2</a:t>
            </a:r>
            <a:r>
              <a:rPr lang="zh-CN" altLang="en-US"/>
              <a:t>），</a:t>
            </a:r>
            <a:r>
              <a:rPr lang="en-US" altLang="zh-CN"/>
              <a:t>W2=2&lt;(C-W1)=8,</a:t>
            </a:r>
            <a:r>
              <a:rPr lang="zh-CN" altLang="en-US"/>
              <a:t>放入；在考虑（</a:t>
            </a:r>
            <a:r>
              <a:rPr lang="en-US" altLang="zh-CN"/>
              <a:t>W5</a:t>
            </a:r>
            <a:r>
              <a:rPr lang="zh-CN" altLang="en-US"/>
              <a:t>，</a:t>
            </a:r>
            <a:r>
              <a:rPr lang="en-US" altLang="zh-CN"/>
              <a:t>V5</a:t>
            </a:r>
            <a:r>
              <a:rPr lang="zh-CN" altLang="en-US"/>
              <a:t>）</a:t>
            </a:r>
            <a:r>
              <a:rPr lang="en-US" altLang="zh-CN"/>
              <a:t>,W5=4&lt;(C-W1-W2)=6,</a:t>
            </a:r>
            <a:r>
              <a:rPr lang="zh-CN" altLang="en-US"/>
              <a:t>放入。最后考虑的（</a:t>
            </a:r>
            <a:r>
              <a:rPr lang="en-US" altLang="zh-CN"/>
              <a:t>W3,V3</a:t>
            </a:r>
            <a:r>
              <a:rPr lang="zh-CN" altLang="en-US"/>
              <a:t>），</a:t>
            </a:r>
            <a:r>
              <a:rPr lang="en-US" altLang="zh-CN"/>
              <a:t>(W4</a:t>
            </a:r>
            <a:r>
              <a:rPr lang="zh-CN" altLang="en-US"/>
              <a:t>，</a:t>
            </a:r>
            <a:r>
              <a:rPr lang="en-US" altLang="zh-CN"/>
              <a:t>V4)</a:t>
            </a:r>
            <a:r>
              <a:rPr lang="zh-CN" altLang="en-US"/>
              <a:t>不能再装入了。所以最后的解为：</a:t>
            </a:r>
          </a:p>
          <a:p>
            <a:pPr eaLnBrk="1" hangingPunct="1"/>
            <a:r>
              <a:rPr lang="zh-CN" altLang="en-US"/>
              <a:t>（</a:t>
            </a:r>
            <a:r>
              <a:rPr lang="en-US" altLang="zh-CN"/>
              <a:t>X1</a:t>
            </a:r>
            <a:r>
              <a:rPr lang="zh-CN" altLang="en-US"/>
              <a:t>，</a:t>
            </a:r>
            <a:r>
              <a:rPr lang="en-US" altLang="zh-CN"/>
              <a:t>X2</a:t>
            </a:r>
            <a:r>
              <a:rPr lang="zh-CN" altLang="en-US"/>
              <a:t>，</a:t>
            </a:r>
            <a:r>
              <a:rPr lang="en-US" altLang="zh-CN"/>
              <a:t>X3</a:t>
            </a:r>
            <a:r>
              <a:rPr lang="zh-CN" altLang="en-US"/>
              <a:t>，</a:t>
            </a:r>
            <a:r>
              <a:rPr lang="en-US" altLang="zh-CN"/>
              <a:t>X4</a:t>
            </a:r>
            <a:r>
              <a:rPr lang="zh-CN" altLang="en-US"/>
              <a:t>，</a:t>
            </a:r>
            <a:r>
              <a:rPr lang="en-US" altLang="zh-CN"/>
              <a:t>X5</a:t>
            </a:r>
            <a:r>
              <a:rPr lang="zh-CN" altLang="en-US"/>
              <a:t>）</a:t>
            </a:r>
            <a:r>
              <a:rPr lang="en-US" altLang="zh-CN"/>
              <a:t>=</a:t>
            </a:r>
            <a:r>
              <a:rPr lang="zh-CN" altLang="en-US"/>
              <a:t>（</a:t>
            </a:r>
            <a:r>
              <a:rPr lang="en-US" altLang="zh-CN"/>
              <a:t>1</a:t>
            </a:r>
            <a:r>
              <a:rPr lang="zh-CN" altLang="en-US"/>
              <a:t>，</a:t>
            </a:r>
            <a:r>
              <a:rPr lang="en-US" altLang="zh-CN"/>
              <a:t>1,0,0</a:t>
            </a:r>
            <a:r>
              <a:rPr lang="zh-CN" altLang="en-US"/>
              <a:t>，</a:t>
            </a:r>
            <a:r>
              <a:rPr lang="en-US" altLang="zh-CN"/>
              <a:t>1</a:t>
            </a:r>
            <a:r>
              <a:rPr lang="zh-CN" altLang="en-US"/>
              <a:t>）与动态规划算法答案一致。而我们只用了线性算法的时间复杂度解决问题。</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6BDC3E8A-B8BB-451D-9C05-42DE8D7C258F}"/>
              </a:ext>
            </a:extLst>
          </p:cNvPr>
          <p:cNvSpPr>
            <a:spLocks noGrp="1" noRot="1" noChangeArrowheads="1"/>
          </p:cNvSpPr>
          <p:nvPr>
            <p:ph type="title"/>
          </p:nvPr>
        </p:nvSpPr>
        <p:spPr/>
        <p:txBody>
          <a:bodyPr/>
          <a:lstStyle/>
          <a:p>
            <a:pPr eaLnBrk="1" hangingPunct="1"/>
            <a:endParaRPr lang="zh-CN" altLang="zh-CN"/>
          </a:p>
        </p:txBody>
      </p:sp>
      <p:sp>
        <p:nvSpPr>
          <p:cNvPr id="27651" name="Rectangle 3">
            <a:extLst>
              <a:ext uri="{FF2B5EF4-FFF2-40B4-BE49-F238E27FC236}">
                <a16:creationId xmlns:a16="http://schemas.microsoft.com/office/drawing/2014/main" id="{5CB9B463-EFBE-403D-9611-40F818FB1C88}"/>
              </a:ext>
            </a:extLst>
          </p:cNvPr>
          <p:cNvSpPr>
            <a:spLocks noGrp="1" noRot="1" noChangeArrowheads="1"/>
          </p:cNvSpPr>
          <p:nvPr>
            <p:ph type="body" idx="1"/>
          </p:nvPr>
        </p:nvSpPr>
        <p:spPr/>
        <p:txBody>
          <a:bodyPr/>
          <a:lstStyle/>
          <a:p>
            <a:pPr eaLnBrk="1" hangingPunct="1"/>
            <a:r>
              <a:rPr lang="zh-CN" altLang="en-US"/>
              <a:t>以上所介绍的就是贪心算法。其贪婪准则是，总是优先考虑物品的价值密度，忽略全局，从局部出发，尽可能多的选取价值密度大的物品，直到背包装满。</a:t>
            </a:r>
          </a:p>
          <a:p>
            <a:pPr eaLnBrk="1" hangingPunct="1"/>
            <a:r>
              <a:rPr lang="zh-CN" altLang="en-US"/>
              <a:t>但是采用这种算法一定能得到最优解吗？</a:t>
            </a:r>
          </a:p>
          <a:p>
            <a:pPr eaLnBrk="1" hangingPunct="1"/>
            <a:r>
              <a:rPr lang="zh-CN" altLang="en-US"/>
              <a:t>如果不能，你能给出反例吗？</a:t>
            </a:r>
          </a:p>
        </p:txBody>
      </p:sp>
      <p:sp>
        <p:nvSpPr>
          <p:cNvPr id="33796" name="Text Box 4">
            <a:extLst>
              <a:ext uri="{FF2B5EF4-FFF2-40B4-BE49-F238E27FC236}">
                <a16:creationId xmlns:a16="http://schemas.microsoft.com/office/drawing/2014/main" id="{CBEB0E8F-00A3-4E70-8BDC-E7CAF2E3D0F8}"/>
              </a:ext>
            </a:extLst>
          </p:cNvPr>
          <p:cNvSpPr txBox="1">
            <a:spLocks noChangeArrowheads="1"/>
          </p:cNvSpPr>
          <p:nvPr/>
        </p:nvSpPr>
        <p:spPr bwMode="auto">
          <a:xfrm>
            <a:off x="1943100" y="3886201"/>
            <a:ext cx="474345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defTabSz="685800" fontAlgn="base">
              <a:spcBef>
                <a:spcPct val="50000"/>
              </a:spcBef>
              <a:spcAft>
                <a:spcPct val="0"/>
              </a:spcAft>
              <a:buClrTx/>
              <a:buSzTx/>
              <a:buNone/>
            </a:pPr>
            <a:r>
              <a:rPr lang="zh-CN" altLang="en-US" sz="1350">
                <a:solidFill>
                  <a:srgbClr val="007A77"/>
                </a:solidFill>
              </a:rPr>
              <a:t>反例：</a:t>
            </a:r>
            <a:r>
              <a:rPr lang="en-US" altLang="zh-CN" sz="1350" b="1" u="sng">
                <a:solidFill>
                  <a:srgbClr val="007A77"/>
                </a:solidFill>
              </a:rPr>
              <a:t>n= 3  ,w=[20,15,15],  p=[40,25,25],  c=30</a:t>
            </a:r>
            <a:r>
              <a:rPr lang="en-US" altLang="zh-CN" sz="1350">
                <a:solidFill>
                  <a:srgbClr val="007A77"/>
                </a:solidFill>
              </a:rPr>
              <a:t> </a:t>
            </a:r>
            <a:r>
              <a:rPr lang="zh-CN" altLang="en-US" sz="1350">
                <a:solidFill>
                  <a:srgbClr val="007A77"/>
                </a:solidFill>
              </a:rPr>
              <a:t>采用贪心算法的最大价值是</a:t>
            </a:r>
            <a:r>
              <a:rPr lang="en-US" altLang="zh-CN" sz="1350">
                <a:solidFill>
                  <a:srgbClr val="007A77"/>
                </a:solidFill>
              </a:rPr>
              <a:t>40</a:t>
            </a:r>
            <a:r>
              <a:rPr lang="zh-CN" altLang="en-US" sz="1350">
                <a:solidFill>
                  <a:srgbClr val="007A77"/>
                </a:solidFill>
              </a:rPr>
              <a:t>，而最优解则是</a:t>
            </a:r>
            <a:r>
              <a:rPr lang="en-US" altLang="zh-CN" sz="1350">
                <a:solidFill>
                  <a:srgbClr val="007A77"/>
                </a:solidFill>
              </a:rPr>
              <a:t>50.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3796">
                                            <p:txEl>
                                              <p:pRg st="0" end="0"/>
                                            </p:txEl>
                                          </p:spTgt>
                                        </p:tgtEl>
                                        <p:attrNameLst>
                                          <p:attrName>style.visibility</p:attrName>
                                        </p:attrNameLst>
                                      </p:cBhvr>
                                      <p:to>
                                        <p:strVal val="visible"/>
                                      </p:to>
                                    </p:set>
                                    <p:animEffect transition="in" filter="box(in)">
                                      <p:cBhvr>
                                        <p:cTn id="7" dur="500"/>
                                        <p:tgtEl>
                                          <p:spTgt spid="3379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CB3BC7A4-B40B-456D-944E-50E7E5A453EF}"/>
              </a:ext>
            </a:extLst>
          </p:cNvPr>
          <p:cNvSpPr>
            <a:spLocks noGrp="1" noRot="1" noChangeArrowheads="1"/>
          </p:cNvSpPr>
          <p:nvPr>
            <p:ph type="title"/>
          </p:nvPr>
        </p:nvSpPr>
        <p:spPr/>
        <p:txBody>
          <a:bodyPr/>
          <a:lstStyle/>
          <a:p>
            <a:pPr eaLnBrk="1" hangingPunct="1"/>
            <a:endParaRPr lang="zh-CN" altLang="zh-CN"/>
          </a:p>
        </p:txBody>
      </p:sp>
      <p:sp>
        <p:nvSpPr>
          <p:cNvPr id="28675" name="Rectangle 3">
            <a:extLst>
              <a:ext uri="{FF2B5EF4-FFF2-40B4-BE49-F238E27FC236}">
                <a16:creationId xmlns:a16="http://schemas.microsoft.com/office/drawing/2014/main" id="{9C832B48-D08B-4995-A8D3-A90C8158C8A8}"/>
              </a:ext>
            </a:extLst>
          </p:cNvPr>
          <p:cNvSpPr>
            <a:spLocks noGrp="1" noRot="1" noChangeArrowheads="1"/>
          </p:cNvSpPr>
          <p:nvPr>
            <p:ph type="body" idx="1"/>
          </p:nvPr>
        </p:nvSpPr>
        <p:spPr/>
        <p:txBody>
          <a:bodyPr/>
          <a:lstStyle/>
          <a:p>
            <a:pPr eaLnBrk="1" hangingPunct="1"/>
            <a:r>
              <a:rPr lang="zh-CN" altLang="en-US"/>
              <a:t>最后的最后，背包问题在实际生活和生产中有着广泛的应用，而且至今为止尚未找到一个高效可行的办法来解决。所以希望同学们能学好这部分知识，想出更好的解决办法！</a:t>
            </a:r>
          </a:p>
        </p:txBody>
      </p:sp>
      <p:pic>
        <p:nvPicPr>
          <p:cNvPr id="28676" name="Picture 4">
            <a:extLst>
              <a:ext uri="{FF2B5EF4-FFF2-40B4-BE49-F238E27FC236}">
                <a16:creationId xmlns:a16="http://schemas.microsoft.com/office/drawing/2014/main" id="{512A6523-F488-40CC-9B85-5882BFE31D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0" y="3086100"/>
            <a:ext cx="1485900" cy="148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5" name="标题 2"/>
          <p:cNvSpPr>
            <a:spLocks noGrp="1"/>
          </p:cNvSpPr>
          <p:nvPr>
            <p:ph type="title" idx="4294967295"/>
          </p:nvPr>
        </p:nvSpPr>
        <p:spPr>
          <a:xfrm>
            <a:off x="0" y="205740"/>
            <a:ext cx="6172200" cy="857250"/>
          </a:xfrm>
        </p:spPr>
        <p:txBody>
          <a:bodyPr/>
          <a:lstStyle/>
          <a:p>
            <a:r>
              <a:rPr lang="zh-CN" altLang="en-US" b="1">
                <a:solidFill>
                  <a:srgbClr val="000000"/>
                </a:solidFill>
                <a:latin typeface="Times New Roman" pitchFamily="18" charset="0"/>
                <a:ea typeface="楷体" charset="0"/>
                <a:cs typeface="微软雅黑"/>
              </a:rPr>
              <a:t>作业</a:t>
            </a:r>
          </a:p>
        </p:txBody>
      </p:sp>
      <p:sp>
        <p:nvSpPr>
          <p:cNvPr id="246786" name="内容占位符 3"/>
          <p:cNvSpPr>
            <a:spLocks noGrp="1"/>
          </p:cNvSpPr>
          <p:nvPr>
            <p:ph idx="4294967295"/>
          </p:nvPr>
        </p:nvSpPr>
        <p:spPr>
          <a:xfrm>
            <a:off x="0" y="1200150"/>
            <a:ext cx="7509510" cy="3514725"/>
          </a:xfrm>
        </p:spPr>
        <p:txBody>
          <a:bodyPr/>
          <a:lstStyle/>
          <a:p>
            <a:r>
              <a:rPr lang="zh-CN" altLang="en-US" b="1">
                <a:solidFill>
                  <a:srgbClr val="000000"/>
                </a:solidFill>
                <a:latin typeface="Times New Roman" pitchFamily="18" charset="0"/>
                <a:ea typeface="楷体" charset="0"/>
              </a:rPr>
              <a:t>利用动态规划算法解决</a:t>
            </a:r>
            <a:r>
              <a:rPr lang="en-US" altLang="zh-CN" b="1">
                <a:solidFill>
                  <a:srgbClr val="000000"/>
                </a:solidFill>
                <a:latin typeface="Times New Roman" pitchFamily="18" charset="0"/>
                <a:ea typeface="楷体" charset="0"/>
              </a:rPr>
              <a:t>0-1</a:t>
            </a:r>
            <a:r>
              <a:rPr lang="zh-CN" altLang="en-US" b="1">
                <a:solidFill>
                  <a:srgbClr val="000000"/>
                </a:solidFill>
                <a:latin typeface="Times New Roman" pitchFamily="18" charset="0"/>
                <a:ea typeface="楷体" charset="0"/>
              </a:rPr>
              <a:t>背包问题：</a:t>
            </a:r>
          </a:p>
          <a:p>
            <a:r>
              <a:rPr lang="zh-CN" altLang="en-US" b="1">
                <a:solidFill>
                  <a:srgbClr val="000000"/>
                </a:solidFill>
                <a:latin typeface="Times New Roman" pitchFamily="18" charset="0"/>
                <a:ea typeface="楷体" charset="0"/>
              </a:rPr>
              <a:t>要求：</a:t>
            </a:r>
          </a:p>
          <a:p>
            <a:pPr lvl="1"/>
            <a:r>
              <a:rPr lang="zh-CN" altLang="en-US" b="1">
                <a:solidFill>
                  <a:srgbClr val="000000"/>
                </a:solidFill>
                <a:latin typeface="Times New Roman" pitchFamily="18" charset="0"/>
                <a:ea typeface="楷体" charset="0"/>
              </a:rPr>
              <a:t>算出最优解，给出最优组合。</a:t>
            </a:r>
          </a:p>
          <a:p>
            <a:pPr lvl="1"/>
            <a:r>
              <a:rPr lang="zh-CN" altLang="en-US" b="1">
                <a:solidFill>
                  <a:srgbClr val="000000"/>
                </a:solidFill>
                <a:latin typeface="Times New Roman" pitchFamily="18" charset="0"/>
                <a:ea typeface="楷体" charset="0"/>
              </a:rPr>
              <a:t>实现基本算法，调试成功；</a:t>
            </a:r>
          </a:p>
          <a:p>
            <a:pPr lvl="1"/>
            <a:r>
              <a:rPr lang="zh-CN" altLang="en-US" b="1">
                <a:solidFill>
                  <a:srgbClr val="000000"/>
                </a:solidFill>
                <a:latin typeface="Times New Roman" pitchFamily="18" charset="0"/>
                <a:ea typeface="楷体" charset="0"/>
              </a:rPr>
              <a:t>实现改进算法，调试成功。</a:t>
            </a:r>
            <a:r>
              <a:rPr lang="en-US" altLang="zh-CN" b="1">
                <a:solidFill>
                  <a:srgbClr val="000000"/>
                </a:solidFill>
                <a:latin typeface="Times New Roman" pitchFamily="18" charset="0"/>
                <a:ea typeface="楷体" charset="0"/>
              </a:rPr>
              <a:t> </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标题 1"/>
          <p:cNvSpPr>
            <a:spLocks noGrp="1"/>
          </p:cNvSpPr>
          <p:nvPr>
            <p:ph type="ctrTitle" idx="4294967295"/>
          </p:nvPr>
        </p:nvSpPr>
        <p:spPr>
          <a:xfrm>
            <a:off x="0" y="1257300"/>
            <a:ext cx="5829300" cy="1153795"/>
          </a:xfrm>
        </p:spPr>
        <p:txBody>
          <a:bodyPr/>
          <a:lstStyle/>
          <a:p>
            <a:pPr eaLnBrk="1" hangingPunct="1"/>
            <a:r>
              <a:rPr lang="zh-CN" altLang="en-US" b="1">
                <a:solidFill>
                  <a:srgbClr val="000000"/>
                </a:solidFill>
                <a:latin typeface="Times New Roman" pitchFamily="18" charset="0"/>
                <a:ea typeface="楷体" charset="0"/>
                <a:cs typeface="微软雅黑"/>
              </a:rPr>
              <a:t>货郎担问题</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8833" name="Picture 4"/>
          <p:cNvPicPr>
            <a:picLocks noChangeAspect="1" noChangeArrowheads="1"/>
          </p:cNvPicPr>
          <p:nvPr/>
        </p:nvPicPr>
        <p:blipFill>
          <a:blip r:embed="rId2"/>
          <a:srcRect/>
          <a:stretch>
            <a:fillRect/>
          </a:stretch>
        </p:blipFill>
        <p:spPr bwMode="auto">
          <a:xfrm>
            <a:off x="5436394" y="250031"/>
            <a:ext cx="2228850" cy="1628775"/>
          </a:xfrm>
          <a:prstGeom prst="rect">
            <a:avLst/>
          </a:prstGeom>
          <a:noFill/>
          <a:ln w="9525">
            <a:noFill/>
            <a:miter lim="800000"/>
            <a:headEnd/>
            <a:tailEnd/>
          </a:ln>
        </p:spPr>
      </p:pic>
      <p:pic>
        <p:nvPicPr>
          <p:cNvPr id="248834" name="Picture 5"/>
          <p:cNvPicPr>
            <a:picLocks noChangeAspect="1" noChangeArrowheads="1"/>
          </p:cNvPicPr>
          <p:nvPr/>
        </p:nvPicPr>
        <p:blipFill>
          <a:blip r:embed="rId3"/>
          <a:srcRect/>
          <a:stretch>
            <a:fillRect/>
          </a:stretch>
        </p:blipFill>
        <p:spPr bwMode="auto">
          <a:xfrm>
            <a:off x="1385888" y="303610"/>
            <a:ext cx="1778794" cy="1092994"/>
          </a:xfrm>
          <a:prstGeom prst="rect">
            <a:avLst/>
          </a:prstGeom>
          <a:noFill/>
          <a:ln w="9525">
            <a:noFill/>
            <a:miter lim="800000"/>
            <a:headEnd/>
            <a:tailEnd/>
          </a:ln>
        </p:spPr>
      </p:pic>
      <p:pic>
        <p:nvPicPr>
          <p:cNvPr id="248835" name="Picture 7"/>
          <p:cNvPicPr>
            <a:picLocks noChangeAspect="1" noChangeArrowheads="1"/>
          </p:cNvPicPr>
          <p:nvPr/>
        </p:nvPicPr>
        <p:blipFill>
          <a:blip r:embed="rId4"/>
          <a:srcRect/>
          <a:stretch>
            <a:fillRect/>
          </a:stretch>
        </p:blipFill>
        <p:spPr bwMode="auto">
          <a:xfrm>
            <a:off x="1439466" y="2139554"/>
            <a:ext cx="5099447" cy="1493044"/>
          </a:xfrm>
          <a:prstGeom prst="rect">
            <a:avLst/>
          </a:prstGeom>
          <a:noFill/>
          <a:ln w="9525">
            <a:noFill/>
            <a:miter lim="800000"/>
            <a:headEnd/>
            <a:tailEnd/>
          </a:ln>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9857" name="Picture 4"/>
          <p:cNvPicPr>
            <a:picLocks noChangeAspect="1" noChangeArrowheads="1"/>
          </p:cNvPicPr>
          <p:nvPr/>
        </p:nvPicPr>
        <p:blipFill>
          <a:blip r:embed="rId2"/>
          <a:srcRect/>
          <a:stretch>
            <a:fillRect/>
          </a:stretch>
        </p:blipFill>
        <p:spPr bwMode="auto">
          <a:xfrm>
            <a:off x="1331119" y="465535"/>
            <a:ext cx="2757488" cy="3407569"/>
          </a:xfrm>
          <a:prstGeom prst="rect">
            <a:avLst/>
          </a:prstGeom>
          <a:noFill/>
          <a:ln w="9525">
            <a:noFill/>
            <a:miter lim="800000"/>
            <a:headEnd/>
            <a:tailEnd/>
          </a:ln>
        </p:spPr>
      </p:pic>
      <p:pic>
        <p:nvPicPr>
          <p:cNvPr id="249858" name="Picture 5"/>
          <p:cNvPicPr>
            <a:picLocks noChangeAspect="1" noChangeArrowheads="1"/>
          </p:cNvPicPr>
          <p:nvPr/>
        </p:nvPicPr>
        <p:blipFill>
          <a:blip r:embed="rId3"/>
          <a:srcRect/>
          <a:stretch>
            <a:fillRect/>
          </a:stretch>
        </p:blipFill>
        <p:spPr bwMode="auto">
          <a:xfrm>
            <a:off x="5057775" y="897731"/>
            <a:ext cx="1928813" cy="2007394"/>
          </a:xfrm>
          <a:prstGeom prst="rect">
            <a:avLst/>
          </a:prstGeom>
          <a:noFill/>
          <a:ln w="9525">
            <a:noFill/>
            <a:miter lim="800000"/>
            <a:headEnd/>
            <a:tailEnd/>
          </a:ln>
        </p:spPr>
      </p:pic>
      <p:pic>
        <p:nvPicPr>
          <p:cNvPr id="249859" name="Picture 6"/>
          <p:cNvPicPr>
            <a:picLocks noChangeAspect="1" noChangeArrowheads="1"/>
          </p:cNvPicPr>
          <p:nvPr/>
        </p:nvPicPr>
        <p:blipFill>
          <a:blip r:embed="rId4"/>
          <a:srcRect/>
          <a:stretch>
            <a:fillRect/>
          </a:stretch>
        </p:blipFill>
        <p:spPr bwMode="auto">
          <a:xfrm>
            <a:off x="4842272" y="3274219"/>
            <a:ext cx="2493169" cy="221456"/>
          </a:xfrm>
          <a:prstGeom prst="rect">
            <a:avLst/>
          </a:prstGeom>
          <a:noFill/>
          <a:ln w="9525">
            <a:noFill/>
            <a:miter lim="800000"/>
            <a:headEnd/>
            <a:tailEnd/>
          </a:ln>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3"/>
          <p:cNvSpPr>
            <a:spLocks noGrp="1" noChangeArrowheads="1"/>
          </p:cNvSpPr>
          <p:nvPr>
            <p:ph type="body" idx="4294967295"/>
          </p:nvPr>
        </p:nvSpPr>
        <p:spPr>
          <a:xfrm>
            <a:off x="0" y="1200150"/>
            <a:ext cx="6172200" cy="3514725"/>
          </a:xfrm>
        </p:spPr>
        <p:txBody>
          <a:bodyPr/>
          <a:lstStyle/>
          <a:p>
            <a:pPr eaLnBrk="1" hangingPunct="1"/>
            <a:r>
              <a:rPr lang="zh-CN" altLang="en-US" b="1">
                <a:solidFill>
                  <a:srgbClr val="000000"/>
                </a:solidFill>
                <a:latin typeface="Times New Roman" pitchFamily="18" charset="0"/>
                <a:ea typeface="楷体" charset="0"/>
              </a:rPr>
              <a:t>全解 </a:t>
            </a:r>
            <a:r>
              <a:rPr lang="en-US" altLang="zh-CN" b="1">
                <a:solidFill>
                  <a:srgbClr val="000000"/>
                </a:solidFill>
                <a:latin typeface="Times New Roman" pitchFamily="18" charset="0"/>
                <a:ea typeface="楷体" charset="0"/>
              </a:rPr>
              <a:t>= 1-&gt;k   + min (k -&gt;1)</a:t>
            </a:r>
          </a:p>
          <a:p>
            <a:pPr eaLnBrk="1" hangingPunct="1"/>
            <a:r>
              <a:rPr lang="zh-CN" altLang="en-US" b="1">
                <a:solidFill>
                  <a:srgbClr val="000000"/>
                </a:solidFill>
                <a:latin typeface="Times New Roman" pitchFamily="18" charset="0"/>
                <a:ea typeface="楷体" charset="0"/>
              </a:rPr>
              <a:t>枚举</a:t>
            </a:r>
            <a:r>
              <a:rPr lang="en-US" altLang="zh-CN" b="1">
                <a:solidFill>
                  <a:srgbClr val="000000"/>
                </a:solidFill>
                <a:latin typeface="Times New Roman" pitchFamily="18" charset="0"/>
                <a:ea typeface="楷体" charset="0"/>
              </a:rPr>
              <a:t>k</a:t>
            </a:r>
            <a:r>
              <a:rPr lang="zh-CN" altLang="en-US" b="1">
                <a:solidFill>
                  <a:srgbClr val="000000"/>
                </a:solidFill>
                <a:latin typeface="Times New Roman" pitchFamily="18" charset="0"/>
                <a:ea typeface="楷体" charset="0"/>
              </a:rPr>
              <a:t>，算出</a:t>
            </a:r>
            <a:r>
              <a:rPr lang="en-US" altLang="zh-CN" b="1">
                <a:solidFill>
                  <a:srgbClr val="000000"/>
                </a:solidFill>
                <a:latin typeface="Times New Roman" pitchFamily="18" charset="0"/>
                <a:ea typeface="楷体" charset="0"/>
              </a:rPr>
              <a:t>k-&gt;1</a:t>
            </a:r>
            <a:r>
              <a:rPr lang="zh-CN" altLang="en-US" b="1">
                <a:solidFill>
                  <a:srgbClr val="000000"/>
                </a:solidFill>
                <a:latin typeface="Times New Roman" pitchFamily="18" charset="0"/>
                <a:ea typeface="楷体" charset="0"/>
              </a:rPr>
              <a:t>的最小，则全解就完成了。</a:t>
            </a:r>
          </a:p>
          <a:p>
            <a:pPr eaLnBrk="1" hangingPunct="1"/>
            <a:endParaRPr lang="zh-CN" altLang="en-US" b="1">
              <a:solidFill>
                <a:srgbClr val="000000"/>
              </a:solidFill>
              <a:latin typeface="Times New Roman" pitchFamily="18" charset="0"/>
              <a:ea typeface="楷体" charset="0"/>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1905" name="Picture 4"/>
          <p:cNvPicPr>
            <a:picLocks noChangeAspect="1" noChangeArrowheads="1"/>
          </p:cNvPicPr>
          <p:nvPr/>
        </p:nvPicPr>
        <p:blipFill>
          <a:blip r:embed="rId2"/>
          <a:srcRect/>
          <a:stretch>
            <a:fillRect/>
          </a:stretch>
        </p:blipFill>
        <p:spPr bwMode="auto">
          <a:xfrm>
            <a:off x="1709738" y="519113"/>
            <a:ext cx="1900238" cy="1064419"/>
          </a:xfrm>
          <a:prstGeom prst="rect">
            <a:avLst/>
          </a:prstGeom>
          <a:noFill/>
          <a:ln w="9525">
            <a:noFill/>
            <a:miter lim="800000"/>
            <a:headEnd/>
            <a:tailEnd/>
          </a:ln>
        </p:spPr>
      </p:pic>
      <p:pic>
        <p:nvPicPr>
          <p:cNvPr id="251906" name="Picture 5"/>
          <p:cNvPicPr>
            <a:picLocks noChangeAspect="1" noChangeArrowheads="1"/>
          </p:cNvPicPr>
          <p:nvPr/>
        </p:nvPicPr>
        <p:blipFill>
          <a:blip r:embed="rId3"/>
          <a:srcRect/>
          <a:stretch>
            <a:fillRect/>
          </a:stretch>
        </p:blipFill>
        <p:spPr bwMode="auto">
          <a:xfrm>
            <a:off x="4680347" y="627460"/>
            <a:ext cx="2300288" cy="921544"/>
          </a:xfrm>
          <a:prstGeom prst="rect">
            <a:avLst/>
          </a:prstGeom>
          <a:noFill/>
          <a:ln w="9525">
            <a:noFill/>
            <a:miter lim="800000"/>
            <a:headEnd/>
            <a:tailEnd/>
          </a:ln>
        </p:spPr>
      </p:pic>
      <p:pic>
        <p:nvPicPr>
          <p:cNvPr id="251907" name="Picture 6"/>
          <p:cNvPicPr>
            <a:picLocks noChangeAspect="1" noChangeArrowheads="1"/>
          </p:cNvPicPr>
          <p:nvPr/>
        </p:nvPicPr>
        <p:blipFill>
          <a:blip r:embed="rId4"/>
          <a:srcRect/>
          <a:stretch>
            <a:fillRect/>
          </a:stretch>
        </p:blipFill>
        <p:spPr bwMode="auto">
          <a:xfrm>
            <a:off x="1547813" y="1869281"/>
            <a:ext cx="2671763" cy="807244"/>
          </a:xfrm>
          <a:prstGeom prst="rect">
            <a:avLst/>
          </a:prstGeom>
          <a:noFill/>
          <a:ln w="9525">
            <a:noFill/>
            <a:miter lim="800000"/>
            <a:headEnd/>
            <a:tailEnd/>
          </a:ln>
        </p:spPr>
      </p:pic>
      <p:pic>
        <p:nvPicPr>
          <p:cNvPr id="251908" name="Picture 7"/>
          <p:cNvPicPr>
            <a:picLocks noChangeAspect="1" noChangeArrowheads="1"/>
          </p:cNvPicPr>
          <p:nvPr/>
        </p:nvPicPr>
        <p:blipFill>
          <a:blip r:embed="rId5"/>
          <a:srcRect/>
          <a:stretch>
            <a:fillRect/>
          </a:stretch>
        </p:blipFill>
        <p:spPr bwMode="auto">
          <a:xfrm>
            <a:off x="1601391" y="2787254"/>
            <a:ext cx="2664619" cy="528638"/>
          </a:xfrm>
          <a:prstGeom prst="rect">
            <a:avLst/>
          </a:prstGeom>
          <a:noFill/>
          <a:ln w="9525">
            <a:noFill/>
            <a:miter lim="800000"/>
            <a:headEnd/>
            <a:tailEnd/>
          </a:ln>
        </p:spPr>
      </p:pic>
      <p:pic>
        <p:nvPicPr>
          <p:cNvPr id="251909" name="Picture 8"/>
          <p:cNvPicPr>
            <a:picLocks noChangeAspect="1" noChangeArrowheads="1"/>
          </p:cNvPicPr>
          <p:nvPr/>
        </p:nvPicPr>
        <p:blipFill>
          <a:blip r:embed="rId6"/>
          <a:srcRect/>
          <a:stretch>
            <a:fillRect/>
          </a:stretch>
        </p:blipFill>
        <p:spPr bwMode="auto">
          <a:xfrm>
            <a:off x="2195513" y="3489722"/>
            <a:ext cx="3814763" cy="850106"/>
          </a:xfrm>
          <a:prstGeom prst="rect">
            <a:avLst/>
          </a:prstGeom>
          <a:noFill/>
          <a:ln w="9525">
            <a:noFill/>
            <a:miter lim="800000"/>
            <a:headEnd/>
            <a:tailEnd/>
          </a:ln>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2929" name="Picture 5"/>
          <p:cNvPicPr>
            <a:picLocks noChangeAspect="1" noChangeArrowheads="1"/>
          </p:cNvPicPr>
          <p:nvPr/>
        </p:nvPicPr>
        <p:blipFill>
          <a:blip r:embed="rId2"/>
          <a:srcRect/>
          <a:stretch>
            <a:fillRect/>
          </a:stretch>
        </p:blipFill>
        <p:spPr bwMode="auto">
          <a:xfrm>
            <a:off x="1277541" y="1762125"/>
            <a:ext cx="3164681" cy="1128713"/>
          </a:xfrm>
          <a:prstGeom prst="rect">
            <a:avLst/>
          </a:prstGeom>
          <a:noFill/>
          <a:ln w="9525">
            <a:noFill/>
            <a:miter lim="800000"/>
            <a:headEnd/>
            <a:tailEnd/>
          </a:ln>
        </p:spPr>
      </p:pic>
      <p:pic>
        <p:nvPicPr>
          <p:cNvPr id="252930" name="Picture 6"/>
          <p:cNvPicPr>
            <a:picLocks noChangeAspect="1" noChangeArrowheads="1"/>
          </p:cNvPicPr>
          <p:nvPr/>
        </p:nvPicPr>
        <p:blipFill>
          <a:blip r:embed="rId3"/>
          <a:srcRect/>
          <a:stretch>
            <a:fillRect/>
          </a:stretch>
        </p:blipFill>
        <p:spPr bwMode="auto">
          <a:xfrm>
            <a:off x="1277541" y="3112294"/>
            <a:ext cx="4316015" cy="878681"/>
          </a:xfrm>
          <a:prstGeom prst="rect">
            <a:avLst/>
          </a:prstGeom>
          <a:noFill/>
          <a:ln w="9525">
            <a:noFill/>
            <a:miter lim="800000"/>
            <a:headEnd/>
            <a:tailEnd/>
          </a:ln>
        </p:spPr>
      </p:pic>
      <p:pic>
        <p:nvPicPr>
          <p:cNvPr id="252931" name="Picture 7"/>
          <p:cNvPicPr>
            <a:picLocks noChangeAspect="1" noChangeArrowheads="1"/>
          </p:cNvPicPr>
          <p:nvPr/>
        </p:nvPicPr>
        <p:blipFill>
          <a:blip r:embed="rId4"/>
          <a:srcRect/>
          <a:stretch>
            <a:fillRect/>
          </a:stretch>
        </p:blipFill>
        <p:spPr bwMode="auto">
          <a:xfrm>
            <a:off x="5436394" y="573881"/>
            <a:ext cx="1864519" cy="1143000"/>
          </a:xfrm>
          <a:prstGeom prst="rect">
            <a:avLst/>
          </a:prstGeom>
          <a:noFill/>
          <a:ln w="9525">
            <a:noFill/>
            <a:miter lim="800000"/>
            <a:headEnd/>
            <a:tailEnd/>
          </a:ln>
        </p:spPr>
      </p:pic>
      <p:pic>
        <p:nvPicPr>
          <p:cNvPr id="252932" name="Picture 8"/>
          <p:cNvPicPr>
            <a:picLocks noChangeAspect="1" noChangeArrowheads="1"/>
          </p:cNvPicPr>
          <p:nvPr/>
        </p:nvPicPr>
        <p:blipFill>
          <a:blip r:embed="rId5"/>
          <a:srcRect/>
          <a:stretch>
            <a:fillRect/>
          </a:stretch>
        </p:blipFill>
        <p:spPr bwMode="auto">
          <a:xfrm>
            <a:off x="1331119" y="195263"/>
            <a:ext cx="2821781" cy="1385888"/>
          </a:xfrm>
          <a:prstGeom prst="rect">
            <a:avLst/>
          </a:prstGeom>
          <a:noFill/>
          <a:ln w="9525">
            <a:noFill/>
            <a:miter lim="800000"/>
            <a:headEnd/>
            <a:tailEnd/>
          </a:ln>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文本框 2"/>
          <p:cNvSpPr txBox="1"/>
          <p:nvPr/>
        </p:nvSpPr>
        <p:spPr>
          <a:xfrm>
            <a:off x="309082" y="1765252"/>
            <a:ext cx="5827236" cy="1446550"/>
          </a:xfrm>
          <a:prstGeom prst="rect">
            <a:avLst/>
          </a:prstGeom>
          <a:noFill/>
        </p:spPr>
        <p:txBody>
          <a:bodyPr wrap="none" rtlCol="0">
            <a:spAutoFit/>
          </a:bodyPr>
          <a:lstStyle/>
          <a:p>
            <a:r>
              <a:rPr lang="zh-CN" altLang="en-US" sz="8800" dirty="0">
                <a:solidFill>
                  <a:srgbClr val="68991C"/>
                </a:solidFill>
                <a:latin typeface="叶根友圆趣卡通体" panose="02010601030101010101" pitchFamily="2" charset="-122"/>
                <a:ea typeface="叶根友圆趣卡通体" panose="02010601030101010101" pitchFamily="2" charset="-122"/>
                <a:cs typeface="+mn-ea"/>
                <a:sym typeface="Arial" pitchFamily="34" charset="0"/>
              </a:rPr>
              <a:t>谢谢聆听！</a:t>
            </a:r>
            <a:endParaRPr lang="zh-CN" altLang="en-US" sz="5400" dirty="0">
              <a:solidFill>
                <a:srgbClr val="68991C"/>
              </a:solidFill>
              <a:latin typeface="叶根友圆趣卡通体" panose="02010601030101010101" pitchFamily="2" charset="-122"/>
              <a:ea typeface="叶根友圆趣卡通体" panose="02010601030101010101" pitchFamily="2" charset="-122"/>
              <a:cs typeface="+mn-ea"/>
              <a:sym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1_Custom Design">
  <a:themeElements>
    <a:clrScheme name="1_Colored Theme">
      <a:dk1>
        <a:srgbClr val="91969B"/>
      </a:dk1>
      <a:lt1>
        <a:srgbClr val="FFFFFF"/>
      </a:lt1>
      <a:dk2>
        <a:srgbClr val="91969B"/>
      </a:dk2>
      <a:lt2>
        <a:srgbClr val="FFFFFF"/>
      </a:lt2>
      <a:accent1>
        <a:srgbClr val="DC7B87"/>
      </a:accent1>
      <a:accent2>
        <a:srgbClr val="C4DC61"/>
      </a:accent2>
      <a:accent3>
        <a:srgbClr val="EED551"/>
      </a:accent3>
      <a:accent4>
        <a:srgbClr val="679BDE"/>
      </a:accent4>
      <a:accent5>
        <a:srgbClr val="AE3C53"/>
      </a:accent5>
      <a:accent6>
        <a:srgbClr val="40C3BB"/>
      </a:accent6>
      <a:hlink>
        <a:srgbClr val="F33B48"/>
      </a:hlink>
      <a:folHlink>
        <a:srgbClr val="FFFF00"/>
      </a:folHlink>
    </a:clrScheme>
    <a:fontScheme name="Arial">
      <a:majorFont>
        <a:latin typeface="Arial"/>
        <a:ea typeface=""/>
        <a:cs typeface="FontAwesome"/>
      </a:majorFont>
      <a:minorFont>
        <a:latin typeface="Arial"/>
        <a:ea typeface=""/>
        <a:cs typeface="FontAwesom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C000"/>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107763" dir="189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107763" dir="189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诗情画意">
  <a:themeElements>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fontScheme name="诗情画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诗情画意 1">
        <a:dk1>
          <a:srgbClr val="007A77"/>
        </a:dk1>
        <a:lt1>
          <a:srgbClr val="FFFFFF"/>
        </a:lt1>
        <a:dk2>
          <a:srgbClr val="003399"/>
        </a:dk2>
        <a:lt2>
          <a:srgbClr val="C0C0C0"/>
        </a:lt2>
        <a:accent1>
          <a:srgbClr val="EBF7FF"/>
        </a:accent1>
        <a:accent2>
          <a:srgbClr val="3366FF"/>
        </a:accent2>
        <a:accent3>
          <a:srgbClr val="FFFFFF"/>
        </a:accent3>
        <a:accent4>
          <a:srgbClr val="006765"/>
        </a:accent4>
        <a:accent5>
          <a:srgbClr val="F3FAFF"/>
        </a:accent5>
        <a:accent6>
          <a:srgbClr val="2D5CE7"/>
        </a:accent6>
        <a:hlink>
          <a:srgbClr val="DC5900"/>
        </a:hlink>
        <a:folHlink>
          <a:srgbClr val="7979A5"/>
        </a:folHlink>
      </a:clrScheme>
      <a:clrMap bg1="lt1" tx1="dk1" bg2="lt2" tx2="dk2" accent1="accent1" accent2="accent2" accent3="accent3" accent4="accent4" accent5="accent5" accent6="accent6" hlink="hlink" folHlink="folHlink"/>
    </a:extraClrScheme>
    <a:extraClrScheme>
      <a:clrScheme name="诗情画意 2">
        <a:dk1>
          <a:srgbClr val="005FBE"/>
        </a:dk1>
        <a:lt1>
          <a:srgbClr val="FFFFDD"/>
        </a:lt1>
        <a:dk2>
          <a:srgbClr val="2C5884"/>
        </a:dk2>
        <a:lt2>
          <a:srgbClr val="C0C0C0"/>
        </a:lt2>
        <a:accent1>
          <a:srgbClr val="E9F7FF"/>
        </a:accent1>
        <a:accent2>
          <a:srgbClr val="F89400"/>
        </a:accent2>
        <a:accent3>
          <a:srgbClr val="FFFFEB"/>
        </a:accent3>
        <a:accent4>
          <a:srgbClr val="0050A2"/>
        </a:accent4>
        <a:accent5>
          <a:srgbClr val="F2FAFF"/>
        </a:accent5>
        <a:accent6>
          <a:srgbClr val="E18600"/>
        </a:accent6>
        <a:hlink>
          <a:srgbClr val="B20048"/>
        </a:hlink>
        <a:folHlink>
          <a:srgbClr val="008080"/>
        </a:folHlink>
      </a:clrScheme>
      <a:clrMap bg1="lt1" tx1="dk1" bg2="lt2" tx2="dk2" accent1="accent1" accent2="accent2" accent3="accent3" accent4="accent4" accent5="accent5" accent6="accent6" hlink="hlink" folHlink="folHlink"/>
    </a:extraClrScheme>
    <a:extraClrScheme>
      <a:clrScheme name="诗情画意 3">
        <a:dk1>
          <a:srgbClr val="5D5D8B"/>
        </a:dk1>
        <a:lt1>
          <a:srgbClr val="DAEADE"/>
        </a:lt1>
        <a:dk2>
          <a:srgbClr val="A25269"/>
        </a:dk2>
        <a:lt2>
          <a:srgbClr val="C0C0C0"/>
        </a:lt2>
        <a:accent1>
          <a:srgbClr val="FFFFDD"/>
        </a:accent1>
        <a:accent2>
          <a:srgbClr val="3399FF"/>
        </a:accent2>
        <a:accent3>
          <a:srgbClr val="EAF3EC"/>
        </a:accent3>
        <a:accent4>
          <a:srgbClr val="4E4E76"/>
        </a:accent4>
        <a:accent5>
          <a:srgbClr val="FFFFEB"/>
        </a:accent5>
        <a:accent6>
          <a:srgbClr val="2D8AE7"/>
        </a:accent6>
        <a:hlink>
          <a:srgbClr val="336699"/>
        </a:hlink>
        <a:folHlink>
          <a:srgbClr val="F08F00"/>
        </a:folHlink>
      </a:clrScheme>
      <a:clrMap bg1="lt1" tx1="dk1" bg2="lt2" tx2="dk2" accent1="accent1" accent2="accent2" accent3="accent3" accent4="accent4" accent5="accent5" accent6="accent6" hlink="hlink" folHlink="folHlink"/>
    </a:extraClrScheme>
    <a:extraClrScheme>
      <a:clrScheme name="诗情画意 4">
        <a:dk1>
          <a:srgbClr val="006666"/>
        </a:dk1>
        <a:lt1>
          <a:srgbClr val="CCECFF"/>
        </a:lt1>
        <a:dk2>
          <a:srgbClr val="336699"/>
        </a:dk2>
        <a:lt2>
          <a:srgbClr val="C0C0C0"/>
        </a:lt2>
        <a:accent1>
          <a:srgbClr val="FFFFCC"/>
        </a:accent1>
        <a:accent2>
          <a:srgbClr val="FF6600"/>
        </a:accent2>
        <a:accent3>
          <a:srgbClr val="E2F4FF"/>
        </a:accent3>
        <a:accent4>
          <a:srgbClr val="005656"/>
        </a:accent4>
        <a:accent5>
          <a:srgbClr val="FFFFE2"/>
        </a:accent5>
        <a:accent6>
          <a:srgbClr val="E75C00"/>
        </a:accent6>
        <a:hlink>
          <a:srgbClr val="0066FF"/>
        </a:hlink>
        <a:folHlink>
          <a:srgbClr val="BE547F"/>
        </a:folHlink>
      </a:clrScheme>
      <a:clrMap bg1="lt1" tx1="dk1" bg2="lt2" tx2="dk2" accent1="accent1" accent2="accent2" accent3="accent3" accent4="accent4" accent5="accent5" accent6="accent6" hlink="hlink" folHlink="folHlink"/>
    </a:extraClrScheme>
    <a:extraClrScheme>
      <a:clrScheme name="诗情画意 5">
        <a:dk1>
          <a:srgbClr val="0033CC"/>
        </a:dk1>
        <a:lt1>
          <a:srgbClr val="FFE9E9"/>
        </a:lt1>
        <a:dk2>
          <a:srgbClr val="000000"/>
        </a:dk2>
        <a:lt2>
          <a:srgbClr val="C0C0C0"/>
        </a:lt2>
        <a:accent1>
          <a:srgbClr val="D5E5DB"/>
        </a:accent1>
        <a:accent2>
          <a:srgbClr val="3366FF"/>
        </a:accent2>
        <a:accent3>
          <a:srgbClr val="FFF2F2"/>
        </a:accent3>
        <a:accent4>
          <a:srgbClr val="002AAE"/>
        </a:accent4>
        <a:accent5>
          <a:srgbClr val="E7F0EA"/>
        </a:accent5>
        <a:accent6>
          <a:srgbClr val="2D5CE7"/>
        </a:accent6>
        <a:hlink>
          <a:srgbClr val="FF9900"/>
        </a:hlink>
        <a:folHlink>
          <a:srgbClr val="008080"/>
        </a:folHlink>
      </a:clrScheme>
      <a:clrMap bg1="lt1" tx1="dk1" bg2="lt2" tx2="dk2" accent1="accent1" accent2="accent2" accent3="accent3" accent4="accent4" accent5="accent5" accent6="accent6" hlink="hlink" folHlink="folHlink"/>
    </a:extraClrScheme>
    <a:extraClrScheme>
      <a:clrScheme name="诗情画意 6">
        <a:dk1>
          <a:srgbClr val="336699"/>
        </a:dk1>
        <a:lt1>
          <a:srgbClr val="F4E9E0"/>
        </a:lt1>
        <a:dk2>
          <a:srgbClr val="DC5900"/>
        </a:dk2>
        <a:lt2>
          <a:srgbClr val="C0C0C0"/>
        </a:lt2>
        <a:accent1>
          <a:srgbClr val="E4E4E4"/>
        </a:accent1>
        <a:accent2>
          <a:srgbClr val="3399FF"/>
        </a:accent2>
        <a:accent3>
          <a:srgbClr val="F8F2ED"/>
        </a:accent3>
        <a:accent4>
          <a:srgbClr val="2A5682"/>
        </a:accent4>
        <a:accent5>
          <a:srgbClr val="EFEFEF"/>
        </a:accent5>
        <a:accent6>
          <a:srgbClr val="2D8AE7"/>
        </a:accent6>
        <a:hlink>
          <a:srgbClr val="CC0066"/>
        </a:hlink>
        <a:folHlink>
          <a:srgbClr val="008080"/>
        </a:folHlink>
      </a:clrScheme>
      <a:clrMap bg1="lt1" tx1="dk1" bg2="lt2" tx2="dk2" accent1="accent1" accent2="accent2" accent3="accent3" accent4="accent4" accent5="accent5" accent6="accent6" hlink="hlink" folHlink="folHlink"/>
    </a:extraClrScheme>
    <a:extraClrScheme>
      <a:clrScheme name="诗情画意 7">
        <a:dk1>
          <a:srgbClr val="CC3300"/>
        </a:dk1>
        <a:lt1>
          <a:srgbClr val="E5E5FF"/>
        </a:lt1>
        <a:dk2>
          <a:srgbClr val="565680"/>
        </a:dk2>
        <a:lt2>
          <a:srgbClr val="C0C0C0"/>
        </a:lt2>
        <a:accent1>
          <a:srgbClr val="E6E4EC"/>
        </a:accent1>
        <a:accent2>
          <a:srgbClr val="0066CC"/>
        </a:accent2>
        <a:accent3>
          <a:srgbClr val="F0F0FF"/>
        </a:accent3>
        <a:accent4>
          <a:srgbClr val="AE2A00"/>
        </a:accent4>
        <a:accent5>
          <a:srgbClr val="F0EFF4"/>
        </a:accent5>
        <a:accent6>
          <a:srgbClr val="005CB9"/>
        </a:accent6>
        <a:hlink>
          <a:srgbClr val="008080"/>
        </a:hlink>
        <a:folHlink>
          <a:srgbClr val="7B7BA7"/>
        </a:folHlink>
      </a:clrScheme>
      <a:clrMap bg1="lt1" tx1="dk1" bg2="lt2" tx2="dk2" accent1="accent1" accent2="accent2" accent3="accent3" accent4="accent4" accent5="accent5" accent6="accent6" hlink="hlink" folHlink="folHlink"/>
    </a:extraClrScheme>
    <a:extraClrScheme>
      <a:clrScheme name="诗情画意 8">
        <a:dk1>
          <a:srgbClr val="000099"/>
        </a:dk1>
        <a:lt1>
          <a:srgbClr val="FFE2C5"/>
        </a:lt1>
        <a:dk2>
          <a:srgbClr val="007D7A"/>
        </a:dk2>
        <a:lt2>
          <a:srgbClr val="C0C0C0"/>
        </a:lt2>
        <a:accent1>
          <a:srgbClr val="EAEAEA"/>
        </a:accent1>
        <a:accent2>
          <a:srgbClr val="B26EB4"/>
        </a:accent2>
        <a:accent3>
          <a:srgbClr val="FFEEDF"/>
        </a:accent3>
        <a:accent4>
          <a:srgbClr val="000082"/>
        </a:accent4>
        <a:accent5>
          <a:srgbClr val="F3F3F3"/>
        </a:accent5>
        <a:accent6>
          <a:srgbClr val="A163A3"/>
        </a:accent6>
        <a:hlink>
          <a:srgbClr val="CC3300"/>
        </a:hlink>
        <a:folHlink>
          <a:srgbClr val="0088E4"/>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1_Colored Theme">
    <a:dk1>
      <a:srgbClr val="91969B"/>
    </a:dk1>
    <a:lt1>
      <a:srgbClr val="FFFFFF"/>
    </a:lt1>
    <a:dk2>
      <a:srgbClr val="91969B"/>
    </a:dk2>
    <a:lt2>
      <a:srgbClr val="FFFFFF"/>
    </a:lt2>
    <a:accent1>
      <a:srgbClr val="DC7B87"/>
    </a:accent1>
    <a:accent2>
      <a:srgbClr val="C4DC61"/>
    </a:accent2>
    <a:accent3>
      <a:srgbClr val="EED551"/>
    </a:accent3>
    <a:accent4>
      <a:srgbClr val="679BDE"/>
    </a:accent4>
    <a:accent5>
      <a:srgbClr val="AE3C53"/>
    </a:accent5>
    <a:accent6>
      <a:srgbClr val="40C3BB"/>
    </a:accent6>
    <a:hlink>
      <a:srgbClr val="F33B48"/>
    </a:hlink>
    <a:folHlink>
      <a:srgbClr val="FFFF00"/>
    </a:folHlink>
  </a:clrScheme>
</a:themeOverride>
</file>

<file path=ppt/theme/themeOverride2.xml><?xml version="1.0" encoding="utf-8"?>
<a:themeOverride xmlns:a="http://schemas.openxmlformats.org/drawingml/2006/main">
  <a:clrScheme name="1_Colored Theme">
    <a:dk1>
      <a:srgbClr val="91969B"/>
    </a:dk1>
    <a:lt1>
      <a:srgbClr val="FFFFFF"/>
    </a:lt1>
    <a:dk2>
      <a:srgbClr val="91969B"/>
    </a:dk2>
    <a:lt2>
      <a:srgbClr val="FFFFFF"/>
    </a:lt2>
    <a:accent1>
      <a:srgbClr val="DC7B87"/>
    </a:accent1>
    <a:accent2>
      <a:srgbClr val="C4DC61"/>
    </a:accent2>
    <a:accent3>
      <a:srgbClr val="EED551"/>
    </a:accent3>
    <a:accent4>
      <a:srgbClr val="679BDE"/>
    </a:accent4>
    <a:accent5>
      <a:srgbClr val="AE3C53"/>
    </a:accent5>
    <a:accent6>
      <a:srgbClr val="40C3BB"/>
    </a:accent6>
    <a:hlink>
      <a:srgbClr val="F33B48"/>
    </a:hlink>
    <a:folHlink>
      <a:srgbClr val="FFFF00"/>
    </a:folHlink>
  </a:clrScheme>
</a:themeOverride>
</file>

<file path=ppt/theme/themeOverride3.xml><?xml version="1.0" encoding="utf-8"?>
<a:themeOverride xmlns:a="http://schemas.openxmlformats.org/drawingml/2006/main">
  <a:clrScheme name="1_Colored Theme">
    <a:dk1>
      <a:srgbClr val="91969B"/>
    </a:dk1>
    <a:lt1>
      <a:srgbClr val="FFFFFF"/>
    </a:lt1>
    <a:dk2>
      <a:srgbClr val="91969B"/>
    </a:dk2>
    <a:lt2>
      <a:srgbClr val="FFFFFF"/>
    </a:lt2>
    <a:accent1>
      <a:srgbClr val="DC7B87"/>
    </a:accent1>
    <a:accent2>
      <a:srgbClr val="C4DC61"/>
    </a:accent2>
    <a:accent3>
      <a:srgbClr val="EED551"/>
    </a:accent3>
    <a:accent4>
      <a:srgbClr val="679BDE"/>
    </a:accent4>
    <a:accent5>
      <a:srgbClr val="AE3C53"/>
    </a:accent5>
    <a:accent6>
      <a:srgbClr val="40C3BB"/>
    </a:accent6>
    <a:hlink>
      <a:srgbClr val="F33B48"/>
    </a:hlink>
    <a:folHlink>
      <a:srgbClr val="FFFF00"/>
    </a:folHlink>
  </a:clrScheme>
</a:themeOverride>
</file>

<file path=ppt/theme/themeOverride4.xml><?xml version="1.0" encoding="utf-8"?>
<a:themeOverride xmlns:a="http://schemas.openxmlformats.org/drawingml/2006/main">
  <a:clrScheme name="1_Colored Theme">
    <a:dk1>
      <a:srgbClr val="91969B"/>
    </a:dk1>
    <a:lt1>
      <a:srgbClr val="FFFFFF"/>
    </a:lt1>
    <a:dk2>
      <a:srgbClr val="91969B"/>
    </a:dk2>
    <a:lt2>
      <a:srgbClr val="FFFFFF"/>
    </a:lt2>
    <a:accent1>
      <a:srgbClr val="DC7B87"/>
    </a:accent1>
    <a:accent2>
      <a:srgbClr val="C4DC61"/>
    </a:accent2>
    <a:accent3>
      <a:srgbClr val="EED551"/>
    </a:accent3>
    <a:accent4>
      <a:srgbClr val="679BDE"/>
    </a:accent4>
    <a:accent5>
      <a:srgbClr val="AE3C53"/>
    </a:accent5>
    <a:accent6>
      <a:srgbClr val="40C3BB"/>
    </a:accent6>
    <a:hlink>
      <a:srgbClr val="F33B48"/>
    </a:hlink>
    <a:folHlink>
      <a:srgbClr val="FFFF00"/>
    </a:folHlink>
  </a:clrScheme>
</a:themeOverride>
</file>

<file path=ppt/theme/themeOverride5.xml><?xml version="1.0" encoding="utf-8"?>
<a:themeOverride xmlns:a="http://schemas.openxmlformats.org/drawingml/2006/main">
  <a:clrScheme name="1_Colored Theme">
    <a:dk1>
      <a:srgbClr val="91969B"/>
    </a:dk1>
    <a:lt1>
      <a:srgbClr val="FFFFFF"/>
    </a:lt1>
    <a:dk2>
      <a:srgbClr val="91969B"/>
    </a:dk2>
    <a:lt2>
      <a:srgbClr val="FFFFFF"/>
    </a:lt2>
    <a:accent1>
      <a:srgbClr val="DC7B87"/>
    </a:accent1>
    <a:accent2>
      <a:srgbClr val="C4DC61"/>
    </a:accent2>
    <a:accent3>
      <a:srgbClr val="EED551"/>
    </a:accent3>
    <a:accent4>
      <a:srgbClr val="679BDE"/>
    </a:accent4>
    <a:accent5>
      <a:srgbClr val="AE3C53"/>
    </a:accent5>
    <a:accent6>
      <a:srgbClr val="40C3BB"/>
    </a:accent6>
    <a:hlink>
      <a:srgbClr val="F33B48"/>
    </a:hlink>
    <a:folHlink>
      <a:srgbClr val="FFFF00"/>
    </a:folHlink>
  </a:clrScheme>
</a:themeOverride>
</file>

<file path=docProps/app.xml><?xml version="1.0" encoding="utf-8"?>
<Properties xmlns="http://schemas.openxmlformats.org/officeDocument/2006/extended-properties" xmlns:vt="http://schemas.openxmlformats.org/officeDocument/2006/docPropsVTypes">
  <TotalTime>192</TotalTime>
  <Words>13145</Words>
  <Application>Microsoft Office PowerPoint</Application>
  <PresentationFormat>全屏显示(16:9)</PresentationFormat>
  <Paragraphs>1124</Paragraphs>
  <Slides>165</Slides>
  <Notes>13</Notes>
  <HiddenSlides>0</HiddenSlides>
  <MMClips>0</MMClips>
  <ScaleCrop>false</ScaleCrop>
  <HeadingPairs>
    <vt:vector size="8" baseType="variant">
      <vt:variant>
        <vt:lpstr>已用的字体</vt:lpstr>
      </vt:variant>
      <vt:variant>
        <vt:i4>15</vt:i4>
      </vt:variant>
      <vt:variant>
        <vt:lpstr>主题</vt:lpstr>
      </vt:variant>
      <vt:variant>
        <vt:i4>3</vt:i4>
      </vt:variant>
      <vt:variant>
        <vt:lpstr>嵌入 OLE 服务器</vt:lpstr>
      </vt:variant>
      <vt:variant>
        <vt:i4>6</vt:i4>
      </vt:variant>
      <vt:variant>
        <vt:lpstr>幻灯片标题</vt:lpstr>
      </vt:variant>
      <vt:variant>
        <vt:i4>165</vt:i4>
      </vt:variant>
    </vt:vector>
  </HeadingPairs>
  <TitlesOfParts>
    <vt:vector size="189" baseType="lpstr">
      <vt:lpstr>黑体</vt:lpstr>
      <vt:lpstr>楷体</vt:lpstr>
      <vt:lpstr>宋体</vt:lpstr>
      <vt:lpstr>叶根友圆趣卡通体</vt:lpstr>
      <vt:lpstr>Arial</vt:lpstr>
      <vt:lpstr>Arial Rounded MT Bold</vt:lpstr>
      <vt:lpstr>Book Antiqua</vt:lpstr>
      <vt:lpstr>Calibri</vt:lpstr>
      <vt:lpstr>Garamond</vt:lpstr>
      <vt:lpstr>Symbol</vt:lpstr>
      <vt:lpstr>Tahoma</vt:lpstr>
      <vt:lpstr>Times New Roman</vt:lpstr>
      <vt:lpstr>Verdana</vt:lpstr>
      <vt:lpstr>Wingdings</vt:lpstr>
      <vt:lpstr>Wingdings 2</vt:lpstr>
      <vt:lpstr>1_Custom Design</vt:lpstr>
      <vt:lpstr>Edge</vt:lpstr>
      <vt:lpstr>诗情画意</vt:lpstr>
      <vt:lpstr>公式</vt:lpstr>
      <vt:lpstr>数式</vt:lpstr>
      <vt:lpstr>Microsoft 公式 3.0</vt:lpstr>
      <vt:lpstr>位图图像</vt:lpstr>
      <vt:lpstr>Equation</vt:lpstr>
      <vt:lpstr>Microsoft Graph 图表</vt:lpstr>
      <vt:lpstr>PowerPoint 演示文稿</vt:lpstr>
      <vt:lpstr>PowerPoint 演示文稿</vt:lpstr>
      <vt:lpstr>PowerPoint 演示文稿</vt:lpstr>
      <vt:lpstr>算法的基本思想</vt:lpstr>
      <vt:lpstr>最优化原理（分布式求解）</vt:lpstr>
      <vt:lpstr>最优化原理</vt:lpstr>
      <vt:lpstr>问题必须具备的性质</vt:lpstr>
      <vt:lpstr>PowerPoint 演示文稿</vt:lpstr>
      <vt:lpstr>PowerPoint 演示文稿</vt:lpstr>
      <vt:lpstr>PowerPoint 演示文稿</vt:lpstr>
      <vt:lpstr>PowerPoint 演示文稿</vt:lpstr>
      <vt:lpstr>1. 矩阵连乘问题</vt:lpstr>
      <vt:lpstr>PowerPoint 演示文稿</vt:lpstr>
      <vt:lpstr>PowerPoint 演示文稿</vt:lpstr>
      <vt:lpstr>PowerPoint 演示文稿</vt:lpstr>
      <vt:lpstr>如何求最优解？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使用自底向上的方式 解决重复计算问题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最优化原则 (optimality principle) </vt:lpstr>
      <vt:lpstr>比较下面两个算法段</vt:lpstr>
      <vt:lpstr>PowerPoint 演示文稿</vt:lpstr>
      <vt:lpstr>PowerPoint 演示文稿</vt:lpstr>
      <vt:lpstr>PowerPoint 演示文稿</vt:lpstr>
      <vt:lpstr>停下来，深呼吸，让我们， 练习一下动态规划的思维方式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vt:lpstr>
      <vt:lpstr>多阶段图问题</vt:lpstr>
      <vt:lpstr>多阶段图问题：求从s到t的最小代价路径</vt:lpstr>
      <vt:lpstr>PowerPoint 演示文稿</vt:lpstr>
      <vt:lpstr>最长公共子序列</vt:lpstr>
      <vt:lpstr>PowerPoint 演示文稿</vt:lpstr>
      <vt:lpstr>最长公共子序列</vt:lpstr>
      <vt:lpstr>PowerPoint 演示文稿</vt:lpstr>
      <vt:lpstr>又见穷举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最大子段和</vt:lpstr>
      <vt:lpstr>问题描述：最大子段和求解</vt:lpstr>
      <vt:lpstr>此题的意义</vt:lpstr>
      <vt:lpstr>解法1：枚举，你一定想得到</vt:lpstr>
      <vt:lpstr>1,-5, 3,4,-2,-3,10 </vt:lpstr>
      <vt:lpstr>简单算法：</vt:lpstr>
      <vt:lpstr>PowerPoint 演示文稿</vt:lpstr>
      <vt:lpstr>解法2：技巧改进</vt:lpstr>
      <vt:lpstr>解法3：分治法的解决</vt:lpstr>
      <vt:lpstr>Center = ( left + right )/2</vt:lpstr>
      <vt:lpstr>PowerPoint 演示文稿</vt:lpstr>
      <vt:lpstr>从例子中观察规律</vt:lpstr>
      <vt:lpstr>解法4：妙不可言的方法</vt:lpstr>
      <vt:lpstr>假如现在我们只枚举数组的结束点j</vt:lpstr>
      <vt:lpstr>观察枚举的过程：</vt:lpstr>
      <vt:lpstr>观察以上枚举的过程：</vt:lpstr>
      <vt:lpstr>观察以上枚举的过程：</vt:lpstr>
      <vt:lpstr>动态规划的求解？</vt:lpstr>
      <vt:lpstr>晕？ 看个例子吧！</vt:lpstr>
      <vt:lpstr>算法描述和分析</vt:lpstr>
      <vt:lpstr>你看出上述算法的精妙了吗？</vt:lpstr>
      <vt:lpstr>妙不可言！</vt:lpstr>
      <vt:lpstr>还有新思路吗？</vt:lpstr>
      <vt:lpstr>不信？换个例子试试？</vt:lpstr>
      <vt:lpstr>PowerPoint 演示文稿</vt:lpstr>
      <vt:lpstr>扩展1：如何求最大子数组的位置？</vt:lpstr>
      <vt:lpstr>起始点与结束点下标如何来记录？</vt:lpstr>
      <vt:lpstr>PowerPoint 演示文稿</vt:lpstr>
      <vt:lpstr>PowerPoint 演示文稿</vt:lpstr>
      <vt:lpstr>本题后续</vt:lpstr>
      <vt:lpstr>更上一层楼</vt:lpstr>
      <vt:lpstr>最大子矩阵推广</vt:lpstr>
      <vt:lpstr>PowerPoint 演示文稿</vt:lpstr>
      <vt:lpstr>简单点： 求序列的最大两个子段和</vt:lpstr>
      <vt:lpstr>求解： 一个数组的两段最大子数组的和</vt:lpstr>
      <vt:lpstr>算法分析：</vt:lpstr>
      <vt:lpstr>最后得出方法：</vt:lpstr>
      <vt:lpstr>PowerPoint 演示文稿</vt:lpstr>
      <vt:lpstr>凸多边形最优三角剖分</vt:lpstr>
      <vt:lpstr>PowerPoint 演示文稿</vt:lpstr>
      <vt:lpstr>PowerPoint 演示文稿</vt:lpstr>
      <vt:lpstr>PowerPoint 演示文稿</vt:lpstr>
      <vt:lpstr>PowerPoint 演示文稿</vt:lpstr>
      <vt:lpstr>多边形游戏</vt:lpstr>
      <vt:lpstr>PowerPoint 演示文稿</vt:lpstr>
      <vt:lpstr>PowerPoint 演示文稿</vt:lpstr>
      <vt:lpstr>图像压缩</vt:lpstr>
      <vt:lpstr>PowerPoint 演示文稿</vt:lpstr>
      <vt:lpstr>PowerPoint 演示文稿</vt:lpstr>
      <vt:lpstr>流水作业调度</vt:lpstr>
      <vt:lpstr>PowerPoint 演示文稿</vt:lpstr>
      <vt:lpstr>PowerPoint 演示文稿</vt:lpstr>
      <vt:lpstr>PowerPoint 演示文稿</vt:lpstr>
      <vt:lpstr>PowerPoint 演示文稿</vt:lpstr>
      <vt:lpstr>PowerPoint 演示文稿</vt:lpstr>
      <vt:lpstr>0-1背包问题</vt:lpstr>
      <vt:lpstr>The Knapsack Problem</vt:lpstr>
      <vt:lpstr>PowerPoint 演示文稿</vt:lpstr>
      <vt:lpstr>PowerPoint 演示文稿</vt:lpstr>
      <vt:lpstr>PowerPoint 演示文稿</vt:lpstr>
      <vt:lpstr>PowerPoint 演示文稿</vt:lpstr>
      <vt:lpstr>背包的递推式子</vt:lpstr>
      <vt:lpstr>先看一个简单的例子吧！</vt:lpstr>
      <vt:lpstr>M（i,j）就是一个长宽分别为i,j的表</vt:lpstr>
      <vt:lpstr>PowerPoint 演示文稿</vt:lpstr>
      <vt:lpstr>PowerPoint 演示文稿</vt:lpstr>
      <vt:lpstr>通过M（i,j）函数只知道最大价值量是多少，却无法确定哪些物品被放入了背包中</vt:lpstr>
      <vt:lpstr>PowerPoint 演示文稿</vt:lpstr>
      <vt:lpstr>直到i=0时结束！</vt:lpstr>
      <vt:lpstr>具体算法实现</vt:lpstr>
      <vt:lpstr>追踪最优解具体算法</vt:lpstr>
      <vt:lpstr>Knapsack算法的缺点！</vt:lpstr>
      <vt:lpstr>该如何进行改进？</vt:lpstr>
      <vt:lpstr>还是回到最初的例题</vt:lpstr>
      <vt:lpstr>改进后的算法如何判断哪些物品被装入了背包？</vt:lpstr>
      <vt:lpstr>最后 有个问题想问大家！</vt:lpstr>
      <vt:lpstr>PowerPoint 演示文稿</vt:lpstr>
      <vt:lpstr>步骤如下：</vt:lpstr>
      <vt:lpstr>PowerPoint 演示文稿</vt:lpstr>
      <vt:lpstr>PowerPoint 演示文稿</vt:lpstr>
      <vt:lpstr>作业</vt:lpstr>
      <vt:lpstr>货郎担问题</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dfdfdfdfd</dc:title>
  <dc:creator>High Tech</dc:creator>
  <cp:lastModifiedBy>yyxxyy</cp:lastModifiedBy>
  <cp:revision>7494</cp:revision>
  <dcterms:created xsi:type="dcterms:W3CDTF">2014-09-03T19:30:00Z</dcterms:created>
  <dcterms:modified xsi:type="dcterms:W3CDTF">2024-11-11T14:43:24Z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2052-10.1.0.5603</vt:lpwstr>
  </property>
</Properties>
</file>