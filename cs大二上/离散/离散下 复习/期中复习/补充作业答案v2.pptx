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4B6C7-1861-4899-BAB9-82EFEF0964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F3D48-2100-4916-8B82-9FC14C9BE2A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035" y="75565"/>
            <a:ext cx="4890770" cy="6520815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994" y="0"/>
            <a:ext cx="4752975" cy="26384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3449"/>
            <a:ext cx="50768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31" y="0"/>
            <a:ext cx="4604338" cy="6139118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267" y="141402"/>
            <a:ext cx="4601654" cy="613553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66" y="0"/>
            <a:ext cx="5834083" cy="1781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366" y="75553"/>
            <a:ext cx="4604338" cy="6139118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68" y="239107"/>
            <a:ext cx="4838700" cy="704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68" y="2111064"/>
            <a:ext cx="4819650" cy="561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68" y="3145112"/>
            <a:ext cx="4848225" cy="819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868" y="72410"/>
            <a:ext cx="4783447" cy="6377930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62500" cy="657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075" y="0"/>
            <a:ext cx="4905995" cy="6541328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97"/>
            <a:ext cx="4468305" cy="303113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0" y="3172266"/>
            <a:ext cx="4895850" cy="3171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649" y="135256"/>
            <a:ext cx="4651471" cy="6201962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621"/>
            <a:ext cx="4933950" cy="628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2312312"/>
            <a:ext cx="4667250" cy="923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05" y="245097"/>
            <a:ext cx="4590957" cy="6121277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3" y="245097"/>
            <a:ext cx="4772025" cy="885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707" y="113121"/>
            <a:ext cx="5000263" cy="6667019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10150" cy="981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30" y="2304902"/>
            <a:ext cx="4953000" cy="1362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147" y="215000"/>
            <a:ext cx="4821154" cy="6428206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1" y="215000"/>
            <a:ext cx="4876800" cy="809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281" y="273377"/>
            <a:ext cx="4427689" cy="5903586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08" y="273377"/>
            <a:ext cx="3552825" cy="485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80" y="962713"/>
            <a:ext cx="4800600" cy="1143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08" y="2309274"/>
            <a:ext cx="4772025" cy="1200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80" y="3509424"/>
            <a:ext cx="3181350" cy="1095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854" y="84840"/>
            <a:ext cx="4934276" cy="6579035"/>
          </a:xfr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9" y="152498"/>
            <a:ext cx="5143500" cy="4705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410" y="4063365"/>
            <a:ext cx="4077335" cy="2032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134" y="199927"/>
            <a:ext cx="4726885" cy="6302514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75" y="199927"/>
            <a:ext cx="5047377" cy="27977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YjZhMmY1NGQwZjE0MWY4MTkzZjM4YzBiNDA1ZmM3ZD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</dc:creator>
  <cp:lastModifiedBy>杨娟</cp:lastModifiedBy>
  <cp:revision>12</cp:revision>
  <dcterms:created xsi:type="dcterms:W3CDTF">2021-11-03T00:41:00Z</dcterms:created>
  <dcterms:modified xsi:type="dcterms:W3CDTF">2023-11-06T10:43:45Z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D7F62C7F991543C4B9D579644693D189_13</vt:lpwstr>
  </property>
  <property fmtid="{D5CDD505-2E9C-101B-9397-08002B2CF9AE}" pid="3" name="KSOProductBuildVer">
    <vt:lpwstr>2052-11.1.0.15319</vt:lpwstr>
  </property>
</Properties>
</file>