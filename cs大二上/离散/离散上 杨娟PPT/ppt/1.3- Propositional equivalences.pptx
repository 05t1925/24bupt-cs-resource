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av" ContentType="audio/x-wav"/>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5"/>
  </p:notesMasterIdLst>
  <p:handoutMasterIdLst>
    <p:handoutMasterId r:id="rId76"/>
  </p:handoutMasterIdLst>
  <p:sldIdLst>
    <p:sldId id="562" r:id="rId3"/>
    <p:sldId id="563" r:id="rId4"/>
    <p:sldId id="322" r:id="rId6"/>
    <p:sldId id="323" r:id="rId7"/>
    <p:sldId id="324" r:id="rId8"/>
    <p:sldId id="325" r:id="rId9"/>
    <p:sldId id="277" r:id="rId10"/>
    <p:sldId id="278" r:id="rId11"/>
    <p:sldId id="279" r:id="rId12"/>
    <p:sldId id="280" r:id="rId13"/>
    <p:sldId id="281" r:id="rId14"/>
    <p:sldId id="412" r:id="rId15"/>
    <p:sldId id="405" r:id="rId16"/>
    <p:sldId id="414" r:id="rId17"/>
    <p:sldId id="406" r:id="rId18"/>
    <p:sldId id="407" r:id="rId19"/>
    <p:sldId id="408" r:id="rId20"/>
    <p:sldId id="409" r:id="rId21"/>
    <p:sldId id="410" r:id="rId22"/>
    <p:sldId id="411" r:id="rId23"/>
    <p:sldId id="287" r:id="rId24"/>
    <p:sldId id="288" r:id="rId25"/>
    <p:sldId id="340" r:id="rId26"/>
    <p:sldId id="341" r:id="rId27"/>
    <p:sldId id="342" r:id="rId28"/>
    <p:sldId id="343" r:id="rId29"/>
    <p:sldId id="344" r:id="rId30"/>
    <p:sldId id="345" r:id="rId31"/>
    <p:sldId id="346" r:id="rId32"/>
    <p:sldId id="347" r:id="rId33"/>
    <p:sldId id="329" r:id="rId34"/>
    <p:sldId id="330" r:id="rId35"/>
    <p:sldId id="564" r:id="rId36"/>
    <p:sldId id="351" r:id="rId37"/>
    <p:sldId id="352" r:id="rId38"/>
    <p:sldId id="490" r:id="rId39"/>
    <p:sldId id="519" r:id="rId40"/>
    <p:sldId id="520" r:id="rId41"/>
    <p:sldId id="521" r:id="rId42"/>
    <p:sldId id="526" r:id="rId43"/>
    <p:sldId id="523" r:id="rId44"/>
    <p:sldId id="565" r:id="rId45"/>
    <p:sldId id="566" r:id="rId46"/>
    <p:sldId id="567" r:id="rId47"/>
    <p:sldId id="491" r:id="rId48"/>
    <p:sldId id="492" r:id="rId49"/>
    <p:sldId id="493" r:id="rId50"/>
    <p:sldId id="494" r:id="rId51"/>
    <p:sldId id="569" r:id="rId52"/>
    <p:sldId id="496" r:id="rId53"/>
    <p:sldId id="498" r:id="rId54"/>
    <p:sldId id="499" r:id="rId55"/>
    <p:sldId id="500" r:id="rId56"/>
    <p:sldId id="501" r:id="rId57"/>
    <p:sldId id="502" r:id="rId58"/>
    <p:sldId id="503" r:id="rId59"/>
    <p:sldId id="504" r:id="rId60"/>
    <p:sldId id="505" r:id="rId61"/>
    <p:sldId id="506" r:id="rId62"/>
    <p:sldId id="507" r:id="rId63"/>
    <p:sldId id="508" r:id="rId64"/>
    <p:sldId id="509" r:id="rId65"/>
    <p:sldId id="510" r:id="rId66"/>
    <p:sldId id="511" r:id="rId67"/>
    <p:sldId id="512" r:id="rId68"/>
    <p:sldId id="632" r:id="rId69"/>
    <p:sldId id="633" r:id="rId70"/>
    <p:sldId id="513" r:id="rId71"/>
    <p:sldId id="514" r:id="rId72"/>
    <p:sldId id="416" r:id="rId73"/>
    <p:sldId id="422" r:id="rId74"/>
    <p:sldId id="423" r:id="rId75"/>
  </p:sldIdLst>
  <p:sldSz cx="9144000" cy="6858000" type="screen4x3"/>
  <p:notesSz cx="6669405" cy="9926955"/>
  <p:custDataLst>
    <p:tags r:id="rId80"/>
  </p:custDataLst>
  <p:defaultTextStyle>
    <a:defPPr>
      <a:defRPr lang="en-US"/>
    </a:defPPr>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9pPr>
  </p:defaultTextStyle>
  <p:extLst>
    <p:ext uri="{EFAFB233-063F-42B5-8137-9DF3F51BA10A}">
      <p15:sldGuideLst xmlns:p15="http://schemas.microsoft.com/office/powerpoint/2012/main">
        <p15:guide id="1" orient="horz" pos="1450" userDrawn="1">
          <p15:clr>
            <a:srgbClr val="A4A3A4"/>
          </p15:clr>
        </p15:guide>
        <p15:guide id="2" pos="495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2FDB2607-1784-4EEB-B798-7EB5836EED8A}">
        <p14:showMediaCtrls xmlns:p14="http://schemas.microsoft.com/office/powerpoint/2010/main" val="1"/>
      </p:ext>
    </p:extLst>
  </p:showPr>
  <p:clrMru>
    <a:srgbClr val="FF3300"/>
    <a:srgbClr val="003399"/>
    <a:srgbClr val="336699"/>
    <a:srgbClr val="008080"/>
    <a:srgbClr val="009999"/>
    <a:srgbClr val="FF99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17"/>
    <p:restoredTop sz="95870"/>
  </p:normalViewPr>
  <p:slideViewPr>
    <p:cSldViewPr showGuides="1">
      <p:cViewPr varScale="1">
        <p:scale>
          <a:sx n="88" d="100"/>
          <a:sy n="88" d="100"/>
        </p:scale>
        <p:origin x="225" y="78"/>
      </p:cViewPr>
      <p:guideLst>
        <p:guide orient="horz" pos="1450"/>
        <p:guide pos="4951"/>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2448"/>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0" Type="http://schemas.openxmlformats.org/officeDocument/2006/relationships/tags" Target="tags/tag20.xml"/><Relationship Id="rId8" Type="http://schemas.openxmlformats.org/officeDocument/2006/relationships/slide" Target="slides/slide5.xml"/><Relationship Id="rId79" Type="http://schemas.openxmlformats.org/officeDocument/2006/relationships/tableStyles" Target="tableStyles.xml"/><Relationship Id="rId78" Type="http://schemas.openxmlformats.org/officeDocument/2006/relationships/viewProps" Target="viewProps.xml"/><Relationship Id="rId77" Type="http://schemas.openxmlformats.org/officeDocument/2006/relationships/presProps" Target="presProps.xml"/><Relationship Id="rId76" Type="http://schemas.openxmlformats.org/officeDocument/2006/relationships/handoutMaster" Target="handoutMasters/handoutMaster1.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notesMaster" Target="notesMasters/notesMaster1.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7410" name="Rectangle 2"/>
          <p:cNvSpPr>
            <a:spLocks noGrp="1" noChangeArrowheads="1"/>
          </p:cNvSpPr>
          <p:nvPr>
            <p:ph type="hdr" sz="quarter"/>
          </p:nvPr>
        </p:nvSpPr>
        <p:spPr bwMode="auto">
          <a:xfrm>
            <a:off x="0" y="0"/>
            <a:ext cx="2889250" cy="496888"/>
          </a:xfrm>
          <a:prstGeom prst="rect">
            <a:avLst/>
          </a:prstGeom>
          <a:noFill/>
          <a:ln w="9525">
            <a:noFill/>
            <a:miter lim="800000"/>
          </a:ln>
          <a:effectLst/>
        </p:spPr>
        <p:txBody>
          <a:bodyPr vert="horz" wrap="square" lIns="91440" tIns="45720" rIns="91440" bIns="45720" numCol="1" anchor="t" anchorCtr="0" compatLnSpc="1"/>
          <a:lstStyle>
            <a:lvl1pPr eaLnBrk="0" hangingPunct="0">
              <a:defRPr kumimoji="0" sz="1200">
                <a:latin typeface="Times New Roman" panose="02020503050405090304" pitchFamily="18" charset="0"/>
                <a:ea typeface="宋体" pitchFamily="2" charset="-122"/>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17411" name="Rectangle 3"/>
          <p:cNvSpPr>
            <a:spLocks noGrp="1" noChangeArrowheads="1"/>
          </p:cNvSpPr>
          <p:nvPr>
            <p:ph type="dt" sz="quarter" idx="1"/>
          </p:nvPr>
        </p:nvSpPr>
        <p:spPr bwMode="auto">
          <a:xfrm>
            <a:off x="3779838" y="0"/>
            <a:ext cx="2889250" cy="496888"/>
          </a:xfrm>
          <a:prstGeom prst="rect">
            <a:avLst/>
          </a:prstGeom>
          <a:noFill/>
          <a:ln w="9525">
            <a:noFill/>
            <a:miter lim="800000"/>
          </a:ln>
          <a:effectLst/>
        </p:spPr>
        <p:txBody>
          <a:bodyPr vert="horz" wrap="square" lIns="91440" tIns="45720" rIns="91440" bIns="45720" numCol="1" anchor="t" anchorCtr="0" compatLnSpc="1"/>
          <a:lstStyle>
            <a:lvl1pPr algn="r" eaLnBrk="0" hangingPunct="0">
              <a:defRPr kumimoji="0" sz="1200">
                <a:latin typeface="Times New Roman" panose="02020503050405090304" pitchFamily="18" charset="0"/>
                <a:ea typeface="宋体" pitchFamily="2" charset="-122"/>
              </a:defRPr>
            </a:lvl1pPr>
          </a:lstStyle>
          <a:p>
            <a:pPr marL="0" marR="0" lvl="0" indent="0" algn="r" defTabSz="91440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17412" name="Rectangle 4"/>
          <p:cNvSpPr>
            <a:spLocks noGrp="1" noChangeArrowheads="1"/>
          </p:cNvSpPr>
          <p:nvPr>
            <p:ph type="ftr" sz="quarter" idx="2"/>
          </p:nvPr>
        </p:nvSpPr>
        <p:spPr bwMode="auto">
          <a:xfrm>
            <a:off x="0" y="9429750"/>
            <a:ext cx="2889250" cy="496888"/>
          </a:xfrm>
          <a:prstGeom prst="rect">
            <a:avLst/>
          </a:prstGeom>
          <a:noFill/>
          <a:ln w="9525">
            <a:noFill/>
            <a:miter lim="800000"/>
          </a:ln>
          <a:effectLst/>
        </p:spPr>
        <p:txBody>
          <a:bodyPr vert="horz" wrap="square" lIns="91440" tIns="45720" rIns="91440" bIns="45720" numCol="1" anchor="b" anchorCtr="0" compatLnSpc="1"/>
          <a:lstStyle>
            <a:lvl1pPr eaLnBrk="0" hangingPunct="0">
              <a:defRPr kumimoji="0" sz="1200">
                <a:latin typeface="Times New Roman" panose="02020503050405090304" pitchFamily="18" charset="0"/>
                <a:ea typeface="宋体" pitchFamily="2" charset="-122"/>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17413" name="Rectangle 5"/>
          <p:cNvSpPr>
            <a:spLocks noGrp="1" noChangeArrowheads="1"/>
          </p:cNvSpPr>
          <p:nvPr>
            <p:ph type="sldNum" sz="quarter" idx="3"/>
          </p:nvPr>
        </p:nvSpPr>
        <p:spPr bwMode="auto">
          <a:xfrm>
            <a:off x="3779838" y="9429750"/>
            <a:ext cx="2889250" cy="496888"/>
          </a:xfrm>
          <a:prstGeom prst="rect">
            <a:avLst/>
          </a:prstGeom>
          <a:noFill/>
          <a:ln w="9525">
            <a:noFill/>
            <a:miter lim="800000"/>
          </a:ln>
          <a:effectLst/>
        </p:spPr>
        <p:txBody>
          <a:bodyPr vert="horz" wrap="square" lIns="91440" tIns="45720" rIns="91440" bIns="45720" numCol="1" anchor="b" anchorCtr="0" compatLnSpc="1"/>
          <a:lstStyle>
            <a:lvl1pPr algn="r" eaLnBrk="0" hangingPunct="0">
              <a:defRPr kumimoji="0" sz="1200">
                <a:latin typeface="Times New Roman" panose="02020503050405090304" pitchFamily="18" charset="0"/>
              </a:defRPr>
            </a:lvl1pPr>
          </a:lstStyle>
          <a:p>
            <a:pPr marL="0" marR="0" lvl="0" indent="0" algn="r" defTabSz="914400" rtl="0" eaLnBrk="0" fontAlgn="base" latinLnBrk="0" hangingPunct="0">
              <a:lnSpc>
                <a:spcPct val="100000"/>
              </a:lnSpc>
              <a:spcBef>
                <a:spcPct val="0"/>
              </a:spcBef>
              <a:spcAft>
                <a:spcPct val="0"/>
              </a:spcAft>
              <a:buClrTx/>
              <a:buSzTx/>
              <a:buFontTx/>
              <a:buNone/>
              <a:defRPr/>
            </a:pPr>
            <a:fld id="{DFE3B97A-6CDD-4B22-8C7C-680EA483FDD5}" type="slidenum">
              <a:rPr kumimoji="0" lang="zh-CN" altLang="en-US"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5362" name="Rectangle 2"/>
          <p:cNvSpPr>
            <a:spLocks noGrp="1" noChangeArrowheads="1"/>
          </p:cNvSpPr>
          <p:nvPr>
            <p:ph type="hdr" sz="quarter"/>
          </p:nvPr>
        </p:nvSpPr>
        <p:spPr bwMode="auto">
          <a:xfrm>
            <a:off x="0" y="0"/>
            <a:ext cx="2889250" cy="496888"/>
          </a:xfrm>
          <a:prstGeom prst="rect">
            <a:avLst/>
          </a:prstGeom>
          <a:noFill/>
          <a:ln w="9525">
            <a:noFill/>
            <a:miter lim="800000"/>
          </a:ln>
          <a:effectLst/>
        </p:spPr>
        <p:txBody>
          <a:bodyPr vert="horz" wrap="square" lIns="91440" tIns="45720" rIns="91440" bIns="45720" numCol="1" anchor="t" anchorCtr="0" compatLnSpc="1"/>
          <a:lstStyle>
            <a:lvl1pPr eaLnBrk="0" hangingPunct="0">
              <a:defRPr kumimoji="0" sz="1200">
                <a:latin typeface="Times New Roman" panose="02020503050405090304" pitchFamily="18" charset="0"/>
                <a:ea typeface="宋体" pitchFamily="2" charset="-122"/>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15363" name="Rectangle 3"/>
          <p:cNvSpPr>
            <a:spLocks noGrp="1" noChangeArrowheads="1"/>
          </p:cNvSpPr>
          <p:nvPr>
            <p:ph type="dt" idx="1"/>
          </p:nvPr>
        </p:nvSpPr>
        <p:spPr bwMode="auto">
          <a:xfrm>
            <a:off x="3779838" y="0"/>
            <a:ext cx="2889250" cy="496888"/>
          </a:xfrm>
          <a:prstGeom prst="rect">
            <a:avLst/>
          </a:prstGeom>
          <a:noFill/>
          <a:ln w="9525">
            <a:noFill/>
            <a:miter lim="800000"/>
          </a:ln>
          <a:effectLst/>
        </p:spPr>
        <p:txBody>
          <a:bodyPr vert="horz" wrap="square" lIns="91440" tIns="45720" rIns="91440" bIns="45720" numCol="1" anchor="t" anchorCtr="0" compatLnSpc="1"/>
          <a:lstStyle>
            <a:lvl1pPr algn="r" eaLnBrk="0" hangingPunct="0">
              <a:defRPr kumimoji="0" sz="1200">
                <a:latin typeface="Times New Roman" panose="02020503050405090304" pitchFamily="18" charset="0"/>
                <a:ea typeface="宋体" pitchFamily="2" charset="-122"/>
              </a:defRPr>
            </a:lvl1pPr>
          </a:lstStyle>
          <a:p>
            <a:pPr marL="0" marR="0" lvl="0" indent="0" algn="r" defTabSz="91440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6148" name="Rectangle 4"/>
          <p:cNvSpPr>
            <a:spLocks noTextEdit="1"/>
          </p:cNvSpPr>
          <p:nvPr>
            <p:ph type="sldImg"/>
          </p:nvPr>
        </p:nvSpPr>
        <p:spPr>
          <a:xfrm>
            <a:off x="852488" y="744538"/>
            <a:ext cx="4964112" cy="3722687"/>
          </a:xfrm>
          <a:prstGeom prst="rect">
            <a:avLst/>
          </a:prstGeom>
          <a:noFill/>
          <a:ln w="9525" cap="flat" cmpd="sng">
            <a:solidFill>
              <a:srgbClr val="000000"/>
            </a:solidFill>
            <a:prstDash val="solid"/>
            <a:miter/>
            <a:headEnd type="none" w="med" len="med"/>
            <a:tailEnd type="none" w="med" len="med"/>
          </a:ln>
        </p:spPr>
      </p:sp>
      <p:sp>
        <p:nvSpPr>
          <p:cNvPr id="15365" name="Rectangle 5"/>
          <p:cNvSpPr>
            <a:spLocks noGrp="1" noChangeArrowheads="1"/>
          </p:cNvSpPr>
          <p:nvPr>
            <p:ph type="body" sz="quarter" idx="3"/>
          </p:nvPr>
        </p:nvSpPr>
        <p:spPr bwMode="auto">
          <a:xfrm>
            <a:off x="889000" y="4714875"/>
            <a:ext cx="4891088" cy="4467225"/>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Click to edit Master text styles</a:t>
            </a:r>
            <a:endPar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Second level</a:t>
            </a:r>
            <a:endPar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Third level</a:t>
            </a:r>
            <a:endPar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Fourth level</a:t>
            </a:r>
            <a:endPar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Fifth level</a:t>
            </a:r>
            <a:endPar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15366" name="Rectangle 6"/>
          <p:cNvSpPr>
            <a:spLocks noGrp="1" noChangeArrowheads="1"/>
          </p:cNvSpPr>
          <p:nvPr>
            <p:ph type="ftr" sz="quarter" idx="4"/>
          </p:nvPr>
        </p:nvSpPr>
        <p:spPr bwMode="auto">
          <a:xfrm>
            <a:off x="0" y="9429750"/>
            <a:ext cx="2889250" cy="496888"/>
          </a:xfrm>
          <a:prstGeom prst="rect">
            <a:avLst/>
          </a:prstGeom>
          <a:noFill/>
          <a:ln w="9525">
            <a:noFill/>
            <a:miter lim="800000"/>
          </a:ln>
          <a:effectLst/>
        </p:spPr>
        <p:txBody>
          <a:bodyPr vert="horz" wrap="square" lIns="91440" tIns="45720" rIns="91440" bIns="45720" numCol="1" anchor="b" anchorCtr="0" compatLnSpc="1"/>
          <a:lstStyle>
            <a:lvl1pPr eaLnBrk="0" hangingPunct="0">
              <a:defRPr kumimoji="0" sz="1200">
                <a:latin typeface="Times New Roman" panose="02020503050405090304" pitchFamily="18" charset="0"/>
                <a:ea typeface="宋体" pitchFamily="2" charset="-122"/>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15367" name="Rectangle 7"/>
          <p:cNvSpPr>
            <a:spLocks noGrp="1" noChangeArrowheads="1"/>
          </p:cNvSpPr>
          <p:nvPr>
            <p:ph type="sldNum" sz="quarter" idx="5"/>
          </p:nvPr>
        </p:nvSpPr>
        <p:spPr bwMode="auto">
          <a:xfrm>
            <a:off x="3779838" y="9429750"/>
            <a:ext cx="2889250" cy="496888"/>
          </a:xfrm>
          <a:prstGeom prst="rect">
            <a:avLst/>
          </a:prstGeom>
          <a:noFill/>
          <a:ln w="9525">
            <a:noFill/>
            <a:miter lim="800000"/>
          </a:ln>
          <a:effectLst/>
        </p:spPr>
        <p:txBody>
          <a:bodyPr vert="horz" wrap="square" lIns="91440" tIns="45720" rIns="91440" bIns="45720" numCol="1" anchor="b" anchorCtr="0" compatLnSpc="1"/>
          <a:lstStyle>
            <a:lvl1pPr algn="r" eaLnBrk="0" hangingPunct="0">
              <a:defRPr kumimoji="0" sz="1200">
                <a:latin typeface="Times New Roman" panose="02020503050405090304" pitchFamily="18" charset="0"/>
              </a:defRPr>
            </a:lvl1pPr>
          </a:lstStyle>
          <a:p>
            <a:pPr marL="0" marR="0" lvl="0" indent="0" algn="r" defTabSz="914400" rtl="0" eaLnBrk="0" fontAlgn="base" latinLnBrk="0" hangingPunct="0">
              <a:lnSpc>
                <a:spcPct val="100000"/>
              </a:lnSpc>
              <a:spcBef>
                <a:spcPct val="0"/>
              </a:spcBef>
              <a:spcAft>
                <a:spcPct val="0"/>
              </a:spcAft>
              <a:buClrTx/>
              <a:buSzTx/>
              <a:buFontTx/>
              <a:buNone/>
              <a:defRPr/>
            </a:pPr>
            <a:fld id="{0FCA7783-1B15-42B4-AD27-D25E8C90E687}" type="slidenum">
              <a:rPr kumimoji="0" lang="zh-CN" altLang="en-US"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90204" pitchFamily="34"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90204" pitchFamily="34"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90204" pitchFamily="34"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90204" pitchFamily="34"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90204"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幻灯片图像占位符 1"/>
          <p:cNvSpPr>
            <a:spLocks noGrp="1" noRot="1" noChangeAspect="1" noTextEdit="1"/>
          </p:cNvSpPr>
          <p:nvPr>
            <p:ph type="sldImg"/>
          </p:nvPr>
        </p:nvSpPr>
        <p:spPr/>
      </p:sp>
      <p:sp>
        <p:nvSpPr>
          <p:cNvPr id="9219" name="备注占位符 2"/>
          <p:cNvSpPr>
            <a:spLocks noGrp="1"/>
          </p:cNvSpPr>
          <p:nvPr>
            <p:ph type="body" idx="1"/>
          </p:nvPr>
        </p:nvSpPr>
        <p:spPr/>
        <p:txBody>
          <a:bodyPr wrap="square" lIns="91440" tIns="45720" rIns="91440" bIns="45720" anchor="t" anchorCtr="0"/>
          <a:p>
            <a:pPr lvl="0"/>
            <a:r>
              <a:rPr lang="zh-CN" altLang="en-US" dirty="0"/>
              <a:t>复合命题：</a:t>
            </a:r>
            <a:r>
              <a:rPr lang="en-US" altLang="zh-CN" dirty="0"/>
              <a:t>compound proposition</a:t>
            </a:r>
            <a:endParaRPr lang="zh-CN" altLang="en-US" dirty="0"/>
          </a:p>
        </p:txBody>
      </p:sp>
      <p:sp>
        <p:nvSpPr>
          <p:cNvPr id="9220" name="灯片编号占位符 3"/>
          <p:cNvSpPr txBox="1">
            <a:spLocks noGrp="1"/>
          </p:cNvSpPr>
          <p:nvPr>
            <p:ph type="sldNum" sz="quarter"/>
          </p:nvPr>
        </p:nvSpPr>
        <p:spPr>
          <a:xfrm>
            <a:off x="3779838" y="9429750"/>
            <a:ext cx="2889250" cy="496888"/>
          </a:xfrm>
          <a:prstGeom prst="rect">
            <a:avLst/>
          </a:prstGeom>
          <a:noFill/>
          <a:ln w="9525">
            <a:noFill/>
          </a:ln>
        </p:spPr>
        <p:txBody>
          <a:bodyPr anchor="b" anchorCtr="0"/>
          <a:p>
            <a:pPr lvl="0" algn="r"/>
            <a:fld id="{9A0DB2DC-4C9A-4742-B13C-FB6460FD3503}" type="slidenum">
              <a:rPr lang="zh-CN" altLang="en-US" sz="1200" dirty="0">
                <a:latin typeface="Times New Roman" panose="02020503050405090304" pitchFamily="18" charset="0"/>
              </a:rPr>
            </a:fld>
            <a:endParaRPr lang="zh-CN" altLang="en-US" sz="1200" dirty="0">
              <a:latin typeface="Times New Roman" panose="0202050305040509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9" name="Rectangle 7"/>
          <p:cNvSpPr txBox="1">
            <a:spLocks noGrp="1"/>
          </p:cNvSpPr>
          <p:nvPr>
            <p:ph type="sldNum" sz="quarter"/>
          </p:nvPr>
        </p:nvSpPr>
        <p:spPr>
          <a:xfrm>
            <a:off x="3779838" y="9429750"/>
            <a:ext cx="2889250" cy="496888"/>
          </a:xfrm>
          <a:prstGeom prst="rect">
            <a:avLst/>
          </a:prstGeom>
          <a:noFill/>
          <a:ln w="9525">
            <a:noFill/>
          </a:ln>
        </p:spPr>
        <p:txBody>
          <a:bodyPr vert="horz" wrap="square" lIns="91440" tIns="45720" rIns="91440" bIns="45720" anchor="b" anchorCtr="0"/>
          <a:p>
            <a:pPr lvl="0" algn="r" eaLnBrk="1" hangingPunct="1"/>
            <a:fld id="{9A0DB2DC-4C9A-4742-B13C-FB6460FD3503}" type="slidenum">
              <a:rPr lang="zh-CN" altLang="en-US" sz="1200" dirty="0">
                <a:latin typeface="Times New Roman" panose="02020503050405090304" pitchFamily="18" charset="0"/>
              </a:rPr>
            </a:fld>
            <a:endParaRPr lang="zh-CN" altLang="en-US" sz="1200" dirty="0">
              <a:latin typeface="Times New Roman" panose="02020503050405090304" pitchFamily="18" charset="0"/>
            </a:endParaRPr>
          </a:p>
        </p:txBody>
      </p:sp>
      <p:sp>
        <p:nvSpPr>
          <p:cNvPr id="17410" name="Rectangle 2"/>
          <p:cNvSpPr>
            <a:spLocks noTextEdit="1"/>
          </p:cNvSpPr>
          <p:nvPr>
            <p:ph type="sldImg"/>
          </p:nvPr>
        </p:nvSpPr>
        <p:spPr>
          <a:xfrm>
            <a:off x="850900" y="762000"/>
            <a:ext cx="4972050" cy="3729038"/>
          </a:xfrm>
        </p:spPr>
      </p:sp>
      <p:sp>
        <p:nvSpPr>
          <p:cNvPr id="17411" name="Rectangle 3"/>
          <p:cNvSpPr>
            <a:spLocks noGrp="1"/>
          </p:cNvSpPr>
          <p:nvPr>
            <p:ph type="body"/>
          </p:nvPr>
        </p:nvSpPr>
        <p:spPr>
          <a:xfrm>
            <a:off x="887413" y="4746625"/>
            <a:ext cx="4894262" cy="4406900"/>
          </a:xfrm>
        </p:spPr>
        <p:txBody>
          <a:bodyPr wrap="square" lIns="91440" tIns="45720" rIns="91440" bIns="45720" anchor="t" anchorCtr="0"/>
          <a:p>
            <a:pPr lvl="0"/>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1" name="Rectangle 7"/>
          <p:cNvSpPr txBox="1">
            <a:spLocks noGrp="1"/>
          </p:cNvSpPr>
          <p:nvPr>
            <p:ph type="sldNum" sz="quarter"/>
          </p:nvPr>
        </p:nvSpPr>
        <p:spPr>
          <a:xfrm>
            <a:off x="3779838" y="9429750"/>
            <a:ext cx="2889250" cy="496888"/>
          </a:xfrm>
          <a:prstGeom prst="rect">
            <a:avLst/>
          </a:prstGeom>
          <a:noFill/>
          <a:ln w="9525">
            <a:noFill/>
          </a:ln>
        </p:spPr>
        <p:txBody>
          <a:bodyPr vert="horz" wrap="square" lIns="91440" tIns="45720" rIns="91440" bIns="45720" anchor="b" anchorCtr="0"/>
          <a:p>
            <a:pPr lvl="0" algn="r" eaLnBrk="1" hangingPunct="1"/>
            <a:fld id="{9A0DB2DC-4C9A-4742-B13C-FB6460FD3503}" type="slidenum">
              <a:rPr lang="zh-CN" altLang="en-US" sz="1200" dirty="0">
                <a:latin typeface="Times New Roman" panose="02020503050405090304" pitchFamily="18" charset="0"/>
              </a:rPr>
            </a:fld>
            <a:endParaRPr lang="zh-CN" altLang="en-US" sz="1200" dirty="0">
              <a:latin typeface="Times New Roman" panose="02020503050405090304" pitchFamily="18" charset="0"/>
            </a:endParaRPr>
          </a:p>
        </p:txBody>
      </p:sp>
      <p:sp>
        <p:nvSpPr>
          <p:cNvPr id="20482" name="Rectangle 2"/>
          <p:cNvSpPr>
            <a:spLocks noTextEdit="1"/>
          </p:cNvSpPr>
          <p:nvPr>
            <p:ph type="sldImg"/>
          </p:nvPr>
        </p:nvSpPr>
        <p:spPr>
          <a:xfrm>
            <a:off x="850900" y="762000"/>
            <a:ext cx="4972050" cy="3729038"/>
          </a:xfrm>
        </p:spPr>
      </p:sp>
      <p:sp>
        <p:nvSpPr>
          <p:cNvPr id="20483" name="Rectangle 3"/>
          <p:cNvSpPr>
            <a:spLocks noGrp="1"/>
          </p:cNvSpPr>
          <p:nvPr>
            <p:ph type="body"/>
          </p:nvPr>
        </p:nvSpPr>
        <p:spPr>
          <a:xfrm>
            <a:off x="887413" y="4746625"/>
            <a:ext cx="4894262" cy="4406900"/>
          </a:xfrm>
        </p:spPr>
        <p:txBody>
          <a:bodyPr wrap="square" lIns="91440" tIns="45720" rIns="91440" bIns="45720" anchor="t" anchorCtr="0"/>
          <a:p>
            <a:pPr lvl="0"/>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kern="1200">
                <a:solidFill>
                  <a:schemeClr val="tx1"/>
                </a:solidFill>
                <a:effectLst/>
                <a:latin typeface="思源黑体" panose="020F0502020204030204" charset="-122"/>
                <a:ea typeface="思源黑体" panose="020F0502020204030204" charset="-122"/>
                <a:cs typeface="思源黑体" panose="020F0502020204030204" charset="-122"/>
              </a:rPr>
              <a:t>也可以使用等值演算求与公式逻辑等值的主范式，这时先用等值演算求与公式逻辑等值的范式，然后将范式扩展为主范式</a:t>
            </a:r>
            <a:r>
              <a:rPr lang="en-US" altLang="zh-CN" sz="1200" kern="1200">
                <a:solidFill>
                  <a:schemeClr val="tx1"/>
                </a:solidFill>
                <a:effectLst/>
                <a:latin typeface="思源黑体" panose="020F0502020204030204" charset="-122"/>
                <a:ea typeface="思源黑体" panose="020F0502020204030204" charset="-122"/>
                <a:cs typeface="思源黑体" panose="020F0502020204030204" charset="-122"/>
              </a:rPr>
              <a:t>,</a:t>
            </a:r>
            <a:r>
              <a:rPr lang="zh-CN" altLang="zh-CN" sz="1200" kern="1200">
                <a:solidFill>
                  <a:schemeClr val="tx1"/>
                </a:solidFill>
                <a:effectLst/>
                <a:latin typeface="思源黑体" panose="020F0502020204030204" charset="-122"/>
                <a:ea typeface="思源黑体" panose="020F0502020204030204" charset="-122"/>
                <a:cs typeface="思源黑体" panose="020F0502020204030204" charset="-122"/>
              </a:rPr>
              <a:t>将析取范式的每个简单合取式扩展为极小项，或将合取范式的每个简单析取式扩展为极大项。固定命题变量的顺序，这种扩展可通过编码进行，并编写为计算机程序。例如与这个公式逻辑等值的一个主合取范式是这个公式。为了得到它的主范式，扩展简单析取是</a:t>
            </a:r>
            <a:r>
              <a:rPr lang="en-US" altLang="zh-CN" sz="1200" kern="1200">
                <a:solidFill>
                  <a:schemeClr val="tx1"/>
                </a:solidFill>
                <a:effectLst/>
                <a:latin typeface="思源黑体" panose="020F0502020204030204" charset="-122"/>
                <a:ea typeface="思源黑体" panose="020F0502020204030204" charset="-122"/>
                <a:cs typeface="思源黑体" panose="020F0502020204030204" charset="-122"/>
              </a:rPr>
              <a:t>r</a:t>
            </a:r>
            <a:r>
              <a:rPr lang="zh-CN" altLang="zh-CN" sz="1200" kern="1200">
                <a:solidFill>
                  <a:schemeClr val="tx1"/>
                </a:solidFill>
                <a:effectLst/>
                <a:latin typeface="思源黑体" panose="020F0502020204030204" charset="-122"/>
                <a:ea typeface="思源黑体" panose="020F0502020204030204" charset="-122"/>
                <a:cs typeface="思源黑体" panose="020F0502020204030204" charset="-122"/>
              </a:rPr>
              <a:t>或</a:t>
            </a:r>
            <a:r>
              <a:rPr lang="en-US" altLang="zh-CN" sz="1200" kern="1200">
                <a:solidFill>
                  <a:schemeClr val="tx1"/>
                </a:solidFill>
                <a:effectLst/>
                <a:latin typeface="思源黑体" panose="020F0502020204030204" charset="-122"/>
                <a:ea typeface="思源黑体" panose="020F0502020204030204" charset="-122"/>
                <a:cs typeface="思源黑体" panose="020F0502020204030204" charset="-122"/>
              </a:rPr>
              <a:t>p</a:t>
            </a:r>
            <a:r>
              <a:rPr lang="zh-CN" altLang="zh-CN" sz="1200" kern="1200">
                <a:solidFill>
                  <a:schemeClr val="tx1"/>
                </a:solidFill>
                <a:effectLst/>
                <a:latin typeface="思源黑体" panose="020F0502020204030204" charset="-122"/>
                <a:ea typeface="思源黑体" panose="020F0502020204030204" charset="-122"/>
                <a:cs typeface="思源黑体" panose="020F0502020204030204" charset="-122"/>
              </a:rPr>
              <a:t>以包含变量</a:t>
            </a:r>
            <a:r>
              <a:rPr lang="en-US" altLang="zh-CN" sz="1200" kern="1200">
                <a:solidFill>
                  <a:schemeClr val="tx1"/>
                </a:solidFill>
                <a:effectLst/>
                <a:latin typeface="思源黑体" panose="020F0502020204030204" charset="-122"/>
                <a:ea typeface="思源黑体" panose="020F0502020204030204" charset="-122"/>
                <a:cs typeface="思源黑体" panose="020F0502020204030204" charset="-122"/>
              </a:rPr>
              <a:t>q</a:t>
            </a:r>
            <a:r>
              <a:rPr lang="zh-CN" altLang="zh-CN" sz="1200" kern="1200">
                <a:solidFill>
                  <a:schemeClr val="tx1"/>
                </a:solidFill>
                <a:effectLst/>
                <a:latin typeface="思源黑体" panose="020F0502020204030204" charset="-122"/>
                <a:ea typeface="思源黑体" panose="020F0502020204030204" charset="-122"/>
                <a:cs typeface="思源黑体" panose="020F0502020204030204" charset="-122"/>
              </a:rPr>
              <a:t>，就得到两个极大项，类似地可扩展其他三个简单析取式，在扩展的过程中主要用到交换律、排中律、同一律和分配律。这种扩展可通过编码进行，固定变量为</a:t>
            </a:r>
            <a:r>
              <a:rPr lang="en-US" altLang="zh-CN" sz="1200" kern="1200">
                <a:solidFill>
                  <a:schemeClr val="tx1"/>
                </a:solidFill>
                <a:effectLst/>
                <a:latin typeface="思源黑体" panose="020F0502020204030204" charset="-122"/>
                <a:ea typeface="思源黑体" panose="020F0502020204030204" charset="-122"/>
                <a:cs typeface="思源黑体" panose="020F0502020204030204" charset="-122"/>
              </a:rPr>
              <a:t>p, q, r</a:t>
            </a:r>
            <a:r>
              <a:rPr lang="zh-CN" altLang="zh-CN" sz="1200" kern="1200">
                <a:solidFill>
                  <a:schemeClr val="tx1"/>
                </a:solidFill>
                <a:effectLst/>
                <a:latin typeface="思源黑体" panose="020F0502020204030204" charset="-122"/>
                <a:ea typeface="思源黑体" panose="020F0502020204030204" charset="-122"/>
                <a:cs typeface="思源黑体" panose="020F0502020204030204" charset="-122"/>
              </a:rPr>
              <a:t>的顺序，</a:t>
            </a:r>
            <a:r>
              <a:rPr lang="en-US" altLang="zh-CN" sz="1200" kern="1200">
                <a:solidFill>
                  <a:schemeClr val="tx1"/>
                </a:solidFill>
                <a:effectLst/>
                <a:latin typeface="思源黑体" panose="020F0502020204030204" charset="-122"/>
                <a:ea typeface="思源黑体" panose="020F0502020204030204" charset="-122"/>
                <a:cs typeface="思源黑体" panose="020F0502020204030204" charset="-122"/>
              </a:rPr>
              <a:t>p</a:t>
            </a:r>
            <a:r>
              <a:rPr lang="zh-CN" altLang="zh-CN" sz="1200" kern="1200">
                <a:solidFill>
                  <a:schemeClr val="tx1"/>
                </a:solidFill>
                <a:effectLst/>
                <a:latin typeface="思源黑体" panose="020F0502020204030204" charset="-122"/>
                <a:ea typeface="思源黑体" panose="020F0502020204030204" charset="-122"/>
                <a:cs typeface="思源黑体" panose="020F0502020204030204" charset="-122"/>
              </a:rPr>
              <a:t>或</a:t>
            </a:r>
            <a:r>
              <a:rPr lang="en-US" altLang="zh-CN" sz="1200" kern="1200">
                <a:solidFill>
                  <a:schemeClr val="tx1"/>
                </a:solidFill>
                <a:effectLst/>
                <a:latin typeface="思源黑体" panose="020F0502020204030204" charset="-122"/>
                <a:ea typeface="思源黑体" panose="020F0502020204030204" charset="-122"/>
                <a:cs typeface="思源黑体" panose="020F0502020204030204" charset="-122"/>
              </a:rPr>
              <a:t>r</a:t>
            </a:r>
            <a:r>
              <a:rPr lang="zh-CN" altLang="zh-CN" sz="1200" kern="1200">
                <a:solidFill>
                  <a:schemeClr val="tx1"/>
                </a:solidFill>
                <a:effectLst/>
                <a:latin typeface="思源黑体" panose="020F0502020204030204" charset="-122"/>
                <a:ea typeface="思源黑体" panose="020F0502020204030204" charset="-122"/>
                <a:cs typeface="思源黑体" panose="020F0502020204030204" charset="-122"/>
              </a:rPr>
              <a:t>的编码可认为是</a:t>
            </a:r>
            <a:r>
              <a:rPr lang="en-US" altLang="zh-CN" sz="1200" kern="1200">
                <a:solidFill>
                  <a:schemeClr val="tx1"/>
                </a:solidFill>
                <a:effectLst/>
                <a:latin typeface="思源黑体" panose="020F0502020204030204" charset="-122"/>
                <a:ea typeface="思源黑体" panose="020F0502020204030204" charset="-122"/>
                <a:cs typeface="思源黑体" panose="020F0502020204030204" charset="-122"/>
              </a:rPr>
              <a:t>0-0</a:t>
            </a:r>
            <a:r>
              <a:rPr lang="zh-CN" altLang="zh-CN" sz="1200" kern="1200">
                <a:solidFill>
                  <a:schemeClr val="tx1"/>
                </a:solidFill>
                <a:effectLst/>
                <a:latin typeface="思源黑体" panose="020F0502020204030204" charset="-122"/>
                <a:ea typeface="思源黑体" panose="020F0502020204030204" charset="-122"/>
                <a:cs typeface="思源黑体" panose="020F0502020204030204" charset="-122"/>
              </a:rPr>
              <a:t>，中间的空位留作</a:t>
            </a:r>
            <a:r>
              <a:rPr lang="en-US" altLang="zh-CN" sz="1200" kern="1200">
                <a:solidFill>
                  <a:schemeClr val="tx1"/>
                </a:solidFill>
                <a:effectLst/>
                <a:latin typeface="思源黑体" panose="020F0502020204030204" charset="-122"/>
                <a:ea typeface="思源黑体" panose="020F0502020204030204" charset="-122"/>
                <a:cs typeface="思源黑体" panose="020F0502020204030204" charset="-122"/>
              </a:rPr>
              <a:t>q</a:t>
            </a:r>
            <a:r>
              <a:rPr lang="zh-CN" altLang="zh-CN" sz="1200" kern="1200">
                <a:solidFill>
                  <a:schemeClr val="tx1"/>
                </a:solidFill>
                <a:effectLst/>
                <a:latin typeface="思源黑体" panose="020F0502020204030204" charset="-122"/>
                <a:ea typeface="思源黑体" panose="020F0502020204030204" charset="-122"/>
                <a:cs typeface="思源黑体" panose="020F0502020204030204" charset="-122"/>
              </a:rPr>
              <a:t>的编码，扩展的时候实际上是取遍</a:t>
            </a:r>
            <a:r>
              <a:rPr lang="en-US" altLang="zh-CN" sz="1200" kern="1200">
                <a:solidFill>
                  <a:schemeClr val="tx1"/>
                </a:solidFill>
                <a:effectLst/>
                <a:latin typeface="思源黑体" panose="020F0502020204030204" charset="-122"/>
                <a:ea typeface="思源黑体" panose="020F0502020204030204" charset="-122"/>
                <a:cs typeface="思源黑体" panose="020F0502020204030204" charset="-122"/>
              </a:rPr>
              <a:t>q</a:t>
            </a:r>
            <a:r>
              <a:rPr lang="zh-CN" altLang="zh-CN" sz="1200" kern="1200">
                <a:solidFill>
                  <a:schemeClr val="tx1"/>
                </a:solidFill>
                <a:effectLst/>
                <a:latin typeface="思源黑体" panose="020F0502020204030204" charset="-122"/>
                <a:ea typeface="思源黑体" panose="020F0502020204030204" charset="-122"/>
                <a:cs typeface="思源黑体" panose="020F0502020204030204" charset="-122"/>
              </a:rPr>
              <a:t>的可能编码，因此得到</a:t>
            </a:r>
            <a:r>
              <a:rPr lang="en-US" altLang="zh-CN" sz="1200" kern="1200">
                <a:solidFill>
                  <a:schemeClr val="tx1"/>
                </a:solidFill>
                <a:effectLst/>
                <a:latin typeface="思源黑体" panose="020F0502020204030204" charset="-122"/>
                <a:ea typeface="思源黑体" panose="020F0502020204030204" charset="-122"/>
                <a:cs typeface="思源黑体" panose="020F0502020204030204" charset="-122"/>
              </a:rPr>
              <a:t>000</a:t>
            </a:r>
            <a:r>
              <a:rPr lang="zh-CN" altLang="zh-CN" sz="1200" kern="1200">
                <a:solidFill>
                  <a:schemeClr val="tx1"/>
                </a:solidFill>
                <a:effectLst/>
                <a:latin typeface="思源黑体" panose="020F0502020204030204" charset="-122"/>
                <a:ea typeface="思源黑体" panose="020F0502020204030204" charset="-122"/>
                <a:cs typeface="思源黑体" panose="020F0502020204030204" charset="-122"/>
              </a:rPr>
              <a:t>和</a:t>
            </a:r>
            <a:r>
              <a:rPr lang="en-US" altLang="zh-CN" sz="1200" kern="1200">
                <a:solidFill>
                  <a:schemeClr val="tx1"/>
                </a:solidFill>
                <a:effectLst/>
                <a:latin typeface="思源黑体" panose="020F0502020204030204" charset="-122"/>
                <a:ea typeface="思源黑体" panose="020F0502020204030204" charset="-122"/>
                <a:cs typeface="思源黑体" panose="020F0502020204030204" charset="-122"/>
              </a:rPr>
              <a:t>010</a:t>
            </a:r>
            <a:r>
              <a:rPr lang="zh-CN" altLang="zh-CN" sz="1200" kern="1200">
                <a:solidFill>
                  <a:schemeClr val="tx1"/>
                </a:solidFill>
                <a:effectLst/>
                <a:latin typeface="思源黑体" panose="020F0502020204030204" charset="-122"/>
                <a:ea typeface="思源黑体" panose="020F0502020204030204" charset="-122"/>
                <a:cs typeface="思源黑体" panose="020F0502020204030204" charset="-122"/>
              </a:rPr>
              <a:t>，即极大项</a:t>
            </a:r>
            <a:r>
              <a:rPr lang="en-US" altLang="zh-CN" sz="1200" kern="1200">
                <a:solidFill>
                  <a:schemeClr val="tx1"/>
                </a:solidFill>
                <a:effectLst/>
                <a:latin typeface="思源黑体" panose="020F0502020204030204" charset="-122"/>
                <a:ea typeface="思源黑体" panose="020F0502020204030204" charset="-122"/>
                <a:cs typeface="思源黑体" panose="020F0502020204030204" charset="-122"/>
              </a:rPr>
              <a:t>M0</a:t>
            </a:r>
            <a:r>
              <a:rPr lang="zh-CN" altLang="zh-CN" sz="1200" kern="1200">
                <a:solidFill>
                  <a:schemeClr val="tx1"/>
                </a:solidFill>
                <a:effectLst/>
                <a:latin typeface="思源黑体" panose="020F0502020204030204" charset="-122"/>
                <a:ea typeface="思源黑体" panose="020F0502020204030204" charset="-122"/>
                <a:cs typeface="思源黑体" panose="020F0502020204030204" charset="-122"/>
              </a:rPr>
              <a:t>和</a:t>
            </a:r>
            <a:r>
              <a:rPr lang="en-US" altLang="zh-CN" sz="1200" kern="1200">
                <a:solidFill>
                  <a:schemeClr val="tx1"/>
                </a:solidFill>
                <a:effectLst/>
                <a:latin typeface="思源黑体" panose="020F0502020204030204" charset="-122"/>
                <a:ea typeface="思源黑体" panose="020F0502020204030204" charset="-122"/>
                <a:cs typeface="思源黑体" panose="020F0502020204030204" charset="-122"/>
              </a:rPr>
              <a:t>M2</a:t>
            </a:r>
            <a:r>
              <a:rPr lang="zh-CN" altLang="zh-CN" sz="1200" kern="1200">
                <a:solidFill>
                  <a:schemeClr val="tx1"/>
                </a:solidFill>
                <a:effectLst/>
                <a:latin typeface="思源黑体" panose="020F0502020204030204" charset="-122"/>
                <a:ea typeface="思源黑体" panose="020F0502020204030204" charset="-122"/>
                <a:cs typeface="思源黑体" panose="020F0502020204030204" charset="-122"/>
              </a:rPr>
              <a:t>，等等。通过这种扩展编码的方式容易得到公式的主合取范式，而且这种方法过程明确，可以编写程序从范式扩展为主范式。</a:t>
            </a:r>
            <a:endParaRPr lang="zh-CN" altLang="zh-CN" sz="1200" kern="1200">
              <a:solidFill>
                <a:schemeClr val="tx1"/>
              </a:solidFill>
              <a:effectLst/>
              <a:latin typeface="思源黑体" panose="020F0502020204030204" charset="-122"/>
              <a:ea typeface="思源黑体" panose="020F0502020204030204" charset="-122"/>
              <a:cs typeface="思源黑体" panose="020F0502020204030204" charset="-122"/>
            </a:endParaRPr>
          </a:p>
          <a:p>
            <a:endParaRPr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a:solidFill>
                  <a:schemeClr val="tx1"/>
                </a:solidFill>
                <a:effectLst/>
                <a:latin typeface="思源黑体" panose="020F0502020204030204" charset="-122"/>
                <a:ea typeface="思源黑体" panose="020F0502020204030204" charset="-122"/>
                <a:cs typeface="思源黑体" panose="020F0502020204030204" charset="-122"/>
              </a:rPr>
              <a:t>我们再看一个例子，求与这个公式逻辑等值的主范式。容易的刀口与这个公式逻辑等值的一个主合取范式是这个公式，固定变量为</a:t>
            </a:r>
            <a:r>
              <a:rPr lang="en-US" altLang="zh-CN" sz="1200" kern="1200">
                <a:solidFill>
                  <a:schemeClr val="tx1"/>
                </a:solidFill>
                <a:effectLst/>
                <a:latin typeface="思源黑体" panose="020F0502020204030204" charset="-122"/>
                <a:ea typeface="思源黑体" panose="020F0502020204030204" charset="-122"/>
                <a:cs typeface="思源黑体" panose="020F0502020204030204" charset="-122"/>
              </a:rPr>
              <a:t>p,q,r,s</a:t>
            </a:r>
            <a:r>
              <a:rPr lang="zh-CN" altLang="zh-CN" sz="1200" kern="1200">
                <a:solidFill>
                  <a:schemeClr val="tx1"/>
                </a:solidFill>
                <a:effectLst/>
                <a:latin typeface="思源黑体" panose="020F0502020204030204" charset="-122"/>
                <a:ea typeface="思源黑体" panose="020F0502020204030204" charset="-122"/>
                <a:cs typeface="思源黑体" panose="020F0502020204030204" charset="-122"/>
              </a:rPr>
              <a:t>的顺序，其中的简单析取式</a:t>
            </a:r>
            <a:r>
              <a:rPr lang="en-US" altLang="zh-CN" sz="1200" kern="1200">
                <a:solidFill>
                  <a:schemeClr val="tx1"/>
                </a:solidFill>
                <a:effectLst/>
                <a:latin typeface="思源黑体" panose="020F0502020204030204" charset="-122"/>
                <a:ea typeface="思源黑体" panose="020F0502020204030204" charset="-122"/>
                <a:cs typeface="思源黑体" panose="020F0502020204030204" charset="-122"/>
              </a:rPr>
              <a:t>p</a:t>
            </a:r>
            <a:r>
              <a:rPr lang="zh-CN" altLang="zh-CN" sz="1200" kern="1200">
                <a:solidFill>
                  <a:schemeClr val="tx1"/>
                </a:solidFill>
                <a:effectLst/>
                <a:latin typeface="思源黑体" panose="020F0502020204030204" charset="-122"/>
                <a:ea typeface="思源黑体" panose="020F0502020204030204" charset="-122"/>
                <a:cs typeface="思源黑体" panose="020F0502020204030204" charset="-122"/>
              </a:rPr>
              <a:t>的否定或</a:t>
            </a:r>
            <a:r>
              <a:rPr lang="en-US" altLang="zh-CN" sz="1200" kern="1200">
                <a:solidFill>
                  <a:schemeClr val="tx1"/>
                </a:solidFill>
                <a:effectLst/>
                <a:latin typeface="思源黑体" panose="020F0502020204030204" charset="-122"/>
                <a:ea typeface="思源黑体" panose="020F0502020204030204" charset="-122"/>
                <a:cs typeface="思源黑体" panose="020F0502020204030204" charset="-122"/>
              </a:rPr>
              <a:t>r</a:t>
            </a:r>
            <a:r>
              <a:rPr lang="zh-CN" altLang="zh-CN" sz="1200" kern="1200">
                <a:solidFill>
                  <a:schemeClr val="tx1"/>
                </a:solidFill>
                <a:effectLst/>
                <a:latin typeface="思源黑体" panose="020F0502020204030204" charset="-122"/>
                <a:ea typeface="思源黑体" panose="020F0502020204030204" charset="-122"/>
                <a:cs typeface="思源黑体" panose="020F0502020204030204" charset="-122"/>
              </a:rPr>
              <a:t>的编码可认为是</a:t>
            </a:r>
            <a:r>
              <a:rPr lang="en-US" altLang="zh-CN" sz="1200" kern="1200">
                <a:solidFill>
                  <a:schemeClr val="tx1"/>
                </a:solidFill>
                <a:effectLst/>
                <a:latin typeface="思源黑体" panose="020F0502020204030204" charset="-122"/>
                <a:ea typeface="思源黑体" panose="020F0502020204030204" charset="-122"/>
                <a:cs typeface="思源黑体" panose="020F0502020204030204" charset="-122"/>
              </a:rPr>
              <a:t>1-0-</a:t>
            </a:r>
            <a:r>
              <a:rPr lang="zh-CN" altLang="zh-CN" sz="1200" kern="1200">
                <a:solidFill>
                  <a:schemeClr val="tx1"/>
                </a:solidFill>
                <a:effectLst/>
                <a:latin typeface="思源黑体" panose="020F0502020204030204" charset="-122"/>
                <a:ea typeface="思源黑体" panose="020F0502020204030204" charset="-122"/>
                <a:cs typeface="思源黑体" panose="020F0502020204030204" charset="-122"/>
              </a:rPr>
              <a:t>其中的空位分别流程</a:t>
            </a:r>
            <a:r>
              <a:rPr lang="en-US" altLang="zh-CN" sz="1200" kern="1200">
                <a:solidFill>
                  <a:schemeClr val="tx1"/>
                </a:solidFill>
                <a:effectLst/>
                <a:latin typeface="思源黑体" panose="020F0502020204030204" charset="-122"/>
                <a:ea typeface="思源黑体" panose="020F0502020204030204" charset="-122"/>
                <a:cs typeface="思源黑体" panose="020F0502020204030204" charset="-122"/>
              </a:rPr>
              <a:t>q</a:t>
            </a:r>
            <a:r>
              <a:rPr lang="zh-CN" altLang="zh-CN" sz="1200" kern="1200">
                <a:solidFill>
                  <a:schemeClr val="tx1"/>
                </a:solidFill>
                <a:effectLst/>
                <a:latin typeface="思源黑体" panose="020F0502020204030204" charset="-122"/>
                <a:ea typeface="思源黑体" panose="020F0502020204030204" charset="-122"/>
                <a:cs typeface="思源黑体" panose="020F0502020204030204" charset="-122"/>
              </a:rPr>
              <a:t>和</a:t>
            </a:r>
            <a:r>
              <a:rPr lang="en-US" altLang="zh-CN" sz="1200" kern="1200">
                <a:solidFill>
                  <a:schemeClr val="tx1"/>
                </a:solidFill>
                <a:effectLst/>
                <a:latin typeface="思源黑体" panose="020F0502020204030204" charset="-122"/>
                <a:ea typeface="思源黑体" panose="020F0502020204030204" charset="-122"/>
                <a:cs typeface="思源黑体" panose="020F0502020204030204" charset="-122"/>
              </a:rPr>
              <a:t>s</a:t>
            </a:r>
            <a:r>
              <a:rPr lang="zh-CN" altLang="zh-CN" sz="1200" kern="1200">
                <a:solidFill>
                  <a:schemeClr val="tx1"/>
                </a:solidFill>
                <a:effectLst/>
                <a:latin typeface="思源黑体" panose="020F0502020204030204" charset="-122"/>
                <a:ea typeface="思源黑体" panose="020F0502020204030204" charset="-122"/>
                <a:cs typeface="思源黑体" panose="020F0502020204030204" charset="-122"/>
              </a:rPr>
              <a:t>，</a:t>
            </a:r>
            <a:r>
              <a:rPr lang="en-US" altLang="zh-CN" sz="1200" kern="1200">
                <a:solidFill>
                  <a:schemeClr val="tx1"/>
                </a:solidFill>
                <a:effectLst/>
                <a:latin typeface="思源黑体" panose="020F0502020204030204" charset="-122"/>
                <a:ea typeface="思源黑体" panose="020F0502020204030204" charset="-122"/>
                <a:cs typeface="思源黑体" panose="020F0502020204030204" charset="-122"/>
              </a:rPr>
              <a:t>q</a:t>
            </a:r>
            <a:r>
              <a:rPr lang="zh-CN" altLang="zh-CN" sz="1200" kern="1200">
                <a:solidFill>
                  <a:schemeClr val="tx1"/>
                </a:solidFill>
                <a:effectLst/>
                <a:latin typeface="思源黑体" panose="020F0502020204030204" charset="-122"/>
                <a:ea typeface="思源黑体" panose="020F0502020204030204" charset="-122"/>
                <a:cs typeface="思源黑体" panose="020F0502020204030204" charset="-122"/>
              </a:rPr>
              <a:t>和</a:t>
            </a:r>
            <a:r>
              <a:rPr lang="en-US" altLang="zh-CN" sz="1200" kern="1200">
                <a:solidFill>
                  <a:schemeClr val="tx1"/>
                </a:solidFill>
                <a:effectLst/>
                <a:latin typeface="思源黑体" panose="020F0502020204030204" charset="-122"/>
                <a:ea typeface="思源黑体" panose="020F0502020204030204" charset="-122"/>
                <a:cs typeface="思源黑体" panose="020F0502020204030204" charset="-122"/>
              </a:rPr>
              <a:t>s</a:t>
            </a:r>
            <a:r>
              <a:rPr lang="zh-CN" altLang="zh-CN" sz="1200" kern="1200">
                <a:solidFill>
                  <a:schemeClr val="tx1"/>
                </a:solidFill>
                <a:effectLst/>
                <a:latin typeface="思源黑体" panose="020F0502020204030204" charset="-122"/>
                <a:ea typeface="思源黑体" panose="020F0502020204030204" charset="-122"/>
                <a:cs typeface="思源黑体" panose="020F0502020204030204" charset="-122"/>
              </a:rPr>
              <a:t>的可能取值组合有四种，因此这个简单析取式货站为四个极大项，器编码分别是</a:t>
            </a:r>
            <a:r>
              <a:rPr lang="en-US" altLang="zh-CN" sz="1200" kern="1200">
                <a:solidFill>
                  <a:schemeClr val="tx1"/>
                </a:solidFill>
                <a:effectLst/>
                <a:latin typeface="思源黑体" panose="020F0502020204030204" charset="-122"/>
                <a:ea typeface="思源黑体" panose="020F0502020204030204" charset="-122"/>
                <a:cs typeface="思源黑体" panose="020F0502020204030204" charset="-122"/>
              </a:rPr>
              <a:t>1000, 1001, 1100</a:t>
            </a:r>
            <a:r>
              <a:rPr lang="zh-CN" altLang="zh-CN" sz="1200" kern="1200">
                <a:solidFill>
                  <a:schemeClr val="tx1"/>
                </a:solidFill>
                <a:effectLst/>
                <a:latin typeface="思源黑体" panose="020F0502020204030204" charset="-122"/>
                <a:ea typeface="思源黑体" panose="020F0502020204030204" charset="-122"/>
                <a:cs typeface="思源黑体" panose="020F0502020204030204" charset="-122"/>
              </a:rPr>
              <a:t>和</a:t>
            </a:r>
            <a:r>
              <a:rPr lang="en-US" altLang="zh-CN" sz="1200" kern="1200">
                <a:solidFill>
                  <a:schemeClr val="tx1"/>
                </a:solidFill>
                <a:effectLst/>
                <a:latin typeface="思源黑体" panose="020F0502020204030204" charset="-122"/>
                <a:ea typeface="思源黑体" panose="020F0502020204030204" charset="-122"/>
                <a:cs typeface="思源黑体" panose="020F0502020204030204" charset="-122"/>
              </a:rPr>
              <a:t>1101</a:t>
            </a:r>
            <a:r>
              <a:rPr lang="zh-CN" altLang="zh-CN" sz="1200" kern="1200">
                <a:solidFill>
                  <a:schemeClr val="tx1"/>
                </a:solidFill>
                <a:effectLst/>
                <a:latin typeface="思源黑体" panose="020F0502020204030204" charset="-122"/>
                <a:ea typeface="思源黑体" panose="020F0502020204030204" charset="-122"/>
                <a:cs typeface="思源黑体" panose="020F0502020204030204" charset="-122"/>
              </a:rPr>
              <a:t>，类似地可扩展简单析取是</a:t>
            </a:r>
            <a:r>
              <a:rPr lang="en-US" altLang="zh-CN" sz="1200" kern="1200">
                <a:solidFill>
                  <a:schemeClr val="tx1"/>
                </a:solidFill>
                <a:effectLst/>
                <a:latin typeface="思源黑体" panose="020F0502020204030204" charset="-122"/>
                <a:ea typeface="思源黑体" panose="020F0502020204030204" charset="-122"/>
                <a:cs typeface="思源黑体" panose="020F0502020204030204" charset="-122"/>
              </a:rPr>
              <a:t>q</a:t>
            </a:r>
            <a:r>
              <a:rPr lang="zh-CN" altLang="zh-CN" sz="1200" kern="1200">
                <a:solidFill>
                  <a:schemeClr val="tx1"/>
                </a:solidFill>
                <a:effectLst/>
                <a:latin typeface="思源黑体" panose="020F0502020204030204" charset="-122"/>
                <a:ea typeface="思源黑体" panose="020F0502020204030204" charset="-122"/>
                <a:cs typeface="思源黑体" panose="020F0502020204030204" charset="-122"/>
              </a:rPr>
              <a:t>的否定或</a:t>
            </a:r>
            <a:r>
              <a:rPr lang="en-US" altLang="zh-CN" sz="1200" kern="1200">
                <a:solidFill>
                  <a:schemeClr val="tx1"/>
                </a:solidFill>
                <a:effectLst/>
                <a:latin typeface="思源黑体" panose="020F0502020204030204" charset="-122"/>
                <a:ea typeface="思源黑体" panose="020F0502020204030204" charset="-122"/>
                <a:cs typeface="思源黑体" panose="020F0502020204030204" charset="-122"/>
              </a:rPr>
              <a:t>s</a:t>
            </a:r>
            <a:r>
              <a:rPr lang="zh-CN" altLang="zh-CN" sz="1200" kern="1200">
                <a:solidFill>
                  <a:schemeClr val="tx1"/>
                </a:solidFill>
                <a:effectLst/>
                <a:latin typeface="思源黑体" panose="020F0502020204030204" charset="-122"/>
                <a:ea typeface="思源黑体" panose="020F0502020204030204" charset="-122"/>
                <a:cs typeface="思源黑体" panose="020F0502020204030204" charset="-122"/>
              </a:rPr>
              <a:t>，这样就得到公式</a:t>
            </a:r>
            <a:r>
              <a:rPr lang="en-US" altLang="zh-CN" sz="1200" kern="1200">
                <a:solidFill>
                  <a:schemeClr val="tx1"/>
                </a:solidFill>
                <a:effectLst/>
                <a:latin typeface="思源黑体" panose="020F0502020204030204" charset="-122"/>
                <a:ea typeface="思源黑体" panose="020F0502020204030204" charset="-122"/>
                <a:cs typeface="思源黑体" panose="020F0502020204030204" charset="-122"/>
              </a:rPr>
              <a:t>A</a:t>
            </a:r>
            <a:r>
              <a:rPr lang="zh-CN" altLang="zh-CN" sz="1200" kern="1200">
                <a:solidFill>
                  <a:schemeClr val="tx1"/>
                </a:solidFill>
                <a:effectLst/>
                <a:latin typeface="思源黑体" panose="020F0502020204030204" charset="-122"/>
                <a:ea typeface="思源黑体" panose="020F0502020204030204" charset="-122"/>
                <a:cs typeface="思源黑体" panose="020F0502020204030204" charset="-122"/>
              </a:rPr>
              <a:t>的主合取范式，然后基于主析取与主合取范式编码集互补立即得到公式</a:t>
            </a:r>
            <a:r>
              <a:rPr lang="en-US" altLang="zh-CN" sz="1200" kern="1200">
                <a:solidFill>
                  <a:schemeClr val="tx1"/>
                </a:solidFill>
                <a:effectLst/>
                <a:latin typeface="思源黑体" panose="020F0502020204030204" charset="-122"/>
                <a:ea typeface="思源黑体" panose="020F0502020204030204" charset="-122"/>
                <a:cs typeface="思源黑体" panose="020F0502020204030204" charset="-122"/>
              </a:rPr>
              <a:t>A</a:t>
            </a:r>
            <a:r>
              <a:rPr lang="zh-CN" altLang="zh-CN" sz="1200" kern="1200">
                <a:solidFill>
                  <a:schemeClr val="tx1"/>
                </a:solidFill>
                <a:effectLst/>
                <a:latin typeface="思源黑体" panose="020F0502020204030204" charset="-122"/>
                <a:ea typeface="思源黑体" panose="020F0502020204030204" charset="-122"/>
                <a:cs typeface="思源黑体" panose="020F0502020204030204" charset="-122"/>
              </a:rPr>
              <a:t>的主析取范式。</a:t>
            </a:r>
            <a:endParaRPr lang="zh-CN" altLang="zh-CN" sz="1200" kern="1200">
              <a:solidFill>
                <a:schemeClr val="tx1"/>
              </a:solidFill>
              <a:effectLst/>
              <a:latin typeface="思源黑体" panose="020F0502020204030204" charset="-122"/>
              <a:ea typeface="思源黑体" panose="020F0502020204030204" charset="-122"/>
              <a:cs typeface="思源黑体" panose="020F0502020204030204" charset="-122"/>
            </a:endParaRPr>
          </a:p>
          <a:p>
            <a:r>
              <a:rPr lang="en-US" altLang="zh-CN" sz="1200" kern="1200">
                <a:solidFill>
                  <a:schemeClr val="tx1"/>
                </a:solidFill>
                <a:effectLst/>
                <a:latin typeface="思源黑体" panose="020F0502020204030204" charset="-122"/>
                <a:ea typeface="思源黑体" panose="020F0502020204030204" charset="-122"/>
                <a:cs typeface="思源黑体" panose="020F0502020204030204" charset="-122"/>
              </a:rPr>
              <a:t> </a:t>
            </a:r>
            <a:endParaRPr lang="zh-CN" altLang="zh-CN" sz="1200" kern="1200">
              <a:solidFill>
                <a:schemeClr val="tx1"/>
              </a:solidFill>
              <a:effectLst/>
              <a:latin typeface="思源黑体" panose="020F0502020204030204" charset="-122"/>
              <a:ea typeface="思源黑体" panose="020F0502020204030204" charset="-122"/>
              <a:cs typeface="思源黑体" panose="020F0502020204030204" charset="-122"/>
            </a:endParaRPr>
          </a:p>
          <a:p>
            <a:endParaRPr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pic>
        <p:nvPicPr>
          <p:cNvPr id="3074" name="Picture 17" descr="attach"/>
          <p:cNvPicPr>
            <a:picLocks noChangeAspect="1"/>
          </p:cNvPicPr>
          <p:nvPr userDrawn="1"/>
        </p:nvPicPr>
        <p:blipFill>
          <a:blip r:embed="rId2"/>
          <a:stretch>
            <a:fillRect/>
          </a:stretch>
        </p:blipFill>
        <p:spPr>
          <a:xfrm>
            <a:off x="1752600" y="533400"/>
            <a:ext cx="5905500" cy="5905500"/>
          </a:xfrm>
          <a:prstGeom prst="rect">
            <a:avLst/>
          </a:prstGeom>
          <a:noFill/>
          <a:ln w="9525">
            <a:noFill/>
          </a:ln>
        </p:spPr>
      </p:pic>
      <p:grpSp>
        <p:nvGrpSpPr>
          <p:cNvPr id="3075" name="Group 2"/>
          <p:cNvGrpSpPr/>
          <p:nvPr/>
        </p:nvGrpSpPr>
        <p:grpSpPr>
          <a:xfrm>
            <a:off x="0" y="2438400"/>
            <a:ext cx="9009063" cy="1052513"/>
            <a:chOff x="0" y="1536"/>
            <a:chExt cx="5675" cy="663"/>
          </a:xfrm>
        </p:grpSpPr>
        <p:grpSp>
          <p:nvGrpSpPr>
            <p:cNvPr id="3076" name="Group 3"/>
            <p:cNvGrpSpPr/>
            <p:nvPr/>
          </p:nvGrpSpPr>
          <p:grpSpPr>
            <a:xfrm>
              <a:off x="185" y="1604"/>
              <a:ext cx="449" cy="299"/>
              <a:chOff x="720" y="336"/>
              <a:chExt cx="624" cy="432"/>
            </a:xfrm>
          </p:grpSpPr>
          <p:sp>
            <p:nvSpPr>
              <p:cNvPr id="24" name="Rectangle 4"/>
              <p:cNvSpPr>
                <a:spLocks noChangeArrowheads="1"/>
              </p:cNvSpPr>
              <p:nvPr/>
            </p:nvSpPr>
            <p:spPr bwMode="auto">
              <a:xfrm>
                <a:off x="720" y="336"/>
                <a:ext cx="384" cy="432"/>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宋体" pitchFamily="2" charset="-122"/>
                  </a:defRPr>
                </a:lvl1pPr>
                <a:lvl2pPr marL="742950" indent="-285750">
                  <a:defRPr kumimoji="1" sz="2400">
                    <a:solidFill>
                      <a:schemeClr val="tx1"/>
                    </a:solidFill>
                    <a:latin typeface="Tahoma" panose="020B0604030504040204" pitchFamily="34" charset="0"/>
                    <a:ea typeface="宋体" pitchFamily="2" charset="-122"/>
                  </a:defRPr>
                </a:lvl2pPr>
                <a:lvl3pPr marL="1143000" indent="-228600">
                  <a:defRPr kumimoji="1" sz="2400">
                    <a:solidFill>
                      <a:schemeClr val="tx1"/>
                    </a:solidFill>
                    <a:latin typeface="Tahoma" panose="020B0604030504040204" pitchFamily="34" charset="0"/>
                    <a:ea typeface="宋体" pitchFamily="2" charset="-122"/>
                  </a:defRPr>
                </a:lvl3pPr>
                <a:lvl4pPr marL="1600200" indent="-228600">
                  <a:defRPr kumimoji="1" sz="2400">
                    <a:solidFill>
                      <a:schemeClr val="tx1"/>
                    </a:solidFill>
                    <a:latin typeface="Tahoma" panose="020B0604030504040204" pitchFamily="34" charset="0"/>
                    <a:ea typeface="宋体" pitchFamily="2" charset="-122"/>
                  </a:defRPr>
                </a:lvl4pPr>
                <a:lvl5pPr marL="2057400" indent="-228600">
                  <a:defRPr kumimoji="1"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25"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宋体" pitchFamily="2" charset="-122"/>
                  </a:defRPr>
                </a:lvl1pPr>
                <a:lvl2pPr marL="742950" indent="-285750">
                  <a:defRPr kumimoji="1" sz="2400">
                    <a:solidFill>
                      <a:schemeClr val="tx1"/>
                    </a:solidFill>
                    <a:latin typeface="Tahoma" panose="020B0604030504040204" pitchFamily="34" charset="0"/>
                    <a:ea typeface="宋体" pitchFamily="2" charset="-122"/>
                  </a:defRPr>
                </a:lvl2pPr>
                <a:lvl3pPr marL="1143000" indent="-228600">
                  <a:defRPr kumimoji="1" sz="2400">
                    <a:solidFill>
                      <a:schemeClr val="tx1"/>
                    </a:solidFill>
                    <a:latin typeface="Tahoma" panose="020B0604030504040204" pitchFamily="34" charset="0"/>
                    <a:ea typeface="宋体" pitchFamily="2" charset="-122"/>
                  </a:defRPr>
                </a:lvl3pPr>
                <a:lvl4pPr marL="1600200" indent="-228600">
                  <a:defRPr kumimoji="1" sz="2400">
                    <a:solidFill>
                      <a:schemeClr val="tx1"/>
                    </a:solidFill>
                    <a:latin typeface="Tahoma" panose="020B0604030504040204" pitchFamily="34" charset="0"/>
                    <a:ea typeface="宋体" pitchFamily="2" charset="-122"/>
                  </a:defRPr>
                </a:lvl4pPr>
                <a:lvl5pPr marL="2057400" indent="-228600">
                  <a:defRPr kumimoji="1"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grpSp>
        <p:grpSp>
          <p:nvGrpSpPr>
            <p:cNvPr id="3079" name="Group 6"/>
            <p:cNvGrpSpPr/>
            <p:nvPr/>
          </p:nvGrpSpPr>
          <p:grpSpPr>
            <a:xfrm>
              <a:off x="263" y="1870"/>
              <a:ext cx="466" cy="299"/>
              <a:chOff x="912" y="2640"/>
              <a:chExt cx="672" cy="432"/>
            </a:xfrm>
          </p:grpSpPr>
          <p:sp>
            <p:nvSpPr>
              <p:cNvPr id="22" name="Rectangle 7"/>
              <p:cNvSpPr>
                <a:spLocks noChangeArrowheads="1"/>
              </p:cNvSpPr>
              <p:nvPr/>
            </p:nvSpPr>
            <p:spPr bwMode="auto">
              <a:xfrm>
                <a:off x="912" y="2640"/>
                <a:ext cx="384" cy="43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宋体" pitchFamily="2" charset="-122"/>
                  </a:defRPr>
                </a:lvl1pPr>
                <a:lvl2pPr marL="742950" indent="-285750">
                  <a:defRPr kumimoji="1" sz="2400">
                    <a:solidFill>
                      <a:schemeClr val="tx1"/>
                    </a:solidFill>
                    <a:latin typeface="Tahoma" panose="020B0604030504040204" pitchFamily="34" charset="0"/>
                    <a:ea typeface="宋体" pitchFamily="2" charset="-122"/>
                  </a:defRPr>
                </a:lvl2pPr>
                <a:lvl3pPr marL="1143000" indent="-228600">
                  <a:defRPr kumimoji="1" sz="2400">
                    <a:solidFill>
                      <a:schemeClr val="tx1"/>
                    </a:solidFill>
                    <a:latin typeface="Tahoma" panose="020B0604030504040204" pitchFamily="34" charset="0"/>
                    <a:ea typeface="宋体" pitchFamily="2" charset="-122"/>
                  </a:defRPr>
                </a:lvl3pPr>
                <a:lvl4pPr marL="1600200" indent="-228600">
                  <a:defRPr kumimoji="1" sz="2400">
                    <a:solidFill>
                      <a:schemeClr val="tx1"/>
                    </a:solidFill>
                    <a:latin typeface="Tahoma" panose="020B0604030504040204" pitchFamily="34" charset="0"/>
                    <a:ea typeface="宋体" pitchFamily="2" charset="-122"/>
                  </a:defRPr>
                </a:lvl4pPr>
                <a:lvl5pPr marL="2057400" indent="-228600">
                  <a:defRPr kumimoji="1"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23"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宋体" pitchFamily="2" charset="-122"/>
                  </a:defRPr>
                </a:lvl1pPr>
                <a:lvl2pPr marL="742950" indent="-285750">
                  <a:defRPr kumimoji="1" sz="2400">
                    <a:solidFill>
                      <a:schemeClr val="tx1"/>
                    </a:solidFill>
                    <a:latin typeface="Tahoma" panose="020B0604030504040204" pitchFamily="34" charset="0"/>
                    <a:ea typeface="宋体" pitchFamily="2" charset="-122"/>
                  </a:defRPr>
                </a:lvl2pPr>
                <a:lvl3pPr marL="1143000" indent="-228600">
                  <a:defRPr kumimoji="1" sz="2400">
                    <a:solidFill>
                      <a:schemeClr val="tx1"/>
                    </a:solidFill>
                    <a:latin typeface="Tahoma" panose="020B0604030504040204" pitchFamily="34" charset="0"/>
                    <a:ea typeface="宋体" pitchFamily="2" charset="-122"/>
                  </a:defRPr>
                </a:lvl3pPr>
                <a:lvl4pPr marL="1600200" indent="-228600">
                  <a:defRPr kumimoji="1" sz="2400">
                    <a:solidFill>
                      <a:schemeClr val="tx1"/>
                    </a:solidFill>
                    <a:latin typeface="Tahoma" panose="020B0604030504040204" pitchFamily="34" charset="0"/>
                    <a:ea typeface="宋体" pitchFamily="2" charset="-122"/>
                  </a:defRPr>
                </a:lvl4pPr>
                <a:lvl5pPr marL="2057400" indent="-228600">
                  <a:defRPr kumimoji="1"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grpSp>
        <p:sp>
          <p:nvSpPr>
            <p:cNvPr id="19"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宋体" pitchFamily="2" charset="-122"/>
                </a:defRPr>
              </a:lvl1pPr>
              <a:lvl2pPr marL="742950" indent="-285750">
                <a:defRPr kumimoji="1" sz="2400">
                  <a:solidFill>
                    <a:schemeClr val="tx1"/>
                  </a:solidFill>
                  <a:latin typeface="Tahoma" panose="020B0604030504040204" pitchFamily="34" charset="0"/>
                  <a:ea typeface="宋体" pitchFamily="2" charset="-122"/>
                </a:defRPr>
              </a:lvl2pPr>
              <a:lvl3pPr marL="1143000" indent="-228600">
                <a:defRPr kumimoji="1" sz="2400">
                  <a:solidFill>
                    <a:schemeClr val="tx1"/>
                  </a:solidFill>
                  <a:latin typeface="Tahoma" panose="020B0604030504040204" pitchFamily="34" charset="0"/>
                  <a:ea typeface="宋体" pitchFamily="2" charset="-122"/>
                </a:defRPr>
              </a:lvl3pPr>
              <a:lvl4pPr marL="1600200" indent="-228600">
                <a:defRPr kumimoji="1" sz="2400">
                  <a:solidFill>
                    <a:schemeClr val="tx1"/>
                  </a:solidFill>
                  <a:latin typeface="Tahoma" panose="020B0604030504040204" pitchFamily="34" charset="0"/>
                  <a:ea typeface="宋体" pitchFamily="2" charset="-122"/>
                </a:defRPr>
              </a:lvl4pPr>
              <a:lvl5pPr marL="2057400" indent="-228600">
                <a:defRPr kumimoji="1"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20" name="Rectangle 10"/>
            <p:cNvSpPr>
              <a:spLocks noChangeArrowheads="1"/>
            </p:cNvSpPr>
            <p:nvPr/>
          </p:nvSpPr>
          <p:spPr bwMode="auto">
            <a:xfrm>
              <a:off x="400" y="1536"/>
              <a:ext cx="20" cy="66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宋体" pitchFamily="2" charset="-122"/>
                </a:defRPr>
              </a:lvl1pPr>
              <a:lvl2pPr marL="742950" indent="-285750">
                <a:defRPr kumimoji="1" sz="2400">
                  <a:solidFill>
                    <a:schemeClr val="tx1"/>
                  </a:solidFill>
                  <a:latin typeface="Tahoma" panose="020B0604030504040204" pitchFamily="34" charset="0"/>
                  <a:ea typeface="宋体" pitchFamily="2" charset="-122"/>
                </a:defRPr>
              </a:lvl2pPr>
              <a:lvl3pPr marL="1143000" indent="-228600">
                <a:defRPr kumimoji="1" sz="2400">
                  <a:solidFill>
                    <a:schemeClr val="tx1"/>
                  </a:solidFill>
                  <a:latin typeface="Tahoma" panose="020B0604030504040204" pitchFamily="34" charset="0"/>
                  <a:ea typeface="宋体" pitchFamily="2" charset="-122"/>
                </a:defRPr>
              </a:lvl3pPr>
              <a:lvl4pPr marL="1600200" indent="-228600">
                <a:defRPr kumimoji="1" sz="2400">
                  <a:solidFill>
                    <a:schemeClr val="tx1"/>
                  </a:solidFill>
                  <a:latin typeface="Tahoma" panose="020B0604030504040204" pitchFamily="34" charset="0"/>
                  <a:ea typeface="宋体" pitchFamily="2" charset="-122"/>
                </a:defRPr>
              </a:lvl4pPr>
              <a:lvl5pPr marL="2057400" indent="-228600">
                <a:defRPr kumimoji="1"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21"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宋体" pitchFamily="2" charset="-122"/>
                </a:defRPr>
              </a:lvl1pPr>
              <a:lvl2pPr marL="742950" indent="-285750">
                <a:defRPr kumimoji="1" sz="2400">
                  <a:solidFill>
                    <a:schemeClr val="tx1"/>
                  </a:solidFill>
                  <a:latin typeface="Tahoma" panose="020B0604030504040204" pitchFamily="34" charset="0"/>
                  <a:ea typeface="宋体" pitchFamily="2" charset="-122"/>
                </a:defRPr>
              </a:lvl2pPr>
              <a:lvl3pPr marL="1143000" indent="-228600">
                <a:defRPr kumimoji="1" sz="2400">
                  <a:solidFill>
                    <a:schemeClr val="tx1"/>
                  </a:solidFill>
                  <a:latin typeface="Tahoma" panose="020B0604030504040204" pitchFamily="34" charset="0"/>
                  <a:ea typeface="宋体" pitchFamily="2" charset="-122"/>
                </a:defRPr>
              </a:lvl3pPr>
              <a:lvl4pPr marL="1600200" indent="-228600">
                <a:defRPr kumimoji="1" sz="2400">
                  <a:solidFill>
                    <a:schemeClr val="tx1"/>
                  </a:solidFill>
                  <a:latin typeface="Tahoma" panose="020B0604030504040204" pitchFamily="34" charset="0"/>
                  <a:ea typeface="宋体" pitchFamily="2" charset="-122"/>
                </a:defRPr>
              </a:lvl4pPr>
              <a:lvl5pPr marL="2057400" indent="-228600">
                <a:defRPr kumimoji="1"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grpSp>
      <p:sp>
        <p:nvSpPr>
          <p:cNvPr id="26" name="Rectangle 18"/>
          <p:cNvSpPr>
            <a:spLocks noChangeArrowheads="1"/>
          </p:cNvSpPr>
          <p:nvPr/>
        </p:nvSpPr>
        <p:spPr bwMode="auto">
          <a:xfrm>
            <a:off x="4419600" y="4114800"/>
            <a:ext cx="4724400" cy="2183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itchFamily="2" charset="-122"/>
              </a:defRPr>
            </a:lvl1pPr>
            <a:lvl2pPr marL="742950" indent="-285750">
              <a:defRPr kumimoji="1" sz="2400">
                <a:solidFill>
                  <a:schemeClr val="tx1"/>
                </a:solidFill>
                <a:latin typeface="Tahoma" panose="020B0604030504040204" pitchFamily="34" charset="0"/>
                <a:ea typeface="宋体" pitchFamily="2" charset="-122"/>
              </a:defRPr>
            </a:lvl2pPr>
            <a:lvl3pPr marL="1143000" indent="-228600">
              <a:defRPr kumimoji="1" sz="2400">
                <a:solidFill>
                  <a:schemeClr val="tx1"/>
                </a:solidFill>
                <a:latin typeface="Tahoma" panose="020B0604030504040204" pitchFamily="34" charset="0"/>
                <a:ea typeface="宋体" pitchFamily="2" charset="-122"/>
              </a:defRPr>
            </a:lvl3pPr>
            <a:lvl4pPr marL="1600200" indent="-228600">
              <a:defRPr kumimoji="1" sz="2400">
                <a:solidFill>
                  <a:schemeClr val="tx1"/>
                </a:solidFill>
                <a:latin typeface="Tahoma" panose="020B0604030504040204" pitchFamily="34" charset="0"/>
                <a:ea typeface="宋体" pitchFamily="2" charset="-122"/>
              </a:defRPr>
            </a:lvl4pPr>
            <a:lvl5pPr marL="2057400" indent="-228600">
              <a:defRPr kumimoji="1"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marL="0" marR="0" lvl="0" indent="0" algn="l" defTabSz="914400" rtl="0" eaLnBrk="1" fontAlgn="base" latinLnBrk="0" hangingPunct="1">
              <a:lnSpc>
                <a:spcPct val="100000"/>
              </a:lnSpc>
              <a:spcBef>
                <a:spcPct val="50000"/>
              </a:spcBef>
              <a:spcAft>
                <a:spcPct val="0"/>
              </a:spcAft>
              <a:buClr>
                <a:schemeClr val="folHlink"/>
              </a:buClr>
              <a:buSzPct val="60000"/>
              <a:buFont typeface="Wingdings" panose="05000000000000000000" pitchFamily="2" charset="2"/>
              <a:buNone/>
              <a:defRPr/>
            </a:pPr>
            <a:r>
              <a:rPr kumimoji="1" lang="en-US" altLang="zh-CN" sz="2400" b="0" i="0" u="none" strike="noStrike" kern="1200" cap="none" spc="0" normalizeH="0" baseline="0" noProof="0">
                <a:ln>
                  <a:noFill/>
                </a:ln>
                <a:solidFill>
                  <a:schemeClr val="folHlink"/>
                </a:solidFill>
                <a:effectLst/>
                <a:uLnTx/>
                <a:uFillTx/>
                <a:latin typeface="Copperplate Gothic Light" panose="020E0507020206020404" pitchFamily="34" charset="0"/>
                <a:ea typeface="宋体" pitchFamily="2" charset="-122"/>
                <a:cs typeface="+mn-cs"/>
              </a:rPr>
              <a:t>Yang Juan</a:t>
            </a:r>
            <a:endParaRPr kumimoji="1" lang="en-US" altLang="zh-CN" sz="2400" b="0" i="0" u="none" strike="noStrike" kern="1200" cap="none" spc="0" normalizeH="0" baseline="0" noProof="0">
              <a:ln>
                <a:noFill/>
              </a:ln>
              <a:solidFill>
                <a:schemeClr val="folHlink"/>
              </a:solidFill>
              <a:effectLst/>
              <a:uLnTx/>
              <a:uFillTx/>
              <a:latin typeface="Copperplate Gothic Light" panose="020E0507020206020404" pitchFamily="34" charset="0"/>
              <a:ea typeface="宋体" pitchFamily="2" charset="-122"/>
              <a:cs typeface="+mn-cs"/>
            </a:endParaRPr>
          </a:p>
          <a:p>
            <a:pPr marL="0" marR="0" lvl="0" indent="0" algn="l" defTabSz="914400" rtl="0" eaLnBrk="1" fontAlgn="base" latinLnBrk="0" hangingPunct="1">
              <a:lnSpc>
                <a:spcPct val="100000"/>
              </a:lnSpc>
              <a:spcBef>
                <a:spcPct val="50000"/>
              </a:spcBef>
              <a:spcAft>
                <a:spcPct val="0"/>
              </a:spcAft>
              <a:buClr>
                <a:schemeClr val="folHlink"/>
              </a:buClr>
              <a:buSzPct val="60000"/>
              <a:buFont typeface="Wingdings" panose="05000000000000000000" pitchFamily="2" charset="2"/>
              <a:buNone/>
              <a:defRPr/>
            </a:pPr>
            <a:r>
              <a:rPr kumimoji="1" lang="en-US" altLang="zh-CN" sz="1600" b="0" i="0" u="none" strike="noStrike" kern="1200" cap="none" spc="0" normalizeH="0" baseline="0" noProof="0">
                <a:ln>
                  <a:noFill/>
                </a:ln>
                <a:solidFill>
                  <a:srgbClr val="009999"/>
                </a:solidFill>
                <a:effectLst/>
                <a:uLnTx/>
                <a:uFillTx/>
                <a:latin typeface="Times New Roman" panose="02020503050405090304" pitchFamily="18" charset="0"/>
                <a:ea typeface="宋体" pitchFamily="2" charset="-122"/>
                <a:cs typeface="+mn-cs"/>
              </a:rPr>
              <a:t>yangjuan@bupt.edu.cn</a:t>
            </a:r>
            <a:endParaRPr kumimoji="1" lang="en-US" altLang="zh-CN" sz="1600" b="0" i="0" u="none" strike="noStrike" kern="1200" cap="none" spc="0" normalizeH="0" baseline="0" noProof="0">
              <a:ln>
                <a:noFill/>
              </a:ln>
              <a:solidFill>
                <a:srgbClr val="009999"/>
              </a:solidFill>
              <a:effectLst/>
              <a:uLnTx/>
              <a:uFillTx/>
              <a:latin typeface="Times New Roman" panose="02020503050405090304" pitchFamily="18" charset="0"/>
              <a:ea typeface="宋体" pitchFamily="2" charset="-122"/>
              <a:cs typeface="+mn-cs"/>
            </a:endParaRPr>
          </a:p>
          <a:p>
            <a:pPr marL="0" marR="0" lvl="0" indent="0" algn="l" defTabSz="914400" rtl="0" eaLnBrk="1" fontAlgn="base" latinLnBrk="0" hangingPunct="1">
              <a:lnSpc>
                <a:spcPct val="100000"/>
              </a:lnSpc>
              <a:spcBef>
                <a:spcPct val="50000"/>
              </a:spcBef>
              <a:spcAft>
                <a:spcPct val="0"/>
              </a:spcAft>
              <a:buClr>
                <a:schemeClr val="folHlink"/>
              </a:buClr>
              <a:buSzPct val="60000"/>
              <a:buFont typeface="Wingdings" panose="05000000000000000000" pitchFamily="2" charset="2"/>
              <a:buNone/>
              <a:defRPr/>
            </a:pPr>
            <a:endParaRPr kumimoji="1" lang="en-US" altLang="zh-CN" sz="1600" b="0" i="0" u="none" strike="noStrike" kern="1200" cap="none" spc="0" normalizeH="0" baseline="0" noProof="0">
              <a:ln>
                <a:noFill/>
              </a:ln>
              <a:solidFill>
                <a:srgbClr val="009999"/>
              </a:solidFill>
              <a:effectLst/>
              <a:uLnTx/>
              <a:uFillTx/>
              <a:latin typeface="Tahoma" panose="020B0604030504040204" pitchFamily="34" charset="0"/>
              <a:ea typeface="宋体" pitchFamily="2" charset="-122"/>
              <a:cs typeface="+mn-cs"/>
            </a:endParaRPr>
          </a:p>
          <a:p>
            <a:pPr marL="0" marR="0" lvl="0" indent="0" algn="l" defTabSz="914400" rtl="0" eaLnBrk="1" fontAlgn="base" latinLnBrk="0" hangingPunct="1">
              <a:lnSpc>
                <a:spcPct val="100000"/>
              </a:lnSpc>
              <a:spcBef>
                <a:spcPct val="50000"/>
              </a:spcBef>
              <a:spcAft>
                <a:spcPct val="0"/>
              </a:spcAft>
              <a:buClr>
                <a:schemeClr val="folHlink"/>
              </a:buClr>
              <a:buSzPct val="60000"/>
              <a:buFont typeface="Wingdings" panose="05000000000000000000" pitchFamily="2" charset="2"/>
              <a:buNone/>
              <a:defRPr/>
            </a:pPr>
            <a:r>
              <a:rPr kumimoji="1" lang="en-US" altLang="zh-CN" sz="1600" b="0" i="0" u="none" strike="noStrike" kern="1200" cap="none" spc="0" normalizeH="0" baseline="0" noProof="0">
                <a:ln>
                  <a:noFill/>
                </a:ln>
                <a:solidFill>
                  <a:srgbClr val="009999"/>
                </a:solidFill>
                <a:effectLst/>
                <a:uLnTx/>
                <a:uFillTx/>
                <a:latin typeface="Copperplate Gothic Light" panose="020E0507020206020404" pitchFamily="34" charset="0"/>
                <a:ea typeface="宋体" pitchFamily="2" charset="-122"/>
                <a:cs typeface="+mn-cs"/>
              </a:rPr>
              <a:t>School of Computer Science</a:t>
            </a:r>
            <a:endParaRPr kumimoji="1" lang="en-US" altLang="zh-CN" sz="1600" b="0" i="0" u="none" strike="noStrike" kern="1200" cap="none" spc="0" normalizeH="0" baseline="0" noProof="0">
              <a:ln>
                <a:noFill/>
              </a:ln>
              <a:solidFill>
                <a:srgbClr val="009999"/>
              </a:solidFill>
              <a:effectLst/>
              <a:uLnTx/>
              <a:uFillTx/>
              <a:latin typeface="Copperplate Gothic Light" panose="020E0507020206020404" pitchFamily="34" charset="0"/>
              <a:ea typeface="宋体" pitchFamily="2" charset="-122"/>
              <a:cs typeface="+mn-cs"/>
            </a:endParaRPr>
          </a:p>
          <a:p>
            <a:pPr marL="0" marR="0" lvl="0" indent="0" algn="l" defTabSz="914400" rtl="0" eaLnBrk="1" fontAlgn="base" latinLnBrk="0" hangingPunct="1">
              <a:lnSpc>
                <a:spcPct val="100000"/>
              </a:lnSpc>
              <a:spcBef>
                <a:spcPct val="50000"/>
              </a:spcBef>
              <a:spcAft>
                <a:spcPct val="0"/>
              </a:spcAft>
              <a:buClr>
                <a:schemeClr val="folHlink"/>
              </a:buClr>
              <a:buSzPct val="60000"/>
              <a:buFont typeface="Wingdings" panose="05000000000000000000" pitchFamily="2" charset="2"/>
              <a:buNone/>
              <a:defRPr/>
            </a:pPr>
            <a:r>
              <a:rPr kumimoji="1" lang="en-US" altLang="zh-CN" sz="1600" b="0" i="0" u="none" strike="noStrike" kern="1200" cap="none" spc="0" normalizeH="0" baseline="0" noProof="0">
                <a:ln>
                  <a:noFill/>
                </a:ln>
                <a:solidFill>
                  <a:srgbClr val="009999"/>
                </a:solidFill>
                <a:effectLst/>
                <a:uLnTx/>
                <a:uFillTx/>
                <a:latin typeface="Copperplate Gothic Light" panose="020E0507020206020404" pitchFamily="34" charset="0"/>
                <a:ea typeface="宋体" pitchFamily="2" charset="-122"/>
                <a:cs typeface="+mn-cs"/>
              </a:rPr>
              <a:t>Beijing University of Posts &amp; Telecommunications</a:t>
            </a:r>
            <a:endParaRPr kumimoji="1" lang="zh-CN" altLang="en-US" sz="1600" b="0" i="0" u="none" strike="noStrike" kern="1200" cap="none" spc="0" normalizeH="0" baseline="0" noProof="0">
              <a:ln>
                <a:noFill/>
              </a:ln>
              <a:solidFill>
                <a:srgbClr val="009999"/>
              </a:solidFill>
              <a:effectLst/>
              <a:uLnTx/>
              <a:uFillTx/>
              <a:latin typeface="Copperplate Gothic Light" panose="020E0507020206020404" pitchFamily="34" charset="0"/>
              <a:ea typeface="宋体" pitchFamily="2" charset="-122"/>
              <a:cs typeface="+mn-cs"/>
            </a:endParaRPr>
          </a:p>
        </p:txBody>
      </p:sp>
      <p:sp>
        <p:nvSpPr>
          <p:cNvPr id="153612" name="Rectangle 12"/>
          <p:cNvSpPr>
            <a:spLocks noGrp="1" noChangeArrowheads="1"/>
          </p:cNvSpPr>
          <p:nvPr>
            <p:ph type="ctrTitle"/>
          </p:nvPr>
        </p:nvSpPr>
        <p:spPr>
          <a:xfrm>
            <a:off x="990600" y="1828800"/>
            <a:ext cx="7772400" cy="1143000"/>
          </a:xfrm>
        </p:spPr>
        <p:txBody>
          <a:bodyPr/>
          <a:lstStyle>
            <a:lvl1pPr>
              <a:defRPr>
                <a:latin typeface="Copperplate Gothic Bold" panose="020E0705020206020404" pitchFamily="34" charset="0"/>
              </a:defRPr>
            </a:lvl1pPr>
          </a:lstStyle>
          <a:p>
            <a:pPr fontAlgn="base"/>
            <a:r>
              <a:rPr lang="zh-CN" altLang="en-US" strike="noStrike" noProof="1"/>
              <a:t>单击此处编辑母版标题样式</a:t>
            </a:r>
            <a:endParaRPr lang="zh-CN" altLang="en-US" strike="noStrike" noProof="1"/>
          </a:p>
        </p:txBody>
      </p:sp>
      <p:sp>
        <p:nvSpPr>
          <p:cNvPr id="153613" name="Rectangle 1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pPr fontAlgn="base"/>
            <a:r>
              <a:rPr lang="zh-CN" altLang="en-US" strike="noStrike" noProof="1"/>
              <a:t>单击此处编辑母版副标题样式</a:t>
            </a:r>
            <a:endParaRPr lang="zh-CN" altLang="en-US" strike="noStrike" noProof="1"/>
          </a:p>
        </p:txBody>
      </p:sp>
      <p:sp>
        <p:nvSpPr>
          <p:cNvPr id="27" name="Rectangle 14"/>
          <p:cNvSpPr>
            <a:spLocks noGrp="1" noChangeArrowheads="1"/>
          </p:cNvSpPr>
          <p:nvPr>
            <p:ph type="dt" sz="half" idx="2"/>
          </p:nvPr>
        </p:nvSpPr>
        <p:spPr bwMode="auto">
          <a:xfrm>
            <a:off x="990600" y="6248400"/>
            <a:ext cx="1905000" cy="457200"/>
          </a:xfrm>
          <a:prstGeom prst="rect">
            <a:avLst/>
          </a:prstGeom>
          <a:noFill/>
          <a:ln w="9525">
            <a:noFill/>
            <a:miter lim="800000"/>
          </a:ln>
          <a:effectLst/>
        </p:spPr>
        <p:txBody>
          <a:bodyPr vert="horz" wrap="square" lIns="91440" tIns="45720" rIns="91440" bIns="45720" numCol="1" anchor="b" anchorCtr="0" compatLnSpc="1"/>
          <a:lstStyle>
            <a:lvl1pPr>
              <a:defRPr sz="1400" b="0" i="0">
                <a:solidFill>
                  <a:schemeClr val="bg2"/>
                </a:solidFill>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7CBAEA37-74D4-4880-8E77-805E92524848}" type="datetime1">
              <a:rPr kumimoji="0" lang="zh-CN" altLang="en-US" sz="1400" b="0" i="0" u="none" strike="noStrike" kern="1200" cap="none" spc="0" normalizeH="0" baseline="0" noProof="0">
                <a:ln>
                  <a:noFill/>
                </a:ln>
                <a:solidFill>
                  <a:schemeClr val="bg2"/>
                </a:solidFill>
                <a:effectLst/>
                <a:uLnTx/>
                <a:uFillTx/>
                <a:latin typeface="+mn-lt"/>
                <a:ea typeface="宋体" pitchFamily="2" charset="-122"/>
                <a:cs typeface="+mn-cs"/>
              </a:rPr>
            </a:fld>
            <a:endParaRPr kumimoji="0" lang="en-US" altLang="zh-CN" sz="1400" b="0" i="0" u="none" strike="noStrike" kern="1200" cap="none" spc="0" normalizeH="0" baseline="0" noProof="0">
              <a:ln>
                <a:noFill/>
              </a:ln>
              <a:solidFill>
                <a:schemeClr val="bg2"/>
              </a:solidFill>
              <a:effectLst/>
              <a:uLnTx/>
              <a:uFillTx/>
              <a:latin typeface="+mn-lt"/>
              <a:ea typeface="宋体" pitchFamily="2" charset="-122"/>
              <a:cs typeface="+mn-cs"/>
            </a:endParaRPr>
          </a:p>
        </p:txBody>
      </p:sp>
      <p:sp>
        <p:nvSpPr>
          <p:cNvPr id="28" name="Rectangle 15"/>
          <p:cNvSpPr>
            <a:spLocks noGrp="1" noChangeArrowheads="1"/>
          </p:cNvSpPr>
          <p:nvPr>
            <p:ph type="ftr" sz="quarter" idx="3"/>
          </p:nvPr>
        </p:nvSpPr>
        <p:spPr bwMode="auto">
          <a:xfrm>
            <a:off x="3429000" y="6248400"/>
            <a:ext cx="2895600" cy="457200"/>
          </a:xfrm>
          <a:prstGeom prst="rect">
            <a:avLst/>
          </a:prstGeom>
          <a:noFill/>
          <a:ln w="9525">
            <a:noFill/>
            <a:miter lim="800000"/>
          </a:ln>
          <a:effectLst/>
        </p:spPr>
        <p:txBody>
          <a:bodyPr vert="horz" wrap="square" lIns="91440" tIns="45720" rIns="91440" bIns="45720" numCol="1" anchor="b" anchorCtr="0" compatLnSpc="1"/>
          <a:lstStyle>
            <a:lvl1pPr>
              <a:lnSpc>
                <a:spcPct val="100000"/>
              </a:lnSpc>
              <a:defRPr kumimoji="0" sz="1400" b="0" i="0">
                <a:solidFill>
                  <a:schemeClr val="bg2"/>
                </a:solidFill>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mn-lt"/>
              <a:ea typeface="宋体" pitchFamily="2" charset="-122"/>
              <a:cs typeface="+mn-cs"/>
            </a:endParaRPr>
          </a:p>
        </p:txBody>
      </p:sp>
      <p:sp>
        <p:nvSpPr>
          <p:cNvPr id="29" name="Rectangle 16"/>
          <p:cNvSpPr>
            <a:spLocks noGrp="1" noChangeArrowheads="1"/>
          </p:cNvSpPr>
          <p:nvPr>
            <p:ph type="sldNum" sz="quarter" idx="4"/>
          </p:nvPr>
        </p:nvSpPr>
        <p:spPr bwMode="auto">
          <a:xfrm>
            <a:off x="6858000" y="6248400"/>
            <a:ext cx="1905000" cy="457200"/>
          </a:xfrm>
          <a:prstGeom prst="rect">
            <a:avLst/>
          </a:prstGeom>
          <a:noFill/>
          <a:ln w="9525">
            <a:noFill/>
            <a:miter lim="800000"/>
          </a:ln>
          <a:effectLst/>
        </p:spPr>
        <p:txBody>
          <a:bodyPr vert="horz" wrap="square" lIns="91440" tIns="45720" rIns="91440" bIns="45720" numCol="1" anchor="b" anchorCtr="0" compatLnSpc="1"/>
          <a:lstStyle>
            <a:lvl1pPr>
              <a:defRPr sz="1400" b="0" i="0">
                <a:solidFill>
                  <a:schemeClr val="bg2"/>
                </a:solidFill>
                <a:latin typeface="Tahoma" panose="020B060403050404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53D886EC-6F64-4BFB-9887-9AEE4342A62B}" type="slidenum">
              <a:rPr kumimoji="0" lang="zh-CN" altLang="en-US" sz="1400" b="0" i="0" u="none" strike="noStrike" kern="1200" cap="none" spc="0" normalizeH="0" baseline="0" noProof="0">
                <a:ln>
                  <a:noFill/>
                </a:ln>
                <a:solidFill>
                  <a:schemeClr val="bg2"/>
                </a:solidFill>
                <a:effectLst/>
                <a:uLnTx/>
                <a:uFillTx/>
                <a:latin typeface="Tahoma" panose="020B0604030504040204" pitchFamily="34" charset="0"/>
                <a:ea typeface="宋体" pitchFamily="2" charset="-122"/>
                <a:cs typeface="+mn-cs"/>
              </a:rPr>
            </a:fld>
            <a:endParaRPr kumimoji="0" lang="en-US" altLang="zh-CN" sz="1400" b="0" i="0" u="none" strike="noStrike" kern="1200" cap="none" spc="0" normalizeH="0" baseline="0" noProof="0">
              <a:ln>
                <a:noFill/>
              </a:ln>
              <a:solidFill>
                <a:schemeClr val="bg2"/>
              </a:solidFill>
              <a:effectLst/>
              <a:uLnTx/>
              <a:uFillTx/>
              <a:latin typeface="Tahoma" panose="020B0604030504040204" pitchFamily="34" charset="0"/>
              <a:ea typeface="宋体"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806547F0-693C-494E-831F-3EBD2492A1CD}" type="slidenum">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5" name="日期占位符 4"/>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E459AEC2-C8FB-4BF0-8336-5F162B225CA0}" type="datetime1">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6" name="页脚占位符 5"/>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t>School of Computer Science, BUPT</a:t>
            </a:r>
            <a:endParaRPr kumimoji="1" lang="zh-CN" altLang="en-US"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
        <p:nvSpPr>
          <p:cNvPr id="4" name="灯片编号占位符 3"/>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806547F0-693C-494E-831F-3EBD2492A1CD}" type="slidenum">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5" name="日期占位符 4"/>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E459AEC2-C8FB-4BF0-8336-5F162B225CA0}" type="datetime1">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6" name="页脚占位符 5"/>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t>School of Computer Science, BUPT</a:t>
            </a:r>
            <a:endParaRPr kumimoji="1" lang="zh-CN" altLang="en-US"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11826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51450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灯片编号占位符 4"/>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806547F0-693C-494E-831F-3EBD2492A1CD}" type="slidenum">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6" name="日期占位符 5"/>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E459AEC2-C8FB-4BF0-8336-5F162B225CA0}" type="datetime1">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7" name="页脚占位符 6"/>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t>School of Computer Science, BUPT</a:t>
            </a:r>
            <a:endParaRPr kumimoji="1" lang="zh-CN" altLang="en-US"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7" name="灯片编号占位符 6"/>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806547F0-693C-494E-831F-3EBD2492A1CD}" type="slidenum">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8" name="日期占位符 7"/>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E459AEC2-C8FB-4BF0-8336-5F162B225CA0}" type="datetime1">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9" name="页脚占位符 8"/>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t>School of Computer Science, BUPT</a:t>
            </a:r>
            <a:endParaRPr kumimoji="1" lang="zh-CN" altLang="en-US"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灯片编号占位符 2"/>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806547F0-693C-494E-831F-3EBD2492A1CD}" type="slidenum">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4" name="日期占位符 3"/>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E459AEC2-C8FB-4BF0-8336-5F162B225CA0}" type="datetime1">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5" name="页脚占位符 4"/>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t>School of Computer Science, BUPT</a:t>
            </a:r>
            <a:endParaRPr kumimoji="1" lang="zh-CN" altLang="en-US"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806547F0-693C-494E-831F-3EBD2492A1CD}" type="slidenum">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3" name="日期占位符 2"/>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E459AEC2-C8FB-4BF0-8336-5F162B225CA0}" type="datetime1">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4" name="页脚占位符 3"/>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t>School of Computer Science, BUPT</a:t>
            </a:r>
            <a:endParaRPr kumimoji="1" lang="zh-CN" altLang="en-US"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灯片编号占位符 4"/>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806547F0-693C-494E-831F-3EBD2492A1CD}" type="slidenum">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6" name="日期占位符 5"/>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E459AEC2-C8FB-4BF0-8336-5F162B225CA0}" type="datetime1">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7" name="页脚占位符 6"/>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t>School of Computer Science, BUPT</a:t>
            </a:r>
            <a:endParaRPr kumimoji="1" lang="zh-CN" altLang="en-US"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灯片编号占位符 4"/>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806547F0-693C-494E-831F-3EBD2492A1CD}" type="slidenum">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6" name="日期占位符 5"/>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E459AEC2-C8FB-4BF0-8336-5F162B225CA0}" type="datetime1">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7" name="页脚占位符 6"/>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t>School of Computer Science, BUPT</a:t>
            </a:r>
            <a:endParaRPr kumimoji="1" lang="zh-CN" altLang="en-US"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806547F0-693C-494E-831F-3EBD2492A1CD}" type="slidenum">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5" name="日期占位符 4"/>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E459AEC2-C8FB-4BF0-8336-5F162B225CA0}" type="datetime1">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6" name="页脚占位符 5"/>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t>School of Computer Science, BUPT</a:t>
            </a:r>
            <a:endParaRPr kumimoji="1" lang="zh-CN" altLang="en-US"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04050" y="617538"/>
            <a:ext cx="1951038" cy="5514975"/>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1150938" y="617538"/>
            <a:ext cx="5700712" cy="5514975"/>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806547F0-693C-494E-831F-3EBD2492A1CD}" type="slidenum">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5" name="日期占位符 4"/>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E459AEC2-C8FB-4BF0-8336-5F162B225CA0}" type="datetime1">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6" name="页脚占位符 5"/>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t>School of Computer Science, BUPT</a:t>
            </a:r>
            <a:endParaRPr kumimoji="1" lang="zh-CN" altLang="en-US"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内容页标准版式">
    <p:spTree>
      <p:nvGrpSpPr>
        <p:cNvPr id="1" name=""/>
        <p:cNvGrpSpPr/>
        <p:nvPr/>
      </p:nvGrpSpPr>
      <p:grpSpPr>
        <a:xfrm>
          <a:off x="0" y="0"/>
          <a:ext cx="0" cy="0"/>
          <a:chOff x="0" y="0"/>
          <a:chExt cx="0" cy="0"/>
        </a:xfrm>
      </p:grpSpPr>
      <p:sp>
        <p:nvSpPr>
          <p:cNvPr id="10" name="标题 18"/>
          <p:cNvSpPr>
            <a:spLocks noGrp="1"/>
          </p:cNvSpPr>
          <p:nvPr>
            <p:ph type="title"/>
          </p:nvPr>
        </p:nvSpPr>
        <p:spPr>
          <a:xfrm>
            <a:off x="582038" y="374389"/>
            <a:ext cx="8161119" cy="698500"/>
          </a:xfrm>
        </p:spPr>
        <p:txBody>
          <a:bodyPr>
            <a:noAutofit/>
          </a:bodyPr>
          <a:lstStyle>
            <a:lvl1pPr marL="0" indent="0" algn="l">
              <a:buClr>
                <a:schemeClr val="accent4"/>
              </a:buClr>
              <a:buFontTx/>
              <a:buNone/>
              <a:defRPr sz="2800" b="0" i="0">
                <a:solidFill>
                  <a:srgbClr val="242C52"/>
                </a:solidFill>
                <a:latin typeface="思源黑体 Medium" panose="020B0600000000000000" charset="-122"/>
                <a:ea typeface="思源黑体 Medium" panose="020B0600000000000000" charset="-122"/>
              </a:defRPr>
            </a:lvl1pPr>
          </a:lstStyle>
          <a:p>
            <a:r>
              <a:rPr kumimoji="1" lang="zh-CN" altLang="en-US" dirty="0"/>
              <a:t>单击此处编辑母版标题样式</a:t>
            </a:r>
            <a:endParaRPr kumimoji="1" lang="zh-CN" altLang="en-US" dirty="0"/>
          </a:p>
        </p:txBody>
      </p:sp>
      <p:grpSp>
        <p:nvGrpSpPr>
          <p:cNvPr id="13" name="组合 19"/>
          <p:cNvGrpSpPr/>
          <p:nvPr userDrawn="1"/>
        </p:nvGrpSpPr>
        <p:grpSpPr>
          <a:xfrm>
            <a:off x="-139481" y="496801"/>
            <a:ext cx="631650" cy="455604"/>
            <a:chOff x="883264" y="476230"/>
            <a:chExt cx="842200" cy="455604"/>
          </a:xfrm>
          <a:solidFill>
            <a:srgbClr val="FFC600"/>
          </a:solidFill>
        </p:grpSpPr>
        <p:sp>
          <p:nvSpPr>
            <p:cNvPr id="15" name="圆角矩形 14"/>
            <p:cNvSpPr/>
            <p:nvPr userDrawn="1"/>
          </p:nvSpPr>
          <p:spPr>
            <a:xfrm>
              <a:off x="883264" y="476230"/>
              <a:ext cx="421100" cy="455604"/>
            </a:xfrm>
            <a:prstGeom prst="roundRect">
              <a:avLst>
                <a:gd name="adj" fmla="val 10047"/>
              </a:avLst>
            </a:prstGeom>
            <a:solidFill>
              <a:srgbClr val="242C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00" b="0" i="0" dirty="0">
                <a:solidFill>
                  <a:srgbClr val="6880B1"/>
                </a:solidFill>
                <a:latin typeface="思源黑体" panose="020F0502020204030204" charset="-122"/>
                <a:ea typeface="思源黑体" panose="020F0502020204030204" charset="-122"/>
                <a:cs typeface="思源黑体" panose="020F0502020204030204" charset="-122"/>
              </a:endParaRPr>
            </a:p>
          </p:txBody>
        </p:sp>
        <p:sp>
          <p:nvSpPr>
            <p:cNvPr id="16" name="燕尾形 15"/>
            <p:cNvSpPr/>
            <p:nvPr userDrawn="1"/>
          </p:nvSpPr>
          <p:spPr>
            <a:xfrm>
              <a:off x="1375841" y="476230"/>
              <a:ext cx="349623" cy="455604"/>
            </a:xfrm>
            <a:prstGeom prst="chevron">
              <a:avLst/>
            </a:prstGeom>
            <a:solidFill>
              <a:srgbClr val="6880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15">
                <a:solidFill>
                  <a:schemeClr val="tx1"/>
                </a:solidFill>
                <a:latin typeface="思源黑体" panose="020F0502020204030204" charset="-122"/>
                <a:ea typeface="思源黑体" panose="020F0502020204030204" charset="-122"/>
                <a:cs typeface="思源黑体" panose="020F0502020204030204" charset="-122"/>
              </a:endParaRPr>
            </a:p>
          </p:txBody>
        </p:sp>
        <p:sp>
          <p:nvSpPr>
            <p:cNvPr id="17" name="燕尾形 16"/>
            <p:cNvSpPr/>
            <p:nvPr userDrawn="1"/>
          </p:nvSpPr>
          <p:spPr>
            <a:xfrm>
              <a:off x="1129553" y="476230"/>
              <a:ext cx="349623" cy="455604"/>
            </a:xfrm>
            <a:prstGeom prst="chevron">
              <a:avLst/>
            </a:prstGeom>
            <a:solidFill>
              <a:srgbClr val="242C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15">
                <a:solidFill>
                  <a:schemeClr val="tx1"/>
                </a:solidFill>
                <a:latin typeface="思源黑体" panose="020F0502020204030204" charset="-122"/>
                <a:ea typeface="思源黑体" panose="020F0502020204030204" charset="-122"/>
                <a:cs typeface="思源黑体" panose="020F0502020204030204" charset="-122"/>
              </a:endParaRPr>
            </a:p>
          </p:txBody>
        </p:sp>
      </p:grpSp>
      <p:sp>
        <p:nvSpPr>
          <p:cNvPr id="8" name="文本占位符 26"/>
          <p:cNvSpPr>
            <a:spLocks noGrp="1"/>
          </p:cNvSpPr>
          <p:nvPr>
            <p:ph type="body" sz="quarter" idx="10" hasCustomPrompt="1"/>
          </p:nvPr>
        </p:nvSpPr>
        <p:spPr>
          <a:xfrm>
            <a:off x="582038" y="1704848"/>
            <a:ext cx="7128035" cy="2978487"/>
          </a:xfrm>
        </p:spPr>
        <p:txBody>
          <a:bodyPr/>
          <a:lstStyle>
            <a:lvl1pPr marL="171450" indent="-171450">
              <a:lnSpc>
                <a:spcPct val="150000"/>
              </a:lnSpc>
              <a:buClr>
                <a:srgbClr val="FFC600"/>
              </a:buClr>
              <a:buSzPct val="100000"/>
              <a:buFont typeface="Arial" panose="020B0604020202090204"/>
              <a:buChar char="•"/>
              <a:defRPr sz="2400" b="0" i="0">
                <a:solidFill>
                  <a:srgbClr val="242C52"/>
                </a:solidFill>
                <a:latin typeface="思源黑体 Medium" panose="020B0600000000000000" charset="-122"/>
                <a:ea typeface="思源黑体 Medium" panose="020B0600000000000000" charset="-122"/>
                <a:cs typeface="思源黑体 Medium" panose="020B0600000000000000" charset="-122"/>
              </a:defRPr>
            </a:lvl1pPr>
            <a:lvl2pPr marL="514350" indent="-171450">
              <a:lnSpc>
                <a:spcPct val="150000"/>
              </a:lnSpc>
              <a:buClr>
                <a:srgbClr val="FFC600"/>
              </a:buClr>
              <a:buFont typeface="Arial" panose="020B0604020202090204"/>
              <a:buChar char="•"/>
              <a:defRPr b="0" i="0">
                <a:solidFill>
                  <a:srgbClr val="242C52"/>
                </a:solidFill>
                <a:latin typeface="思源黑体 Medium" panose="020B0600000000000000" charset="-122"/>
                <a:ea typeface="思源黑体 Medium" panose="020B0600000000000000" charset="-122"/>
                <a:cs typeface="思源黑体 Medium" panose="020B0600000000000000" charset="-122"/>
              </a:defRPr>
            </a:lvl2pPr>
            <a:lvl3pPr marL="857250" indent="-171450">
              <a:lnSpc>
                <a:spcPct val="150000"/>
              </a:lnSpc>
              <a:buClr>
                <a:srgbClr val="FFC600"/>
              </a:buClr>
              <a:buFont typeface="Arial" panose="020B0604020202090204"/>
              <a:buChar char="•"/>
              <a:defRPr b="0" i="0">
                <a:solidFill>
                  <a:srgbClr val="242C52"/>
                </a:solidFill>
                <a:latin typeface="思源黑体 Medium" panose="020B0600000000000000" charset="-122"/>
                <a:ea typeface="思源黑体 Medium" panose="020B0600000000000000" charset="-122"/>
                <a:cs typeface="思源黑体 Medium" panose="020B0600000000000000" charset="-122"/>
              </a:defRPr>
            </a:lvl3pPr>
            <a:lvl4pPr marL="1200150" indent="-171450">
              <a:lnSpc>
                <a:spcPct val="150000"/>
              </a:lnSpc>
              <a:buClr>
                <a:srgbClr val="FFC600"/>
              </a:buClr>
              <a:buFont typeface="Arial" panose="020B0604020202090204"/>
              <a:buChar char="•"/>
              <a:defRPr b="0" i="0">
                <a:solidFill>
                  <a:srgbClr val="242C52"/>
                </a:solidFill>
                <a:latin typeface="思源黑体 Medium" panose="020B0600000000000000" charset="-122"/>
                <a:ea typeface="思源黑体 Medium" panose="020B0600000000000000" charset="-122"/>
                <a:cs typeface="思源黑体 Medium" panose="020B0600000000000000" charset="-122"/>
              </a:defRPr>
            </a:lvl4pPr>
            <a:lvl5pPr marL="1543050" indent="-171450">
              <a:lnSpc>
                <a:spcPct val="150000"/>
              </a:lnSpc>
              <a:buClr>
                <a:srgbClr val="FFC600"/>
              </a:buClr>
              <a:buFont typeface="Arial" panose="020B0604020202090204"/>
              <a:buChar char="•"/>
              <a:defRPr b="0" i="0">
                <a:solidFill>
                  <a:srgbClr val="242C52"/>
                </a:solidFill>
                <a:latin typeface="思源黑体 Medium" panose="020B0600000000000000" charset="-122"/>
                <a:ea typeface="思源黑体 Medium" panose="020B0600000000000000" charset="-122"/>
                <a:cs typeface="思源黑体 Medium" panose="020B0600000000000000" charset="-122"/>
              </a:defRPr>
            </a:lvl5pPr>
          </a:lstStyle>
          <a:p>
            <a:pPr lvl="0"/>
            <a:r>
              <a:rPr kumimoji="1" lang="zh-CN" altLang="en-US" dirty="0"/>
              <a:t> 单击此处编辑母版文本样式</a:t>
            </a:r>
            <a:endParaRPr kumimoji="1" lang="zh-CN" altLang="en-US" dirty="0"/>
          </a:p>
          <a:p>
            <a:pPr lvl="1"/>
            <a:r>
              <a:rPr kumimoji="1" lang="zh-CN" altLang="en-US" dirty="0"/>
              <a:t> 二级</a:t>
            </a:r>
            <a:endParaRPr kumimoji="1" lang="zh-CN" altLang="en-US" dirty="0"/>
          </a:p>
          <a:p>
            <a:pPr lvl="2"/>
            <a:r>
              <a:rPr kumimoji="1" lang="zh-CN" altLang="en-US" dirty="0"/>
              <a:t> 三级</a:t>
            </a:r>
            <a:endParaRPr kumimoji="1" lang="zh-CN" altLang="en-US" dirty="0"/>
          </a:p>
          <a:p>
            <a:pPr lvl="3"/>
            <a:r>
              <a:rPr kumimoji="1" lang="zh-CN" altLang="en-US" dirty="0"/>
              <a:t> 四级</a:t>
            </a:r>
            <a:endParaRPr kumimoji="1" lang="zh-CN" altLang="en-US" dirty="0"/>
          </a:p>
          <a:p>
            <a:pPr lvl="4"/>
            <a:r>
              <a:rPr kumimoji="1" lang="zh-CN" altLang="en-US" dirty="0"/>
              <a:t> 五级</a:t>
            </a:r>
            <a:endParaRPr kumimoji="1" lang="zh-CN" altLang="en-US" dirty="0"/>
          </a:p>
        </p:txBody>
      </p:sp>
      <p:sp>
        <p:nvSpPr>
          <p:cNvPr id="11" name="矩形 10"/>
          <p:cNvSpPr/>
          <p:nvPr userDrawn="1"/>
        </p:nvSpPr>
        <p:spPr>
          <a:xfrm flipV="1">
            <a:off x="0" y="6761237"/>
            <a:ext cx="9144000" cy="157716"/>
          </a:xfrm>
          <a:prstGeom prst="rect">
            <a:avLst/>
          </a:prstGeom>
          <a:solidFill>
            <a:srgbClr val="242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highlight>
                <a:srgbClr val="242C52"/>
              </a:highlight>
              <a:latin typeface="思源黑体" panose="020F0502020204030204" charset="-122"/>
              <a:ea typeface="思源黑体" panose="020F0502020204030204" charset="-122"/>
              <a:cs typeface="思源黑体" panose="020F0502020204030204"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pn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18" descr="attach"/>
          <p:cNvPicPr>
            <a:picLocks noChangeAspect="1"/>
          </p:cNvPicPr>
          <p:nvPr userDrawn="1"/>
        </p:nvPicPr>
        <p:blipFill>
          <a:blip r:embed="rId13"/>
          <a:stretch>
            <a:fillRect/>
          </a:stretch>
        </p:blipFill>
        <p:spPr>
          <a:xfrm>
            <a:off x="1752600" y="533400"/>
            <a:ext cx="5905500" cy="5905500"/>
          </a:xfrm>
          <a:prstGeom prst="rect">
            <a:avLst/>
          </a:prstGeom>
          <a:noFill/>
          <a:ln w="9525">
            <a:noFill/>
          </a:ln>
        </p:spPr>
      </p:pic>
      <p:sp>
        <p:nvSpPr>
          <p:cNvPr id="152592" name="Rectangle 16"/>
          <p:cNvSpPr>
            <a:spLocks noGrp="1" noChangeArrowheads="1"/>
          </p:cNvSpPr>
          <p:nvPr>
            <p:ph type="sldNum" sz="quarter" idx="4"/>
          </p:nvPr>
        </p:nvSpPr>
        <p:spPr bwMode="auto">
          <a:xfrm>
            <a:off x="7620000" y="6400800"/>
            <a:ext cx="15240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kumimoji="0" sz="1000" b="1" i="1">
                <a:solidFill>
                  <a:srgbClr val="009999"/>
                </a:solidFill>
                <a:latin typeface="Arial Narrow" panose="020B060602020203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806547F0-693C-494E-831F-3EBD2492A1CD}" type="slidenum">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1028" name="Rectangle 2"/>
          <p:cNvSpPr>
            <a:spLocks noChangeArrowheads="1"/>
          </p:cNvSpPr>
          <p:nvPr/>
        </p:nvSpPr>
        <p:spPr bwMode="ltGray">
          <a:xfrm>
            <a:off x="345758" y="309245"/>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宋体" pitchFamily="2" charset="-122"/>
              </a:defRPr>
            </a:lvl1pPr>
            <a:lvl2pPr marL="742950" indent="-285750">
              <a:defRPr kumimoji="1" sz="2400">
                <a:solidFill>
                  <a:schemeClr val="tx1"/>
                </a:solidFill>
                <a:latin typeface="Tahoma" panose="020B0604030504040204" pitchFamily="34" charset="0"/>
                <a:ea typeface="宋体" pitchFamily="2" charset="-122"/>
              </a:defRPr>
            </a:lvl2pPr>
            <a:lvl3pPr marL="1143000" indent="-228600">
              <a:defRPr kumimoji="1" sz="2400">
                <a:solidFill>
                  <a:schemeClr val="tx1"/>
                </a:solidFill>
                <a:latin typeface="Tahoma" panose="020B0604030504040204" pitchFamily="34" charset="0"/>
                <a:ea typeface="宋体" pitchFamily="2" charset="-122"/>
              </a:defRPr>
            </a:lvl3pPr>
            <a:lvl4pPr marL="1600200" indent="-228600">
              <a:defRPr kumimoji="1" sz="2400">
                <a:solidFill>
                  <a:schemeClr val="tx1"/>
                </a:solidFill>
                <a:latin typeface="Tahoma" panose="020B0604030504040204" pitchFamily="34" charset="0"/>
                <a:ea typeface="宋体" pitchFamily="2" charset="-122"/>
              </a:defRPr>
            </a:lvl4pPr>
            <a:lvl5pPr marL="2057400" indent="-228600">
              <a:defRPr kumimoji="1"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1029" name="Rectangle 3"/>
          <p:cNvSpPr>
            <a:spLocks noChangeArrowheads="1"/>
          </p:cNvSpPr>
          <p:nvPr/>
        </p:nvSpPr>
        <p:spPr bwMode="ltGray">
          <a:xfrm>
            <a:off x="728345" y="309245"/>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宋体" pitchFamily="2" charset="-122"/>
              </a:defRPr>
            </a:lvl1pPr>
            <a:lvl2pPr marL="742950" indent="-285750">
              <a:defRPr kumimoji="1" sz="2400">
                <a:solidFill>
                  <a:schemeClr val="tx1"/>
                </a:solidFill>
                <a:latin typeface="Tahoma" panose="020B0604030504040204" pitchFamily="34" charset="0"/>
                <a:ea typeface="宋体" pitchFamily="2" charset="-122"/>
              </a:defRPr>
            </a:lvl2pPr>
            <a:lvl3pPr marL="1143000" indent="-228600">
              <a:defRPr kumimoji="1" sz="2400">
                <a:solidFill>
                  <a:schemeClr val="tx1"/>
                </a:solidFill>
                <a:latin typeface="Tahoma" panose="020B0604030504040204" pitchFamily="34" charset="0"/>
                <a:ea typeface="宋体" pitchFamily="2" charset="-122"/>
              </a:defRPr>
            </a:lvl3pPr>
            <a:lvl4pPr marL="1600200" indent="-228600">
              <a:defRPr kumimoji="1" sz="2400">
                <a:solidFill>
                  <a:schemeClr val="tx1"/>
                </a:solidFill>
                <a:latin typeface="Tahoma" panose="020B0604030504040204" pitchFamily="34" charset="0"/>
                <a:ea typeface="宋体" pitchFamily="2" charset="-122"/>
              </a:defRPr>
            </a:lvl4pPr>
            <a:lvl5pPr marL="2057400" indent="-228600">
              <a:defRPr kumimoji="1"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1030" name="Rectangle 4"/>
          <p:cNvSpPr>
            <a:spLocks noChangeArrowheads="1"/>
          </p:cNvSpPr>
          <p:nvPr/>
        </p:nvSpPr>
        <p:spPr bwMode="ltGray">
          <a:xfrm>
            <a:off x="469583" y="731520"/>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宋体" pitchFamily="2" charset="-122"/>
              </a:defRPr>
            </a:lvl1pPr>
            <a:lvl2pPr marL="742950" indent="-285750">
              <a:defRPr kumimoji="1" sz="2400">
                <a:solidFill>
                  <a:schemeClr val="tx1"/>
                </a:solidFill>
                <a:latin typeface="Tahoma" panose="020B0604030504040204" pitchFamily="34" charset="0"/>
                <a:ea typeface="宋体" pitchFamily="2" charset="-122"/>
              </a:defRPr>
            </a:lvl2pPr>
            <a:lvl3pPr marL="1143000" indent="-228600">
              <a:defRPr kumimoji="1" sz="2400">
                <a:solidFill>
                  <a:schemeClr val="tx1"/>
                </a:solidFill>
                <a:latin typeface="Tahoma" panose="020B0604030504040204" pitchFamily="34" charset="0"/>
                <a:ea typeface="宋体" pitchFamily="2" charset="-122"/>
              </a:defRPr>
            </a:lvl3pPr>
            <a:lvl4pPr marL="1600200" indent="-228600">
              <a:defRPr kumimoji="1" sz="2400">
                <a:solidFill>
                  <a:schemeClr val="tx1"/>
                </a:solidFill>
                <a:latin typeface="Tahoma" panose="020B0604030504040204" pitchFamily="34" charset="0"/>
                <a:ea typeface="宋体" pitchFamily="2" charset="-122"/>
              </a:defRPr>
            </a:lvl4pPr>
            <a:lvl5pPr marL="2057400" indent="-228600">
              <a:defRPr kumimoji="1"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1031" name="Rectangle 5"/>
          <p:cNvSpPr>
            <a:spLocks noChangeArrowheads="1"/>
          </p:cNvSpPr>
          <p:nvPr/>
        </p:nvSpPr>
        <p:spPr bwMode="ltGray">
          <a:xfrm>
            <a:off x="839470" y="731520"/>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宋体" pitchFamily="2" charset="-122"/>
              </a:defRPr>
            </a:lvl1pPr>
            <a:lvl2pPr marL="742950" indent="-285750">
              <a:defRPr kumimoji="1" sz="2400">
                <a:solidFill>
                  <a:schemeClr val="tx1"/>
                </a:solidFill>
                <a:latin typeface="Tahoma" panose="020B0604030504040204" pitchFamily="34" charset="0"/>
                <a:ea typeface="宋体" pitchFamily="2" charset="-122"/>
              </a:defRPr>
            </a:lvl2pPr>
            <a:lvl3pPr marL="1143000" indent="-228600">
              <a:defRPr kumimoji="1" sz="2400">
                <a:solidFill>
                  <a:schemeClr val="tx1"/>
                </a:solidFill>
                <a:latin typeface="Tahoma" panose="020B0604030504040204" pitchFamily="34" charset="0"/>
                <a:ea typeface="宋体" pitchFamily="2" charset="-122"/>
              </a:defRPr>
            </a:lvl3pPr>
            <a:lvl4pPr marL="1600200" indent="-228600">
              <a:defRPr kumimoji="1" sz="2400">
                <a:solidFill>
                  <a:schemeClr val="tx1"/>
                </a:solidFill>
                <a:latin typeface="Tahoma" panose="020B0604030504040204" pitchFamily="34" charset="0"/>
                <a:ea typeface="宋体" pitchFamily="2" charset="-122"/>
              </a:defRPr>
            </a:lvl4pPr>
            <a:lvl5pPr marL="2057400" indent="-228600">
              <a:defRPr kumimoji="1"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1032" name="Rectangle 6"/>
          <p:cNvSpPr>
            <a:spLocks noChangeArrowheads="1"/>
          </p:cNvSpPr>
          <p:nvPr/>
        </p:nvSpPr>
        <p:spPr bwMode="ltGray">
          <a:xfrm>
            <a:off x="55245" y="658495"/>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宋体" pitchFamily="2" charset="-122"/>
              </a:defRPr>
            </a:lvl1pPr>
            <a:lvl2pPr marL="742950" indent="-285750">
              <a:defRPr kumimoji="1" sz="2400">
                <a:solidFill>
                  <a:schemeClr val="tx1"/>
                </a:solidFill>
                <a:latin typeface="Tahoma" panose="020B0604030504040204" pitchFamily="34" charset="0"/>
                <a:ea typeface="宋体" pitchFamily="2" charset="-122"/>
              </a:defRPr>
            </a:lvl2pPr>
            <a:lvl3pPr marL="1143000" indent="-228600">
              <a:defRPr kumimoji="1" sz="2400">
                <a:solidFill>
                  <a:schemeClr val="tx1"/>
                </a:solidFill>
                <a:latin typeface="Tahoma" panose="020B0604030504040204" pitchFamily="34" charset="0"/>
                <a:ea typeface="宋体" pitchFamily="2" charset="-122"/>
              </a:defRPr>
            </a:lvl3pPr>
            <a:lvl4pPr marL="1600200" indent="-228600">
              <a:defRPr kumimoji="1" sz="2400">
                <a:solidFill>
                  <a:schemeClr val="tx1"/>
                </a:solidFill>
                <a:latin typeface="Tahoma" panose="020B0604030504040204" pitchFamily="34" charset="0"/>
                <a:ea typeface="宋体" pitchFamily="2" charset="-122"/>
              </a:defRPr>
            </a:lvl4pPr>
            <a:lvl5pPr marL="2057400" indent="-228600">
              <a:defRPr kumimoji="1"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1033" name="Rectangle 7"/>
          <p:cNvSpPr>
            <a:spLocks noChangeArrowheads="1"/>
          </p:cNvSpPr>
          <p:nvPr/>
        </p:nvSpPr>
        <p:spPr bwMode="gray">
          <a:xfrm>
            <a:off x="690245" y="201295"/>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宋体" pitchFamily="2" charset="-122"/>
              </a:defRPr>
            </a:lvl1pPr>
            <a:lvl2pPr marL="742950" indent="-285750">
              <a:defRPr kumimoji="1" sz="2400">
                <a:solidFill>
                  <a:schemeClr val="tx1"/>
                </a:solidFill>
                <a:latin typeface="Tahoma" panose="020B0604030504040204" pitchFamily="34" charset="0"/>
                <a:ea typeface="宋体" pitchFamily="2" charset="-122"/>
              </a:defRPr>
            </a:lvl2pPr>
            <a:lvl3pPr marL="1143000" indent="-228600">
              <a:defRPr kumimoji="1" sz="2400">
                <a:solidFill>
                  <a:schemeClr val="tx1"/>
                </a:solidFill>
                <a:latin typeface="Tahoma" panose="020B0604030504040204" pitchFamily="34" charset="0"/>
                <a:ea typeface="宋体" pitchFamily="2" charset="-122"/>
              </a:defRPr>
            </a:lvl3pPr>
            <a:lvl4pPr marL="1600200" indent="-228600">
              <a:defRPr kumimoji="1" sz="2400">
                <a:solidFill>
                  <a:schemeClr val="tx1"/>
                </a:solidFill>
                <a:latin typeface="Tahoma" panose="020B0604030504040204" pitchFamily="34" charset="0"/>
                <a:ea typeface="宋体" pitchFamily="2" charset="-122"/>
              </a:defRPr>
            </a:lvl4pPr>
            <a:lvl5pPr marL="2057400" indent="-228600">
              <a:defRPr kumimoji="1"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1034" name="Rectangle 8"/>
          <p:cNvSpPr>
            <a:spLocks noChangeArrowheads="1"/>
          </p:cNvSpPr>
          <p:nvPr/>
        </p:nvSpPr>
        <p:spPr bwMode="gray">
          <a:xfrm>
            <a:off x="371158" y="99187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宋体" pitchFamily="2" charset="-122"/>
              </a:defRPr>
            </a:lvl1pPr>
            <a:lvl2pPr marL="742950" indent="-285750">
              <a:defRPr kumimoji="1" sz="2400">
                <a:solidFill>
                  <a:schemeClr val="tx1"/>
                </a:solidFill>
                <a:latin typeface="Tahoma" panose="020B0604030504040204" pitchFamily="34" charset="0"/>
                <a:ea typeface="宋体" pitchFamily="2" charset="-122"/>
              </a:defRPr>
            </a:lvl2pPr>
            <a:lvl3pPr marL="1143000" indent="-228600">
              <a:defRPr kumimoji="1" sz="2400">
                <a:solidFill>
                  <a:schemeClr val="tx1"/>
                </a:solidFill>
                <a:latin typeface="Tahoma" panose="020B0604030504040204" pitchFamily="34" charset="0"/>
                <a:ea typeface="宋体" pitchFamily="2" charset="-122"/>
              </a:defRPr>
            </a:lvl3pPr>
            <a:lvl4pPr marL="1600200" indent="-228600">
              <a:defRPr kumimoji="1" sz="2400">
                <a:solidFill>
                  <a:schemeClr val="tx1"/>
                </a:solidFill>
                <a:latin typeface="Tahoma" panose="020B0604030504040204" pitchFamily="34" charset="0"/>
                <a:ea typeface="宋体" pitchFamily="2" charset="-122"/>
              </a:defRPr>
            </a:lvl4pPr>
            <a:lvl5pPr marL="2057400" indent="-228600">
              <a:defRPr kumimoji="1"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1035" name="Rectangle 9"/>
          <p:cNvSpPr>
            <a:spLocks noGrp="1"/>
          </p:cNvSpPr>
          <p:nvPr>
            <p:ph type="title"/>
          </p:nvPr>
        </p:nvSpPr>
        <p:spPr>
          <a:xfrm>
            <a:off x="1148080" y="254635"/>
            <a:ext cx="7463155" cy="736600"/>
          </a:xfrm>
          <a:prstGeom prst="rect">
            <a:avLst/>
          </a:prstGeom>
          <a:noFill/>
          <a:ln w="9525">
            <a:noFill/>
          </a:ln>
        </p:spPr>
        <p:txBody>
          <a:bodyPr anchor="b" anchorCtr="0"/>
          <a:p>
            <a:pPr lvl="0"/>
            <a:r>
              <a:rPr lang="zh-CN" altLang="en-US" dirty="0"/>
              <a:t>单击此处编辑母版标题样式</a:t>
            </a:r>
            <a:endParaRPr lang="zh-CN" altLang="en-US" dirty="0"/>
          </a:p>
        </p:txBody>
      </p:sp>
      <p:sp>
        <p:nvSpPr>
          <p:cNvPr id="1036" name="Rectangle 10"/>
          <p:cNvSpPr>
            <a:spLocks noGrp="1"/>
          </p:cNvSpPr>
          <p:nvPr>
            <p:ph type="body"/>
          </p:nvPr>
        </p:nvSpPr>
        <p:spPr>
          <a:xfrm>
            <a:off x="728980" y="1275080"/>
            <a:ext cx="8254365" cy="4881245"/>
          </a:xfrm>
          <a:prstGeom prst="rect">
            <a:avLst/>
          </a:prstGeom>
          <a:noFill/>
          <a:ln w="9525">
            <a:noFill/>
          </a:ln>
        </p:spPr>
        <p:txBody>
          <a:bodyPr anchor="t" anchorCtr="0"/>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52590" name="Rectangle 14"/>
          <p:cNvSpPr>
            <a:spLocks noGrp="1" noChangeArrowheads="1"/>
          </p:cNvSpPr>
          <p:nvPr>
            <p:ph type="dt" sz="half" idx="2"/>
          </p:nvPr>
        </p:nvSpPr>
        <p:spPr bwMode="auto">
          <a:xfrm>
            <a:off x="0" y="6400800"/>
            <a:ext cx="14478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kumimoji="0" sz="1000" b="1" i="1">
                <a:solidFill>
                  <a:srgbClr val="009999"/>
                </a:solidFill>
                <a:latin typeface="Arial Narrow" panose="020B0606020202030204" pitchFamily="34" charset="0"/>
                <a:ea typeface="宋体"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E459AEC2-C8FB-4BF0-8336-5F162B225CA0}" type="datetime1">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152591" name="Rectangle 15"/>
          <p:cNvSpPr>
            <a:spLocks noGrp="1" noChangeArrowheads="1"/>
          </p:cNvSpPr>
          <p:nvPr>
            <p:ph type="ftr" sz="quarter" idx="3"/>
          </p:nvPr>
        </p:nvSpPr>
        <p:spPr bwMode="auto">
          <a:xfrm>
            <a:off x="1447800" y="6400800"/>
            <a:ext cx="6172200" cy="457200"/>
          </a:xfrm>
          <a:prstGeom prst="rect">
            <a:avLst/>
          </a:prstGeom>
          <a:noFill/>
          <a:ln w="9525">
            <a:noFill/>
            <a:miter lim="800000"/>
          </a:ln>
          <a:effectLst/>
        </p:spPr>
        <p:txBody>
          <a:bodyPr vert="horz" wrap="square" lIns="91440" tIns="45720" rIns="91440" bIns="45720" numCol="1" anchor="b" anchorCtr="0" compatLnSpc="1"/>
          <a:lstStyle>
            <a:lvl1pPr algn="ctr" eaLnBrk="1" hangingPunct="1">
              <a:lnSpc>
                <a:spcPct val="110000"/>
              </a:lnSpc>
              <a:defRPr kumimoji="1" sz="1200" b="1" i="1">
                <a:solidFill>
                  <a:srgbClr val="009999"/>
                </a:solidFill>
                <a:latin typeface="Arial Narrow" panose="020B0606020202030204" pitchFamily="34" charset="0"/>
                <a:ea typeface="宋体" pitchFamily="2" charset="-122"/>
              </a:defRPr>
            </a:lvl1pPr>
          </a:lstStyle>
          <a:p>
            <a:pPr marL="0" marR="0" lvl="0" indent="0" algn="ctr" defTabSz="914400" rtl="0" eaLnBrk="1" fontAlgn="base" latinLnBrk="0" hangingPunct="1">
              <a:lnSpc>
                <a:spcPct val="110000"/>
              </a:lnSpc>
              <a:spcBef>
                <a:spcPct val="0"/>
              </a:spcBef>
              <a:spcAft>
                <a:spcPct val="0"/>
              </a:spcAft>
              <a:buClrTx/>
              <a:buSzTx/>
              <a:buFontTx/>
              <a:buNone/>
              <a:defRPr/>
            </a:pPr>
            <a:r>
              <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t>School of Computer Science, BUPT</a:t>
            </a:r>
            <a:endParaRPr kumimoji="1" lang="zh-CN" altLang="en-US"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Copperplate Gothic Light" panose="020E0507020206020404" pitchFamily="34" charset="0"/>
          <a:ea typeface="宋体" pitchFamily="2" charset="-122"/>
        </a:defRPr>
      </a:lvl2pPr>
      <a:lvl3pPr algn="l" rtl="0" eaLnBrk="0" fontAlgn="base" hangingPunct="0">
        <a:spcBef>
          <a:spcPct val="0"/>
        </a:spcBef>
        <a:spcAft>
          <a:spcPct val="0"/>
        </a:spcAft>
        <a:defRPr sz="4400">
          <a:solidFill>
            <a:schemeClr val="tx2"/>
          </a:solidFill>
          <a:latin typeface="Copperplate Gothic Light" panose="020E0507020206020404" pitchFamily="34" charset="0"/>
          <a:ea typeface="宋体" pitchFamily="2" charset="-122"/>
        </a:defRPr>
      </a:lvl3pPr>
      <a:lvl4pPr algn="l" rtl="0" eaLnBrk="0" fontAlgn="base" hangingPunct="0">
        <a:spcBef>
          <a:spcPct val="0"/>
        </a:spcBef>
        <a:spcAft>
          <a:spcPct val="0"/>
        </a:spcAft>
        <a:defRPr sz="4400">
          <a:solidFill>
            <a:schemeClr val="tx2"/>
          </a:solidFill>
          <a:latin typeface="Copperplate Gothic Light" panose="020E0507020206020404" pitchFamily="34" charset="0"/>
          <a:ea typeface="宋体" pitchFamily="2" charset="-122"/>
        </a:defRPr>
      </a:lvl4pPr>
      <a:lvl5pPr algn="l" rtl="0" eaLnBrk="0" fontAlgn="base" hangingPunct="0">
        <a:spcBef>
          <a:spcPct val="0"/>
        </a:spcBef>
        <a:spcAft>
          <a:spcPct val="0"/>
        </a:spcAft>
        <a:defRPr sz="4400">
          <a:solidFill>
            <a:schemeClr val="tx2"/>
          </a:solidFill>
          <a:latin typeface="Copperplate Gothic Light" panose="020E0507020206020404" pitchFamily="34" charset="0"/>
          <a:ea typeface="宋体" pitchFamily="2" charset="-122"/>
        </a:defRPr>
      </a:lvl5pPr>
      <a:lvl6pPr marL="457200" algn="l" rtl="0" fontAlgn="base">
        <a:spcBef>
          <a:spcPct val="0"/>
        </a:spcBef>
        <a:spcAft>
          <a:spcPct val="0"/>
        </a:spcAft>
        <a:defRPr kumimoji="1" sz="4400">
          <a:solidFill>
            <a:schemeClr val="tx2"/>
          </a:solidFill>
          <a:latin typeface="Copperplate Gothic Light" panose="020E0507020206020404" pitchFamily="34" charset="0"/>
          <a:ea typeface="宋体" pitchFamily="2" charset="-122"/>
        </a:defRPr>
      </a:lvl6pPr>
      <a:lvl7pPr marL="914400" algn="l" rtl="0" fontAlgn="base">
        <a:spcBef>
          <a:spcPct val="0"/>
        </a:spcBef>
        <a:spcAft>
          <a:spcPct val="0"/>
        </a:spcAft>
        <a:defRPr kumimoji="1" sz="4400">
          <a:solidFill>
            <a:schemeClr val="tx2"/>
          </a:solidFill>
          <a:latin typeface="Copperplate Gothic Light" panose="020E0507020206020404" pitchFamily="34" charset="0"/>
          <a:ea typeface="宋体" pitchFamily="2" charset="-122"/>
        </a:defRPr>
      </a:lvl7pPr>
      <a:lvl8pPr marL="1371600" algn="l" rtl="0" fontAlgn="base">
        <a:spcBef>
          <a:spcPct val="0"/>
        </a:spcBef>
        <a:spcAft>
          <a:spcPct val="0"/>
        </a:spcAft>
        <a:defRPr kumimoji="1" sz="4400">
          <a:solidFill>
            <a:schemeClr val="tx2"/>
          </a:solidFill>
          <a:latin typeface="Copperplate Gothic Light" panose="020E0507020206020404" pitchFamily="34" charset="0"/>
          <a:ea typeface="宋体" pitchFamily="2" charset="-122"/>
        </a:defRPr>
      </a:lvl8pPr>
      <a:lvl9pPr marL="1828800" algn="l" rtl="0" fontAlgn="base">
        <a:spcBef>
          <a:spcPct val="0"/>
        </a:spcBef>
        <a:spcAft>
          <a:spcPct val="0"/>
        </a:spcAft>
        <a:defRPr kumimoji="1" sz="4400">
          <a:solidFill>
            <a:schemeClr val="tx2"/>
          </a:solidFill>
          <a:latin typeface="Copperplate Gothic Light" panose="020E0507020206020404" pitchFamily="34" charset="0"/>
          <a:ea typeface="宋体"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10.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2.wmf"/><Relationship Id="rId1" Type="http://schemas.openxmlformats.org/officeDocument/2006/relationships/oleObject" Target="../embeddings/oleObject1.bin"/></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7" Type="http://schemas.openxmlformats.org/officeDocument/2006/relationships/notesSlide" Target="../notesSlides/notesSlide3.xml"/><Relationship Id="rId6" Type="http://schemas.openxmlformats.org/officeDocument/2006/relationships/vmlDrawing" Target="../drawings/vmlDrawing2.vml"/><Relationship Id="rId5" Type="http://schemas.openxmlformats.org/officeDocument/2006/relationships/slideLayout" Target="../slideLayouts/slideLayout2.xml"/><Relationship Id="rId4" Type="http://schemas.openxmlformats.org/officeDocument/2006/relationships/audio" Target="../media/audio2.wav"/><Relationship Id="rId3" Type="http://schemas.openxmlformats.org/officeDocument/2006/relationships/audio" Target="../media/audio1.wav"/><Relationship Id="rId2" Type="http://schemas.openxmlformats.org/officeDocument/2006/relationships/image" Target="../media/image3.wmf"/><Relationship Id="rId1" Type="http://schemas.openxmlformats.org/officeDocument/2006/relationships/oleObject" Target="../embeddings/oleObject2.bin"/></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tags" Target="../tags/tag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9" Type="http://schemas.openxmlformats.org/officeDocument/2006/relationships/tags" Target="../tags/tag13.xml"/><Relationship Id="rId8" Type="http://schemas.openxmlformats.org/officeDocument/2006/relationships/tags" Target="../tags/tag12.xml"/><Relationship Id="rId7" Type="http://schemas.openxmlformats.org/officeDocument/2006/relationships/tags" Target="../tags/tag11.xml"/><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6" Type="http://schemas.openxmlformats.org/officeDocument/2006/relationships/slideLayout" Target="../slideLayouts/slideLayout7.xml"/><Relationship Id="rId15" Type="http://schemas.openxmlformats.org/officeDocument/2006/relationships/tags" Target="../tags/tag18.xml"/><Relationship Id="rId14" Type="http://schemas.openxmlformats.org/officeDocument/2006/relationships/image" Target="../media/image5.png"/><Relationship Id="rId13" Type="http://schemas.openxmlformats.org/officeDocument/2006/relationships/tags" Target="../tags/tag17.xml"/><Relationship Id="rId12" Type="http://schemas.openxmlformats.org/officeDocument/2006/relationships/tags" Target="../tags/tag16.xml"/><Relationship Id="rId11" Type="http://schemas.openxmlformats.org/officeDocument/2006/relationships/tags" Target="../tags/tag15.xml"/><Relationship Id="rId10" Type="http://schemas.openxmlformats.org/officeDocument/2006/relationships/tags" Target="../tags/tag14.xml"/><Relationship Id="rId1" Type="http://schemas.openxmlformats.org/officeDocument/2006/relationships/tags" Target="../tags/tag5.xml"/></Relationships>
</file>

<file path=ppt/slides/_rels/slide41.xml.rels><?xml version="1.0" encoding="UTF-8" standalone="yes"?>
<Relationships xmlns="http://schemas.openxmlformats.org/package/2006/relationships"><Relationship Id="rId9" Type="http://schemas.openxmlformats.org/officeDocument/2006/relationships/oleObject" Target="../embeddings/oleObject3.bin"/><Relationship Id="rId8" Type="http://schemas.openxmlformats.org/officeDocument/2006/relationships/image" Target="../media/image12.png"/><Relationship Id="rId7" Type="http://schemas.openxmlformats.org/officeDocument/2006/relationships/image" Target="../media/image11.png"/><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jpeg"/><Relationship Id="rId12" Type="http://schemas.openxmlformats.org/officeDocument/2006/relationships/vmlDrawing" Target="../drawings/vmlDrawing3.vml"/><Relationship Id="rId11" Type="http://schemas.openxmlformats.org/officeDocument/2006/relationships/slideLayout" Target="../slideLayouts/slideLayout2.xml"/><Relationship Id="rId10" Type="http://schemas.openxmlformats.org/officeDocument/2006/relationships/image" Target="../media/image13.wmf"/><Relationship Id="rId1" Type="http://schemas.openxmlformats.org/officeDocument/2006/relationships/tags" Target="../tags/tag19.xml"/></Relationships>
</file>

<file path=ppt/slides/_rels/slide4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9" Type="http://schemas.openxmlformats.org/officeDocument/2006/relationships/image" Target="../media/image27.png"/><Relationship Id="rId8" Type="http://schemas.openxmlformats.org/officeDocument/2006/relationships/image" Target="../media/image26.png"/><Relationship Id="rId7" Type="http://schemas.openxmlformats.org/officeDocument/2006/relationships/image" Target="../media/image25.png"/><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 Id="rId3" Type="http://schemas.openxmlformats.org/officeDocument/2006/relationships/image" Target="../media/image21.png"/><Relationship Id="rId2" Type="http://schemas.openxmlformats.org/officeDocument/2006/relationships/image" Target="../media/image20.png"/><Relationship Id="rId18" Type="http://schemas.openxmlformats.org/officeDocument/2006/relationships/notesSlide" Target="../notesSlides/notesSlide4.xml"/><Relationship Id="rId17" Type="http://schemas.openxmlformats.org/officeDocument/2006/relationships/slideLayout" Target="../slideLayouts/slideLayout12.xml"/><Relationship Id="rId16" Type="http://schemas.openxmlformats.org/officeDocument/2006/relationships/image" Target="../media/image34.png"/><Relationship Id="rId15" Type="http://schemas.openxmlformats.org/officeDocument/2006/relationships/image" Target="../media/image33.png"/><Relationship Id="rId14" Type="http://schemas.openxmlformats.org/officeDocument/2006/relationships/image" Target="../media/image32.png"/><Relationship Id="rId13" Type="http://schemas.openxmlformats.org/officeDocument/2006/relationships/image" Target="../media/image31.png"/><Relationship Id="rId12" Type="http://schemas.openxmlformats.org/officeDocument/2006/relationships/image" Target="../media/image30.png"/><Relationship Id="rId11" Type="http://schemas.openxmlformats.org/officeDocument/2006/relationships/image" Target="../media/image29.png"/><Relationship Id="rId10" Type="http://schemas.openxmlformats.org/officeDocument/2006/relationships/image" Target="../media/image28.png"/><Relationship Id="rId1" Type="http://schemas.openxmlformats.org/officeDocument/2006/relationships/image" Target="../media/image19.png"/></Relationships>
</file>

<file path=ppt/slides/_rels/slide67.xml.rels><?xml version="1.0" encoding="UTF-8" standalone="yes"?>
<Relationships xmlns="http://schemas.openxmlformats.org/package/2006/relationships"><Relationship Id="rId9" Type="http://schemas.openxmlformats.org/officeDocument/2006/relationships/image" Target="../media/image43.png"/><Relationship Id="rId8" Type="http://schemas.openxmlformats.org/officeDocument/2006/relationships/image" Target="../media/image42.png"/><Relationship Id="rId7" Type="http://schemas.openxmlformats.org/officeDocument/2006/relationships/image" Target="../media/image41.png"/><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 Id="rId3" Type="http://schemas.openxmlformats.org/officeDocument/2006/relationships/image" Target="../media/image37.png"/><Relationship Id="rId2" Type="http://schemas.openxmlformats.org/officeDocument/2006/relationships/image" Target="../media/image36.png"/><Relationship Id="rId11" Type="http://schemas.openxmlformats.org/officeDocument/2006/relationships/notesSlide" Target="../notesSlides/notesSlide5.xml"/><Relationship Id="rId10" Type="http://schemas.openxmlformats.org/officeDocument/2006/relationships/slideLayout" Target="../slideLayouts/slideLayout12.xml"/><Relationship Id="rId1" Type="http://schemas.openxmlformats.org/officeDocument/2006/relationships/image" Target="../media/image35.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Rectangle 6"/>
          <p:cNvSpPr>
            <a:spLocks noGrp="1"/>
          </p:cNvSpPr>
          <p:nvPr>
            <p:ph type="ctrTitle"/>
          </p:nvPr>
        </p:nvSpPr>
        <p:spPr>
          <a:xfrm>
            <a:off x="990600" y="228600"/>
            <a:ext cx="7772400" cy="304800"/>
          </a:xfrm>
        </p:spPr>
        <p:txBody>
          <a:bodyPr vert="horz" wrap="square" lIns="91440" tIns="45720" rIns="91440" bIns="45720" anchor="b" anchorCtr="0"/>
          <a:p>
            <a:pPr algn="r" eaLnBrk="1" hangingPunct="1">
              <a:buClrTx/>
              <a:buSzTx/>
              <a:buFontTx/>
            </a:pPr>
            <a:r>
              <a:rPr lang="en-US" altLang="zh-CN" sz="2000" dirty="0">
                <a:solidFill>
                  <a:schemeClr val="hlink"/>
                </a:solidFill>
                <a:latin typeface="Copperplate Gothic Bold" panose="020E0705020206020404" pitchFamily="34" charset="0"/>
                <a:ea typeface="+mj-ea"/>
                <a:cs typeface="+mj-cs"/>
              </a:rPr>
              <a:t>Discrete Mathematical Structures</a:t>
            </a:r>
            <a:endParaRPr lang="en-US" altLang="zh-CN" sz="2000" dirty="0">
              <a:solidFill>
                <a:schemeClr val="hlink"/>
              </a:solidFill>
              <a:latin typeface="Copperplate Gothic Bold" panose="020E0705020206020404" pitchFamily="34" charset="0"/>
              <a:ea typeface="+mj-ea"/>
              <a:cs typeface="+mj-cs"/>
            </a:endParaRPr>
          </a:p>
        </p:txBody>
      </p:sp>
      <p:sp>
        <p:nvSpPr>
          <p:cNvPr id="5123" name="Rectangle 7"/>
          <p:cNvSpPr>
            <a:spLocks noGrp="1"/>
          </p:cNvSpPr>
          <p:nvPr>
            <p:ph type="subTitle" idx="1"/>
          </p:nvPr>
        </p:nvSpPr>
        <p:spPr>
          <a:xfrm>
            <a:off x="1371600" y="3886200"/>
            <a:ext cx="6400800" cy="1905000"/>
          </a:xfrm>
        </p:spPr>
        <p:txBody>
          <a:bodyPr vert="horz" wrap="square" lIns="91440" tIns="45720" rIns="91440" bIns="45720" anchor="t" anchorCtr="0"/>
          <a:p>
            <a:pPr algn="r" eaLnBrk="1" hangingPunct="1">
              <a:buSzPct val="60000"/>
            </a:pPr>
            <a:endParaRPr lang="en-US" altLang="zh-CN" sz="1800" dirty="0">
              <a:solidFill>
                <a:srgbClr val="009999"/>
              </a:solidFill>
              <a:latin typeface="+mn-lt"/>
              <a:ea typeface="+mn-ea"/>
              <a:cs typeface="+mn-cs"/>
            </a:endParaRPr>
          </a:p>
          <a:p>
            <a:pPr algn="r" eaLnBrk="1" hangingPunct="1">
              <a:buSzPct val="60000"/>
            </a:pPr>
            <a:endParaRPr lang="en-US" altLang="zh-CN" sz="1800" dirty="0">
              <a:solidFill>
                <a:srgbClr val="009999"/>
              </a:solidFill>
              <a:latin typeface="+mn-lt"/>
              <a:ea typeface="+mn-ea"/>
              <a:cs typeface="+mn-cs"/>
            </a:endParaRPr>
          </a:p>
          <a:p>
            <a:pPr algn="r" eaLnBrk="1" hangingPunct="1">
              <a:buSzPct val="60000"/>
            </a:pPr>
            <a:endParaRPr lang="en-US" altLang="zh-CN" sz="1800" dirty="0">
              <a:solidFill>
                <a:srgbClr val="009999"/>
              </a:solidFill>
              <a:latin typeface="+mn-lt"/>
              <a:ea typeface="+mn-ea"/>
              <a:cs typeface="+mn-cs"/>
            </a:endParaRPr>
          </a:p>
        </p:txBody>
      </p:sp>
      <p:sp>
        <p:nvSpPr>
          <p:cNvPr id="5124" name="Rectangle 12"/>
          <p:cNvSpPr/>
          <p:nvPr/>
        </p:nvSpPr>
        <p:spPr>
          <a:xfrm>
            <a:off x="923290" y="1988820"/>
            <a:ext cx="7046595" cy="1143000"/>
          </a:xfrm>
          <a:prstGeom prst="rect">
            <a:avLst/>
          </a:prstGeom>
          <a:noFill/>
          <a:ln w="9525">
            <a:noFill/>
          </a:ln>
        </p:spPr>
        <p:txBody>
          <a:bodyPr anchor="b"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0" lvl="0" indent="0" eaLnBrk="1" hangingPunct="1">
              <a:spcBef>
                <a:spcPct val="0"/>
              </a:spcBef>
              <a:buClrTx/>
              <a:buSzTx/>
              <a:buFontTx/>
              <a:buNone/>
            </a:pPr>
            <a:r>
              <a:rPr lang="en-US" altLang="zh-CN" sz="4400" dirty="0">
                <a:solidFill>
                  <a:schemeClr val="tx2"/>
                </a:solidFill>
                <a:latin typeface="Copperplate Gothic Bold" panose="020E0705020206020404" pitchFamily="34" charset="0"/>
                <a:sym typeface="+mn-ea"/>
              </a:rPr>
              <a:t>Propositional equivalence</a:t>
            </a:r>
            <a:endParaRPr lang="zh-CN" altLang="en-US" sz="4400" dirty="0">
              <a:solidFill>
                <a:schemeClr val="tx2"/>
              </a:solidFill>
              <a:latin typeface="Copperplate Gothic Bold" panose="020E0705020206020404" pitchFamily="34" charset="0"/>
              <a:ea typeface="Times New Roman" panose="0202050305040509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8195"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8196"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zh-CN" altLang="en-US" sz="1200" b="1" i="1" dirty="0">
              <a:solidFill>
                <a:srgbClr val="009999"/>
              </a:solidFill>
              <a:latin typeface="Arial Narrow" panose="020B0606020202030204" pitchFamily="34" charset="0"/>
            </a:endParaRPr>
          </a:p>
        </p:txBody>
      </p:sp>
      <p:sp>
        <p:nvSpPr>
          <p:cNvPr id="8197" name="Rectangle 2"/>
          <p:cNvSpPr>
            <a:spLocks noGrp="1"/>
          </p:cNvSpPr>
          <p:nvPr>
            <p:ph type="title"/>
          </p:nvPr>
        </p:nvSpPr>
        <p:spPr/>
        <p:txBody>
          <a:bodyPr vert="horz" wrap="square" lIns="91440" tIns="45720" rIns="91440" bIns="45720" anchor="b" anchorCtr="0"/>
          <a:p>
            <a:pPr eaLnBrk="1" hangingPunct="1"/>
            <a:r>
              <a:rPr lang="en-US" altLang="zh-CN" sz="3600" dirty="0">
                <a:latin typeface="Copperplate Gothic Bold" panose="020E0705020206020404" pitchFamily="34" charset="0"/>
              </a:rPr>
              <a:t>Outline</a:t>
            </a:r>
            <a:endParaRPr lang="en-US" altLang="zh-CN" sz="3600" dirty="0">
              <a:latin typeface="Copperplate Gothic Bold" panose="020E0705020206020404" pitchFamily="34" charset="0"/>
            </a:endParaRPr>
          </a:p>
        </p:txBody>
      </p:sp>
      <p:sp>
        <p:nvSpPr>
          <p:cNvPr id="8198" name="Rectangle 3"/>
          <p:cNvSpPr>
            <a:spLocks noGrp="1" noChangeArrowheads="1"/>
          </p:cNvSpPr>
          <p:nvPr>
            <p:ph idx="1"/>
          </p:nvPr>
        </p:nvSpPr>
        <p:spPr>
          <a:xfrm>
            <a:off x="683895" y="1412875"/>
            <a:ext cx="8404225" cy="446405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ts val="1200"/>
              </a:spcBef>
              <a:spcAft>
                <a:spcPct val="0"/>
              </a:spcAft>
              <a:buClr>
                <a:schemeClr val="folHlink"/>
              </a:buClr>
              <a:buSzPct val="60000"/>
              <a:buFont typeface="Wingdings" panose="05000000000000000000" pitchFamily="2" charset="2"/>
              <a:buChar char="n"/>
              <a:defRPr/>
            </a:pPr>
            <a:r>
              <a:rPr kumimoji="0" lang="zh-CN" altLang="en-US" sz="2800" b="1" i="0" u="none" strike="noStrike" kern="0" cap="none" spc="0" normalizeH="0" baseline="0" noProof="0" dirty="0">
                <a:ln>
                  <a:noFill/>
                </a:ln>
                <a:solidFill>
                  <a:schemeClr val="tx1"/>
                </a:solidFill>
                <a:effectLst/>
                <a:uLnTx/>
                <a:uFillTx/>
                <a:latin typeface="+mn-ea"/>
                <a:ea typeface="+mn-ea"/>
                <a:cs typeface="+mn-cs"/>
              </a:rPr>
              <a:t>命题公式</a:t>
            </a:r>
            <a:endParaRPr kumimoji="0" lang="en-US" altLang="zh-CN" sz="2800" b="1" i="0" u="none" strike="noStrike" kern="0" cap="none" spc="0" normalizeH="0" baseline="0" noProof="0" dirty="0">
              <a:ln>
                <a:noFill/>
              </a:ln>
              <a:solidFill>
                <a:schemeClr val="tx1"/>
              </a:solidFill>
              <a:effectLst/>
              <a:uLnTx/>
              <a:uFillTx/>
              <a:latin typeface="+mn-ea"/>
              <a:ea typeface="+mn-ea"/>
              <a:cs typeface="+mn-cs"/>
            </a:endParaRPr>
          </a:p>
          <a:p>
            <a:pPr marL="342900" marR="0" lvl="0" indent="-342900" algn="l" defTabSz="914400" rtl="0" eaLnBrk="1" fontAlgn="base" latinLnBrk="0" hangingPunct="1">
              <a:lnSpc>
                <a:spcPct val="100000"/>
              </a:lnSpc>
              <a:spcBef>
                <a:spcPts val="1200"/>
              </a:spcBef>
              <a:spcAft>
                <a:spcPct val="0"/>
              </a:spcAft>
              <a:buClr>
                <a:schemeClr val="folHlink"/>
              </a:buClr>
              <a:buSzPct val="60000"/>
              <a:buFont typeface="Wingdings" panose="05000000000000000000" pitchFamily="2" charset="2"/>
              <a:buChar char="n"/>
              <a:defRPr/>
            </a:pPr>
            <a:r>
              <a:rPr kumimoji="0" lang="zh-CN" altLang="en-US" sz="2800" b="1" i="0" u="none" strike="noStrike" kern="0" cap="none" spc="0" normalizeH="0" baseline="0" noProof="0" dirty="0">
                <a:ln>
                  <a:noFill/>
                </a:ln>
                <a:solidFill>
                  <a:schemeClr val="tx1"/>
                </a:solidFill>
                <a:effectLst/>
                <a:uLnTx/>
                <a:uFillTx/>
                <a:latin typeface="+mn-ea"/>
                <a:ea typeface="+mn-ea"/>
                <a:cs typeface="+mn-cs"/>
              </a:rPr>
              <a:t>命题公式的指派</a:t>
            </a:r>
            <a:endParaRPr kumimoji="0" lang="en-US" altLang="zh-CN" sz="2800" b="1" i="0" u="none" strike="noStrike" kern="0" cap="none" spc="0" normalizeH="0" baseline="0" noProof="0" dirty="0">
              <a:ln>
                <a:noFill/>
              </a:ln>
              <a:solidFill>
                <a:schemeClr val="tx1"/>
              </a:solidFill>
              <a:effectLst/>
              <a:uLnTx/>
              <a:uFillTx/>
              <a:latin typeface="+mn-ea"/>
              <a:ea typeface="+mn-ea"/>
              <a:cs typeface="+mn-cs"/>
            </a:endParaRPr>
          </a:p>
          <a:p>
            <a:pPr marL="342900" marR="0" lvl="0" indent="-342900" algn="l" defTabSz="914400" rtl="0" eaLnBrk="1" fontAlgn="base" latinLnBrk="0" hangingPunct="1">
              <a:lnSpc>
                <a:spcPct val="100000"/>
              </a:lnSpc>
              <a:spcBef>
                <a:spcPts val="1200"/>
              </a:spcBef>
              <a:spcAft>
                <a:spcPct val="0"/>
              </a:spcAft>
              <a:buClr>
                <a:schemeClr val="folHlink"/>
              </a:buClr>
              <a:buSzPct val="60000"/>
              <a:buFont typeface="Wingdings" panose="05000000000000000000" pitchFamily="2" charset="2"/>
              <a:buChar char="n"/>
              <a:defRPr/>
            </a:pPr>
            <a:r>
              <a:rPr kumimoji="0" lang="zh-CN" altLang="en-US" sz="2800" b="1" i="0" u="none" strike="noStrike" kern="0" cap="none" spc="0" normalizeH="0" baseline="0" noProof="0" dirty="0">
                <a:ln>
                  <a:noFill/>
                </a:ln>
                <a:solidFill>
                  <a:schemeClr val="tx1"/>
                </a:solidFill>
                <a:effectLst/>
                <a:uLnTx/>
                <a:uFillTx/>
                <a:latin typeface="+mn-ea"/>
                <a:ea typeface="+mn-ea"/>
                <a:cs typeface="+mn-cs"/>
              </a:rPr>
              <a:t>命题公式的分类</a:t>
            </a:r>
            <a:endParaRPr kumimoji="0" lang="en-US" altLang="zh-CN" sz="2800" b="1" i="0" u="none" strike="noStrike" kern="0" cap="none" spc="0" normalizeH="0" baseline="0" noProof="0" dirty="0">
              <a:ln>
                <a:noFill/>
              </a:ln>
              <a:solidFill>
                <a:schemeClr val="tx1"/>
              </a:solidFill>
              <a:effectLst/>
              <a:uLnTx/>
              <a:uFillTx/>
              <a:latin typeface="+mn-ea"/>
              <a:ea typeface="+mn-ea"/>
              <a:cs typeface="+mn-cs"/>
            </a:endParaRPr>
          </a:p>
          <a:p>
            <a:pPr marL="342900" marR="0" lvl="0" indent="-342900" algn="l" defTabSz="914400" rtl="0" eaLnBrk="1" fontAlgn="base" latinLnBrk="0" hangingPunct="1">
              <a:lnSpc>
                <a:spcPct val="100000"/>
              </a:lnSpc>
              <a:spcBef>
                <a:spcPts val="1200"/>
              </a:spcBef>
              <a:spcAft>
                <a:spcPct val="0"/>
              </a:spcAft>
              <a:buClr>
                <a:schemeClr val="folHlink"/>
              </a:buClr>
              <a:buSzPct val="60000"/>
              <a:buFont typeface="Wingdings" panose="05000000000000000000" pitchFamily="2" charset="2"/>
              <a:buChar char="n"/>
              <a:defRPr/>
            </a:pPr>
            <a:r>
              <a:rPr kumimoji="0" lang="zh-CN" altLang="en-US" sz="2800" b="1" i="0" u="none" strike="noStrike" kern="0" cap="none" spc="0" normalizeH="0" baseline="0" noProof="0" dirty="0">
                <a:ln>
                  <a:noFill/>
                </a:ln>
                <a:solidFill>
                  <a:schemeClr val="tx1"/>
                </a:solidFill>
                <a:effectLst/>
                <a:uLnTx/>
                <a:uFillTx/>
                <a:latin typeface="+mn-ea"/>
                <a:ea typeface="+mn-ea"/>
                <a:cs typeface="+mn-cs"/>
              </a:rPr>
              <a:t>逻辑等值式（</a:t>
            </a:r>
            <a:r>
              <a:rPr kumimoji="0" lang="en-US" altLang="zh-CN" sz="2800" b="1" i="0" u="none" strike="noStrike" kern="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Logical Equivalence</a:t>
            </a:r>
            <a:r>
              <a:rPr kumimoji="0" lang="zh-CN" altLang="en-US" sz="2800" b="1" i="0" u="none" strike="noStrike" kern="0" cap="none" spc="0" normalizeH="0" baseline="0" noProof="0" dirty="0">
                <a:ln>
                  <a:noFill/>
                </a:ln>
                <a:solidFill>
                  <a:schemeClr val="tx1"/>
                </a:solidFill>
                <a:effectLst/>
                <a:uLnTx/>
                <a:uFillTx/>
                <a:latin typeface="+mn-ea"/>
                <a:ea typeface="+mn-ea"/>
                <a:cs typeface="+mn-cs"/>
              </a:rPr>
              <a:t>）</a:t>
            </a:r>
            <a:endParaRPr kumimoji="0" lang="en-US" altLang="zh-CN" sz="2800" b="1" i="0" u="none" strike="noStrike" kern="0" cap="none" spc="0" normalizeH="0" baseline="0" noProof="0" dirty="0">
              <a:ln>
                <a:noFill/>
              </a:ln>
              <a:solidFill>
                <a:schemeClr val="tx1"/>
              </a:solidFill>
              <a:effectLst/>
              <a:uLnTx/>
              <a:uFillTx/>
              <a:latin typeface="+mn-ea"/>
              <a:ea typeface="+mn-ea"/>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9" name="灯片编号占位符 3"/>
          <p:cNvSpPr>
            <a:spLocks noGrp="1"/>
          </p:cNvSpPr>
          <p:nvPr>
            <p:ph type="sldNum" sz="quarter" idx="10"/>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r" eaLnBrk="1" hangingPunct="1">
              <a:buClrTx/>
              <a:buFontTx/>
            </a:pPr>
            <a:fld id="{9A0DB2DC-4C9A-4742-B13C-FB6460FD3503}" type="slidenum">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7170" name="日期占位符 4"/>
          <p:cNvSpPr>
            <a:spLocks noGrp="1"/>
          </p:cNvSpPr>
          <p:nvPr>
            <p:ph type="dt" sz="half" idx="11"/>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buClrTx/>
              <a:buFontTx/>
            </a:pPr>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7171" name="页脚占位符 5"/>
          <p:cNvSpPr>
            <a:spLocks noGrp="1"/>
          </p:cNvSpPr>
          <p:nvPr>
            <p:ph type="ftr" sz="quarter" idx="12"/>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buClrTx/>
              <a:buFontTx/>
            </a:pPr>
            <a:r>
              <a:rPr lang="en-US" altLang="zh-CN" sz="1200" b="1" i="1" dirty="0">
                <a:solidFill>
                  <a:srgbClr val="009999"/>
                </a:solidFill>
                <a:latin typeface="Arial Narrow" panose="020B0606020202030204" pitchFamily="34" charset="0"/>
              </a:rPr>
              <a:t>School of Computer Science, BUPT</a:t>
            </a:r>
            <a:endParaRPr lang="zh-CN" altLang="en-US" sz="1200" b="1" i="1" dirty="0">
              <a:solidFill>
                <a:srgbClr val="009999"/>
              </a:solidFill>
              <a:latin typeface="Arial Narrow" panose="020B0606020202030204" pitchFamily="34" charset="0"/>
            </a:endParaRPr>
          </a:p>
        </p:txBody>
      </p:sp>
      <p:sp>
        <p:nvSpPr>
          <p:cNvPr id="7172" name="Rectangle 2"/>
          <p:cNvSpPr>
            <a:spLocks noGrp="1"/>
          </p:cNvSpPr>
          <p:nvPr>
            <p:ph type="title"/>
          </p:nvPr>
        </p:nvSpPr>
        <p:spPr/>
        <p:txBody>
          <a:bodyPr vert="horz" wrap="square" lIns="91440" tIns="45720" rIns="91440" bIns="45720" anchor="b" anchorCtr="0"/>
          <a:p>
            <a:pPr eaLnBrk="1" hangingPunct="1"/>
            <a:r>
              <a:rPr lang="zh-CN" altLang="en-US" b="1" dirty="0">
                <a:latin typeface="宋体" pitchFamily="2" charset="-122"/>
              </a:rPr>
              <a:t>命题公式</a:t>
            </a:r>
            <a:r>
              <a:rPr lang="zh-CN" altLang="en-US" dirty="0"/>
              <a:t> </a:t>
            </a:r>
            <a:endParaRPr lang="zh-CN" altLang="en-US" dirty="0"/>
          </a:p>
        </p:txBody>
      </p:sp>
      <p:sp>
        <p:nvSpPr>
          <p:cNvPr id="7173" name="Rectangle 3"/>
          <p:cNvSpPr>
            <a:spLocks noGrp="1"/>
          </p:cNvSpPr>
          <p:nvPr>
            <p:ph idx="1"/>
          </p:nvPr>
        </p:nvSpPr>
        <p:spPr>
          <a:xfrm>
            <a:off x="683895" y="1196975"/>
            <a:ext cx="8254365" cy="4655185"/>
          </a:xfrm>
        </p:spPr>
        <p:txBody>
          <a:bodyPr vert="horz" wrap="square" lIns="91440" tIns="45720" rIns="91440" bIns="45720" anchor="t" anchorCtr="0"/>
          <a:p>
            <a:pPr eaLnBrk="1" hangingPunct="1">
              <a:lnSpc>
                <a:spcPct val="90000"/>
              </a:lnSpc>
            </a:pPr>
            <a:r>
              <a:rPr lang="zh-CN" altLang="en-US" sz="2800" dirty="0">
                <a:latin typeface="Times New Roman" panose="02020503050405090304" pitchFamily="18" charset="0"/>
              </a:rPr>
              <a:t>定义</a:t>
            </a:r>
            <a:endParaRPr lang="zh-CN" altLang="en-US" sz="2800" dirty="0">
              <a:latin typeface="Times New Roman" panose="02020503050405090304" pitchFamily="18" charset="0"/>
            </a:endParaRPr>
          </a:p>
          <a:p>
            <a:pPr lvl="1" eaLnBrk="1" hangingPunct="1">
              <a:lnSpc>
                <a:spcPct val="90000"/>
              </a:lnSpc>
            </a:pPr>
            <a:r>
              <a:rPr lang="zh-CN" altLang="en-US" sz="2450" dirty="0">
                <a:latin typeface="Times New Roman" panose="02020503050405090304" pitchFamily="18" charset="0"/>
              </a:rPr>
              <a:t>由命题标识符、逻辑联结词和圆括号按照一定的正确规则组成的字符串称为命题公式，或合式公式，简称公式。</a:t>
            </a:r>
            <a:endParaRPr lang="zh-CN" altLang="en-US" sz="2450" dirty="0"/>
          </a:p>
          <a:p>
            <a:pPr eaLnBrk="1" hangingPunct="1">
              <a:lnSpc>
                <a:spcPct val="90000"/>
              </a:lnSpc>
            </a:pPr>
            <a:r>
              <a:rPr lang="zh-CN" altLang="en-US" sz="2800" dirty="0">
                <a:latin typeface="Times New Roman" panose="02020503050405090304" pitchFamily="18" charset="0"/>
              </a:rPr>
              <a:t>命题公式的规定：</a:t>
            </a:r>
            <a:endParaRPr lang="zh-CN" altLang="en-US" sz="2800" dirty="0"/>
          </a:p>
          <a:p>
            <a:pPr lvl="1" eaLnBrk="1" hangingPunct="1">
              <a:lnSpc>
                <a:spcPct val="90000"/>
              </a:lnSpc>
            </a:pPr>
            <a:r>
              <a:rPr lang="zh-CN" altLang="en-US" sz="2450" dirty="0">
                <a:latin typeface="Times New Roman" panose="02020503050405090304" pitchFamily="18" charset="0"/>
              </a:rPr>
              <a:t>（1）单个命题变项是合式公式。</a:t>
            </a:r>
            <a:endParaRPr lang="zh-CN" altLang="en-US" sz="2450" dirty="0"/>
          </a:p>
          <a:p>
            <a:pPr lvl="1" eaLnBrk="1" hangingPunct="1">
              <a:lnSpc>
                <a:spcPct val="90000"/>
              </a:lnSpc>
            </a:pPr>
            <a:r>
              <a:rPr lang="zh-CN" altLang="en-US" sz="2450" dirty="0">
                <a:latin typeface="Times New Roman" panose="02020503050405090304" pitchFamily="18" charset="0"/>
              </a:rPr>
              <a:t>（2）如果</a:t>
            </a:r>
            <a:r>
              <a:rPr lang="en-US" altLang="zh-CN" sz="2450" dirty="0"/>
              <a:t>A</a:t>
            </a:r>
            <a:r>
              <a:rPr lang="zh-CN" altLang="en-US" sz="2450" dirty="0">
                <a:latin typeface="Times New Roman" panose="02020503050405090304" pitchFamily="18" charset="0"/>
              </a:rPr>
              <a:t>是合式公式，则</a:t>
            </a:r>
            <a:r>
              <a:rPr lang="en-US" altLang="zh-CN" sz="2450" dirty="0">
                <a:sym typeface="Symbol" panose="05050102010706020507" pitchFamily="18" charset="2"/>
              </a:rPr>
              <a:t>¬ </a:t>
            </a:r>
            <a:r>
              <a:rPr lang="en-US" altLang="zh-CN" sz="2450" dirty="0"/>
              <a:t>A</a:t>
            </a:r>
            <a:r>
              <a:rPr lang="zh-CN" altLang="en-US" sz="2450" dirty="0">
                <a:latin typeface="Times New Roman" panose="02020503050405090304" pitchFamily="18" charset="0"/>
              </a:rPr>
              <a:t>是合式公式。</a:t>
            </a:r>
            <a:endParaRPr lang="zh-CN" altLang="en-US" sz="2450" dirty="0"/>
          </a:p>
          <a:p>
            <a:pPr lvl="1" eaLnBrk="1" hangingPunct="1">
              <a:lnSpc>
                <a:spcPct val="90000"/>
              </a:lnSpc>
            </a:pPr>
            <a:r>
              <a:rPr lang="zh-CN" altLang="en-US" sz="2450" dirty="0">
                <a:latin typeface="Times New Roman" panose="02020503050405090304" pitchFamily="18" charset="0"/>
              </a:rPr>
              <a:t>（3）如果</a:t>
            </a:r>
            <a:r>
              <a:rPr lang="en-US" altLang="zh-CN" sz="2450" dirty="0"/>
              <a:t>A</a:t>
            </a:r>
            <a:r>
              <a:rPr lang="en-US" altLang="zh-CN" sz="2450" dirty="0">
                <a:latin typeface="Times New Roman" panose="02020503050405090304" pitchFamily="18" charset="0"/>
              </a:rPr>
              <a:t>、</a:t>
            </a:r>
            <a:r>
              <a:rPr lang="en-US" altLang="zh-CN" sz="2450" dirty="0"/>
              <a:t>B</a:t>
            </a:r>
            <a:r>
              <a:rPr lang="zh-CN" altLang="en-US" sz="2450" dirty="0">
                <a:latin typeface="Times New Roman" panose="02020503050405090304" pitchFamily="18" charset="0"/>
              </a:rPr>
              <a:t>是合式公式，则</a:t>
            </a:r>
            <a:r>
              <a:rPr lang="en-US" altLang="zh-CN" sz="2450" dirty="0"/>
              <a:t>A</a:t>
            </a:r>
            <a:r>
              <a:rPr lang="en-US" altLang="zh-CN" sz="2450" dirty="0">
                <a:sym typeface="Symbol" panose="05050102010706020507" pitchFamily="18" charset="2"/>
              </a:rPr>
              <a:t></a:t>
            </a:r>
            <a:r>
              <a:rPr lang="en-US" altLang="zh-CN" sz="2450" dirty="0"/>
              <a:t>B</a:t>
            </a:r>
            <a:r>
              <a:rPr lang="en-US" altLang="zh-CN" sz="2450" dirty="0">
                <a:latin typeface="Times New Roman" panose="02020503050405090304" pitchFamily="18" charset="0"/>
              </a:rPr>
              <a:t>、</a:t>
            </a:r>
            <a:r>
              <a:rPr lang="en-US" altLang="zh-CN" sz="2450" dirty="0"/>
              <a:t> A </a:t>
            </a:r>
            <a:r>
              <a:rPr lang="en-US" altLang="zh-CN" sz="2450" dirty="0">
                <a:sym typeface="Symbol" panose="05050102010706020507" pitchFamily="18" charset="2"/>
              </a:rPr>
              <a:t></a:t>
            </a:r>
            <a:r>
              <a:rPr lang="en-US" altLang="zh-CN" sz="2450" dirty="0"/>
              <a:t> B</a:t>
            </a:r>
            <a:r>
              <a:rPr lang="en-US" altLang="zh-CN" sz="2450" dirty="0">
                <a:latin typeface="Times New Roman" panose="02020503050405090304" pitchFamily="18" charset="0"/>
              </a:rPr>
              <a:t>、</a:t>
            </a:r>
            <a:r>
              <a:rPr lang="en-US" altLang="zh-CN" sz="2450" dirty="0">
                <a:latin typeface="Lucida Console" panose="020B0609040504020204" pitchFamily="49" charset="0"/>
              </a:rPr>
              <a:t>A</a:t>
            </a:r>
            <a:r>
              <a:rPr lang="en-US" altLang="zh-CN" sz="2450" dirty="0">
                <a:sym typeface="Symbol" panose="05050102010706020507" pitchFamily="18" charset="2"/>
              </a:rPr>
              <a:t></a:t>
            </a:r>
            <a:r>
              <a:rPr lang="en-US" altLang="zh-CN" sz="2450" dirty="0"/>
              <a:t>B</a:t>
            </a:r>
            <a:r>
              <a:rPr lang="en-US" altLang="zh-CN" sz="2450" dirty="0">
                <a:latin typeface="Times New Roman" panose="02020503050405090304" pitchFamily="18" charset="0"/>
              </a:rPr>
              <a:t>、</a:t>
            </a:r>
            <a:r>
              <a:rPr lang="en-US" altLang="zh-CN" sz="2450" dirty="0"/>
              <a:t>A </a:t>
            </a:r>
            <a:r>
              <a:rPr lang="en-US" altLang="zh-CN" sz="2450" dirty="0">
                <a:sym typeface="Symbol" panose="05050102010706020507" pitchFamily="18" charset="2"/>
              </a:rPr>
              <a:t></a:t>
            </a:r>
            <a:r>
              <a:rPr lang="en-US" altLang="zh-CN" sz="2450" dirty="0"/>
              <a:t> B</a:t>
            </a:r>
            <a:r>
              <a:rPr lang="zh-CN" altLang="en-US" sz="2450" dirty="0">
                <a:latin typeface="Times New Roman" panose="02020503050405090304" pitchFamily="18" charset="0"/>
              </a:rPr>
              <a:t>也是合式公式。</a:t>
            </a:r>
            <a:endParaRPr lang="zh-CN" altLang="en-US" sz="2450" dirty="0"/>
          </a:p>
          <a:p>
            <a:pPr lvl="1" eaLnBrk="1" hangingPunct="1">
              <a:lnSpc>
                <a:spcPct val="90000"/>
              </a:lnSpc>
            </a:pPr>
            <a:r>
              <a:rPr lang="zh-CN" altLang="en-US" sz="2450" dirty="0">
                <a:latin typeface="宋体" pitchFamily="2" charset="-122"/>
              </a:rPr>
              <a:t>当且仅当有限次运用（</a:t>
            </a:r>
            <a:r>
              <a:rPr lang="zh-CN" altLang="en-US" sz="2450" dirty="0"/>
              <a:t>1</a:t>
            </a:r>
            <a:r>
              <a:rPr lang="zh-CN" altLang="en-US" sz="2450" dirty="0">
                <a:latin typeface="宋体" pitchFamily="2" charset="-122"/>
              </a:rPr>
              <a:t>）（</a:t>
            </a:r>
            <a:r>
              <a:rPr lang="zh-CN" altLang="en-US" sz="2450" dirty="0"/>
              <a:t>2</a:t>
            </a:r>
            <a:r>
              <a:rPr lang="zh-CN" altLang="en-US" sz="2450" dirty="0">
                <a:latin typeface="宋体" pitchFamily="2" charset="-122"/>
              </a:rPr>
              <a:t>）（</a:t>
            </a:r>
            <a:r>
              <a:rPr lang="zh-CN" altLang="en-US" sz="2450" dirty="0"/>
              <a:t>3</a:t>
            </a:r>
            <a:r>
              <a:rPr lang="zh-CN" altLang="en-US" sz="2450" dirty="0">
                <a:latin typeface="宋体" pitchFamily="2" charset="-122"/>
              </a:rPr>
              <a:t>）所得到的符号串是合式公式。</a:t>
            </a:r>
            <a:r>
              <a:rPr lang="zh-CN" altLang="en-US" sz="2450" dirty="0"/>
              <a:t> </a:t>
            </a:r>
            <a:endParaRPr lang="zh-CN" altLang="en-US" sz="2450" dirty="0"/>
          </a:p>
        </p:txBody>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3" name="灯片编号占位符 3"/>
          <p:cNvSpPr>
            <a:spLocks noGrp="1"/>
          </p:cNvSpPr>
          <p:nvPr>
            <p:ph type="sldNum" sz="quarter" idx="10"/>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r" eaLnBrk="1" hangingPunct="1">
              <a:buClrTx/>
              <a:buFontTx/>
            </a:pPr>
            <a:fld id="{9A0DB2DC-4C9A-4742-B13C-FB6460FD3503}" type="slidenum">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8194" name="日期占位符 4"/>
          <p:cNvSpPr>
            <a:spLocks noGrp="1"/>
          </p:cNvSpPr>
          <p:nvPr>
            <p:ph type="dt" sz="half" idx="11"/>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buClrTx/>
              <a:buFontTx/>
            </a:pPr>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8195" name="页脚占位符 5"/>
          <p:cNvSpPr>
            <a:spLocks noGrp="1"/>
          </p:cNvSpPr>
          <p:nvPr>
            <p:ph type="ftr" sz="quarter" idx="12"/>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buClrTx/>
              <a:buFontTx/>
            </a:pPr>
            <a:r>
              <a:rPr lang="en-US" altLang="zh-CN" sz="1200" b="1" i="1" dirty="0">
                <a:solidFill>
                  <a:srgbClr val="009999"/>
                </a:solidFill>
                <a:latin typeface="Arial Narrow" panose="020B0606020202030204" pitchFamily="34" charset="0"/>
              </a:rPr>
              <a:t>School of Computer Science, BUPT</a:t>
            </a:r>
            <a:endParaRPr lang="zh-CN" altLang="en-US" sz="1200" b="1" i="1" dirty="0">
              <a:solidFill>
                <a:srgbClr val="009999"/>
              </a:solidFill>
              <a:latin typeface="Arial Narrow" panose="020B0606020202030204" pitchFamily="34" charset="0"/>
            </a:endParaRPr>
          </a:p>
        </p:txBody>
      </p:sp>
      <p:sp>
        <p:nvSpPr>
          <p:cNvPr id="8196" name="Rectangle 2"/>
          <p:cNvSpPr>
            <a:spLocks noGrp="1"/>
          </p:cNvSpPr>
          <p:nvPr>
            <p:ph type="title"/>
          </p:nvPr>
        </p:nvSpPr>
        <p:spPr/>
        <p:txBody>
          <a:bodyPr vert="horz" wrap="square" lIns="91440" tIns="45720" rIns="91440" bIns="45720" anchor="b" anchorCtr="0"/>
          <a:p>
            <a:pPr eaLnBrk="1" hangingPunct="1"/>
            <a:r>
              <a:rPr lang="zh-CN" altLang="en-US" dirty="0">
                <a:latin typeface="Times New Roman" panose="02020503050405090304" pitchFamily="18" charset="0"/>
              </a:rPr>
              <a:t> </a:t>
            </a:r>
            <a:r>
              <a:rPr lang="en-US" altLang="zh-CN" dirty="0">
                <a:latin typeface="Times New Roman" panose="02020503050405090304" pitchFamily="18" charset="0"/>
              </a:rPr>
              <a:t>Example</a:t>
            </a:r>
            <a:endParaRPr lang="en-US" altLang="zh-CN" dirty="0">
              <a:latin typeface="Times New Roman" panose="02020503050405090304" pitchFamily="18" charset="0"/>
            </a:endParaRPr>
          </a:p>
        </p:txBody>
      </p:sp>
      <p:sp>
        <p:nvSpPr>
          <p:cNvPr id="8197" name="Rectangle 3"/>
          <p:cNvSpPr>
            <a:spLocks noGrp="1"/>
          </p:cNvSpPr>
          <p:nvPr>
            <p:ph idx="1"/>
          </p:nvPr>
        </p:nvSpPr>
        <p:spPr/>
        <p:txBody>
          <a:bodyPr vert="horz" wrap="square" lIns="91440" tIns="45720" rIns="91440" bIns="45720" anchor="t" anchorCtr="0"/>
          <a:p>
            <a:pPr eaLnBrk="1" hangingPunct="1"/>
            <a:r>
              <a:rPr lang="zh-CN" altLang="en-US" dirty="0">
                <a:latin typeface="Times New Roman" panose="02020503050405090304" pitchFamily="18" charset="0"/>
                <a:sym typeface="Symbol" panose="05050102010706020507" pitchFamily="18" charset="2"/>
              </a:rPr>
              <a:t>（</a:t>
            </a:r>
            <a:r>
              <a:rPr lang="en-US" altLang="zh-CN" dirty="0">
                <a:sym typeface="Symbol" panose="05050102010706020507" pitchFamily="18" charset="2"/>
              </a:rPr>
              <a:t>P  Q</a:t>
            </a:r>
            <a:r>
              <a:rPr lang="en-US" altLang="zh-CN" dirty="0">
                <a:latin typeface="Times New Roman" panose="02020503050405090304" pitchFamily="18" charset="0"/>
                <a:sym typeface="Symbol" panose="05050102010706020507" pitchFamily="18" charset="2"/>
              </a:rPr>
              <a:t>），</a:t>
            </a:r>
            <a:r>
              <a:rPr lang="en-US" altLang="zh-CN" dirty="0">
                <a:sym typeface="Symbol" panose="05050102010706020507" pitchFamily="18" charset="2"/>
              </a:rPr>
              <a:t>P  </a:t>
            </a:r>
            <a:r>
              <a:rPr lang="en-US" altLang="zh-CN" dirty="0">
                <a:latin typeface="Lucida Console" panose="020B0609040504020204" pitchFamily="49" charset="0"/>
                <a:sym typeface="Symbol" panose="05050102010706020507" pitchFamily="18" charset="2"/>
              </a:rPr>
              <a:t>（</a:t>
            </a:r>
            <a:r>
              <a:rPr lang="en-US" altLang="zh-CN" dirty="0">
                <a:sym typeface="Symbol" panose="05050102010706020507" pitchFamily="18" charset="2"/>
              </a:rPr>
              <a:t>Q  R</a:t>
            </a:r>
            <a:r>
              <a:rPr lang="en-US" altLang="zh-CN" dirty="0">
                <a:latin typeface="Times New Roman" panose="02020503050405090304" pitchFamily="18" charset="0"/>
                <a:sym typeface="Symbol" panose="05050102010706020507" pitchFamily="18" charset="2"/>
              </a:rPr>
              <a:t>）， </a:t>
            </a:r>
            <a:r>
              <a:rPr lang="en-US" altLang="zh-CN" dirty="0">
                <a:sym typeface="Symbol" panose="05050102010706020507" pitchFamily="18" charset="2"/>
              </a:rPr>
              <a:t>¬</a:t>
            </a:r>
            <a:r>
              <a:rPr lang="en-US" altLang="zh-CN" dirty="0">
                <a:latin typeface="Times New Roman" panose="02020503050405090304" pitchFamily="18" charset="0"/>
                <a:sym typeface="Symbol" panose="05050102010706020507" pitchFamily="18" charset="2"/>
              </a:rPr>
              <a:t> </a:t>
            </a:r>
            <a:r>
              <a:rPr lang="en-US" altLang="zh-CN" dirty="0">
                <a:sym typeface="Symbol" panose="05050102010706020507" pitchFamily="18" charset="2"/>
              </a:rPr>
              <a:t>P  </a:t>
            </a:r>
            <a:r>
              <a:rPr lang="en-US" altLang="zh-CN" dirty="0">
                <a:latin typeface="Times New Roman" panose="02020503050405090304" pitchFamily="18" charset="0"/>
                <a:sym typeface="Symbol" panose="05050102010706020507" pitchFamily="18" charset="2"/>
              </a:rPr>
              <a:t>（</a:t>
            </a:r>
            <a:r>
              <a:rPr lang="en-US" altLang="zh-CN" dirty="0">
                <a:sym typeface="Symbol" panose="05050102010706020507" pitchFamily="18" charset="2"/>
              </a:rPr>
              <a:t>Q  R</a:t>
            </a:r>
            <a:r>
              <a:rPr lang="en-US" altLang="zh-CN" dirty="0">
                <a:latin typeface="Times New Roman" panose="02020503050405090304" pitchFamily="18" charset="0"/>
                <a:sym typeface="Symbol" panose="05050102010706020507" pitchFamily="18" charset="2"/>
              </a:rPr>
              <a:t>）</a:t>
            </a:r>
            <a:r>
              <a:rPr lang="zh-CN" altLang="en-US" dirty="0">
                <a:latin typeface="Times New Roman" panose="02020503050405090304" pitchFamily="18" charset="0"/>
                <a:sym typeface="Symbol" panose="05050102010706020507" pitchFamily="18" charset="2"/>
              </a:rPr>
              <a:t>是公式</a:t>
            </a:r>
            <a:endParaRPr lang="zh-CN" altLang="en-US" dirty="0">
              <a:sym typeface="Symbol" panose="05050102010706020507" pitchFamily="18" charset="2"/>
            </a:endParaRPr>
          </a:p>
          <a:p>
            <a:pPr eaLnBrk="1" hangingPunct="1"/>
            <a:r>
              <a:rPr lang="zh-CN" altLang="en-US" dirty="0">
                <a:latin typeface="Times New Roman" panose="02020503050405090304" pitchFamily="18" charset="0"/>
                <a:sym typeface="Symbol" panose="05050102010706020507" pitchFamily="18" charset="2"/>
              </a:rPr>
              <a:t>（</a:t>
            </a:r>
            <a:r>
              <a:rPr lang="en-US" altLang="zh-CN" dirty="0">
                <a:sym typeface="Symbol" panose="05050102010706020507" pitchFamily="18" charset="2"/>
              </a:rPr>
              <a:t>P  Q</a:t>
            </a:r>
            <a:r>
              <a:rPr lang="en-US" altLang="zh-CN" dirty="0">
                <a:latin typeface="Times New Roman" panose="02020503050405090304" pitchFamily="18" charset="0"/>
                <a:sym typeface="Symbol" panose="05050102010706020507" pitchFamily="18" charset="2"/>
              </a:rPr>
              <a:t>，</a:t>
            </a:r>
            <a:r>
              <a:rPr lang="en-US" altLang="zh-CN" dirty="0">
                <a:sym typeface="Symbol" panose="05050102010706020507" pitchFamily="18" charset="2"/>
              </a:rPr>
              <a:t>P  </a:t>
            </a:r>
            <a:r>
              <a:rPr lang="en-US" altLang="zh-CN" dirty="0">
                <a:latin typeface="Times New Roman" panose="02020503050405090304" pitchFamily="18" charset="0"/>
                <a:sym typeface="Symbol" panose="05050102010706020507" pitchFamily="18" charset="2"/>
              </a:rPr>
              <a:t>，</a:t>
            </a:r>
            <a:r>
              <a:rPr lang="en-US" altLang="zh-CN" dirty="0">
                <a:sym typeface="Symbol" panose="05050102010706020507" pitchFamily="18" charset="2"/>
              </a:rPr>
              <a:t>P ¬ Q</a:t>
            </a:r>
            <a:r>
              <a:rPr lang="en-US" altLang="zh-CN" dirty="0">
                <a:latin typeface="Times New Roman" panose="02020503050405090304" pitchFamily="18" charset="0"/>
                <a:sym typeface="Symbol" panose="05050102010706020507" pitchFamily="18" charset="2"/>
              </a:rPr>
              <a:t>，</a:t>
            </a:r>
            <a:r>
              <a:rPr lang="en-US" altLang="zh-CN" dirty="0">
                <a:sym typeface="Symbol" panose="05050102010706020507" pitchFamily="18" charset="2"/>
              </a:rPr>
              <a:t>P</a:t>
            </a:r>
            <a:r>
              <a:rPr lang="zh-CN" altLang="en-US" dirty="0">
                <a:latin typeface="Times New Roman" panose="02020503050405090304" pitchFamily="18" charset="0"/>
                <a:sym typeface="Symbol" panose="05050102010706020507" pitchFamily="18" charset="2"/>
              </a:rPr>
              <a:t>不是公式</a:t>
            </a:r>
            <a:endParaRPr lang="zh-CN" altLang="en-US" dirty="0">
              <a:sym typeface="Symbol" panose="05050102010706020507" pitchFamily="18" charset="2"/>
            </a:endParaRPr>
          </a:p>
          <a:p>
            <a:pPr eaLnBrk="1" hangingPunct="1"/>
            <a:endParaRPr lang="zh-CN" altLang="en-US" dirty="0">
              <a:sym typeface="Symbol" panose="05050102010706020507" pitchFamily="18" charset="2"/>
            </a:endParaRPr>
          </a:p>
        </p:txBody>
      </p:sp>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7" name="灯片编号占位符 3"/>
          <p:cNvSpPr>
            <a:spLocks noGrp="1"/>
          </p:cNvSpPr>
          <p:nvPr>
            <p:ph type="sldNum" sz="quarter" idx="10"/>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r" eaLnBrk="1" hangingPunct="1">
              <a:buClrTx/>
              <a:buFontTx/>
            </a:pPr>
            <a:fld id="{9A0DB2DC-4C9A-4742-B13C-FB6460FD3503}" type="slidenum">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9218" name="日期占位符 4"/>
          <p:cNvSpPr>
            <a:spLocks noGrp="1"/>
          </p:cNvSpPr>
          <p:nvPr>
            <p:ph type="dt" sz="half" idx="11"/>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buClrTx/>
              <a:buFontTx/>
            </a:pPr>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9219" name="页脚占位符 5"/>
          <p:cNvSpPr>
            <a:spLocks noGrp="1"/>
          </p:cNvSpPr>
          <p:nvPr>
            <p:ph type="ftr" sz="quarter" idx="12"/>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buClrTx/>
              <a:buFontTx/>
            </a:pPr>
            <a:r>
              <a:rPr lang="en-US" altLang="zh-CN" sz="1200" b="1" i="1" dirty="0">
                <a:solidFill>
                  <a:srgbClr val="009999"/>
                </a:solidFill>
                <a:latin typeface="Arial Narrow" panose="020B0606020202030204" pitchFamily="34" charset="0"/>
              </a:rPr>
              <a:t>School of Computer Science, BUPT</a:t>
            </a:r>
            <a:endParaRPr lang="zh-CN" altLang="en-US" sz="1200" b="1" i="1" dirty="0">
              <a:solidFill>
                <a:srgbClr val="009999"/>
              </a:solidFill>
              <a:latin typeface="Arial Narrow" panose="020B0606020202030204" pitchFamily="34" charset="0"/>
            </a:endParaRPr>
          </a:p>
        </p:txBody>
      </p:sp>
      <p:sp>
        <p:nvSpPr>
          <p:cNvPr id="9220" name="Rectangle 2"/>
          <p:cNvSpPr>
            <a:spLocks noGrp="1"/>
          </p:cNvSpPr>
          <p:nvPr>
            <p:ph type="title"/>
          </p:nvPr>
        </p:nvSpPr>
        <p:spPr/>
        <p:txBody>
          <a:bodyPr vert="horz" wrap="square" lIns="91440" tIns="45720" rIns="91440" bIns="45720" anchor="b" anchorCtr="0"/>
          <a:p>
            <a:pPr eaLnBrk="1" hangingPunct="1"/>
            <a:r>
              <a:rPr lang="zh-CN" altLang="en-US" b="1" dirty="0">
                <a:latin typeface="宋体" pitchFamily="2" charset="-122"/>
              </a:rPr>
              <a:t>命题变项的指派（赋值）</a:t>
            </a:r>
            <a:r>
              <a:rPr lang="zh-CN" altLang="en-US" dirty="0"/>
              <a:t> </a:t>
            </a:r>
            <a:endParaRPr lang="zh-CN" altLang="en-US" dirty="0"/>
          </a:p>
        </p:txBody>
      </p:sp>
      <p:sp>
        <p:nvSpPr>
          <p:cNvPr id="9221" name="Rectangle 3"/>
          <p:cNvSpPr>
            <a:spLocks noGrp="1"/>
          </p:cNvSpPr>
          <p:nvPr>
            <p:ph idx="1"/>
          </p:nvPr>
        </p:nvSpPr>
        <p:spPr>
          <a:xfrm>
            <a:off x="683578" y="1196658"/>
            <a:ext cx="8212137" cy="4114800"/>
          </a:xfrm>
        </p:spPr>
        <p:txBody>
          <a:bodyPr vert="horz" wrap="square" lIns="91440" tIns="45720" rIns="91440" bIns="45720" anchor="t" anchorCtr="0"/>
          <a:p>
            <a:pPr algn="just" eaLnBrk="1" hangingPunct="1">
              <a:lnSpc>
                <a:spcPct val="90000"/>
              </a:lnSpc>
            </a:pPr>
            <a:r>
              <a:rPr lang="zh-CN" altLang="en-US" sz="2800" dirty="0">
                <a:latin typeface="Times New Roman" panose="02020503050405090304" pitchFamily="18" charset="0"/>
              </a:rPr>
              <a:t>命题与命题变项</a:t>
            </a:r>
            <a:endParaRPr lang="zh-CN" altLang="en-US" sz="2800" dirty="0">
              <a:latin typeface="Times New Roman" panose="02020503050405090304" pitchFamily="18" charset="0"/>
            </a:endParaRPr>
          </a:p>
          <a:p>
            <a:pPr lvl="1" algn="just" eaLnBrk="1" hangingPunct="1">
              <a:lnSpc>
                <a:spcPct val="90000"/>
              </a:lnSpc>
            </a:pPr>
            <a:r>
              <a:rPr lang="zh-CN" altLang="en-US" sz="2400" dirty="0">
                <a:latin typeface="Times New Roman" panose="02020503050405090304" pitchFamily="18" charset="0"/>
              </a:rPr>
              <a:t>命题指具体的陈述句，有确定的真值</a:t>
            </a:r>
            <a:endParaRPr lang="zh-CN" altLang="en-US" sz="2400" dirty="0">
              <a:latin typeface="Times New Roman" panose="02020503050405090304" pitchFamily="18" charset="0"/>
            </a:endParaRPr>
          </a:p>
          <a:p>
            <a:pPr lvl="1" algn="just" eaLnBrk="1" hangingPunct="1">
              <a:lnSpc>
                <a:spcPct val="90000"/>
              </a:lnSpc>
            </a:pPr>
            <a:r>
              <a:rPr lang="zh-CN" altLang="en-US" sz="2400" dirty="0">
                <a:latin typeface="Times New Roman" panose="02020503050405090304" pitchFamily="18" charset="0"/>
              </a:rPr>
              <a:t>为了对命题做逻辑演算，用数学手法将命题符号化。</a:t>
            </a:r>
            <a:endParaRPr lang="zh-CN" altLang="en-US" sz="2400" dirty="0">
              <a:latin typeface="Times New Roman" panose="02020503050405090304" pitchFamily="18" charset="0"/>
            </a:endParaRPr>
          </a:p>
          <a:p>
            <a:pPr lvl="1" algn="just" eaLnBrk="1" hangingPunct="1">
              <a:lnSpc>
                <a:spcPct val="90000"/>
              </a:lnSpc>
            </a:pPr>
            <a:r>
              <a:rPr lang="zh-CN" altLang="en-US" sz="2400" dirty="0">
                <a:latin typeface="Times New Roman" panose="02020503050405090304" pitchFamily="18" charset="0"/>
              </a:rPr>
              <a:t>当命题符号</a:t>
            </a:r>
            <a:r>
              <a:rPr lang="en-US" altLang="zh-CN" sz="2400" i="1" dirty="0">
                <a:latin typeface="Times New Roman" panose="02020503050405090304" pitchFamily="18" charset="0"/>
              </a:rPr>
              <a:t>P</a:t>
            </a:r>
            <a:r>
              <a:rPr lang="zh-CN" altLang="en-US" sz="2400" dirty="0">
                <a:latin typeface="Times New Roman" panose="02020503050405090304" pitchFamily="18" charset="0"/>
              </a:rPr>
              <a:t>表示任意命题时，称为命题变项（变元）</a:t>
            </a:r>
            <a:endParaRPr lang="zh-CN" altLang="en-US" sz="2400" dirty="0">
              <a:latin typeface="Times New Roman" panose="02020503050405090304" pitchFamily="18" charset="0"/>
            </a:endParaRPr>
          </a:p>
          <a:p>
            <a:pPr lvl="1" algn="just" eaLnBrk="1" hangingPunct="1">
              <a:lnSpc>
                <a:spcPct val="90000"/>
              </a:lnSpc>
            </a:pPr>
            <a:r>
              <a:rPr lang="zh-CN" altLang="en-US" sz="2400" dirty="0">
                <a:latin typeface="Times New Roman" panose="02020503050405090304" pitchFamily="18" charset="0"/>
              </a:rPr>
              <a:t>命题变项的真值不定，只有将具体命题代入命题变项时，方可确定其真值。</a:t>
            </a:r>
            <a:endParaRPr lang="zh-CN" altLang="en-US" sz="2400" dirty="0">
              <a:latin typeface="Times New Roman" panose="02020503050405090304" pitchFamily="18" charset="0"/>
            </a:endParaRPr>
          </a:p>
          <a:p>
            <a:pPr algn="just" eaLnBrk="1" hangingPunct="1">
              <a:lnSpc>
                <a:spcPct val="90000"/>
              </a:lnSpc>
            </a:pPr>
            <a:r>
              <a:rPr lang="zh-CN" altLang="en-US" sz="2800" dirty="0">
                <a:latin typeface="Lucida Console" panose="020B0609040504020204" pitchFamily="49" charset="0"/>
              </a:rPr>
              <a:t>指派（赋值）：</a:t>
            </a:r>
            <a:endParaRPr lang="zh-CN" altLang="en-US" sz="2800" dirty="0">
              <a:latin typeface="Lucida Console" panose="020B0609040504020204" pitchFamily="49" charset="0"/>
            </a:endParaRPr>
          </a:p>
          <a:p>
            <a:pPr lvl="1" algn="just" eaLnBrk="1" hangingPunct="1">
              <a:lnSpc>
                <a:spcPct val="90000"/>
              </a:lnSpc>
            </a:pPr>
            <a:r>
              <a:rPr lang="zh-CN" altLang="en-US" sz="2400" dirty="0">
                <a:latin typeface="Lucida Console" panose="020B0609040504020204" pitchFamily="49" charset="0"/>
              </a:rPr>
              <a:t>命题公式中出现</a:t>
            </a:r>
            <a:r>
              <a:rPr lang="en-US" altLang="zh-CN" sz="2400" i="1" dirty="0">
                <a:latin typeface="Lucida Console" panose="020B0609040504020204" pitchFamily="49" charset="0"/>
              </a:rPr>
              <a:t>n</a:t>
            </a:r>
            <a:r>
              <a:rPr lang="zh-CN" altLang="en-US" sz="2400" dirty="0">
                <a:latin typeface="Lucida Console" panose="020B0609040504020204" pitchFamily="49" charset="0"/>
              </a:rPr>
              <a:t>个不同的命题变项</a:t>
            </a:r>
            <a:r>
              <a:rPr lang="en-US" altLang="zh-CN" sz="2400" i="1" dirty="0">
                <a:latin typeface="Lucida Sans Unicode" panose="020B0602030504020204" pitchFamily="34" charset="0"/>
              </a:rPr>
              <a:t>P</a:t>
            </a:r>
            <a:r>
              <a:rPr lang="en-US" altLang="zh-CN" sz="2400" baseline="-30000" dirty="0">
                <a:latin typeface="Lucida Sans Unicode" panose="020B0602030504020204" pitchFamily="34" charset="0"/>
              </a:rPr>
              <a:t>1</a:t>
            </a:r>
            <a:r>
              <a:rPr lang="en-US" altLang="zh-CN" sz="2400" dirty="0">
                <a:latin typeface="Times New Roman" panose="02020503050405090304" pitchFamily="18" charset="0"/>
                <a:sym typeface="MT Extra" panose="05050102010205020202" pitchFamily="18" charset="2"/>
              </a:rPr>
              <a:t></a:t>
            </a:r>
            <a:r>
              <a:rPr lang="en-US" altLang="zh-CN" sz="2400" i="1" dirty="0">
                <a:latin typeface="Lucida Sans Unicode" panose="020B0602030504020204" pitchFamily="34" charset="0"/>
              </a:rPr>
              <a:t>P</a:t>
            </a:r>
            <a:r>
              <a:rPr lang="en-US" altLang="zh-CN" sz="2400" baseline="-30000" dirty="0">
                <a:latin typeface="Lucida Sans Unicode" panose="020B0602030504020204" pitchFamily="34" charset="0"/>
              </a:rPr>
              <a:t>n </a:t>
            </a:r>
            <a:r>
              <a:rPr lang="en-US" altLang="zh-CN" sz="2400" dirty="0">
                <a:latin typeface="Times New Roman" panose="02020503050405090304" pitchFamily="18" charset="0"/>
              </a:rPr>
              <a:t>，</a:t>
            </a:r>
            <a:r>
              <a:rPr lang="zh-CN" altLang="en-US" sz="2400" dirty="0">
                <a:latin typeface="Times New Roman" panose="02020503050405090304" pitchFamily="18" charset="0"/>
              </a:rPr>
              <a:t>对这</a:t>
            </a:r>
            <a:r>
              <a:rPr lang="en-US" altLang="zh-CN" sz="2400" i="1" dirty="0"/>
              <a:t>n</a:t>
            </a:r>
            <a:r>
              <a:rPr lang="zh-CN" altLang="en-US" sz="2400" dirty="0">
                <a:latin typeface="Times New Roman" panose="02020503050405090304" pitchFamily="18" charset="0"/>
              </a:rPr>
              <a:t>个命题给定一组真值指定称为这个公式的一个指派或称为一个赋值。</a:t>
            </a:r>
            <a:endParaRPr lang="zh-CN" altLang="en-US" sz="2400" dirty="0">
              <a:latin typeface="Times New Roman" panose="02020503050405090304" pitchFamily="18" charset="0"/>
            </a:endParaRPr>
          </a:p>
          <a:p>
            <a:pPr lvl="1" algn="just" eaLnBrk="1" hangingPunct="1">
              <a:lnSpc>
                <a:spcPct val="90000"/>
              </a:lnSpc>
            </a:pPr>
            <a:r>
              <a:rPr lang="zh-CN" altLang="en-US" sz="2400" dirty="0">
                <a:latin typeface="宋体" pitchFamily="2" charset="-122"/>
              </a:rPr>
              <a:t>若一个公式中出现</a:t>
            </a:r>
            <a:r>
              <a:rPr lang="en-US" altLang="zh-CN" sz="2400" i="1" dirty="0"/>
              <a:t>n</a:t>
            </a:r>
            <a:r>
              <a:rPr lang="zh-CN" altLang="en-US" sz="2400" dirty="0">
                <a:latin typeface="宋体" pitchFamily="2" charset="-122"/>
              </a:rPr>
              <a:t>个不同的命题变项，每个变项分别可以取成</a:t>
            </a:r>
            <a:r>
              <a:rPr lang="zh-CN" altLang="en-US" sz="2400" dirty="0"/>
              <a:t>1</a:t>
            </a:r>
            <a:r>
              <a:rPr lang="zh-CN" altLang="en-US" sz="2400" dirty="0">
                <a:latin typeface="宋体" pitchFamily="2" charset="-122"/>
              </a:rPr>
              <a:t>、</a:t>
            </a:r>
            <a:r>
              <a:rPr lang="zh-CN" altLang="en-US" sz="2400" dirty="0"/>
              <a:t>0</a:t>
            </a:r>
            <a:r>
              <a:rPr lang="zh-CN" altLang="en-US" sz="2400" dirty="0">
                <a:latin typeface="宋体" pitchFamily="2" charset="-122"/>
              </a:rPr>
              <a:t>，那么该公式共有个</a:t>
            </a:r>
            <a:r>
              <a:rPr lang="zh-CN" altLang="en-US" sz="2400" dirty="0">
                <a:latin typeface="Lucida Sans Unicode" panose="020B0602030504020204" pitchFamily="34" charset="0"/>
              </a:rPr>
              <a:t>2</a:t>
            </a:r>
            <a:r>
              <a:rPr lang="en-US" altLang="zh-CN" sz="2400" i="1" baseline="30000" dirty="0">
                <a:latin typeface="Lucida Sans Unicode" panose="020B0602030504020204" pitchFamily="34" charset="0"/>
              </a:rPr>
              <a:t>n</a:t>
            </a:r>
            <a:r>
              <a:rPr lang="zh-CN" altLang="en-US" sz="2400" dirty="0">
                <a:latin typeface="宋体" pitchFamily="2" charset="-122"/>
              </a:rPr>
              <a:t>不同的指派。</a:t>
            </a:r>
            <a:r>
              <a:rPr lang="zh-CN" altLang="en-US" sz="2400" dirty="0"/>
              <a:t> </a:t>
            </a:r>
            <a:endParaRPr lang="zh-CN" altLang="en-US" sz="2400" dirty="0"/>
          </a:p>
        </p:txBody>
      </p:sp>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1" name="灯片编号占位符 3"/>
          <p:cNvSpPr>
            <a:spLocks noGrp="1"/>
          </p:cNvSpPr>
          <p:nvPr>
            <p:ph type="sldNum" sz="quarter" idx="10"/>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r" eaLnBrk="1" hangingPunct="1">
              <a:buClrTx/>
              <a:buFontTx/>
            </a:pPr>
            <a:fld id="{9A0DB2DC-4C9A-4742-B13C-FB6460FD3503}" type="slidenum">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10242" name="日期占位符 4"/>
          <p:cNvSpPr>
            <a:spLocks noGrp="1"/>
          </p:cNvSpPr>
          <p:nvPr>
            <p:ph type="dt" sz="half" idx="11"/>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buClrTx/>
              <a:buFontTx/>
            </a:pPr>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10243" name="页脚占位符 5"/>
          <p:cNvSpPr>
            <a:spLocks noGrp="1"/>
          </p:cNvSpPr>
          <p:nvPr>
            <p:ph type="ftr" sz="quarter" idx="12"/>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buClrTx/>
              <a:buFontTx/>
            </a:pPr>
            <a:r>
              <a:rPr lang="en-US" altLang="zh-CN" sz="1200" b="1" i="1" dirty="0">
                <a:solidFill>
                  <a:srgbClr val="009999"/>
                </a:solidFill>
                <a:latin typeface="Arial Narrow" panose="020B0606020202030204" pitchFamily="34" charset="0"/>
              </a:rPr>
              <a:t>School of Computer Science, BUPT</a:t>
            </a:r>
            <a:endParaRPr lang="zh-CN" altLang="en-US" sz="1200" b="1" i="1" dirty="0">
              <a:solidFill>
                <a:srgbClr val="009999"/>
              </a:solidFill>
              <a:latin typeface="Arial Narrow" panose="020B0606020202030204" pitchFamily="34" charset="0"/>
            </a:endParaRPr>
          </a:p>
        </p:txBody>
      </p:sp>
      <p:sp>
        <p:nvSpPr>
          <p:cNvPr id="10244" name="Rectangle 2"/>
          <p:cNvSpPr>
            <a:spLocks noGrp="1"/>
          </p:cNvSpPr>
          <p:nvPr>
            <p:ph type="title"/>
          </p:nvPr>
        </p:nvSpPr>
        <p:spPr/>
        <p:txBody>
          <a:bodyPr vert="horz" wrap="square" lIns="91440" tIns="45720" rIns="91440" bIns="45720" anchor="b" anchorCtr="0"/>
          <a:p>
            <a:pPr eaLnBrk="1" hangingPunct="1"/>
            <a:r>
              <a:rPr lang="zh-CN" altLang="en-US" b="1" dirty="0">
                <a:latin typeface="宋体" pitchFamily="2" charset="-122"/>
              </a:rPr>
              <a:t>公式的真值表</a:t>
            </a:r>
            <a:r>
              <a:rPr lang="zh-CN" altLang="en-US" dirty="0"/>
              <a:t> </a:t>
            </a:r>
            <a:endParaRPr lang="zh-CN" altLang="en-US" dirty="0"/>
          </a:p>
        </p:txBody>
      </p:sp>
      <p:sp>
        <p:nvSpPr>
          <p:cNvPr id="10245" name="Rectangle 3"/>
          <p:cNvSpPr>
            <a:spLocks noGrp="1"/>
          </p:cNvSpPr>
          <p:nvPr>
            <p:ph idx="1"/>
          </p:nvPr>
        </p:nvSpPr>
        <p:spPr/>
        <p:txBody>
          <a:bodyPr vert="horz" wrap="square" lIns="91440" tIns="45720" rIns="91440" bIns="45720" anchor="t" anchorCtr="0"/>
          <a:p>
            <a:pPr eaLnBrk="1" hangingPunct="1"/>
            <a:r>
              <a:rPr lang="zh-CN" altLang="en-US" dirty="0">
                <a:latin typeface="宋体" pitchFamily="2" charset="-122"/>
              </a:rPr>
              <a:t>列出公式的所有指派及其相应的公式真值形成的表格称为公式的真值表。</a:t>
            </a:r>
            <a:r>
              <a:rPr lang="zh-CN" altLang="en-US" dirty="0"/>
              <a:t> </a:t>
            </a:r>
            <a:endParaRPr lang="zh-CN" altLang="en-US" dirty="0"/>
          </a:p>
          <a:p>
            <a:pPr eaLnBrk="1" hangingPunct="1"/>
            <a:r>
              <a:rPr lang="zh-CN" altLang="en-US" dirty="0">
                <a:latin typeface="宋体" pitchFamily="2" charset="-122"/>
              </a:rPr>
              <a:t>公式真值表对我们进行证明以及判断公式的恒真、恒假起很大作用。</a:t>
            </a:r>
            <a:r>
              <a:rPr lang="zh-CN" altLang="en-US" dirty="0"/>
              <a:t> </a:t>
            </a:r>
            <a:endParaRPr lang="zh-CN" altLang="en-US" dirty="0"/>
          </a:p>
        </p:txBody>
      </p:sp>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5" name="灯片编号占位符 3"/>
          <p:cNvSpPr>
            <a:spLocks noGrp="1"/>
          </p:cNvSpPr>
          <p:nvPr>
            <p:ph type="sldNum" sz="quarter" idx="10"/>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r" eaLnBrk="1" hangingPunct="1">
              <a:buClrTx/>
              <a:buFontTx/>
            </a:pPr>
            <a:fld id="{9A0DB2DC-4C9A-4742-B13C-FB6460FD3503}" type="slidenum">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11266" name="日期占位符 4"/>
          <p:cNvSpPr>
            <a:spLocks noGrp="1"/>
          </p:cNvSpPr>
          <p:nvPr>
            <p:ph type="dt" sz="half" idx="11"/>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buClrTx/>
              <a:buFontTx/>
            </a:pPr>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11267" name="页脚占位符 5"/>
          <p:cNvSpPr>
            <a:spLocks noGrp="1"/>
          </p:cNvSpPr>
          <p:nvPr>
            <p:ph type="ftr" sz="quarter" idx="12"/>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buClrTx/>
              <a:buFontTx/>
            </a:pPr>
            <a:r>
              <a:rPr lang="en-US" altLang="zh-CN" sz="1200" b="1" i="1" dirty="0">
                <a:solidFill>
                  <a:srgbClr val="009999"/>
                </a:solidFill>
                <a:latin typeface="Arial Narrow" panose="020B0606020202030204" pitchFamily="34" charset="0"/>
              </a:rPr>
              <a:t>School of Computer Science, BUPT</a:t>
            </a:r>
            <a:endParaRPr lang="zh-CN" altLang="en-US" sz="1200" b="1" i="1" dirty="0">
              <a:solidFill>
                <a:srgbClr val="009999"/>
              </a:solidFill>
              <a:latin typeface="Arial Narrow" panose="020B0606020202030204" pitchFamily="34" charset="0"/>
            </a:endParaRPr>
          </a:p>
        </p:txBody>
      </p:sp>
      <p:sp>
        <p:nvSpPr>
          <p:cNvPr id="11268" name="Rectangle 2"/>
          <p:cNvSpPr>
            <a:spLocks noGrp="1"/>
          </p:cNvSpPr>
          <p:nvPr>
            <p:ph type="title"/>
          </p:nvPr>
        </p:nvSpPr>
        <p:spPr>
          <a:xfrm>
            <a:off x="899795" y="188595"/>
            <a:ext cx="7637780" cy="854075"/>
          </a:xfrm>
        </p:spPr>
        <p:txBody>
          <a:bodyPr vert="horz" wrap="square" lIns="91440" tIns="45720" rIns="91440" bIns="45720" anchor="b" anchorCtr="0"/>
          <a:p>
            <a:pPr eaLnBrk="1" hangingPunct="1"/>
            <a:r>
              <a:rPr lang="en-US" altLang="zh-CN" dirty="0"/>
              <a:t>Example</a:t>
            </a:r>
            <a:endParaRPr lang="en-US" altLang="zh-CN" dirty="0"/>
          </a:p>
        </p:txBody>
      </p:sp>
      <p:sp>
        <p:nvSpPr>
          <p:cNvPr id="11269" name="Rectangle 3"/>
          <p:cNvSpPr>
            <a:spLocks noGrp="1"/>
          </p:cNvSpPr>
          <p:nvPr>
            <p:ph idx="1"/>
          </p:nvPr>
        </p:nvSpPr>
        <p:spPr/>
        <p:txBody>
          <a:bodyPr vert="horz" wrap="square" lIns="91440" tIns="45720" rIns="91440" bIns="45720" anchor="t" anchorCtr="0"/>
          <a:p>
            <a:pPr eaLnBrk="1" hangingPunct="1"/>
            <a:r>
              <a:rPr lang="zh-CN" altLang="en-US" dirty="0">
                <a:latin typeface="Times New Roman" panose="02020503050405090304" pitchFamily="18" charset="0"/>
              </a:rPr>
              <a:t>‘</a:t>
            </a:r>
            <a:r>
              <a:rPr lang="en-US" altLang="zh-CN" dirty="0">
                <a:latin typeface="Times New Roman" panose="02020503050405090304" pitchFamily="18" charset="0"/>
              </a:rPr>
              <a:t>If I go to Harry’s or go to the country, I will not go shopping.’</a:t>
            </a:r>
            <a:endParaRPr lang="en-US" altLang="zh-CN" dirty="0">
              <a:latin typeface="Times New Roman" panose="02020503050405090304" pitchFamily="18" charset="0"/>
            </a:endParaRPr>
          </a:p>
          <a:p>
            <a:pPr lvl="1" eaLnBrk="1" hangingPunct="1"/>
            <a:r>
              <a:rPr lang="en-US" altLang="zh-CN" i="1" dirty="0">
                <a:latin typeface="Times New Roman" panose="02020503050405090304" pitchFamily="18" charset="0"/>
              </a:rPr>
              <a:t>P</a:t>
            </a:r>
            <a:r>
              <a:rPr lang="en-US" altLang="zh-CN" dirty="0">
                <a:latin typeface="Times New Roman" panose="02020503050405090304" pitchFamily="18" charset="0"/>
              </a:rPr>
              <a:t>: I go to Harry’s</a:t>
            </a:r>
            <a:endParaRPr lang="en-US" altLang="zh-CN" dirty="0">
              <a:latin typeface="Times New Roman" panose="02020503050405090304" pitchFamily="18" charset="0"/>
            </a:endParaRPr>
          </a:p>
          <a:p>
            <a:pPr lvl="1" eaLnBrk="1" hangingPunct="1"/>
            <a:r>
              <a:rPr lang="en-US" altLang="zh-CN" i="1" dirty="0">
                <a:latin typeface="Times New Roman" panose="02020503050405090304" pitchFamily="18" charset="0"/>
              </a:rPr>
              <a:t>Q</a:t>
            </a:r>
            <a:r>
              <a:rPr lang="en-US" altLang="zh-CN" dirty="0">
                <a:latin typeface="Times New Roman" panose="02020503050405090304" pitchFamily="18" charset="0"/>
              </a:rPr>
              <a:t>: I go to the country</a:t>
            </a:r>
            <a:endParaRPr lang="en-US" altLang="zh-CN" dirty="0">
              <a:latin typeface="Times New Roman" panose="02020503050405090304" pitchFamily="18" charset="0"/>
            </a:endParaRPr>
          </a:p>
          <a:p>
            <a:pPr lvl="1" eaLnBrk="1" hangingPunct="1"/>
            <a:r>
              <a:rPr lang="en-US" altLang="zh-CN" i="1" dirty="0">
                <a:latin typeface="Times New Roman" panose="02020503050405090304" pitchFamily="18" charset="0"/>
              </a:rPr>
              <a:t>R</a:t>
            </a:r>
            <a:r>
              <a:rPr lang="en-US" altLang="zh-CN" dirty="0">
                <a:latin typeface="Times New Roman" panose="02020503050405090304" pitchFamily="18" charset="0"/>
              </a:rPr>
              <a:t>: I will go shopping</a:t>
            </a:r>
            <a:endParaRPr lang="en-US" altLang="zh-CN" dirty="0">
              <a:latin typeface="Times New Roman" panose="02020503050405090304" pitchFamily="18" charset="0"/>
            </a:endParaRPr>
          </a:p>
          <a:p>
            <a:pPr eaLnBrk="1" hangingPunct="1"/>
            <a:r>
              <a:rPr lang="en-US" altLang="zh-CN" dirty="0">
                <a:latin typeface="Times New Roman" panose="02020503050405090304" pitchFamily="18" charset="0"/>
              </a:rPr>
              <a:t>If......</a:t>
            </a:r>
            <a:r>
              <a:rPr lang="en-US" altLang="zh-CN" i="1" dirty="0">
                <a:latin typeface="Times New Roman" panose="02020503050405090304" pitchFamily="18" charset="0"/>
              </a:rPr>
              <a:t>P</a:t>
            </a:r>
            <a:r>
              <a:rPr lang="en-US" altLang="zh-CN" dirty="0">
                <a:latin typeface="Times New Roman" panose="02020503050405090304" pitchFamily="18" charset="0"/>
              </a:rPr>
              <a:t>......or.....</a:t>
            </a:r>
            <a:r>
              <a:rPr lang="en-US" altLang="zh-CN" i="1" dirty="0">
                <a:latin typeface="Times New Roman" panose="02020503050405090304" pitchFamily="18" charset="0"/>
              </a:rPr>
              <a:t>Q</a:t>
            </a:r>
            <a:r>
              <a:rPr lang="en-US" altLang="zh-CN" dirty="0">
                <a:latin typeface="Times New Roman" panose="02020503050405090304" pitchFamily="18" charset="0"/>
              </a:rPr>
              <a:t>.....then....not..…</a:t>
            </a:r>
            <a:r>
              <a:rPr lang="en-US" altLang="zh-CN" i="1" dirty="0">
                <a:latin typeface="Times New Roman" panose="02020503050405090304" pitchFamily="18" charset="0"/>
              </a:rPr>
              <a:t>R</a:t>
            </a:r>
            <a:endParaRPr lang="en-US" altLang="zh-CN" i="1" dirty="0">
              <a:latin typeface="Times New Roman" panose="02020503050405090304" pitchFamily="18" charset="0"/>
            </a:endParaRPr>
          </a:p>
          <a:p>
            <a:pPr lvl="1" eaLnBrk="1" hangingPunct="1"/>
            <a:r>
              <a:rPr lang="en-US" altLang="zh-CN" dirty="0">
                <a:latin typeface="Times New Roman" panose="02020503050405090304" pitchFamily="18" charset="0"/>
              </a:rPr>
              <a:t>(</a:t>
            </a:r>
            <a:r>
              <a:rPr lang="en-US" altLang="zh-CN" i="1" dirty="0">
                <a:latin typeface="Times New Roman" panose="02020503050405090304" pitchFamily="18" charset="0"/>
              </a:rPr>
              <a:t>P </a:t>
            </a:r>
            <a:r>
              <a:rPr lang="en-US" altLang="zh-CN" dirty="0">
                <a:latin typeface="Symbol" panose="05050102010706020507" pitchFamily="18" charset="2"/>
              </a:rPr>
              <a:t>Ú</a:t>
            </a:r>
            <a:r>
              <a:rPr lang="en-US" altLang="zh-CN" i="1" dirty="0">
                <a:latin typeface="Times New Roman" panose="02020503050405090304" pitchFamily="18" charset="0"/>
              </a:rPr>
              <a:t>Q</a:t>
            </a:r>
            <a:r>
              <a:rPr lang="en-US" altLang="zh-CN" dirty="0">
                <a:latin typeface="Times New Roman" panose="02020503050405090304" pitchFamily="18" charset="0"/>
              </a:rPr>
              <a:t>)</a:t>
            </a:r>
            <a:r>
              <a:rPr lang="en-US" altLang="zh-CN" dirty="0">
                <a:latin typeface="Symbol" panose="05050102010706020507" pitchFamily="18" charset="2"/>
              </a:rPr>
              <a:t>®</a:t>
            </a:r>
            <a:r>
              <a:rPr lang="en-US" altLang="zh-CN" dirty="0">
                <a:latin typeface="Times New Roman" panose="02020503050405090304" pitchFamily="18" charset="0"/>
                <a:sym typeface="Symbol" panose="05050102010706020507" pitchFamily="18" charset="2"/>
              </a:rPr>
              <a:t>¬</a:t>
            </a:r>
            <a:r>
              <a:rPr lang="en-US" altLang="zh-CN" i="1" dirty="0">
                <a:latin typeface="Times New Roman" panose="02020503050405090304" pitchFamily="18" charset="0"/>
              </a:rPr>
              <a:t>R</a:t>
            </a:r>
            <a:endParaRPr lang="zh-CN"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9" name="灯片编号占位符 3"/>
          <p:cNvSpPr>
            <a:spLocks noGrp="1"/>
          </p:cNvSpPr>
          <p:nvPr>
            <p:ph type="sldNum" sz="quarter" idx="10"/>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r" eaLnBrk="1" hangingPunct="1">
              <a:buClrTx/>
              <a:buFontTx/>
            </a:pPr>
            <a:fld id="{9A0DB2DC-4C9A-4742-B13C-FB6460FD3503}" type="slidenum">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12290" name="日期占位符 4"/>
          <p:cNvSpPr>
            <a:spLocks noGrp="1"/>
          </p:cNvSpPr>
          <p:nvPr>
            <p:ph type="dt" sz="half" idx="11"/>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buClrTx/>
              <a:buFontTx/>
            </a:pPr>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12291" name="页脚占位符 5"/>
          <p:cNvSpPr>
            <a:spLocks noGrp="1"/>
          </p:cNvSpPr>
          <p:nvPr>
            <p:ph type="ftr" sz="quarter" idx="12"/>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buClrTx/>
              <a:buFontTx/>
            </a:pPr>
            <a:r>
              <a:rPr lang="en-US" altLang="zh-CN" sz="1200" b="1" i="1" dirty="0">
                <a:solidFill>
                  <a:srgbClr val="009999"/>
                </a:solidFill>
                <a:latin typeface="Arial Narrow" panose="020B0606020202030204" pitchFamily="34" charset="0"/>
              </a:rPr>
              <a:t>School of Computer Science, BUPT</a:t>
            </a:r>
            <a:endParaRPr lang="zh-CN" altLang="en-US" sz="1200" b="1" i="1" dirty="0">
              <a:solidFill>
                <a:srgbClr val="009999"/>
              </a:solidFill>
              <a:latin typeface="Arial Narrow" panose="020B0606020202030204" pitchFamily="34" charset="0"/>
            </a:endParaRPr>
          </a:p>
        </p:txBody>
      </p:sp>
      <p:sp>
        <p:nvSpPr>
          <p:cNvPr id="12292" name="Rectangle 2"/>
          <p:cNvSpPr>
            <a:spLocks noGrp="1"/>
          </p:cNvSpPr>
          <p:nvPr>
            <p:ph type="title"/>
          </p:nvPr>
        </p:nvSpPr>
        <p:spPr/>
        <p:txBody>
          <a:bodyPr vert="horz" wrap="square" lIns="91440" tIns="45720" rIns="91440" bIns="45720" anchor="b" anchorCtr="0"/>
          <a:p>
            <a:pPr eaLnBrk="1" hangingPunct="1"/>
            <a:r>
              <a:rPr lang="en-US" altLang="zh-CN" dirty="0"/>
              <a:t>Example</a:t>
            </a:r>
            <a:endParaRPr lang="en-US" altLang="zh-CN" dirty="0"/>
          </a:p>
        </p:txBody>
      </p:sp>
      <p:sp>
        <p:nvSpPr>
          <p:cNvPr id="12293" name="Rectangle 3"/>
          <p:cNvSpPr>
            <a:spLocks noGrp="1"/>
          </p:cNvSpPr>
          <p:nvPr>
            <p:ph idx="1"/>
          </p:nvPr>
        </p:nvSpPr>
        <p:spPr/>
        <p:txBody>
          <a:bodyPr vert="horz" wrap="square" lIns="91440" tIns="45720" rIns="91440" bIns="45720" anchor="t" anchorCtr="0"/>
          <a:p>
            <a:pPr eaLnBrk="1" hangingPunct="1">
              <a:lnSpc>
                <a:spcPct val="90000"/>
              </a:lnSpc>
            </a:pPr>
            <a:r>
              <a:rPr lang="en-US" altLang="zh-CN" dirty="0">
                <a:latin typeface="Times New Roman" panose="02020503050405090304" pitchFamily="18" charset="0"/>
              </a:rPr>
              <a:t>Constructing a truth table:</a:t>
            </a:r>
            <a:endParaRPr lang="en-US" altLang="zh-CN" dirty="0">
              <a:latin typeface="Times New Roman" panose="02020503050405090304" pitchFamily="18" charset="0"/>
            </a:endParaRPr>
          </a:p>
          <a:p>
            <a:pPr lvl="1" eaLnBrk="1" hangingPunct="1">
              <a:lnSpc>
                <a:spcPct val="90000"/>
              </a:lnSpc>
            </a:pPr>
            <a:r>
              <a:rPr lang="en-US" altLang="zh-CN" dirty="0">
                <a:latin typeface="Times New Roman" panose="02020503050405090304" pitchFamily="18" charset="0"/>
              </a:rPr>
              <a:t>one column for each propositional variable</a:t>
            </a:r>
            <a:endParaRPr lang="en-US" altLang="zh-CN" dirty="0">
              <a:latin typeface="Times New Roman" panose="02020503050405090304" pitchFamily="18" charset="0"/>
            </a:endParaRPr>
          </a:p>
          <a:p>
            <a:pPr lvl="1" eaLnBrk="1" hangingPunct="1">
              <a:lnSpc>
                <a:spcPct val="90000"/>
              </a:lnSpc>
            </a:pPr>
            <a:r>
              <a:rPr lang="en-US" altLang="zh-CN" dirty="0">
                <a:latin typeface="Times New Roman" panose="02020503050405090304" pitchFamily="18" charset="0"/>
              </a:rPr>
              <a:t>one for the compound proposition</a:t>
            </a:r>
            <a:endParaRPr lang="en-US" altLang="zh-CN" dirty="0">
              <a:latin typeface="Times New Roman" panose="02020503050405090304" pitchFamily="18" charset="0"/>
            </a:endParaRPr>
          </a:p>
          <a:p>
            <a:pPr lvl="1" eaLnBrk="1" hangingPunct="1">
              <a:lnSpc>
                <a:spcPct val="90000"/>
              </a:lnSpc>
            </a:pPr>
            <a:r>
              <a:rPr lang="en-US" altLang="zh-CN" dirty="0">
                <a:latin typeface="Times New Roman" panose="02020503050405090304" pitchFamily="18" charset="0"/>
              </a:rPr>
              <a:t>count in binary</a:t>
            </a:r>
            <a:endParaRPr lang="en-US" altLang="zh-CN" dirty="0">
              <a:latin typeface="Times New Roman" panose="02020503050405090304" pitchFamily="18" charset="0"/>
            </a:endParaRPr>
          </a:p>
          <a:p>
            <a:pPr lvl="1" eaLnBrk="1" hangingPunct="1">
              <a:lnSpc>
                <a:spcPct val="90000"/>
              </a:lnSpc>
            </a:pPr>
            <a:r>
              <a:rPr lang="en-US" altLang="zh-CN" i="1" dirty="0">
                <a:latin typeface="Times New Roman" panose="02020503050405090304" pitchFamily="18" charset="0"/>
              </a:rPr>
              <a:t>n</a:t>
            </a:r>
            <a:r>
              <a:rPr lang="en-US" altLang="zh-CN" dirty="0">
                <a:latin typeface="Times New Roman" panose="02020503050405090304" pitchFamily="18" charset="0"/>
              </a:rPr>
              <a:t> propositional variables = 2</a:t>
            </a:r>
            <a:r>
              <a:rPr lang="en-US" altLang="zh-CN" i="1" baseline="30000" dirty="0">
                <a:latin typeface="Times New Roman" panose="02020503050405090304" pitchFamily="18" charset="0"/>
              </a:rPr>
              <a:t>n</a:t>
            </a:r>
            <a:r>
              <a:rPr lang="en-US" altLang="zh-CN" i="1" dirty="0">
                <a:latin typeface="Times New Roman" panose="02020503050405090304" pitchFamily="18" charset="0"/>
              </a:rPr>
              <a:t> </a:t>
            </a:r>
            <a:r>
              <a:rPr lang="en-US" altLang="zh-CN" dirty="0">
                <a:latin typeface="Times New Roman" panose="02020503050405090304" pitchFamily="18" charset="0"/>
              </a:rPr>
              <a:t>rows</a:t>
            </a:r>
            <a:endParaRPr lang="en-US" altLang="zh-CN" dirty="0">
              <a:latin typeface="Times New Roman" panose="02020503050405090304" pitchFamily="18" charset="0"/>
            </a:endParaRPr>
          </a:p>
          <a:p>
            <a:pPr eaLnBrk="1" hangingPunct="1">
              <a:lnSpc>
                <a:spcPct val="90000"/>
              </a:lnSpc>
            </a:pPr>
            <a:r>
              <a:rPr lang="en-US" altLang="zh-CN" dirty="0">
                <a:latin typeface="Times New Roman" panose="02020503050405090304" pitchFamily="18" charset="0"/>
              </a:rPr>
              <a:t>You may find it easier to include columns for propositions which themselves are component propositions.</a:t>
            </a:r>
            <a:endParaRPr lang="en-US" altLang="zh-CN" dirty="0">
              <a:latin typeface="Times New Roman" panose="02020503050405090304" pitchFamily="18" charset="0"/>
            </a:endParaRPr>
          </a:p>
        </p:txBody>
      </p:sp>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3" name="灯片编号占位符 3"/>
          <p:cNvSpPr>
            <a:spLocks noGrp="1"/>
          </p:cNvSpPr>
          <p:nvPr>
            <p:ph type="sldNum" sz="quarter" idx="10"/>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r" eaLnBrk="1" hangingPunct="1">
              <a:buClrTx/>
              <a:buFontTx/>
            </a:pPr>
            <a:fld id="{9A0DB2DC-4C9A-4742-B13C-FB6460FD3503}" type="slidenum">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13314" name="日期占位符 4"/>
          <p:cNvSpPr>
            <a:spLocks noGrp="1"/>
          </p:cNvSpPr>
          <p:nvPr>
            <p:ph type="dt" sz="half" idx="11"/>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buClrTx/>
              <a:buFontTx/>
            </a:pPr>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13315" name="页脚占位符 5"/>
          <p:cNvSpPr>
            <a:spLocks noGrp="1"/>
          </p:cNvSpPr>
          <p:nvPr>
            <p:ph type="ftr" sz="quarter" idx="12"/>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buClrTx/>
              <a:buFontTx/>
            </a:pPr>
            <a:r>
              <a:rPr lang="en-US" altLang="zh-CN" sz="1200" b="1" i="1" dirty="0">
                <a:solidFill>
                  <a:srgbClr val="009999"/>
                </a:solidFill>
                <a:latin typeface="Arial Narrow" panose="020B0606020202030204" pitchFamily="34" charset="0"/>
              </a:rPr>
              <a:t>School of Computer Science, BUPT</a:t>
            </a:r>
            <a:endParaRPr lang="zh-CN" altLang="en-US" sz="1200" b="1" i="1" dirty="0">
              <a:solidFill>
                <a:srgbClr val="009999"/>
              </a:solidFill>
              <a:latin typeface="Arial Narrow" panose="020B0606020202030204" pitchFamily="34" charset="0"/>
            </a:endParaRPr>
          </a:p>
        </p:txBody>
      </p:sp>
      <p:sp>
        <p:nvSpPr>
          <p:cNvPr id="13316" name="Rectangle 2"/>
          <p:cNvSpPr>
            <a:spLocks noGrp="1"/>
          </p:cNvSpPr>
          <p:nvPr>
            <p:ph type="title"/>
          </p:nvPr>
        </p:nvSpPr>
        <p:spPr/>
        <p:txBody>
          <a:bodyPr vert="horz" wrap="square" lIns="91440" tIns="45720" rIns="91440" bIns="45720" anchor="b" anchorCtr="0"/>
          <a:p>
            <a:pPr eaLnBrk="1" hangingPunct="1"/>
            <a:r>
              <a:rPr lang="en-US" altLang="zh-CN" dirty="0"/>
              <a:t>Example</a:t>
            </a:r>
            <a:endParaRPr lang="en-US" altLang="zh-CN" dirty="0"/>
          </a:p>
        </p:txBody>
      </p:sp>
      <p:sp>
        <p:nvSpPr>
          <p:cNvPr id="13317" name="Rectangle 3"/>
          <p:cNvSpPr>
            <a:spLocks noGrp="1"/>
          </p:cNvSpPr>
          <p:nvPr>
            <p:ph idx="1"/>
          </p:nvPr>
        </p:nvSpPr>
        <p:spPr>
          <a:xfrm>
            <a:off x="179070" y="1124585"/>
            <a:ext cx="8254365" cy="4881245"/>
          </a:xfrm>
        </p:spPr>
        <p:txBody>
          <a:bodyPr vert="horz" wrap="square" lIns="91440" tIns="45720" rIns="91440" bIns="45720" anchor="t" anchorCtr="0"/>
          <a:p>
            <a:pPr eaLnBrk="1" hangingPunct="1">
              <a:lnSpc>
                <a:spcPct val="90000"/>
              </a:lnSpc>
            </a:pPr>
            <a:r>
              <a:rPr lang="en-US" altLang="zh-CN" sz="2800" dirty="0">
                <a:latin typeface="Times New Roman" panose="02020503050405090304" pitchFamily="18" charset="0"/>
              </a:rPr>
              <a:t>Truth Table:</a:t>
            </a:r>
            <a:endParaRPr lang="en-US" altLang="zh-CN" sz="2800" dirty="0">
              <a:latin typeface="Times New Roman" panose="02020503050405090304" pitchFamily="18" charset="0"/>
            </a:endParaRPr>
          </a:p>
          <a:p>
            <a:pPr lvl="1" eaLnBrk="1" hangingPunct="1">
              <a:lnSpc>
                <a:spcPct val="90000"/>
              </a:lnSpc>
              <a:buNone/>
            </a:pPr>
            <a:r>
              <a:rPr lang="en-US" altLang="zh-CN" sz="2400" dirty="0">
                <a:latin typeface="Times New Roman" panose="02020503050405090304" pitchFamily="18" charset="0"/>
              </a:rPr>
              <a:t>	P    Q 	R    (</a:t>
            </a:r>
            <a:r>
              <a:rPr lang="en-US" altLang="zh-CN" sz="2400" i="1" dirty="0">
                <a:latin typeface="Times New Roman" panose="02020503050405090304" pitchFamily="18" charset="0"/>
              </a:rPr>
              <a:t>P </a:t>
            </a:r>
            <a:r>
              <a:rPr lang="en-US" altLang="zh-CN" sz="2400" dirty="0">
                <a:latin typeface="Symbol" panose="05050102010706020507" pitchFamily="18" charset="2"/>
              </a:rPr>
              <a:t>Ú</a:t>
            </a:r>
            <a:r>
              <a:rPr lang="en-US" altLang="zh-CN" sz="2400" i="1" dirty="0">
                <a:latin typeface="Times New Roman" panose="02020503050405090304" pitchFamily="18" charset="0"/>
              </a:rPr>
              <a:t>Q</a:t>
            </a:r>
            <a:r>
              <a:rPr lang="en-US" altLang="zh-CN" sz="2400" dirty="0">
                <a:latin typeface="Times New Roman" panose="02020503050405090304" pitchFamily="18" charset="0"/>
              </a:rPr>
              <a:t>)</a:t>
            </a:r>
            <a:r>
              <a:rPr lang="en-US" altLang="zh-CN" sz="2400" dirty="0">
                <a:latin typeface="Symbol" panose="05050102010706020507" pitchFamily="18" charset="2"/>
              </a:rPr>
              <a:t>®</a:t>
            </a:r>
            <a:r>
              <a:rPr lang="en-US" altLang="zh-CN" sz="2400" dirty="0">
                <a:latin typeface="Times New Roman" panose="02020503050405090304" pitchFamily="18" charset="0"/>
                <a:sym typeface="Symbol" panose="05050102010706020507" pitchFamily="18" charset="2"/>
              </a:rPr>
              <a:t>¬</a:t>
            </a:r>
            <a:r>
              <a:rPr lang="en-US" altLang="zh-CN" sz="2400" i="1" dirty="0">
                <a:latin typeface="Times New Roman" panose="02020503050405090304" pitchFamily="18" charset="0"/>
              </a:rPr>
              <a:t>R</a:t>
            </a:r>
            <a:endParaRPr lang="en-US" altLang="zh-CN" sz="2400" i="1" dirty="0">
              <a:latin typeface="Times New Roman" panose="02020503050405090304" pitchFamily="18" charset="0"/>
            </a:endParaRPr>
          </a:p>
          <a:p>
            <a:pPr lvl="1" eaLnBrk="1" hangingPunct="1">
              <a:lnSpc>
                <a:spcPct val="90000"/>
              </a:lnSpc>
              <a:buNone/>
            </a:pPr>
            <a:r>
              <a:rPr lang="en-US" altLang="zh-CN" sz="2400" dirty="0">
                <a:latin typeface="Times New Roman" panose="02020503050405090304" pitchFamily="18" charset="0"/>
              </a:rPr>
              <a:t>	0     0 	0 	1</a:t>
            </a:r>
            <a:endParaRPr lang="en-US" altLang="zh-CN" sz="2400" dirty="0">
              <a:latin typeface="Times New Roman" panose="02020503050405090304" pitchFamily="18" charset="0"/>
            </a:endParaRPr>
          </a:p>
          <a:p>
            <a:pPr lvl="1" eaLnBrk="1" hangingPunct="1">
              <a:lnSpc>
                <a:spcPct val="90000"/>
              </a:lnSpc>
              <a:buNone/>
            </a:pPr>
            <a:r>
              <a:rPr lang="en-US" altLang="zh-CN" sz="2400" dirty="0">
                <a:latin typeface="Times New Roman" panose="02020503050405090304" pitchFamily="18" charset="0"/>
              </a:rPr>
              <a:t>	0     0 	1 	1</a:t>
            </a:r>
            <a:endParaRPr lang="en-US" altLang="zh-CN" sz="2400" dirty="0">
              <a:latin typeface="Times New Roman" panose="02020503050405090304" pitchFamily="18" charset="0"/>
            </a:endParaRPr>
          </a:p>
          <a:p>
            <a:pPr lvl="1" eaLnBrk="1" hangingPunct="1">
              <a:lnSpc>
                <a:spcPct val="90000"/>
              </a:lnSpc>
              <a:buNone/>
            </a:pPr>
            <a:r>
              <a:rPr lang="en-US" altLang="zh-CN" sz="2400" dirty="0">
                <a:latin typeface="Times New Roman" panose="02020503050405090304" pitchFamily="18" charset="0"/>
              </a:rPr>
              <a:t>	0     1 	0 	1</a:t>
            </a:r>
            <a:endParaRPr lang="en-US" altLang="zh-CN" sz="2400" dirty="0">
              <a:latin typeface="Times New Roman" panose="02020503050405090304" pitchFamily="18" charset="0"/>
            </a:endParaRPr>
          </a:p>
          <a:p>
            <a:pPr lvl="1" eaLnBrk="1" hangingPunct="1">
              <a:lnSpc>
                <a:spcPct val="90000"/>
              </a:lnSpc>
              <a:buNone/>
            </a:pPr>
            <a:r>
              <a:rPr lang="en-US" altLang="zh-CN" sz="2400" dirty="0">
                <a:latin typeface="Times New Roman" panose="02020503050405090304" pitchFamily="18" charset="0"/>
              </a:rPr>
              <a:t>	0     1 	1 	0</a:t>
            </a:r>
            <a:endParaRPr lang="en-US" altLang="zh-CN" sz="2400" dirty="0">
              <a:latin typeface="Times New Roman" panose="02020503050405090304" pitchFamily="18" charset="0"/>
            </a:endParaRPr>
          </a:p>
          <a:p>
            <a:pPr lvl="1" eaLnBrk="1" hangingPunct="1">
              <a:lnSpc>
                <a:spcPct val="90000"/>
              </a:lnSpc>
              <a:buNone/>
            </a:pPr>
            <a:r>
              <a:rPr lang="en-US" altLang="zh-CN" sz="2400" dirty="0">
                <a:latin typeface="Times New Roman" panose="02020503050405090304" pitchFamily="18" charset="0"/>
              </a:rPr>
              <a:t>	1     0	0 	1</a:t>
            </a:r>
            <a:endParaRPr lang="en-US" altLang="zh-CN" sz="2400" dirty="0">
              <a:latin typeface="Times New Roman" panose="02020503050405090304" pitchFamily="18" charset="0"/>
            </a:endParaRPr>
          </a:p>
          <a:p>
            <a:pPr lvl="1" eaLnBrk="1" hangingPunct="1">
              <a:lnSpc>
                <a:spcPct val="90000"/>
              </a:lnSpc>
              <a:buNone/>
            </a:pPr>
            <a:r>
              <a:rPr lang="en-US" altLang="zh-CN" sz="2400" dirty="0">
                <a:latin typeface="Times New Roman" panose="02020503050405090304" pitchFamily="18" charset="0"/>
              </a:rPr>
              <a:t>	1     0 	1 	0</a:t>
            </a:r>
            <a:endParaRPr lang="en-US" altLang="zh-CN" sz="2400" dirty="0">
              <a:latin typeface="Times New Roman" panose="02020503050405090304" pitchFamily="18" charset="0"/>
            </a:endParaRPr>
          </a:p>
          <a:p>
            <a:pPr lvl="1" eaLnBrk="1" hangingPunct="1">
              <a:lnSpc>
                <a:spcPct val="90000"/>
              </a:lnSpc>
              <a:buNone/>
            </a:pPr>
            <a:r>
              <a:rPr lang="en-US" altLang="zh-CN" sz="2400" dirty="0">
                <a:latin typeface="Times New Roman" panose="02020503050405090304" pitchFamily="18" charset="0"/>
              </a:rPr>
              <a:t>	1     1 	0 	1</a:t>
            </a:r>
            <a:endParaRPr lang="en-US" altLang="zh-CN" sz="2400" dirty="0">
              <a:latin typeface="Times New Roman" panose="02020503050405090304" pitchFamily="18" charset="0"/>
            </a:endParaRPr>
          </a:p>
          <a:p>
            <a:pPr lvl="1" eaLnBrk="1" hangingPunct="1">
              <a:lnSpc>
                <a:spcPct val="90000"/>
              </a:lnSpc>
              <a:buNone/>
            </a:pPr>
            <a:r>
              <a:rPr lang="en-US" altLang="zh-CN" sz="2400" dirty="0">
                <a:latin typeface="Times New Roman" panose="02020503050405090304" pitchFamily="18" charset="0"/>
              </a:rPr>
              <a:t>	1     1 	1 	0</a:t>
            </a:r>
            <a:endParaRPr lang="en-US" altLang="zh-CN" sz="2400" dirty="0">
              <a:latin typeface="Times New Roman" panose="02020503050405090304" pitchFamily="18" charset="0"/>
            </a:endParaRPr>
          </a:p>
        </p:txBody>
      </p:sp>
      <p:graphicFrame>
        <p:nvGraphicFramePr>
          <p:cNvPr id="2" name="表格 1"/>
          <p:cNvGraphicFramePr>
            <a:graphicFrameLocks noGrp="1"/>
          </p:cNvGraphicFramePr>
          <p:nvPr>
            <p:custDataLst>
              <p:tags r:id="rId1"/>
            </p:custDataLst>
          </p:nvPr>
        </p:nvGraphicFramePr>
        <p:xfrm>
          <a:off x="4356100" y="2132965"/>
          <a:ext cx="4347210" cy="3322320"/>
        </p:xfrm>
        <a:graphic>
          <a:graphicData uri="http://schemas.openxmlformats.org/drawingml/2006/table">
            <a:tbl>
              <a:tblPr firstRow="1" bandRow="1">
                <a:tableStyleId>{5C22544A-7EE6-4342-B048-85BDC9FD1C3A}</a:tableStyleId>
              </a:tblPr>
              <a:tblGrid>
                <a:gridCol w="765810"/>
                <a:gridCol w="670560"/>
                <a:gridCol w="619760"/>
                <a:gridCol w="952500"/>
                <a:gridCol w="528320"/>
                <a:gridCol w="810260"/>
              </a:tblGrid>
              <a:tr h="640080">
                <a:tc>
                  <a:txBody>
                    <a:bodyPr/>
                    <a:lstStyle/>
                    <a:p>
                      <a:pPr algn="ctr"/>
                      <a:r>
                        <a:rPr lang="en-US" altLang="zh-CN" sz="1800" i="1" dirty="0">
                          <a:solidFill>
                            <a:schemeClr val="tx1"/>
                          </a:solidFill>
                          <a:latin typeface="Times New Roman" panose="02020503050405090304" pitchFamily="18" charset="0"/>
                        </a:rPr>
                        <a:t>p</a:t>
                      </a:r>
                      <a:endParaRPr lang="zh-CN" altLang="en-US" sz="1800" b="1" dirty="0">
                        <a:solidFill>
                          <a:schemeClr val="tx1"/>
                        </a:solidFill>
                      </a:endParaRPr>
                    </a:p>
                  </a:txBody>
                  <a:tcPr marL="91428" marR="91428" marT="45726" marB="45726" anchor="ctr"/>
                </a:tc>
                <a:tc>
                  <a:txBody>
                    <a:bodyPr/>
                    <a:lstStyle/>
                    <a:p>
                      <a:pPr algn="ctr"/>
                      <a:r>
                        <a:rPr lang="en-US" altLang="zh-CN" sz="1800" i="1" dirty="0">
                          <a:solidFill>
                            <a:schemeClr val="tx1"/>
                          </a:solidFill>
                          <a:latin typeface="Times New Roman" panose="02020503050405090304" pitchFamily="18" charset="0"/>
                        </a:rPr>
                        <a:t>q</a:t>
                      </a:r>
                      <a:endParaRPr lang="zh-CN" altLang="en-US" sz="1800" b="1" dirty="0">
                        <a:solidFill>
                          <a:schemeClr val="tx1"/>
                        </a:solidFill>
                      </a:endParaRPr>
                    </a:p>
                  </a:txBody>
                  <a:tcPr marL="91428" marR="91428" marT="45726" marB="45726"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800" b="1" i="1" kern="1200" dirty="0">
                          <a:solidFill>
                            <a:schemeClr val="tx1"/>
                          </a:solidFill>
                          <a:latin typeface="Times New Roman" panose="02020503050405090304" pitchFamily="18" charset="0"/>
                          <a:ea typeface="+mn-ea"/>
                          <a:cs typeface="+mn-cs"/>
                        </a:rPr>
                        <a:t>r</a:t>
                      </a:r>
                      <a:endParaRPr lang="zh-CN" altLang="en-US" sz="1800" b="1" i="1" dirty="0">
                        <a:solidFill>
                          <a:schemeClr val="tx1"/>
                        </a:solidFill>
                      </a:endParaRPr>
                    </a:p>
                  </a:txBody>
                  <a:tcPr marL="91428" marR="91428" marT="45726" marB="45726"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800" b="1" i="1" kern="1200" dirty="0" err="1">
                          <a:solidFill>
                            <a:schemeClr val="tx1"/>
                          </a:solidFill>
                          <a:latin typeface="Times New Roman" panose="02020503050405090304" pitchFamily="18" charset="0"/>
                          <a:ea typeface="+mn-ea"/>
                          <a:cs typeface="+mn-cs"/>
                        </a:rPr>
                        <a:t>p</a:t>
                      </a:r>
                      <a:r>
                        <a:rPr lang="en-US" altLang="zh-CN" sz="1800" b="1" i="1" dirty="0" err="1">
                          <a:solidFill>
                            <a:schemeClr val="tx1"/>
                          </a:solidFill>
                          <a:latin typeface="Symbol" panose="05050102010706020507" pitchFamily="18" charset="2"/>
                        </a:rPr>
                        <a:t>Ú</a:t>
                      </a:r>
                      <a:r>
                        <a:rPr lang="en-US" altLang="zh-CN" sz="1800" b="1" i="1" kern="1200" dirty="0" err="1">
                          <a:solidFill>
                            <a:schemeClr val="tx1"/>
                          </a:solidFill>
                          <a:latin typeface="Times New Roman" panose="02020503050405090304" pitchFamily="18" charset="0"/>
                          <a:ea typeface="+mn-ea"/>
                          <a:cs typeface="+mn-cs"/>
                        </a:rPr>
                        <a:t>q</a:t>
                      </a:r>
                      <a:endParaRPr lang="zh-CN" altLang="en-US" sz="1800" b="1" dirty="0">
                        <a:solidFill>
                          <a:schemeClr val="tx1"/>
                        </a:solidFill>
                      </a:endParaRPr>
                    </a:p>
                  </a:txBody>
                  <a:tcPr marL="91428" marR="91428" marT="45726" marB="45726"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800" b="1" i="1" kern="1200" dirty="0">
                          <a:solidFill>
                            <a:schemeClr val="tx1"/>
                          </a:solidFill>
                          <a:latin typeface="Times New Roman" panose="02020503050405090304" pitchFamily="18" charset="0"/>
                          <a:ea typeface="+mn-ea"/>
                          <a:cs typeface="+mn-cs"/>
                          <a:sym typeface="Symbol" panose="05050102010706020507" charset="0"/>
                        </a:rPr>
                        <a:t></a:t>
                      </a:r>
                      <a:r>
                        <a:rPr lang="en-US" altLang="zh-CN" sz="1800" b="1" i="1" kern="1200" dirty="0">
                          <a:solidFill>
                            <a:schemeClr val="tx1"/>
                          </a:solidFill>
                          <a:latin typeface="Times New Roman" panose="02020503050405090304" pitchFamily="18" charset="0"/>
                          <a:ea typeface="+mn-ea"/>
                          <a:cs typeface="+mn-cs"/>
                        </a:rPr>
                        <a:t>r</a:t>
                      </a:r>
                      <a:endParaRPr lang="zh-CN" altLang="en-US" sz="1800" b="1" dirty="0">
                        <a:solidFill>
                          <a:schemeClr val="tx1"/>
                        </a:solidFill>
                      </a:endParaRPr>
                    </a:p>
                  </a:txBody>
                  <a:tcPr marL="91428" marR="91428" marT="45726" marB="45726" anchor="ctr"/>
                </a:tc>
                <a:tc>
                  <a:txBody>
                    <a:bodyPr/>
                    <a:lstStyle/>
                    <a:p>
                      <a:pPr marL="0" lvl="1" eaLnBrk="1" hangingPunct="1"/>
                      <a:r>
                        <a:rPr lang="en-US" altLang="zh-CN" sz="1800" b="1" i="1" dirty="0">
                          <a:solidFill>
                            <a:schemeClr val="tx1"/>
                          </a:solidFill>
                          <a:latin typeface="Times New Roman" panose="02020503050405090304" pitchFamily="18" charset="0"/>
                        </a:rPr>
                        <a:t>(</a:t>
                      </a:r>
                      <a:r>
                        <a:rPr lang="en-US" altLang="zh-CN" sz="1800" b="1" i="1" dirty="0" err="1">
                          <a:solidFill>
                            <a:schemeClr val="tx1"/>
                          </a:solidFill>
                          <a:latin typeface="Times New Roman" panose="02020503050405090304" pitchFamily="18" charset="0"/>
                        </a:rPr>
                        <a:t>p</a:t>
                      </a:r>
                      <a:r>
                        <a:rPr lang="en-US" altLang="zh-CN" sz="1800" b="1" i="1" dirty="0" err="1">
                          <a:solidFill>
                            <a:schemeClr val="tx1"/>
                          </a:solidFill>
                          <a:latin typeface="Symbol" panose="05050102010706020507" pitchFamily="18" charset="2"/>
                        </a:rPr>
                        <a:t>Ú</a:t>
                      </a:r>
                      <a:r>
                        <a:rPr lang="en-US" altLang="zh-CN" sz="1800" b="1" i="1" dirty="0" err="1">
                          <a:solidFill>
                            <a:schemeClr val="tx1"/>
                          </a:solidFill>
                          <a:latin typeface="Times New Roman" panose="02020503050405090304" pitchFamily="18" charset="0"/>
                        </a:rPr>
                        <a:t>q</a:t>
                      </a:r>
                      <a:r>
                        <a:rPr lang="en-US" altLang="zh-CN" sz="1800" b="1" i="1" dirty="0">
                          <a:solidFill>
                            <a:schemeClr val="tx1"/>
                          </a:solidFill>
                          <a:latin typeface="Times New Roman" panose="02020503050405090304" pitchFamily="18" charset="0"/>
                        </a:rPr>
                        <a:t>)</a:t>
                      </a:r>
                      <a:r>
                        <a:rPr lang="en-US" altLang="zh-CN" sz="1800" b="1" i="1" dirty="0">
                          <a:solidFill>
                            <a:schemeClr val="tx1"/>
                          </a:solidFill>
                          <a:latin typeface="Symbol" panose="05050102010706020507" pitchFamily="18" charset="2"/>
                        </a:rPr>
                        <a:t>®</a:t>
                      </a:r>
                      <a:r>
                        <a:rPr lang="en-US" altLang="zh-CN" sz="1800" i="1" dirty="0">
                          <a:solidFill>
                            <a:schemeClr val="tx1"/>
                          </a:solidFill>
                          <a:latin typeface="Times New Roman" panose="02020503050405090304" pitchFamily="18" charset="0"/>
                          <a:sym typeface="Symbol" panose="05050102010706020507" charset="0"/>
                        </a:rPr>
                        <a:t></a:t>
                      </a:r>
                      <a:r>
                        <a:rPr lang="en-US" altLang="zh-CN" sz="1800" b="1" i="1" dirty="0">
                          <a:solidFill>
                            <a:schemeClr val="tx1"/>
                          </a:solidFill>
                          <a:latin typeface="Times New Roman" panose="02020503050405090304" pitchFamily="18" charset="0"/>
                        </a:rPr>
                        <a:t>r</a:t>
                      </a:r>
                      <a:endParaRPr lang="zh-CN" altLang="en-US" sz="1800" b="1" i="1" dirty="0">
                        <a:solidFill>
                          <a:schemeClr val="tx1"/>
                        </a:solidFill>
                      </a:endParaRPr>
                    </a:p>
                  </a:txBody>
                  <a:tcPr marL="91428" marR="91428" marT="45726" marB="45726" anchor="ctr"/>
                </a:tc>
              </a:tr>
              <a:tr h="335280">
                <a:tc>
                  <a:txBody>
                    <a:bodyPr/>
                    <a:lstStyle/>
                    <a:p>
                      <a:pPr algn="ctr"/>
                      <a:r>
                        <a:rPr lang="en-US" altLang="zh-CN" sz="1600" b="0" dirty="0">
                          <a:solidFill>
                            <a:schemeClr val="tx1"/>
                          </a:solidFill>
                        </a:rPr>
                        <a:t>0</a:t>
                      </a:r>
                      <a:endParaRPr lang="zh-CN" altLang="en-US" sz="1600" b="0" dirty="0">
                        <a:solidFill>
                          <a:schemeClr val="tx1"/>
                        </a:solidFill>
                      </a:endParaRPr>
                    </a:p>
                  </a:txBody>
                  <a:tcPr marL="91428" marR="91428" marT="45726" marB="45726" anchor="ctr"/>
                </a:tc>
                <a:tc>
                  <a:txBody>
                    <a:bodyPr/>
                    <a:lstStyle/>
                    <a:p>
                      <a:pPr algn="ctr"/>
                      <a:r>
                        <a:rPr lang="en-US" altLang="zh-CN" sz="1600" b="0" dirty="0">
                          <a:solidFill>
                            <a:schemeClr val="tx1"/>
                          </a:solidFill>
                        </a:rPr>
                        <a:t>0</a:t>
                      </a:r>
                      <a:endParaRPr lang="zh-CN" altLang="en-US" sz="1600" b="0" dirty="0">
                        <a:solidFill>
                          <a:schemeClr val="tx1"/>
                        </a:solidFill>
                      </a:endParaRPr>
                    </a:p>
                  </a:txBody>
                  <a:tcPr marL="91428" marR="91428" marT="45726" marB="45726" anchor="ctr"/>
                </a:tc>
                <a:tc>
                  <a:txBody>
                    <a:bodyPr/>
                    <a:lstStyle/>
                    <a:p>
                      <a:pPr algn="ctr"/>
                      <a:r>
                        <a:rPr lang="en-US" altLang="zh-CN" sz="1600" b="0" dirty="0">
                          <a:solidFill>
                            <a:schemeClr val="tx1"/>
                          </a:solidFill>
                        </a:rPr>
                        <a:t>0</a:t>
                      </a:r>
                      <a:endParaRPr lang="zh-CN" altLang="en-US" sz="1600" b="0" dirty="0">
                        <a:solidFill>
                          <a:schemeClr val="tx1"/>
                        </a:solidFill>
                      </a:endParaRPr>
                    </a:p>
                  </a:txBody>
                  <a:tcPr marL="91428" marR="91428" marT="45726" marB="45726" anchor="ctr"/>
                </a:tc>
                <a:tc>
                  <a:txBody>
                    <a:bodyPr/>
                    <a:lstStyle/>
                    <a:p>
                      <a:pPr algn="ctr"/>
                      <a:r>
                        <a:rPr lang="en-US" altLang="zh-CN" sz="1600" b="0" dirty="0">
                          <a:solidFill>
                            <a:schemeClr val="tx1"/>
                          </a:solidFill>
                        </a:rPr>
                        <a:t>0</a:t>
                      </a:r>
                      <a:endParaRPr lang="zh-CN" altLang="en-US" sz="1600" b="0" dirty="0">
                        <a:solidFill>
                          <a:schemeClr val="tx1"/>
                        </a:solidFill>
                      </a:endParaRPr>
                    </a:p>
                  </a:txBody>
                  <a:tcPr marL="91428" marR="91428" marT="45726" marB="45726" anchor="ctr"/>
                </a:tc>
                <a:tc>
                  <a:txBody>
                    <a:bodyPr/>
                    <a:lstStyle/>
                    <a:p>
                      <a:pPr algn="ctr"/>
                      <a:r>
                        <a:rPr lang="en-US" altLang="zh-CN" sz="1600" b="0" dirty="0">
                          <a:solidFill>
                            <a:schemeClr val="tx1"/>
                          </a:solidFill>
                        </a:rPr>
                        <a:t>1</a:t>
                      </a:r>
                      <a:endParaRPr lang="zh-CN" altLang="en-US" sz="1600" b="0" dirty="0">
                        <a:solidFill>
                          <a:schemeClr val="tx1"/>
                        </a:solidFill>
                      </a:endParaRPr>
                    </a:p>
                  </a:txBody>
                  <a:tcPr marL="91428" marR="91428" marT="45726" marB="45726" anchor="ctr"/>
                </a:tc>
                <a:tc>
                  <a:txBody>
                    <a:bodyPr/>
                    <a:lstStyle/>
                    <a:p>
                      <a:pPr algn="ctr"/>
                      <a:r>
                        <a:rPr lang="en-US" altLang="zh-CN" sz="1600" b="0" dirty="0">
                          <a:solidFill>
                            <a:schemeClr val="tx1"/>
                          </a:solidFill>
                        </a:rPr>
                        <a:t>1</a:t>
                      </a:r>
                      <a:endParaRPr lang="zh-CN" altLang="en-US" sz="1600" b="0" dirty="0">
                        <a:solidFill>
                          <a:schemeClr val="tx1"/>
                        </a:solidFill>
                      </a:endParaRPr>
                    </a:p>
                  </a:txBody>
                  <a:tcPr marL="91428" marR="91428" marT="45726" marB="45726" anchor="ctr"/>
                </a:tc>
              </a:tr>
              <a:tr h="335280">
                <a:tc>
                  <a:txBody>
                    <a:bodyPr/>
                    <a:lstStyle/>
                    <a:p>
                      <a:pPr algn="ctr"/>
                      <a:r>
                        <a:rPr lang="en-US" altLang="zh-CN" sz="1600" b="0" dirty="0">
                          <a:solidFill>
                            <a:schemeClr val="tx1"/>
                          </a:solidFill>
                        </a:rPr>
                        <a:t>0</a:t>
                      </a:r>
                      <a:endParaRPr lang="zh-CN" altLang="en-US" sz="1600" b="0" dirty="0">
                        <a:solidFill>
                          <a:schemeClr val="tx1"/>
                        </a:solidFill>
                      </a:endParaRPr>
                    </a:p>
                  </a:txBody>
                  <a:tcPr marL="91428" marR="91428" marT="45726" marB="45726" anchor="ctr"/>
                </a:tc>
                <a:tc>
                  <a:txBody>
                    <a:bodyPr/>
                    <a:lstStyle/>
                    <a:p>
                      <a:pPr algn="ctr"/>
                      <a:r>
                        <a:rPr lang="en-US" altLang="zh-CN" sz="1600" b="0" dirty="0">
                          <a:solidFill>
                            <a:schemeClr val="tx1"/>
                          </a:solidFill>
                        </a:rPr>
                        <a:t>0</a:t>
                      </a:r>
                      <a:endParaRPr lang="zh-CN" altLang="en-US" sz="1600" b="0" dirty="0">
                        <a:solidFill>
                          <a:schemeClr val="tx1"/>
                        </a:solidFill>
                      </a:endParaRPr>
                    </a:p>
                  </a:txBody>
                  <a:tcPr marL="91428" marR="91428" marT="45726" marB="45726" anchor="ctr"/>
                </a:tc>
                <a:tc>
                  <a:txBody>
                    <a:bodyPr/>
                    <a:lstStyle/>
                    <a:p>
                      <a:pPr algn="ctr"/>
                      <a:r>
                        <a:rPr lang="en-US" altLang="zh-CN" sz="1600" b="0" dirty="0">
                          <a:solidFill>
                            <a:schemeClr val="tx1"/>
                          </a:solidFill>
                        </a:rPr>
                        <a:t>1</a:t>
                      </a:r>
                      <a:endParaRPr lang="zh-CN" altLang="en-US" sz="1600" b="0" dirty="0">
                        <a:solidFill>
                          <a:schemeClr val="tx1"/>
                        </a:solidFill>
                      </a:endParaRPr>
                    </a:p>
                  </a:txBody>
                  <a:tcPr marL="91428" marR="91428" marT="45726" marB="45726" anchor="ctr"/>
                </a:tc>
                <a:tc>
                  <a:txBody>
                    <a:bodyPr/>
                    <a:lstStyle/>
                    <a:p>
                      <a:pPr algn="ctr"/>
                      <a:r>
                        <a:rPr lang="en-US" altLang="zh-CN" sz="1600" b="0" dirty="0">
                          <a:solidFill>
                            <a:schemeClr val="tx1"/>
                          </a:solidFill>
                        </a:rPr>
                        <a:t>0</a:t>
                      </a:r>
                      <a:endParaRPr lang="zh-CN" altLang="en-US" sz="1600" b="0" dirty="0">
                        <a:solidFill>
                          <a:schemeClr val="tx1"/>
                        </a:solidFill>
                      </a:endParaRPr>
                    </a:p>
                  </a:txBody>
                  <a:tcPr marL="91428" marR="91428" marT="45726" marB="45726" anchor="ctr"/>
                </a:tc>
                <a:tc>
                  <a:txBody>
                    <a:bodyPr/>
                    <a:lstStyle/>
                    <a:p>
                      <a:pPr algn="ctr"/>
                      <a:r>
                        <a:rPr lang="en-US" altLang="zh-CN" sz="1600" b="0" dirty="0">
                          <a:solidFill>
                            <a:schemeClr val="tx1"/>
                          </a:solidFill>
                        </a:rPr>
                        <a:t>0</a:t>
                      </a:r>
                      <a:endParaRPr lang="zh-CN" altLang="en-US" sz="1600" b="0" dirty="0">
                        <a:solidFill>
                          <a:schemeClr val="tx1"/>
                        </a:solidFill>
                      </a:endParaRPr>
                    </a:p>
                  </a:txBody>
                  <a:tcPr marL="91428" marR="91428" marT="45726" marB="45726" anchor="ctr"/>
                </a:tc>
                <a:tc>
                  <a:txBody>
                    <a:bodyPr/>
                    <a:lstStyle/>
                    <a:p>
                      <a:pPr algn="ctr"/>
                      <a:r>
                        <a:rPr lang="en-US" altLang="zh-CN" sz="1600" b="0" dirty="0">
                          <a:solidFill>
                            <a:schemeClr val="tx1"/>
                          </a:solidFill>
                        </a:rPr>
                        <a:t>1</a:t>
                      </a:r>
                      <a:endParaRPr lang="zh-CN" altLang="en-US" sz="1600" b="0" dirty="0">
                        <a:solidFill>
                          <a:schemeClr val="tx1"/>
                        </a:solidFill>
                      </a:endParaRPr>
                    </a:p>
                  </a:txBody>
                  <a:tcPr marL="91428" marR="91428" marT="45726" marB="45726" anchor="ctr"/>
                </a:tc>
              </a:tr>
              <a:tr h="335280">
                <a:tc>
                  <a:txBody>
                    <a:bodyPr/>
                    <a:lstStyle/>
                    <a:p>
                      <a:pPr algn="ctr"/>
                      <a:r>
                        <a:rPr lang="en-US" altLang="zh-CN" sz="1600" b="0" dirty="0">
                          <a:solidFill>
                            <a:schemeClr val="tx1"/>
                          </a:solidFill>
                        </a:rPr>
                        <a:t>0</a:t>
                      </a:r>
                      <a:endParaRPr lang="zh-CN" altLang="en-US" sz="1600" b="0" dirty="0">
                        <a:solidFill>
                          <a:schemeClr val="tx1"/>
                        </a:solidFill>
                      </a:endParaRPr>
                    </a:p>
                  </a:txBody>
                  <a:tcPr marL="91428" marR="91428" marT="45726" marB="45726" anchor="ctr"/>
                </a:tc>
                <a:tc>
                  <a:txBody>
                    <a:bodyPr/>
                    <a:lstStyle/>
                    <a:p>
                      <a:pPr algn="ctr"/>
                      <a:r>
                        <a:rPr lang="en-US" altLang="zh-CN" sz="1600" b="0" dirty="0">
                          <a:solidFill>
                            <a:schemeClr val="tx1"/>
                          </a:solidFill>
                        </a:rPr>
                        <a:t>1</a:t>
                      </a:r>
                      <a:endParaRPr lang="zh-CN" altLang="en-US" sz="1600" b="0" dirty="0">
                        <a:solidFill>
                          <a:schemeClr val="tx1"/>
                        </a:solidFill>
                      </a:endParaRPr>
                    </a:p>
                  </a:txBody>
                  <a:tcPr marL="91428" marR="91428" marT="45726" marB="45726" anchor="ctr"/>
                </a:tc>
                <a:tc>
                  <a:txBody>
                    <a:bodyPr/>
                    <a:lstStyle/>
                    <a:p>
                      <a:pPr algn="ctr"/>
                      <a:r>
                        <a:rPr lang="en-US" altLang="zh-CN" sz="1600" b="0" dirty="0">
                          <a:solidFill>
                            <a:schemeClr val="tx1"/>
                          </a:solidFill>
                        </a:rPr>
                        <a:t>0</a:t>
                      </a:r>
                      <a:endParaRPr lang="zh-CN" altLang="en-US" sz="1600" b="0" dirty="0">
                        <a:solidFill>
                          <a:schemeClr val="tx1"/>
                        </a:solidFill>
                      </a:endParaRPr>
                    </a:p>
                  </a:txBody>
                  <a:tcPr marL="91428" marR="91428" marT="45726" marB="45726" anchor="ctr"/>
                </a:tc>
                <a:tc>
                  <a:txBody>
                    <a:bodyPr/>
                    <a:lstStyle/>
                    <a:p>
                      <a:pPr algn="ctr"/>
                      <a:r>
                        <a:rPr lang="en-US" altLang="zh-CN" sz="1600" b="0" dirty="0">
                          <a:solidFill>
                            <a:schemeClr val="tx1"/>
                          </a:solidFill>
                        </a:rPr>
                        <a:t>1</a:t>
                      </a:r>
                      <a:endParaRPr lang="zh-CN" altLang="en-US" sz="1600" b="0" dirty="0">
                        <a:solidFill>
                          <a:schemeClr val="tx1"/>
                        </a:solidFill>
                      </a:endParaRPr>
                    </a:p>
                  </a:txBody>
                  <a:tcPr marL="91428" marR="91428" marT="45726" marB="45726" anchor="ctr"/>
                </a:tc>
                <a:tc>
                  <a:txBody>
                    <a:bodyPr/>
                    <a:lstStyle/>
                    <a:p>
                      <a:pPr algn="ctr"/>
                      <a:r>
                        <a:rPr lang="en-US" altLang="zh-CN" sz="1600" b="0" dirty="0">
                          <a:solidFill>
                            <a:schemeClr val="tx1"/>
                          </a:solidFill>
                        </a:rPr>
                        <a:t>1</a:t>
                      </a:r>
                      <a:endParaRPr lang="zh-CN" altLang="en-US" sz="1600" b="0" dirty="0">
                        <a:solidFill>
                          <a:schemeClr val="tx1"/>
                        </a:solidFill>
                      </a:endParaRPr>
                    </a:p>
                  </a:txBody>
                  <a:tcPr marL="91428" marR="91428" marT="45726" marB="45726" anchor="ctr"/>
                </a:tc>
                <a:tc>
                  <a:txBody>
                    <a:bodyPr/>
                    <a:lstStyle/>
                    <a:p>
                      <a:pPr algn="ctr"/>
                      <a:r>
                        <a:rPr lang="en-US" altLang="zh-CN" sz="1600" b="0" dirty="0">
                          <a:solidFill>
                            <a:schemeClr val="tx1"/>
                          </a:solidFill>
                        </a:rPr>
                        <a:t>1</a:t>
                      </a:r>
                      <a:endParaRPr lang="zh-CN" altLang="en-US" sz="1600" b="0" dirty="0">
                        <a:solidFill>
                          <a:schemeClr val="tx1"/>
                        </a:solidFill>
                      </a:endParaRPr>
                    </a:p>
                  </a:txBody>
                  <a:tcPr marL="91428" marR="91428" marT="45726" marB="45726" anchor="ctr"/>
                </a:tc>
              </a:tr>
              <a:tr h="335280">
                <a:tc>
                  <a:txBody>
                    <a:bodyPr/>
                    <a:lstStyle/>
                    <a:p>
                      <a:pPr algn="ctr"/>
                      <a:r>
                        <a:rPr lang="en-US" altLang="zh-CN" sz="1600" b="0" dirty="0">
                          <a:solidFill>
                            <a:schemeClr val="tx1"/>
                          </a:solidFill>
                        </a:rPr>
                        <a:t>0</a:t>
                      </a:r>
                      <a:endParaRPr lang="zh-CN" altLang="en-US" sz="1600" b="0" dirty="0">
                        <a:solidFill>
                          <a:schemeClr val="tx1"/>
                        </a:solidFill>
                      </a:endParaRPr>
                    </a:p>
                  </a:txBody>
                  <a:tcPr marL="91428" marR="91428" marT="45726" marB="45726" anchor="ctr"/>
                </a:tc>
                <a:tc>
                  <a:txBody>
                    <a:bodyPr/>
                    <a:lstStyle/>
                    <a:p>
                      <a:pPr algn="ctr"/>
                      <a:r>
                        <a:rPr lang="en-US" altLang="zh-CN" sz="1600" b="0" dirty="0">
                          <a:solidFill>
                            <a:schemeClr val="tx1"/>
                          </a:solidFill>
                        </a:rPr>
                        <a:t>1</a:t>
                      </a:r>
                      <a:endParaRPr lang="zh-CN" altLang="en-US" sz="1600" b="0" dirty="0">
                        <a:solidFill>
                          <a:schemeClr val="tx1"/>
                        </a:solidFill>
                      </a:endParaRPr>
                    </a:p>
                  </a:txBody>
                  <a:tcPr marL="91428" marR="91428" marT="45726" marB="45726" anchor="ctr"/>
                </a:tc>
                <a:tc>
                  <a:txBody>
                    <a:bodyPr/>
                    <a:lstStyle/>
                    <a:p>
                      <a:pPr algn="ctr"/>
                      <a:r>
                        <a:rPr lang="en-US" altLang="zh-CN" sz="1600" b="0" dirty="0">
                          <a:solidFill>
                            <a:schemeClr val="tx1"/>
                          </a:solidFill>
                        </a:rPr>
                        <a:t>1</a:t>
                      </a:r>
                      <a:endParaRPr lang="zh-CN" altLang="en-US" sz="1600" b="0" dirty="0">
                        <a:solidFill>
                          <a:schemeClr val="tx1"/>
                        </a:solidFill>
                      </a:endParaRPr>
                    </a:p>
                  </a:txBody>
                  <a:tcPr marL="91428" marR="91428" marT="45726" marB="45726" anchor="ctr"/>
                </a:tc>
                <a:tc>
                  <a:txBody>
                    <a:bodyPr/>
                    <a:lstStyle/>
                    <a:p>
                      <a:pPr algn="ctr"/>
                      <a:r>
                        <a:rPr lang="en-US" altLang="zh-CN" sz="1600" b="0" dirty="0">
                          <a:solidFill>
                            <a:schemeClr val="tx1"/>
                          </a:solidFill>
                        </a:rPr>
                        <a:t>1</a:t>
                      </a:r>
                      <a:endParaRPr lang="zh-CN" altLang="en-US" sz="1600" b="0" dirty="0">
                        <a:solidFill>
                          <a:schemeClr val="tx1"/>
                        </a:solidFill>
                      </a:endParaRPr>
                    </a:p>
                  </a:txBody>
                  <a:tcPr marL="91428" marR="91428" marT="45726" marB="45726" anchor="ctr"/>
                </a:tc>
                <a:tc>
                  <a:txBody>
                    <a:bodyPr/>
                    <a:lstStyle/>
                    <a:p>
                      <a:pPr algn="ctr"/>
                      <a:r>
                        <a:rPr lang="en-US" altLang="zh-CN" sz="1600" b="0" dirty="0">
                          <a:solidFill>
                            <a:schemeClr val="tx1"/>
                          </a:solidFill>
                        </a:rPr>
                        <a:t>0</a:t>
                      </a:r>
                      <a:endParaRPr lang="zh-CN" altLang="en-US" sz="1600" b="0" dirty="0">
                        <a:solidFill>
                          <a:schemeClr val="tx1"/>
                        </a:solidFill>
                      </a:endParaRPr>
                    </a:p>
                  </a:txBody>
                  <a:tcPr marL="91428" marR="91428" marT="45726" marB="45726" anchor="ctr"/>
                </a:tc>
                <a:tc>
                  <a:txBody>
                    <a:bodyPr/>
                    <a:lstStyle/>
                    <a:p>
                      <a:pPr algn="ctr"/>
                      <a:r>
                        <a:rPr lang="en-US" altLang="zh-CN" sz="1600" b="0" dirty="0">
                          <a:solidFill>
                            <a:schemeClr val="tx1"/>
                          </a:solidFill>
                        </a:rPr>
                        <a:t>0</a:t>
                      </a:r>
                      <a:endParaRPr lang="zh-CN" altLang="en-US" sz="1600" b="0" dirty="0">
                        <a:solidFill>
                          <a:schemeClr val="tx1"/>
                        </a:solidFill>
                      </a:endParaRPr>
                    </a:p>
                  </a:txBody>
                  <a:tcPr marL="91428" marR="91428" marT="45726" marB="45726" anchor="ctr"/>
                </a:tc>
              </a:tr>
              <a:tr h="335280">
                <a:tc>
                  <a:txBody>
                    <a:bodyPr/>
                    <a:lstStyle/>
                    <a:p>
                      <a:pPr algn="ctr"/>
                      <a:r>
                        <a:rPr lang="en-US" altLang="zh-CN" sz="1600" b="0" dirty="0">
                          <a:solidFill>
                            <a:schemeClr val="tx1"/>
                          </a:solidFill>
                        </a:rPr>
                        <a:t>1</a:t>
                      </a:r>
                      <a:endParaRPr lang="zh-CN" altLang="en-US" sz="1600" b="0" dirty="0">
                        <a:solidFill>
                          <a:schemeClr val="tx1"/>
                        </a:solidFill>
                      </a:endParaRPr>
                    </a:p>
                  </a:txBody>
                  <a:tcPr marL="91428" marR="91428" marT="45726" marB="45726" anchor="ctr"/>
                </a:tc>
                <a:tc>
                  <a:txBody>
                    <a:bodyPr/>
                    <a:lstStyle/>
                    <a:p>
                      <a:pPr algn="ctr"/>
                      <a:r>
                        <a:rPr lang="en-US" altLang="zh-CN" sz="1600" b="0" dirty="0">
                          <a:solidFill>
                            <a:schemeClr val="tx1"/>
                          </a:solidFill>
                        </a:rPr>
                        <a:t>0</a:t>
                      </a:r>
                      <a:endParaRPr lang="zh-CN" altLang="en-US" sz="1600" b="0" dirty="0">
                        <a:solidFill>
                          <a:schemeClr val="tx1"/>
                        </a:solidFill>
                      </a:endParaRPr>
                    </a:p>
                  </a:txBody>
                  <a:tcPr marL="91428" marR="91428" marT="45726" marB="45726" anchor="ctr"/>
                </a:tc>
                <a:tc>
                  <a:txBody>
                    <a:bodyPr/>
                    <a:lstStyle/>
                    <a:p>
                      <a:pPr algn="ctr"/>
                      <a:r>
                        <a:rPr lang="en-US" altLang="zh-CN" sz="1600" b="0" dirty="0">
                          <a:solidFill>
                            <a:schemeClr val="tx1"/>
                          </a:solidFill>
                        </a:rPr>
                        <a:t>0</a:t>
                      </a:r>
                      <a:endParaRPr lang="zh-CN" altLang="en-US" sz="1600" b="0" dirty="0">
                        <a:solidFill>
                          <a:schemeClr val="tx1"/>
                        </a:solidFill>
                      </a:endParaRPr>
                    </a:p>
                  </a:txBody>
                  <a:tcPr marL="91428" marR="91428" marT="45726" marB="45726" anchor="ctr"/>
                </a:tc>
                <a:tc>
                  <a:txBody>
                    <a:bodyPr/>
                    <a:lstStyle/>
                    <a:p>
                      <a:pPr algn="ctr"/>
                      <a:r>
                        <a:rPr lang="en-US" altLang="zh-CN" sz="1600" b="0" dirty="0">
                          <a:solidFill>
                            <a:schemeClr val="tx1"/>
                          </a:solidFill>
                        </a:rPr>
                        <a:t>1</a:t>
                      </a:r>
                      <a:endParaRPr lang="zh-CN" altLang="en-US" sz="1600" b="0" dirty="0">
                        <a:solidFill>
                          <a:schemeClr val="tx1"/>
                        </a:solidFill>
                      </a:endParaRPr>
                    </a:p>
                  </a:txBody>
                  <a:tcPr marL="91428" marR="91428" marT="45726" marB="45726" anchor="ctr"/>
                </a:tc>
                <a:tc>
                  <a:txBody>
                    <a:bodyPr/>
                    <a:lstStyle/>
                    <a:p>
                      <a:pPr algn="ctr"/>
                      <a:r>
                        <a:rPr lang="en-US" altLang="zh-CN" sz="1600" b="0" dirty="0">
                          <a:solidFill>
                            <a:schemeClr val="tx1"/>
                          </a:solidFill>
                        </a:rPr>
                        <a:t>1</a:t>
                      </a:r>
                      <a:endParaRPr lang="zh-CN" altLang="en-US" sz="1600" b="0" dirty="0">
                        <a:solidFill>
                          <a:schemeClr val="tx1"/>
                        </a:solidFill>
                      </a:endParaRPr>
                    </a:p>
                  </a:txBody>
                  <a:tcPr marL="91428" marR="91428" marT="45726" marB="45726" anchor="ctr"/>
                </a:tc>
                <a:tc>
                  <a:txBody>
                    <a:bodyPr/>
                    <a:lstStyle/>
                    <a:p>
                      <a:pPr algn="ctr"/>
                      <a:r>
                        <a:rPr lang="en-US" altLang="zh-CN" sz="1600" b="0" dirty="0">
                          <a:solidFill>
                            <a:schemeClr val="tx1"/>
                          </a:solidFill>
                        </a:rPr>
                        <a:t>1</a:t>
                      </a:r>
                      <a:endParaRPr lang="zh-CN" altLang="en-US" sz="1600" b="0" dirty="0">
                        <a:solidFill>
                          <a:schemeClr val="tx1"/>
                        </a:solidFill>
                      </a:endParaRPr>
                    </a:p>
                  </a:txBody>
                  <a:tcPr marL="91428" marR="91428" marT="45726" marB="45726" anchor="ctr"/>
                </a:tc>
              </a:tr>
              <a:tr h="335280">
                <a:tc>
                  <a:txBody>
                    <a:bodyPr/>
                    <a:lstStyle/>
                    <a:p>
                      <a:pPr algn="ctr"/>
                      <a:r>
                        <a:rPr lang="en-US" altLang="zh-CN" sz="1600" b="0" dirty="0">
                          <a:solidFill>
                            <a:schemeClr val="tx1"/>
                          </a:solidFill>
                        </a:rPr>
                        <a:t>1</a:t>
                      </a:r>
                      <a:endParaRPr lang="zh-CN" altLang="en-US" sz="1600" b="0" dirty="0">
                        <a:solidFill>
                          <a:schemeClr val="tx1"/>
                        </a:solidFill>
                      </a:endParaRPr>
                    </a:p>
                  </a:txBody>
                  <a:tcPr marL="91428" marR="91428" marT="45726" marB="45726" anchor="ctr"/>
                </a:tc>
                <a:tc>
                  <a:txBody>
                    <a:bodyPr/>
                    <a:lstStyle/>
                    <a:p>
                      <a:pPr algn="ctr"/>
                      <a:r>
                        <a:rPr lang="en-US" altLang="zh-CN" sz="1600" b="0" dirty="0">
                          <a:solidFill>
                            <a:schemeClr val="tx1"/>
                          </a:solidFill>
                        </a:rPr>
                        <a:t>0</a:t>
                      </a:r>
                      <a:endParaRPr lang="zh-CN" altLang="en-US" sz="1600" b="0" dirty="0">
                        <a:solidFill>
                          <a:schemeClr val="tx1"/>
                        </a:solidFill>
                      </a:endParaRPr>
                    </a:p>
                  </a:txBody>
                  <a:tcPr marL="91428" marR="91428" marT="45726" marB="45726" anchor="ctr"/>
                </a:tc>
                <a:tc>
                  <a:txBody>
                    <a:bodyPr/>
                    <a:lstStyle/>
                    <a:p>
                      <a:pPr algn="ctr"/>
                      <a:r>
                        <a:rPr lang="en-US" altLang="zh-CN" sz="1600" b="0" dirty="0">
                          <a:solidFill>
                            <a:schemeClr val="tx1"/>
                          </a:solidFill>
                        </a:rPr>
                        <a:t>1</a:t>
                      </a:r>
                      <a:endParaRPr lang="zh-CN" altLang="en-US" sz="1600" b="0" dirty="0">
                        <a:solidFill>
                          <a:schemeClr val="tx1"/>
                        </a:solidFill>
                      </a:endParaRPr>
                    </a:p>
                  </a:txBody>
                  <a:tcPr marL="91428" marR="91428" marT="45726" marB="45726" anchor="ctr"/>
                </a:tc>
                <a:tc>
                  <a:txBody>
                    <a:bodyPr/>
                    <a:lstStyle/>
                    <a:p>
                      <a:pPr algn="ctr"/>
                      <a:r>
                        <a:rPr lang="en-US" altLang="zh-CN" sz="1600" b="0" dirty="0">
                          <a:solidFill>
                            <a:schemeClr val="tx1"/>
                          </a:solidFill>
                        </a:rPr>
                        <a:t>1</a:t>
                      </a:r>
                      <a:endParaRPr lang="zh-CN" altLang="en-US" sz="1600" b="0" dirty="0">
                        <a:solidFill>
                          <a:schemeClr val="tx1"/>
                        </a:solidFill>
                      </a:endParaRPr>
                    </a:p>
                  </a:txBody>
                  <a:tcPr marL="91428" marR="91428" marT="45726" marB="45726" anchor="ctr"/>
                </a:tc>
                <a:tc>
                  <a:txBody>
                    <a:bodyPr/>
                    <a:lstStyle/>
                    <a:p>
                      <a:pPr algn="ctr"/>
                      <a:r>
                        <a:rPr lang="en-US" altLang="zh-CN" sz="1600" b="0" dirty="0">
                          <a:solidFill>
                            <a:schemeClr val="tx1"/>
                          </a:solidFill>
                        </a:rPr>
                        <a:t>0</a:t>
                      </a:r>
                      <a:endParaRPr lang="zh-CN" altLang="en-US" sz="1600" b="0" dirty="0">
                        <a:solidFill>
                          <a:schemeClr val="tx1"/>
                        </a:solidFill>
                      </a:endParaRPr>
                    </a:p>
                  </a:txBody>
                  <a:tcPr marL="91428" marR="91428" marT="45726" marB="45726" anchor="ctr"/>
                </a:tc>
                <a:tc>
                  <a:txBody>
                    <a:bodyPr/>
                    <a:lstStyle/>
                    <a:p>
                      <a:pPr algn="ctr"/>
                      <a:r>
                        <a:rPr lang="en-US" altLang="zh-CN" sz="1600" b="0" dirty="0">
                          <a:solidFill>
                            <a:schemeClr val="tx1"/>
                          </a:solidFill>
                        </a:rPr>
                        <a:t>0</a:t>
                      </a:r>
                      <a:endParaRPr lang="zh-CN" altLang="en-US" sz="1600" b="0" dirty="0">
                        <a:solidFill>
                          <a:schemeClr val="tx1"/>
                        </a:solidFill>
                      </a:endParaRPr>
                    </a:p>
                  </a:txBody>
                  <a:tcPr marL="91428" marR="91428" marT="45726" marB="45726" anchor="ctr"/>
                </a:tc>
              </a:tr>
              <a:tr h="335280">
                <a:tc>
                  <a:txBody>
                    <a:bodyPr/>
                    <a:lstStyle/>
                    <a:p>
                      <a:pPr algn="ctr"/>
                      <a:r>
                        <a:rPr lang="en-US" altLang="zh-CN" sz="1600" b="0" dirty="0">
                          <a:solidFill>
                            <a:schemeClr val="tx1"/>
                          </a:solidFill>
                        </a:rPr>
                        <a:t>1</a:t>
                      </a:r>
                      <a:endParaRPr lang="zh-CN" altLang="en-US" sz="1600" b="0" dirty="0">
                        <a:solidFill>
                          <a:schemeClr val="tx1"/>
                        </a:solidFill>
                      </a:endParaRPr>
                    </a:p>
                  </a:txBody>
                  <a:tcPr marL="91428" marR="91428" marT="45726" marB="45726" anchor="ctr"/>
                </a:tc>
                <a:tc>
                  <a:txBody>
                    <a:bodyPr/>
                    <a:lstStyle/>
                    <a:p>
                      <a:pPr algn="ctr"/>
                      <a:r>
                        <a:rPr lang="en-US" altLang="zh-CN" sz="1600" b="0" dirty="0">
                          <a:solidFill>
                            <a:schemeClr val="tx1"/>
                          </a:solidFill>
                        </a:rPr>
                        <a:t>1</a:t>
                      </a:r>
                      <a:endParaRPr lang="zh-CN" altLang="en-US" sz="1600" b="0" dirty="0">
                        <a:solidFill>
                          <a:schemeClr val="tx1"/>
                        </a:solidFill>
                      </a:endParaRPr>
                    </a:p>
                  </a:txBody>
                  <a:tcPr marL="91428" marR="91428" marT="45726" marB="45726" anchor="ctr"/>
                </a:tc>
                <a:tc>
                  <a:txBody>
                    <a:bodyPr/>
                    <a:lstStyle/>
                    <a:p>
                      <a:pPr algn="ctr"/>
                      <a:r>
                        <a:rPr lang="en-US" altLang="zh-CN" sz="1600" b="0" dirty="0">
                          <a:solidFill>
                            <a:schemeClr val="tx1"/>
                          </a:solidFill>
                        </a:rPr>
                        <a:t>0</a:t>
                      </a:r>
                      <a:endParaRPr lang="zh-CN" altLang="en-US" sz="1600" b="0" dirty="0">
                        <a:solidFill>
                          <a:schemeClr val="tx1"/>
                        </a:solidFill>
                      </a:endParaRPr>
                    </a:p>
                  </a:txBody>
                  <a:tcPr marL="91428" marR="91428" marT="45726" marB="45726" anchor="ctr"/>
                </a:tc>
                <a:tc>
                  <a:txBody>
                    <a:bodyPr/>
                    <a:lstStyle/>
                    <a:p>
                      <a:pPr algn="ctr"/>
                      <a:r>
                        <a:rPr lang="en-US" altLang="zh-CN" sz="1600" b="0" dirty="0">
                          <a:solidFill>
                            <a:schemeClr val="tx1"/>
                          </a:solidFill>
                        </a:rPr>
                        <a:t>1</a:t>
                      </a:r>
                      <a:endParaRPr lang="zh-CN" altLang="en-US" sz="1600" b="0" dirty="0">
                        <a:solidFill>
                          <a:schemeClr val="tx1"/>
                        </a:solidFill>
                      </a:endParaRPr>
                    </a:p>
                  </a:txBody>
                  <a:tcPr marL="91428" marR="91428" marT="45726" marB="45726" anchor="ctr"/>
                </a:tc>
                <a:tc>
                  <a:txBody>
                    <a:bodyPr/>
                    <a:lstStyle/>
                    <a:p>
                      <a:pPr algn="ctr"/>
                      <a:r>
                        <a:rPr lang="en-US" altLang="zh-CN" sz="1600" b="0" dirty="0">
                          <a:solidFill>
                            <a:schemeClr val="tx1"/>
                          </a:solidFill>
                        </a:rPr>
                        <a:t>1</a:t>
                      </a:r>
                      <a:endParaRPr lang="zh-CN" altLang="en-US" sz="1600" b="0" dirty="0">
                        <a:solidFill>
                          <a:schemeClr val="tx1"/>
                        </a:solidFill>
                      </a:endParaRPr>
                    </a:p>
                  </a:txBody>
                  <a:tcPr marL="91428" marR="91428" marT="45726" marB="45726" anchor="ctr"/>
                </a:tc>
                <a:tc>
                  <a:txBody>
                    <a:bodyPr/>
                    <a:lstStyle/>
                    <a:p>
                      <a:pPr algn="ctr"/>
                      <a:r>
                        <a:rPr lang="en-US" altLang="zh-CN" sz="1600" b="0" dirty="0">
                          <a:solidFill>
                            <a:schemeClr val="tx1"/>
                          </a:solidFill>
                        </a:rPr>
                        <a:t>1</a:t>
                      </a:r>
                      <a:endParaRPr lang="zh-CN" altLang="en-US" sz="1600" b="0" dirty="0">
                        <a:solidFill>
                          <a:schemeClr val="tx1"/>
                        </a:solidFill>
                      </a:endParaRPr>
                    </a:p>
                  </a:txBody>
                  <a:tcPr marL="91428" marR="91428" marT="45726" marB="45726" anchor="ctr"/>
                </a:tc>
              </a:tr>
              <a:tr h="335280">
                <a:tc>
                  <a:txBody>
                    <a:bodyPr/>
                    <a:lstStyle/>
                    <a:p>
                      <a:pPr algn="ctr"/>
                      <a:r>
                        <a:rPr lang="en-US" altLang="zh-CN" sz="1600" b="0" dirty="0">
                          <a:solidFill>
                            <a:schemeClr val="tx1"/>
                          </a:solidFill>
                        </a:rPr>
                        <a:t>1</a:t>
                      </a:r>
                      <a:endParaRPr lang="zh-CN" altLang="en-US" sz="1600" b="0" dirty="0">
                        <a:solidFill>
                          <a:schemeClr val="tx1"/>
                        </a:solidFill>
                      </a:endParaRPr>
                    </a:p>
                  </a:txBody>
                  <a:tcPr marL="91428" marR="91428" marT="45726" marB="45726" anchor="ctr"/>
                </a:tc>
                <a:tc>
                  <a:txBody>
                    <a:bodyPr/>
                    <a:lstStyle/>
                    <a:p>
                      <a:pPr algn="ctr"/>
                      <a:r>
                        <a:rPr lang="en-US" altLang="zh-CN" sz="1600" b="0" dirty="0">
                          <a:solidFill>
                            <a:schemeClr val="tx1"/>
                          </a:solidFill>
                        </a:rPr>
                        <a:t>1</a:t>
                      </a:r>
                      <a:endParaRPr lang="zh-CN" altLang="en-US" sz="1600" b="0" dirty="0">
                        <a:solidFill>
                          <a:schemeClr val="tx1"/>
                        </a:solidFill>
                      </a:endParaRPr>
                    </a:p>
                  </a:txBody>
                  <a:tcPr marL="91428" marR="91428" marT="45726" marB="45726" anchor="ctr"/>
                </a:tc>
                <a:tc>
                  <a:txBody>
                    <a:bodyPr/>
                    <a:lstStyle/>
                    <a:p>
                      <a:pPr algn="ctr"/>
                      <a:r>
                        <a:rPr lang="en-US" altLang="zh-CN" sz="1600" b="0" dirty="0">
                          <a:solidFill>
                            <a:schemeClr val="tx1"/>
                          </a:solidFill>
                        </a:rPr>
                        <a:t>1</a:t>
                      </a:r>
                      <a:endParaRPr lang="zh-CN" altLang="en-US" sz="1600" b="0" dirty="0">
                        <a:solidFill>
                          <a:schemeClr val="tx1"/>
                        </a:solidFill>
                      </a:endParaRPr>
                    </a:p>
                  </a:txBody>
                  <a:tcPr marL="91428" marR="91428" marT="45726" marB="45726" anchor="ctr"/>
                </a:tc>
                <a:tc>
                  <a:txBody>
                    <a:bodyPr/>
                    <a:lstStyle/>
                    <a:p>
                      <a:pPr algn="ctr"/>
                      <a:r>
                        <a:rPr lang="en-US" altLang="zh-CN" sz="1600" b="0" dirty="0">
                          <a:solidFill>
                            <a:schemeClr val="tx1"/>
                          </a:solidFill>
                        </a:rPr>
                        <a:t>1</a:t>
                      </a:r>
                      <a:endParaRPr lang="zh-CN" altLang="en-US" sz="1600" b="0" dirty="0">
                        <a:solidFill>
                          <a:schemeClr val="tx1"/>
                        </a:solidFill>
                      </a:endParaRPr>
                    </a:p>
                  </a:txBody>
                  <a:tcPr marL="91428" marR="91428" marT="45726" marB="45726" anchor="ctr"/>
                </a:tc>
                <a:tc>
                  <a:txBody>
                    <a:bodyPr/>
                    <a:lstStyle/>
                    <a:p>
                      <a:pPr algn="ctr"/>
                      <a:r>
                        <a:rPr lang="en-US" altLang="zh-CN" sz="1600" b="0" dirty="0">
                          <a:solidFill>
                            <a:schemeClr val="tx1"/>
                          </a:solidFill>
                        </a:rPr>
                        <a:t>0</a:t>
                      </a:r>
                      <a:endParaRPr lang="zh-CN" altLang="en-US" sz="1600" b="0" dirty="0">
                        <a:solidFill>
                          <a:schemeClr val="tx1"/>
                        </a:solidFill>
                      </a:endParaRPr>
                    </a:p>
                  </a:txBody>
                  <a:tcPr marL="91428" marR="91428" marT="45726" marB="45726" anchor="ctr"/>
                </a:tc>
                <a:tc>
                  <a:txBody>
                    <a:bodyPr/>
                    <a:lstStyle/>
                    <a:p>
                      <a:pPr algn="ctr"/>
                      <a:r>
                        <a:rPr lang="en-US" altLang="zh-CN" sz="1600" b="0" dirty="0">
                          <a:solidFill>
                            <a:schemeClr val="tx1"/>
                          </a:solidFill>
                        </a:rPr>
                        <a:t>0</a:t>
                      </a:r>
                      <a:endParaRPr lang="zh-CN" altLang="en-US" sz="1600" b="0" dirty="0">
                        <a:solidFill>
                          <a:schemeClr val="tx1"/>
                        </a:solidFill>
                      </a:endParaRPr>
                    </a:p>
                  </a:txBody>
                  <a:tcPr marL="91428" marR="91428" marT="45726" marB="45726" anchor="ctr"/>
                </a:tc>
              </a:tr>
            </a:tbl>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7" name="灯片编号占位符 3"/>
          <p:cNvSpPr>
            <a:spLocks noGrp="1"/>
          </p:cNvSpPr>
          <p:nvPr>
            <p:ph type="sldNum" sz="quarter" idx="10"/>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r" eaLnBrk="1" hangingPunct="1">
              <a:buClrTx/>
              <a:buFontTx/>
            </a:pPr>
            <a:fld id="{9A0DB2DC-4C9A-4742-B13C-FB6460FD3503}" type="slidenum">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14338" name="日期占位符 4"/>
          <p:cNvSpPr>
            <a:spLocks noGrp="1"/>
          </p:cNvSpPr>
          <p:nvPr>
            <p:ph type="dt" sz="half" idx="11"/>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buClrTx/>
              <a:buFontTx/>
            </a:pPr>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14339" name="页脚占位符 5"/>
          <p:cNvSpPr>
            <a:spLocks noGrp="1"/>
          </p:cNvSpPr>
          <p:nvPr>
            <p:ph type="ftr" sz="quarter" idx="12"/>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buClrTx/>
              <a:buFontTx/>
            </a:pPr>
            <a:r>
              <a:rPr lang="en-US" altLang="zh-CN" sz="1200" b="1" i="1" dirty="0">
                <a:solidFill>
                  <a:srgbClr val="009999"/>
                </a:solidFill>
                <a:latin typeface="Arial Narrow" panose="020B0606020202030204" pitchFamily="34" charset="0"/>
              </a:rPr>
              <a:t>School of Computer Science, BUPT</a:t>
            </a:r>
            <a:endParaRPr lang="zh-CN" altLang="en-US" sz="1200" b="1" i="1" dirty="0">
              <a:solidFill>
                <a:srgbClr val="009999"/>
              </a:solidFill>
              <a:latin typeface="Arial Narrow" panose="020B0606020202030204" pitchFamily="34" charset="0"/>
            </a:endParaRPr>
          </a:p>
        </p:txBody>
      </p:sp>
      <p:sp>
        <p:nvSpPr>
          <p:cNvPr id="14340" name="Rectangle 2"/>
          <p:cNvSpPr>
            <a:spLocks noGrp="1"/>
          </p:cNvSpPr>
          <p:nvPr>
            <p:ph type="title"/>
          </p:nvPr>
        </p:nvSpPr>
        <p:spPr/>
        <p:txBody>
          <a:bodyPr vert="horz" wrap="square" lIns="91440" tIns="45720" rIns="91440" bIns="45720" anchor="b" anchorCtr="0"/>
          <a:p>
            <a:pPr eaLnBrk="1" hangingPunct="1"/>
            <a:r>
              <a:rPr lang="en-US" altLang="zh-CN" dirty="0"/>
              <a:t>Question</a:t>
            </a:r>
            <a:endParaRPr lang="en-US" altLang="zh-CN" dirty="0"/>
          </a:p>
        </p:txBody>
      </p:sp>
      <p:sp>
        <p:nvSpPr>
          <p:cNvPr id="14341" name="Rectangle 3"/>
          <p:cNvSpPr>
            <a:spLocks noGrp="1"/>
          </p:cNvSpPr>
          <p:nvPr>
            <p:ph idx="1"/>
          </p:nvPr>
        </p:nvSpPr>
        <p:spPr>
          <a:xfrm>
            <a:off x="899478" y="1340485"/>
            <a:ext cx="7772400" cy="4114800"/>
          </a:xfrm>
        </p:spPr>
        <p:txBody>
          <a:bodyPr vert="horz" wrap="square" lIns="91440" tIns="45720" rIns="91440" bIns="45720" anchor="t" anchorCtr="0"/>
          <a:p>
            <a:pPr eaLnBrk="1" hangingPunct="1"/>
            <a:r>
              <a:rPr lang="en-US" altLang="zh-CN" dirty="0">
                <a:latin typeface="Times New Roman" panose="02020503050405090304" pitchFamily="18" charset="0"/>
              </a:rPr>
              <a:t>How many different propositions can be constructed from </a:t>
            </a:r>
            <a:r>
              <a:rPr lang="en-US" altLang="zh-CN" i="1" dirty="0">
                <a:latin typeface="Times New Roman" panose="02020503050405090304" pitchFamily="18" charset="0"/>
              </a:rPr>
              <a:t>n</a:t>
            </a:r>
            <a:r>
              <a:rPr lang="en-US" altLang="zh-CN" dirty="0">
                <a:latin typeface="Times New Roman" panose="02020503050405090304" pitchFamily="18" charset="0"/>
              </a:rPr>
              <a:t> propositional variables?</a:t>
            </a:r>
            <a:endParaRPr lang="en-US" altLang="zh-CN" dirty="0">
              <a:solidFill>
                <a:srgbClr val="FF0000"/>
              </a:solidFill>
              <a:latin typeface="Times New Roman" panose="02020503050405090304" pitchFamily="18" charset="0"/>
            </a:endParaRPr>
          </a:p>
          <a:p>
            <a:pPr lvl="1" eaLnBrk="1" hangingPunct="1"/>
            <a:r>
              <a:rPr lang="en-US" altLang="zh-CN" i="1" dirty="0">
                <a:solidFill>
                  <a:srgbClr val="FF0000"/>
                </a:solidFill>
                <a:latin typeface="Times New Roman" panose="02020503050405090304" pitchFamily="18" charset="0"/>
                <a:sym typeface="+mn-ea"/>
              </a:rPr>
              <a:t>n</a:t>
            </a:r>
            <a:r>
              <a:rPr lang="en-US" altLang="zh-CN" dirty="0">
                <a:solidFill>
                  <a:srgbClr val="FF0000"/>
                </a:solidFill>
                <a:latin typeface="Times New Roman" panose="02020503050405090304" pitchFamily="18" charset="0"/>
                <a:sym typeface="+mn-ea"/>
              </a:rPr>
              <a:t> propositional variables </a:t>
            </a:r>
            <a:r>
              <a:rPr lang="zh-CN" altLang="en-US" dirty="0">
                <a:solidFill>
                  <a:srgbClr val="FF0000"/>
                </a:solidFill>
                <a:latin typeface="Times New Roman" panose="02020503050405090304" pitchFamily="18" charset="0"/>
                <a:sym typeface="+mn-ea"/>
              </a:rPr>
              <a:t>：</a:t>
            </a:r>
            <a:r>
              <a:rPr lang="en-US" altLang="zh-CN" dirty="0">
                <a:solidFill>
                  <a:srgbClr val="FF0000"/>
                </a:solidFill>
                <a:latin typeface="Times New Roman" panose="02020503050405090304" pitchFamily="18" charset="0"/>
                <a:sym typeface="+mn-ea"/>
              </a:rPr>
              <a:t> 2</a:t>
            </a:r>
            <a:r>
              <a:rPr lang="en-US" altLang="zh-CN" i="1" baseline="30000" dirty="0">
                <a:solidFill>
                  <a:srgbClr val="FF0000"/>
                </a:solidFill>
                <a:latin typeface="Times New Roman" panose="02020503050405090304" pitchFamily="18" charset="0"/>
                <a:sym typeface="+mn-ea"/>
              </a:rPr>
              <a:t>n</a:t>
            </a:r>
            <a:r>
              <a:rPr lang="en-US" altLang="zh-CN" i="1" dirty="0">
                <a:solidFill>
                  <a:srgbClr val="FF0000"/>
                </a:solidFill>
                <a:latin typeface="Times New Roman" panose="02020503050405090304" pitchFamily="18" charset="0"/>
                <a:sym typeface="+mn-ea"/>
              </a:rPr>
              <a:t> </a:t>
            </a:r>
            <a:r>
              <a:rPr lang="en-US" altLang="zh-CN" dirty="0">
                <a:solidFill>
                  <a:srgbClr val="FF0000"/>
                </a:solidFill>
                <a:latin typeface="Times New Roman" panose="02020503050405090304" pitchFamily="18" charset="0"/>
                <a:sym typeface="+mn-ea"/>
              </a:rPr>
              <a:t>rows</a:t>
            </a:r>
            <a:endParaRPr lang="zh-CN" altLang="en-US" dirty="0"/>
          </a:p>
          <a:p>
            <a:pPr lvl="1" eaLnBrk="1" hangingPunct="1"/>
            <a:r>
              <a:rPr lang="en-US" altLang="zh-CN" dirty="0">
                <a:latin typeface="Times New Roman" panose="02020503050405090304" pitchFamily="18" charset="0"/>
                <a:cs typeface="Times New Roman" panose="02020503050405090304" pitchFamily="18" charset="0"/>
                <a:sym typeface="+mn-ea"/>
              </a:rPr>
              <a:t>we can construct </a:t>
            </a:r>
            <a:r>
              <a:rPr lang="en-US" altLang="zh-CN" baseline="30000" dirty="0">
                <a:latin typeface="Times New Roman" panose="02020503050405090304" pitchFamily="18" charset="0"/>
                <a:cs typeface="Times New Roman" panose="02020503050405090304" pitchFamily="18" charset="0"/>
                <a:sym typeface="+mn-ea"/>
              </a:rPr>
              <a:t>    </a:t>
            </a:r>
            <a:r>
              <a:rPr lang="en-US" altLang="zh-CN" dirty="0">
                <a:latin typeface="Times New Roman" panose="02020503050405090304" pitchFamily="18" charset="0"/>
                <a:cs typeface="Times New Roman" panose="02020503050405090304" pitchFamily="18" charset="0"/>
                <a:sym typeface="+mn-ea"/>
              </a:rPr>
              <a:t>  distinct (i.e., not equivalent) propositions. </a:t>
            </a:r>
            <a:endParaRPr lang="en-US" altLang="zh-CN" dirty="0">
              <a:latin typeface="Times New Roman" panose="02020503050405090304" pitchFamily="18" charset="0"/>
              <a:cs typeface="Times New Roman" panose="02020503050405090304" pitchFamily="18" charset="0"/>
            </a:endParaRPr>
          </a:p>
          <a:p>
            <a:pPr eaLnBrk="1" hangingPunct="1"/>
            <a:endParaRPr lang="zh-CN" altLang="en-US" dirty="0"/>
          </a:p>
          <a:p>
            <a:pPr eaLnBrk="1" hangingPunct="1"/>
            <a:endParaRPr lang="zh-CN" altLang="en-US" dirty="0"/>
          </a:p>
        </p:txBody>
      </p:sp>
      <p:graphicFrame>
        <p:nvGraphicFramePr>
          <p:cNvPr id="49156" name="对象 3"/>
          <p:cNvGraphicFramePr>
            <a:graphicFrameLocks noChangeAspect="1"/>
          </p:cNvGraphicFramePr>
          <p:nvPr/>
        </p:nvGraphicFramePr>
        <p:xfrm>
          <a:off x="4140200" y="2781300"/>
          <a:ext cx="608013" cy="823913"/>
        </p:xfrm>
        <a:graphic>
          <a:graphicData uri="http://schemas.openxmlformats.org/presentationml/2006/ole">
            <mc:AlternateContent xmlns:mc="http://schemas.openxmlformats.org/markup-compatibility/2006">
              <mc:Choice xmlns:v="urn:schemas-microsoft-com:vml" Requires="v">
                <p:oleObj spid="_x0000_s3078" name="" r:id="rId1" imgW="177800" imgH="240665" progId="Equation.DSMT4">
                  <p:embed/>
                </p:oleObj>
              </mc:Choice>
              <mc:Fallback>
                <p:oleObj name="" r:id="rId1" imgW="177800" imgH="240665" progId="Equation.DSMT4">
                  <p:embed/>
                  <p:pic>
                    <p:nvPicPr>
                      <p:cNvPr id="0" name="图片 3077"/>
                      <p:cNvPicPr/>
                      <p:nvPr/>
                    </p:nvPicPr>
                    <p:blipFill>
                      <a:blip r:embed="rId2"/>
                      <a:stretch>
                        <a:fillRect/>
                      </a:stretch>
                    </p:blipFill>
                    <p:spPr>
                      <a:xfrm>
                        <a:off x="4140200" y="2781300"/>
                        <a:ext cx="608013" cy="823913"/>
                      </a:xfrm>
                      <a:prstGeom prst="rect">
                        <a:avLst/>
                      </a:prstGeom>
                      <a:noFill/>
                      <a:ln w="38100">
                        <a:noFill/>
                        <a:miter/>
                      </a:ln>
                    </p:spPr>
                  </p:pic>
                </p:oleObj>
              </mc:Fallback>
            </mc:AlternateContent>
          </a:graphicData>
        </a:graphic>
      </p:graphicFrame>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1" name="灯片编号占位符 3"/>
          <p:cNvSpPr>
            <a:spLocks noGrp="1"/>
          </p:cNvSpPr>
          <p:nvPr>
            <p:ph type="sldNum" sz="quarter" idx="10"/>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r" eaLnBrk="1" hangingPunct="1">
              <a:buClrTx/>
              <a:buFontTx/>
            </a:pPr>
            <a:fld id="{9A0DB2DC-4C9A-4742-B13C-FB6460FD3503}" type="slidenum">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15362" name="日期占位符 4"/>
          <p:cNvSpPr>
            <a:spLocks noGrp="1"/>
          </p:cNvSpPr>
          <p:nvPr>
            <p:ph type="dt" sz="half" idx="11"/>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buClrTx/>
              <a:buFontTx/>
            </a:pPr>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15363" name="页脚占位符 5"/>
          <p:cNvSpPr>
            <a:spLocks noGrp="1"/>
          </p:cNvSpPr>
          <p:nvPr>
            <p:ph type="ftr" sz="quarter" idx="12"/>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buClrTx/>
              <a:buFontTx/>
            </a:pPr>
            <a:r>
              <a:rPr lang="en-US" altLang="zh-CN" sz="1200" b="1" i="1" dirty="0">
                <a:solidFill>
                  <a:srgbClr val="009999"/>
                </a:solidFill>
                <a:latin typeface="Arial Narrow" panose="020B0606020202030204" pitchFamily="34" charset="0"/>
              </a:rPr>
              <a:t>School of Computer Science, BUPT</a:t>
            </a:r>
            <a:endParaRPr lang="zh-CN" altLang="en-US" sz="1200" b="1" i="1" dirty="0">
              <a:solidFill>
                <a:srgbClr val="009999"/>
              </a:solidFill>
              <a:latin typeface="Arial Narrow" panose="020B0606020202030204" pitchFamily="34" charset="0"/>
            </a:endParaRPr>
          </a:p>
        </p:txBody>
      </p:sp>
      <p:sp>
        <p:nvSpPr>
          <p:cNvPr id="15364" name="Rectangle 2"/>
          <p:cNvSpPr>
            <a:spLocks noGrp="1"/>
          </p:cNvSpPr>
          <p:nvPr>
            <p:ph type="title"/>
          </p:nvPr>
        </p:nvSpPr>
        <p:spPr/>
        <p:txBody>
          <a:bodyPr vert="horz" wrap="square" lIns="91440" tIns="45720" rIns="91440" bIns="45720" anchor="b" anchorCtr="0"/>
          <a:p>
            <a:pPr eaLnBrk="1" hangingPunct="1"/>
            <a:r>
              <a:rPr lang="zh-CN" altLang="en-US" b="1" dirty="0"/>
              <a:t>命题公式的分类</a:t>
            </a:r>
            <a:endParaRPr lang="zh-CN" altLang="en-US" dirty="0"/>
          </a:p>
        </p:txBody>
      </p:sp>
      <p:sp>
        <p:nvSpPr>
          <p:cNvPr id="15365" name="Rectangle 3"/>
          <p:cNvSpPr>
            <a:spLocks noGrp="1"/>
          </p:cNvSpPr>
          <p:nvPr>
            <p:ph idx="1"/>
          </p:nvPr>
        </p:nvSpPr>
        <p:spPr/>
        <p:txBody>
          <a:bodyPr vert="horz" wrap="square" lIns="91440" tIns="45720" rIns="91440" bIns="45720" anchor="t" anchorCtr="0"/>
          <a:p>
            <a:pPr eaLnBrk="1" hangingPunct="1">
              <a:lnSpc>
                <a:spcPct val="90000"/>
              </a:lnSpc>
            </a:pPr>
            <a:r>
              <a:rPr lang="en-US" altLang="zh-CN" sz="2800" dirty="0">
                <a:latin typeface="Times New Roman" panose="02020503050405090304" pitchFamily="18" charset="0"/>
              </a:rPr>
              <a:t>A </a:t>
            </a:r>
            <a:r>
              <a:rPr lang="en-US" altLang="zh-CN" sz="2800" b="1" i="1" dirty="0">
                <a:solidFill>
                  <a:schemeClr val="hlink"/>
                </a:solidFill>
                <a:latin typeface="Times New Roman" panose="02020503050405090304" pitchFamily="18" charset="0"/>
              </a:rPr>
              <a:t>tautology</a:t>
            </a:r>
            <a:r>
              <a:rPr lang="en-US" altLang="zh-CN" sz="2800" i="1" dirty="0">
                <a:latin typeface="Times New Roman" panose="02020503050405090304" pitchFamily="18" charset="0"/>
              </a:rPr>
              <a:t> （</a:t>
            </a:r>
            <a:r>
              <a:rPr lang="zh-CN" altLang="en-US" sz="2800" i="1" dirty="0">
                <a:latin typeface="Times New Roman" panose="02020503050405090304" pitchFamily="18" charset="0"/>
              </a:rPr>
              <a:t>永真式）</a:t>
            </a:r>
            <a:r>
              <a:rPr lang="en-US" altLang="zh-CN" sz="2800" dirty="0">
                <a:latin typeface="Times New Roman" panose="02020503050405090304" pitchFamily="18" charset="0"/>
              </a:rPr>
              <a:t>is a proposition which is always true .</a:t>
            </a:r>
            <a:endParaRPr lang="en-US" altLang="zh-CN" sz="2800" dirty="0">
              <a:latin typeface="Times New Roman" panose="02020503050405090304" pitchFamily="18" charset="0"/>
            </a:endParaRPr>
          </a:p>
          <a:p>
            <a:pPr lvl="1" eaLnBrk="1" hangingPunct="1">
              <a:lnSpc>
                <a:spcPct val="90000"/>
              </a:lnSpc>
            </a:pPr>
            <a:r>
              <a:rPr lang="en-US" altLang="zh-CN" sz="2400" dirty="0">
                <a:latin typeface="Times New Roman" panose="02020503050405090304" pitchFamily="18" charset="0"/>
              </a:rPr>
              <a:t>Classic Example: p</a:t>
            </a:r>
            <a:r>
              <a:rPr lang="en-US" altLang="zh-CN" sz="2400" dirty="0">
                <a:latin typeface="Symbol" panose="05050102010706020507" pitchFamily="18" charset="2"/>
              </a:rPr>
              <a:t>Ú</a:t>
            </a:r>
            <a:r>
              <a:rPr lang="en-US" altLang="zh-CN" sz="2400" dirty="0">
                <a:latin typeface="Times New Roman" panose="02020503050405090304" pitchFamily="18" charset="0"/>
                <a:sym typeface="Symbol" panose="05050102010706020507" pitchFamily="18" charset="2"/>
              </a:rPr>
              <a:t>¬</a:t>
            </a:r>
            <a:r>
              <a:rPr lang="en-US" altLang="zh-CN" sz="2400" dirty="0">
                <a:latin typeface="Times New Roman" panose="02020503050405090304" pitchFamily="18" charset="0"/>
              </a:rPr>
              <a:t>p</a:t>
            </a:r>
            <a:endParaRPr lang="en-US" altLang="zh-CN" sz="2400" dirty="0">
              <a:latin typeface="Times New Roman" panose="02020503050405090304" pitchFamily="18" charset="0"/>
            </a:endParaRPr>
          </a:p>
          <a:p>
            <a:pPr eaLnBrk="1" hangingPunct="1">
              <a:lnSpc>
                <a:spcPct val="90000"/>
              </a:lnSpc>
            </a:pPr>
            <a:r>
              <a:rPr lang="en-US" altLang="zh-CN" sz="2800" dirty="0">
                <a:latin typeface="Times New Roman" panose="02020503050405090304" pitchFamily="18" charset="0"/>
              </a:rPr>
              <a:t>A </a:t>
            </a:r>
            <a:r>
              <a:rPr lang="en-US" altLang="zh-CN" sz="2800" b="1" i="1" dirty="0">
                <a:solidFill>
                  <a:schemeClr val="hlink"/>
                </a:solidFill>
                <a:latin typeface="Times New Roman" panose="02020503050405090304" pitchFamily="18" charset="0"/>
              </a:rPr>
              <a:t>contradiction</a:t>
            </a:r>
            <a:r>
              <a:rPr lang="en-US" altLang="zh-CN" sz="2800" i="1" dirty="0">
                <a:latin typeface="Times New Roman" panose="02020503050405090304" pitchFamily="18" charset="0"/>
              </a:rPr>
              <a:t> （</a:t>
            </a:r>
            <a:r>
              <a:rPr lang="zh-CN" altLang="en-US" sz="2800" i="1" dirty="0">
                <a:latin typeface="Times New Roman" panose="02020503050405090304" pitchFamily="18" charset="0"/>
              </a:rPr>
              <a:t>永假式）</a:t>
            </a:r>
            <a:r>
              <a:rPr lang="en-US" altLang="zh-CN" sz="2800" dirty="0">
                <a:latin typeface="Times New Roman" panose="02020503050405090304" pitchFamily="18" charset="0"/>
              </a:rPr>
              <a:t>is a proposition which is always false .</a:t>
            </a:r>
            <a:endParaRPr lang="en-US" altLang="zh-CN" sz="2800" dirty="0">
              <a:latin typeface="Times New Roman" panose="02020503050405090304" pitchFamily="18" charset="0"/>
            </a:endParaRPr>
          </a:p>
          <a:p>
            <a:pPr lvl="1" eaLnBrk="1" hangingPunct="1">
              <a:lnSpc>
                <a:spcPct val="90000"/>
              </a:lnSpc>
            </a:pPr>
            <a:r>
              <a:rPr lang="en-US" altLang="zh-CN" sz="2400" dirty="0">
                <a:latin typeface="Times New Roman" panose="02020503050405090304" pitchFamily="18" charset="0"/>
              </a:rPr>
              <a:t>Classic Example: p</a:t>
            </a:r>
            <a:r>
              <a:rPr lang="en-US" altLang="zh-CN" sz="2400" dirty="0">
                <a:latin typeface="Symbol" panose="05050102010706020507" pitchFamily="18" charset="2"/>
              </a:rPr>
              <a:t>Ù</a:t>
            </a:r>
            <a:r>
              <a:rPr lang="en-US" altLang="zh-CN" sz="2400" dirty="0">
                <a:latin typeface="Times New Roman" panose="02020503050405090304" pitchFamily="18" charset="0"/>
                <a:sym typeface="Symbol" panose="05050102010706020507" pitchFamily="18" charset="2"/>
              </a:rPr>
              <a:t>¬</a:t>
            </a:r>
            <a:r>
              <a:rPr lang="en-US" altLang="zh-CN" sz="2400" dirty="0">
                <a:latin typeface="Times New Roman" panose="02020503050405090304" pitchFamily="18" charset="0"/>
              </a:rPr>
              <a:t>p</a:t>
            </a:r>
            <a:endParaRPr lang="en-US" altLang="zh-CN" sz="2400" dirty="0">
              <a:latin typeface="Times New Roman" panose="02020503050405090304" pitchFamily="18" charset="0"/>
            </a:endParaRPr>
          </a:p>
          <a:p>
            <a:pPr lvl="0" eaLnBrk="1" hangingPunct="1">
              <a:lnSpc>
                <a:spcPct val="90000"/>
              </a:lnSpc>
            </a:pPr>
            <a:r>
              <a:rPr lang="en-US" altLang="zh-CN" sz="2800" dirty="0">
                <a:latin typeface="Times New Roman" panose="02020503050405090304" pitchFamily="18" charset="0"/>
              </a:rPr>
              <a:t>A </a:t>
            </a:r>
            <a:r>
              <a:rPr lang="en-US" altLang="zh-CN" sz="2800" b="1" i="1" dirty="0">
                <a:solidFill>
                  <a:schemeClr val="hlink"/>
                </a:solidFill>
                <a:latin typeface="Times New Roman" panose="02020503050405090304" pitchFamily="18" charset="0"/>
              </a:rPr>
              <a:t>contingency</a:t>
            </a:r>
            <a:r>
              <a:rPr lang="en-US" altLang="zh-CN" sz="2800" i="1" dirty="0">
                <a:latin typeface="Times New Roman" panose="02020503050405090304" pitchFamily="18" charset="0"/>
              </a:rPr>
              <a:t>（</a:t>
            </a:r>
            <a:r>
              <a:rPr lang="zh-CN" altLang="en-US" sz="2800" i="1" dirty="0">
                <a:latin typeface="Times New Roman" panose="02020503050405090304" pitchFamily="18" charset="0"/>
              </a:rPr>
              <a:t>可能式</a:t>
            </a:r>
            <a:r>
              <a:rPr lang="en-US" altLang="zh-CN" sz="2800" i="1" dirty="0">
                <a:latin typeface="Times New Roman" panose="02020503050405090304" pitchFamily="18" charset="0"/>
              </a:rPr>
              <a:t>/</a:t>
            </a:r>
            <a:r>
              <a:rPr lang="zh-CN" altLang="en-US" sz="2800" i="1" dirty="0">
                <a:latin typeface="Times New Roman" panose="02020503050405090304" pitchFamily="18" charset="0"/>
              </a:rPr>
              <a:t>偶然</a:t>
            </a:r>
            <a:r>
              <a:rPr lang="zh-CN" altLang="en-US" sz="2800" i="1" dirty="0">
                <a:latin typeface="Times New Roman" panose="02020503050405090304" pitchFamily="18" charset="0"/>
              </a:rPr>
              <a:t>式） </a:t>
            </a:r>
            <a:r>
              <a:rPr lang="en-US" altLang="zh-CN" sz="2800" dirty="0">
                <a:latin typeface="Times New Roman" panose="02020503050405090304" pitchFamily="18" charset="0"/>
              </a:rPr>
              <a:t>is a proposition which neither a tautology nor a contradiction.</a:t>
            </a:r>
            <a:endParaRPr lang="en-US" altLang="zh-CN" sz="2800" dirty="0">
              <a:latin typeface="Times New Roman" panose="02020503050405090304" pitchFamily="18" charset="0"/>
            </a:endParaRPr>
          </a:p>
          <a:p>
            <a:pPr lvl="1" eaLnBrk="1" hangingPunct="1">
              <a:lnSpc>
                <a:spcPct val="90000"/>
              </a:lnSpc>
            </a:pPr>
            <a:r>
              <a:rPr lang="en-US" altLang="zh-CN" sz="2400" dirty="0">
                <a:latin typeface="Times New Roman" panose="02020503050405090304" pitchFamily="18" charset="0"/>
              </a:rPr>
              <a:t>Example: (</a:t>
            </a:r>
            <a:r>
              <a:rPr lang="en-US" altLang="zh-CN" sz="2400" i="1" dirty="0">
                <a:latin typeface="Times New Roman" panose="02020503050405090304" pitchFamily="18" charset="0"/>
              </a:rPr>
              <a:t>p </a:t>
            </a:r>
            <a:r>
              <a:rPr lang="en-US" altLang="zh-CN" sz="2400" dirty="0">
                <a:latin typeface="Symbol" panose="05050102010706020507" pitchFamily="18" charset="2"/>
              </a:rPr>
              <a:t>Ú</a:t>
            </a:r>
            <a:r>
              <a:rPr lang="zh-CN" altLang="en-US" sz="2400" dirty="0">
                <a:latin typeface="Symbol" panose="05050102010706020507" pitchFamily="18" charset="2"/>
              </a:rPr>
              <a:t> </a:t>
            </a:r>
            <a:r>
              <a:rPr lang="en-US" altLang="zh-CN" sz="2400" dirty="0">
                <a:latin typeface="Times New Roman" panose="02020503050405090304" pitchFamily="18" charset="0"/>
              </a:rPr>
              <a:t>q)</a:t>
            </a:r>
            <a:r>
              <a:rPr lang="en-US" altLang="zh-CN" sz="2400" dirty="0">
                <a:latin typeface="Symbol" panose="05050102010706020507" pitchFamily="18" charset="2"/>
              </a:rPr>
              <a:t>®</a:t>
            </a:r>
            <a:r>
              <a:rPr lang="en-US" altLang="zh-CN" sz="2400" dirty="0">
                <a:latin typeface="Times New Roman" panose="02020503050405090304" pitchFamily="18" charset="0"/>
                <a:sym typeface="Symbol" panose="05050102010706020507" pitchFamily="18" charset="2"/>
              </a:rPr>
              <a:t>¬</a:t>
            </a:r>
            <a:r>
              <a:rPr lang="en-US" altLang="zh-CN" sz="2400" i="1" dirty="0">
                <a:latin typeface="Times New Roman" panose="02020503050405090304" pitchFamily="18" charset="0"/>
              </a:rPr>
              <a:t>r</a:t>
            </a:r>
            <a:endParaRPr lang="en-US" altLang="zh-CN"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5" name="灯片编号占位符 3"/>
          <p:cNvSpPr>
            <a:spLocks noGrp="1"/>
          </p:cNvSpPr>
          <p:nvPr>
            <p:ph type="sldNum" sz="quarter" idx="10"/>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r" eaLnBrk="1" hangingPunct="1">
              <a:buClrTx/>
              <a:buFontTx/>
            </a:pPr>
            <a:fld id="{9A0DB2DC-4C9A-4742-B13C-FB6460FD3503}" type="slidenum">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16386" name="日期占位符 4"/>
          <p:cNvSpPr>
            <a:spLocks noGrp="1"/>
          </p:cNvSpPr>
          <p:nvPr>
            <p:ph type="dt" sz="half" idx="11"/>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buClrTx/>
              <a:buFontTx/>
            </a:pPr>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16387" name="页脚占位符 5"/>
          <p:cNvSpPr>
            <a:spLocks noGrp="1"/>
          </p:cNvSpPr>
          <p:nvPr>
            <p:ph type="ftr" sz="quarter" idx="12"/>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buClrTx/>
              <a:buFontTx/>
            </a:pPr>
            <a:r>
              <a:rPr lang="en-US" altLang="zh-CN" sz="1200" b="1" i="1" dirty="0">
                <a:solidFill>
                  <a:srgbClr val="009999"/>
                </a:solidFill>
                <a:latin typeface="Arial Narrow" panose="020B0606020202030204" pitchFamily="34" charset="0"/>
              </a:rPr>
              <a:t>School of Computer Science, BUPT</a:t>
            </a:r>
            <a:endParaRPr lang="zh-CN" altLang="en-US" sz="1200" b="1" i="1" dirty="0">
              <a:solidFill>
                <a:srgbClr val="009999"/>
              </a:solidFill>
              <a:latin typeface="Arial Narrow" panose="020B0606020202030204" pitchFamily="34" charset="0"/>
            </a:endParaRPr>
          </a:p>
        </p:txBody>
      </p:sp>
      <p:sp>
        <p:nvSpPr>
          <p:cNvPr id="16388"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Propositional Equivalence</a:t>
            </a:r>
            <a:endParaRPr lang="en-US" altLang="zh-CN" dirty="0">
              <a:latin typeface="Times New Roman" panose="02020503050405090304" pitchFamily="18" charset="0"/>
            </a:endParaRPr>
          </a:p>
        </p:txBody>
      </p:sp>
      <p:sp>
        <p:nvSpPr>
          <p:cNvPr id="16389" name="Rectangle 3"/>
          <p:cNvSpPr>
            <a:spLocks noGrp="1"/>
          </p:cNvSpPr>
          <p:nvPr>
            <p:ph idx="1"/>
          </p:nvPr>
        </p:nvSpPr>
        <p:spPr/>
        <p:txBody>
          <a:bodyPr vert="horz" wrap="square" lIns="91440" tIns="45720" rIns="91440" bIns="45720" anchor="t" anchorCtr="0"/>
          <a:p>
            <a:pPr eaLnBrk="1" hangingPunct="1">
              <a:buNone/>
            </a:pPr>
            <a:r>
              <a:rPr lang="en-US" altLang="zh-CN" dirty="0">
                <a:latin typeface="Times New Roman" panose="02020503050405090304" pitchFamily="18" charset="0"/>
              </a:rPr>
              <a:t>Two </a:t>
            </a:r>
            <a:r>
              <a:rPr lang="en-US" altLang="zh-CN" i="1" dirty="0">
                <a:latin typeface="Times New Roman" panose="02020503050405090304" pitchFamily="18" charset="0"/>
              </a:rPr>
              <a:t>syntactically</a:t>
            </a:r>
            <a:r>
              <a:rPr lang="en-US" altLang="zh-CN" dirty="0">
                <a:latin typeface="Times New Roman" panose="02020503050405090304" pitchFamily="18" charset="0"/>
              </a:rPr>
              <a:t> (</a:t>
            </a:r>
            <a:r>
              <a:rPr lang="en-US" altLang="zh-CN" i="1" dirty="0">
                <a:latin typeface="Times New Roman" panose="02020503050405090304" pitchFamily="18" charset="0"/>
              </a:rPr>
              <a:t>i.e., </a:t>
            </a:r>
            <a:r>
              <a:rPr lang="en-US" altLang="zh-CN" dirty="0">
                <a:latin typeface="Times New Roman" panose="02020503050405090304" pitchFamily="18" charset="0"/>
              </a:rPr>
              <a:t>textually) different compound propositions may be </a:t>
            </a:r>
            <a:r>
              <a:rPr lang="en-US" altLang="zh-CN" i="1" dirty="0">
                <a:latin typeface="Times New Roman" panose="02020503050405090304" pitchFamily="18" charset="0"/>
              </a:rPr>
              <a:t>semantically </a:t>
            </a:r>
            <a:r>
              <a:rPr lang="en-US" altLang="zh-CN" dirty="0">
                <a:latin typeface="Times New Roman" panose="02020503050405090304" pitchFamily="18" charset="0"/>
              </a:rPr>
              <a:t>identical (</a:t>
            </a:r>
            <a:r>
              <a:rPr lang="en-US" altLang="zh-CN" i="1" dirty="0">
                <a:latin typeface="Times New Roman" panose="02020503050405090304" pitchFamily="18" charset="0"/>
              </a:rPr>
              <a:t>i.e., </a:t>
            </a:r>
            <a:r>
              <a:rPr lang="en-US" altLang="zh-CN" dirty="0">
                <a:latin typeface="Times New Roman" panose="02020503050405090304" pitchFamily="18" charset="0"/>
              </a:rPr>
              <a:t>have the same meaning).  We call them</a:t>
            </a:r>
            <a:r>
              <a:rPr lang="en-US" altLang="zh-CN" dirty="0">
                <a:solidFill>
                  <a:srgbClr val="FF0000"/>
                </a:solidFill>
                <a:latin typeface="Times New Roman" panose="02020503050405090304" pitchFamily="18" charset="0"/>
              </a:rPr>
              <a:t> </a:t>
            </a:r>
            <a:r>
              <a:rPr lang="en-US" altLang="zh-CN" i="1" dirty="0">
                <a:solidFill>
                  <a:srgbClr val="FF0000"/>
                </a:solidFill>
                <a:latin typeface="Times New Roman" panose="02020503050405090304" pitchFamily="18" charset="0"/>
              </a:rPr>
              <a:t>logically equivalent</a:t>
            </a:r>
            <a:r>
              <a:rPr lang="en-US" altLang="zh-CN" dirty="0">
                <a:latin typeface="Times New Roman" panose="02020503050405090304" pitchFamily="18" charset="0"/>
              </a:rPr>
              <a:t>. </a:t>
            </a:r>
            <a:endParaRPr lang="en-US" altLang="zh-CN" dirty="0">
              <a:latin typeface="Times New Roman" panose="02020503050405090304" pitchFamily="18" charset="0"/>
            </a:endParaRPr>
          </a:p>
          <a:p>
            <a:pPr eaLnBrk="1" hangingPunct="1">
              <a:buNone/>
            </a:pPr>
            <a:r>
              <a:rPr lang="en-US" altLang="zh-CN" dirty="0">
                <a:latin typeface="Times New Roman" panose="02020503050405090304" pitchFamily="18" charset="0"/>
              </a:rPr>
              <a:t>Compound propositions that have </a:t>
            </a:r>
            <a:r>
              <a:rPr lang="en-US" altLang="zh-CN" dirty="0">
                <a:latin typeface="Times New Roman" panose="02020503050405090304" pitchFamily="18" charset="0"/>
                <a:sym typeface="Symbol" panose="05050102010706020507" pitchFamily="18" charset="2"/>
              </a:rPr>
              <a:t>the same truth values in </a:t>
            </a:r>
            <a:r>
              <a:rPr lang="en-US" altLang="zh-CN" u="sng" dirty="0">
                <a:solidFill>
                  <a:srgbClr val="FF0000"/>
                </a:solidFill>
                <a:latin typeface="Times New Roman" panose="02020503050405090304" pitchFamily="18" charset="0"/>
                <a:sym typeface="Symbol" panose="05050102010706020507" pitchFamily="18" charset="2"/>
              </a:rPr>
              <a:t>all</a:t>
            </a:r>
            <a:r>
              <a:rPr lang="en-US" altLang="zh-CN" dirty="0">
                <a:latin typeface="Times New Roman" panose="02020503050405090304" pitchFamily="18" charset="0"/>
                <a:sym typeface="Symbol" panose="05050102010706020507" pitchFamily="18" charset="2"/>
              </a:rPr>
              <a:t> rows of their truth tables</a:t>
            </a:r>
            <a:r>
              <a:rPr lang="en-US" altLang="zh-CN" dirty="0">
                <a:latin typeface="Times New Roman" panose="02020503050405090304" pitchFamily="18" charset="0"/>
              </a:rPr>
              <a:t> are called </a:t>
            </a:r>
            <a:r>
              <a:rPr lang="en-US" altLang="zh-CN" dirty="0">
                <a:solidFill>
                  <a:srgbClr val="FF0000"/>
                </a:solidFill>
                <a:latin typeface="Times New Roman" panose="02020503050405090304" pitchFamily="18" charset="0"/>
              </a:rPr>
              <a:t> </a:t>
            </a:r>
            <a:r>
              <a:rPr lang="en-US" altLang="zh-CN" i="1" dirty="0">
                <a:solidFill>
                  <a:srgbClr val="FF0000"/>
                </a:solidFill>
                <a:latin typeface="Times New Roman" panose="02020503050405090304" pitchFamily="18" charset="0"/>
              </a:rPr>
              <a:t>logically equivalent</a:t>
            </a:r>
            <a:r>
              <a:rPr lang="en-US" altLang="zh-CN" i="1" dirty="0">
                <a:latin typeface="Times New Roman" panose="02020503050405090304" pitchFamily="18" charset="0"/>
              </a:rPr>
              <a:t> </a:t>
            </a:r>
            <a:r>
              <a:rPr lang="en-US" altLang="zh-CN" dirty="0">
                <a:latin typeface="Times New Roman" panose="02020503050405090304" pitchFamily="18" charset="0"/>
              </a:rPr>
              <a:t>.</a:t>
            </a:r>
            <a:endParaRPr lang="en-GB" altLang="zh-CN" dirty="0">
              <a:latin typeface="Times New Roman" panose="02020503050405090304" pitchFamily="18" charset="0"/>
            </a:endParaRPr>
          </a:p>
        </p:txBody>
      </p:sp>
      <p:sp>
        <p:nvSpPr>
          <p:cNvPr id="16390" name="Text Box 4"/>
          <p:cNvSpPr txBox="1"/>
          <p:nvPr/>
        </p:nvSpPr>
        <p:spPr>
          <a:xfrm>
            <a:off x="4038600" y="76200"/>
            <a:ext cx="5030788" cy="396875"/>
          </a:xfrm>
          <a:prstGeom prst="rect">
            <a:avLst/>
          </a:prstGeom>
          <a:noFill/>
          <a:ln w="9525">
            <a:noFill/>
          </a:ln>
        </p:spPr>
        <p:txBody>
          <a:bodyPr wrap="none" anchor="t" anchorCtr="0">
            <a:spAutoFit/>
          </a:bodyPr>
          <a:p>
            <a:pPr algn="r" eaLnBrk="0" hangingPunct="0">
              <a:buClrTx/>
              <a:buFontTx/>
            </a:pPr>
            <a:r>
              <a:rPr lang="en-US" altLang="zh-CN" sz="2000" dirty="0">
                <a:solidFill>
                  <a:schemeClr val="bg1"/>
                </a:solidFill>
                <a:latin typeface="Times New Roman" panose="02020503050405090304" pitchFamily="18" charset="0"/>
              </a:rPr>
              <a:t>Topic #1.1 – Propositional Logic: Equivalences</a:t>
            </a:r>
            <a:endParaRPr lang="en-US" altLang="zh-CN" sz="2000" dirty="0">
              <a:solidFill>
                <a:schemeClr val="bg1"/>
              </a:solidFill>
              <a:latin typeface="Times New Roman" panose="02020503050405090304" pitchFamily="18" charset="0"/>
            </a:endParaRPr>
          </a:p>
        </p:txBody>
      </p:sp>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3" name="灯片编号占位符 3"/>
          <p:cNvSpPr>
            <a:spLocks noGrp="1"/>
          </p:cNvSpPr>
          <p:nvPr>
            <p:ph type="sldNum" sz="quarter" idx="10"/>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r" eaLnBrk="1" hangingPunct="1">
              <a:buClrTx/>
              <a:buFontTx/>
            </a:pPr>
            <a:fld id="{9A0DB2DC-4C9A-4742-B13C-FB6460FD3503}" type="slidenum">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18434" name="日期占位符 4"/>
          <p:cNvSpPr>
            <a:spLocks noGrp="1"/>
          </p:cNvSpPr>
          <p:nvPr>
            <p:ph type="dt" sz="half" idx="11"/>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buClrTx/>
              <a:buFontTx/>
            </a:pPr>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18435" name="页脚占位符 5"/>
          <p:cNvSpPr>
            <a:spLocks noGrp="1"/>
          </p:cNvSpPr>
          <p:nvPr>
            <p:ph type="ftr" sz="quarter" idx="12"/>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buClrTx/>
              <a:buFontTx/>
            </a:pPr>
            <a:r>
              <a:rPr lang="en-US" altLang="zh-CN" sz="1200" b="1" i="1" dirty="0">
                <a:solidFill>
                  <a:srgbClr val="009999"/>
                </a:solidFill>
                <a:latin typeface="Arial Narrow" panose="020B0606020202030204" pitchFamily="34" charset="0"/>
              </a:rPr>
              <a:t>School of Computer Science, BUPT</a:t>
            </a:r>
            <a:endParaRPr lang="zh-CN" altLang="en-US" sz="1200" b="1" i="1" dirty="0">
              <a:solidFill>
                <a:srgbClr val="009999"/>
              </a:solidFill>
              <a:latin typeface="Arial Narrow" panose="020B0606020202030204" pitchFamily="34" charset="0"/>
            </a:endParaRPr>
          </a:p>
        </p:txBody>
      </p:sp>
      <p:sp>
        <p:nvSpPr>
          <p:cNvPr id="18436" name="Rectangle 2"/>
          <p:cNvSpPr>
            <a:spLocks noGrp="1"/>
          </p:cNvSpPr>
          <p:nvPr>
            <p:ph type="title"/>
          </p:nvPr>
        </p:nvSpPr>
        <p:spPr>
          <a:xfrm>
            <a:off x="683260" y="294005"/>
            <a:ext cx="8401685" cy="736600"/>
          </a:xfrm>
        </p:spPr>
        <p:txBody>
          <a:bodyPr vert="horz" wrap="square" lIns="91440" tIns="45720" rIns="91440" bIns="45720" anchor="b" anchorCtr="0"/>
          <a:p>
            <a:pPr eaLnBrk="1" hangingPunct="1"/>
            <a:r>
              <a:rPr lang="en-US" altLang="zh-CN" sz="4000" b="1" dirty="0"/>
              <a:t>Propositional Equivalences</a:t>
            </a:r>
            <a:endParaRPr lang="en-US" altLang="zh-CN" sz="4000" b="1" dirty="0"/>
          </a:p>
        </p:txBody>
      </p:sp>
      <p:sp>
        <p:nvSpPr>
          <p:cNvPr id="18437" name="Rectangle 3"/>
          <p:cNvSpPr>
            <a:spLocks noGrp="1"/>
          </p:cNvSpPr>
          <p:nvPr>
            <p:ph idx="1"/>
          </p:nvPr>
        </p:nvSpPr>
        <p:spPr/>
        <p:txBody>
          <a:bodyPr vert="horz" wrap="square" lIns="91440" tIns="45720" rIns="91440" bIns="45720" anchor="t" anchorCtr="0"/>
          <a:p>
            <a:pPr eaLnBrk="1" hangingPunct="1"/>
            <a:r>
              <a:rPr lang="en-US" altLang="zh-CN" dirty="0">
                <a:latin typeface="Times New Roman" panose="02020503050405090304" pitchFamily="18" charset="0"/>
              </a:rPr>
              <a:t>Two propositions P and Q are </a:t>
            </a:r>
            <a:r>
              <a:rPr lang="en-US" altLang="zh-CN" i="1" dirty="0">
                <a:solidFill>
                  <a:schemeClr val="hlink"/>
                </a:solidFill>
                <a:latin typeface="Times New Roman" panose="02020503050405090304" pitchFamily="18" charset="0"/>
              </a:rPr>
              <a:t>logically equivalent</a:t>
            </a:r>
            <a:r>
              <a:rPr lang="en-US" altLang="zh-CN" i="1" dirty="0">
                <a:latin typeface="Times New Roman" panose="02020503050405090304" pitchFamily="18" charset="0"/>
              </a:rPr>
              <a:t> （</a:t>
            </a:r>
            <a:r>
              <a:rPr lang="zh-CN" altLang="en-US" i="1" dirty="0">
                <a:latin typeface="Times New Roman" panose="02020503050405090304" pitchFamily="18" charset="0"/>
              </a:rPr>
              <a:t>逻辑等价）</a:t>
            </a:r>
            <a:r>
              <a:rPr lang="en-US" altLang="zh-CN" dirty="0">
                <a:latin typeface="Times New Roman" panose="02020503050405090304" pitchFamily="18" charset="0"/>
              </a:rPr>
              <a:t>if P </a:t>
            </a:r>
            <a:r>
              <a:rPr lang="en-US" altLang="zh-CN" dirty="0">
                <a:latin typeface="Symbol" panose="05050102010706020507" pitchFamily="18" charset="2"/>
              </a:rPr>
              <a:t> </a:t>
            </a:r>
            <a:r>
              <a:rPr lang="en-US" altLang="zh-CN" dirty="0">
                <a:latin typeface="Times New Roman" panose="02020503050405090304" pitchFamily="18" charset="0"/>
              </a:rPr>
              <a:t>Q is a tautology. We write</a:t>
            </a:r>
            <a:endParaRPr lang="en-US" altLang="zh-CN" dirty="0">
              <a:latin typeface="Times New Roman" panose="02020503050405090304" pitchFamily="18" charset="0"/>
            </a:endParaRPr>
          </a:p>
          <a:p>
            <a:pPr eaLnBrk="1" hangingPunct="1">
              <a:buNone/>
            </a:pPr>
            <a:r>
              <a:rPr lang="en-US" altLang="zh-CN" dirty="0">
                <a:latin typeface="Times New Roman" panose="02020503050405090304" pitchFamily="18" charset="0"/>
              </a:rPr>
              <a:t>			P</a:t>
            </a:r>
            <a:r>
              <a:rPr lang="en-US" altLang="zh-CN" dirty="0">
                <a:latin typeface="Symbol" panose="05050102010706020507" pitchFamily="18" charset="2"/>
                <a:sym typeface="Symbol" panose="05050102010706020507" pitchFamily="18" charset="2"/>
              </a:rPr>
              <a:t></a:t>
            </a:r>
            <a:r>
              <a:rPr lang="en-US" altLang="zh-CN" dirty="0">
                <a:latin typeface="Times New Roman" panose="02020503050405090304" pitchFamily="18" charset="0"/>
              </a:rPr>
              <a:t>Q   or   P</a:t>
            </a:r>
            <a:r>
              <a:rPr lang="en-US" altLang="zh-CN" dirty="0">
                <a:latin typeface="PingFang SC" panose="020B0400000000000000" charset="-122"/>
                <a:ea typeface="PingFang SC" panose="020B0400000000000000" charset="-122"/>
              </a:rPr>
              <a:t>≡</a:t>
            </a:r>
            <a:r>
              <a:rPr lang="en-US" altLang="zh-CN" dirty="0">
                <a:latin typeface="Times New Roman" panose="02020503050405090304" pitchFamily="18" charset="0"/>
                <a:sym typeface="Euclid Symbol" panose="05050102010706020507" pitchFamily="18" charset="2"/>
              </a:rPr>
              <a:t>Q</a:t>
            </a:r>
            <a:endParaRPr lang="en-US" altLang="zh-CN" dirty="0">
              <a:latin typeface="Times New Roman" panose="02020503050405090304" pitchFamily="18" charset="0"/>
              <a:sym typeface="Euclid Symbol" panose="05050102010706020507" pitchFamily="18" charset="2"/>
            </a:endParaRPr>
          </a:p>
          <a:p>
            <a:pPr eaLnBrk="1" hangingPunct="1"/>
            <a:endParaRPr lang="en-US" altLang="zh-CN" dirty="0">
              <a:latin typeface="Times New Roman" panose="0202050305040509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7" name="灯片编号占位符 3"/>
          <p:cNvSpPr>
            <a:spLocks noGrp="1"/>
          </p:cNvSpPr>
          <p:nvPr>
            <p:ph type="sldNum" sz="quarter" idx="10"/>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r" eaLnBrk="1" hangingPunct="1">
              <a:buClrTx/>
              <a:buFontTx/>
            </a:pPr>
            <a:fld id="{9A0DB2DC-4C9A-4742-B13C-FB6460FD3503}" type="slidenum">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19458" name="日期占位符 4"/>
          <p:cNvSpPr>
            <a:spLocks noGrp="1"/>
          </p:cNvSpPr>
          <p:nvPr>
            <p:ph type="dt" sz="half" idx="11"/>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buClrTx/>
              <a:buFontTx/>
            </a:pPr>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19459" name="页脚占位符 5"/>
          <p:cNvSpPr>
            <a:spLocks noGrp="1"/>
          </p:cNvSpPr>
          <p:nvPr>
            <p:ph type="ftr" sz="quarter" idx="12"/>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buClrTx/>
              <a:buFontTx/>
            </a:pPr>
            <a:r>
              <a:rPr lang="en-US" altLang="zh-CN" sz="1200" b="1" i="1" dirty="0">
                <a:solidFill>
                  <a:srgbClr val="009999"/>
                </a:solidFill>
                <a:latin typeface="Arial Narrow" panose="020B0606020202030204" pitchFamily="34" charset="0"/>
              </a:rPr>
              <a:t>School of Computer Science, BUPT</a:t>
            </a:r>
            <a:endParaRPr lang="zh-CN" altLang="en-US" sz="1200" b="1" i="1" dirty="0">
              <a:solidFill>
                <a:srgbClr val="009999"/>
              </a:solidFill>
              <a:latin typeface="Arial Narrow" panose="020B0606020202030204" pitchFamily="34" charset="0"/>
            </a:endParaRPr>
          </a:p>
        </p:txBody>
      </p:sp>
      <p:sp>
        <p:nvSpPr>
          <p:cNvPr id="19460" name="Rectangle 2"/>
          <p:cNvSpPr>
            <a:spLocks noGrp="1"/>
          </p:cNvSpPr>
          <p:nvPr>
            <p:ph idx="1"/>
          </p:nvPr>
        </p:nvSpPr>
        <p:spPr/>
        <p:txBody>
          <a:bodyPr vert="horz" wrap="square" lIns="91440" tIns="45720" rIns="91440" bIns="45720" anchor="t" anchorCtr="0"/>
          <a:p>
            <a:pPr eaLnBrk="1" hangingPunct="1">
              <a:buNone/>
            </a:pPr>
            <a:r>
              <a:rPr lang="en-US" altLang="zh-CN" i="1" dirty="0">
                <a:latin typeface="Times New Roman" panose="02020503050405090304" pitchFamily="18" charset="0"/>
              </a:rPr>
              <a:t>Ex.</a:t>
            </a:r>
            <a:r>
              <a:rPr lang="en-US" altLang="zh-CN" dirty="0">
                <a:latin typeface="Times New Roman" panose="02020503050405090304" pitchFamily="18" charset="0"/>
              </a:rPr>
              <a:t> Prove that </a:t>
            </a:r>
            <a:r>
              <a:rPr lang="en-US" altLang="zh-CN" i="1" dirty="0">
                <a:latin typeface="Times New Roman" panose="02020503050405090304" pitchFamily="18" charset="0"/>
                <a:sym typeface="Symbol" panose="05050102010706020507" pitchFamily="18" charset="2"/>
              </a:rPr>
              <a:t>p</a:t>
            </a:r>
            <a:r>
              <a:rPr lang="en-US" altLang="zh-CN" dirty="0">
                <a:latin typeface="Times New Roman" panose="02020503050405090304" pitchFamily="18" charset="0"/>
                <a:sym typeface="Symbol" panose="05050102010706020507" pitchFamily="18" charset="2"/>
              </a:rPr>
              <a:t></a:t>
            </a:r>
            <a:r>
              <a:rPr lang="en-US" altLang="zh-CN" i="1" dirty="0">
                <a:latin typeface="Times New Roman" panose="02020503050405090304" pitchFamily="18" charset="0"/>
                <a:sym typeface="Symbol" panose="05050102010706020507" pitchFamily="18" charset="2"/>
              </a:rPr>
              <a:t>q</a:t>
            </a:r>
            <a:r>
              <a:rPr lang="en-US" altLang="zh-CN" dirty="0">
                <a:latin typeface="Times New Roman" panose="02020503050405090304" pitchFamily="18" charset="0"/>
                <a:sym typeface="Symbol" panose="05050102010706020507" pitchFamily="18" charset="2"/>
              </a:rPr>
              <a:t>  ¬(¬</a:t>
            </a:r>
            <a:r>
              <a:rPr lang="en-US" altLang="zh-CN" i="1" dirty="0">
                <a:latin typeface="Times New Roman" panose="02020503050405090304" pitchFamily="18" charset="0"/>
                <a:sym typeface="Symbol" panose="05050102010706020507" pitchFamily="18" charset="2"/>
              </a:rPr>
              <a:t>p </a:t>
            </a:r>
            <a:r>
              <a:rPr lang="en-US" altLang="zh-CN" dirty="0">
                <a:latin typeface="Times New Roman" panose="02020503050405090304" pitchFamily="18" charset="0"/>
                <a:sym typeface="Symbol" panose="05050102010706020507" pitchFamily="18" charset="2"/>
              </a:rPr>
              <a:t> ¬</a:t>
            </a:r>
            <a:r>
              <a:rPr lang="en-US" altLang="zh-CN" i="1" dirty="0">
                <a:latin typeface="Times New Roman" panose="02020503050405090304" pitchFamily="18" charset="0"/>
                <a:sym typeface="Symbol" panose="05050102010706020507" pitchFamily="18" charset="2"/>
              </a:rPr>
              <a:t>q</a:t>
            </a:r>
            <a:r>
              <a:rPr lang="en-US" altLang="zh-CN" dirty="0">
                <a:latin typeface="Times New Roman" panose="02020503050405090304" pitchFamily="18" charset="0"/>
                <a:sym typeface="Symbol" panose="05050102010706020507" pitchFamily="18" charset="2"/>
              </a:rPr>
              <a:t>).</a:t>
            </a:r>
            <a:endParaRPr lang="en-US" altLang="zh-CN" dirty="0">
              <a:latin typeface="Times New Roman" panose="02020503050405090304" pitchFamily="18" charset="0"/>
              <a:sym typeface="Symbol" panose="05050102010706020507" pitchFamily="18" charset="2"/>
            </a:endParaRPr>
          </a:p>
          <a:p>
            <a:pPr eaLnBrk="1" hangingPunct="1">
              <a:buNone/>
            </a:pPr>
            <a:endParaRPr lang="zh-CN" altLang="en-US" dirty="0">
              <a:latin typeface="Times New Roman" panose="02020503050405090304" pitchFamily="18" charset="0"/>
              <a:sym typeface="Symbol" panose="05050102010706020507" pitchFamily="18" charset="2"/>
            </a:endParaRPr>
          </a:p>
        </p:txBody>
      </p:sp>
      <p:graphicFrame>
        <p:nvGraphicFramePr>
          <p:cNvPr id="19461" name="Object 3"/>
          <p:cNvGraphicFramePr>
            <a:graphicFrameLocks noChangeAspect="1"/>
          </p:cNvGraphicFramePr>
          <p:nvPr/>
        </p:nvGraphicFramePr>
        <p:xfrm>
          <a:off x="836613" y="2393315"/>
          <a:ext cx="7310437" cy="2625725"/>
        </p:xfrm>
        <a:graphic>
          <a:graphicData uri="http://schemas.openxmlformats.org/presentationml/2006/ole">
            <mc:AlternateContent xmlns:mc="http://schemas.openxmlformats.org/markup-compatibility/2006">
              <mc:Choice xmlns:v="urn:schemas-microsoft-com:vml" Requires="v">
                <p:oleObj spid="_x0000_s3076" name="" r:id="rId1" imgW="7318375" imgH="2636520" progId="Word.Document.8">
                  <p:embed/>
                </p:oleObj>
              </mc:Choice>
              <mc:Fallback>
                <p:oleObj name="" r:id="rId1" imgW="7318375" imgH="2636520" progId="Word.Document.8">
                  <p:embed/>
                  <p:pic>
                    <p:nvPicPr>
                      <p:cNvPr id="0" name="图片 3075"/>
                      <p:cNvPicPr/>
                      <p:nvPr/>
                    </p:nvPicPr>
                    <p:blipFill>
                      <a:blip r:embed="rId2"/>
                      <a:stretch>
                        <a:fillRect/>
                      </a:stretch>
                    </p:blipFill>
                    <p:spPr>
                      <a:xfrm>
                        <a:off x="836613" y="2393315"/>
                        <a:ext cx="7310437" cy="2625725"/>
                      </a:xfrm>
                      <a:prstGeom prst="rect">
                        <a:avLst/>
                      </a:prstGeom>
                      <a:solidFill>
                        <a:schemeClr val="bg1"/>
                      </a:solidFill>
                      <a:ln w="38100">
                        <a:noFill/>
                        <a:miter/>
                      </a:ln>
                    </p:spPr>
                  </p:pic>
                </p:oleObj>
              </mc:Fallback>
            </mc:AlternateContent>
          </a:graphicData>
        </a:graphic>
      </p:graphicFrame>
      <p:sp>
        <p:nvSpPr>
          <p:cNvPr id="19462" name="Rectangle 4"/>
          <p:cNvSpPr>
            <a:spLocks noGrp="1"/>
          </p:cNvSpPr>
          <p:nvPr>
            <p:ph type="title"/>
          </p:nvPr>
        </p:nvSpPr>
        <p:spPr>
          <a:xfrm>
            <a:off x="728980" y="-372110"/>
            <a:ext cx="8269605" cy="1363345"/>
          </a:xfrm>
        </p:spPr>
        <p:txBody>
          <a:bodyPr vert="horz" wrap="square" lIns="91440" tIns="45720" rIns="91440" bIns="45720" anchor="b" anchorCtr="0"/>
          <a:p>
            <a:pPr eaLnBrk="1" hangingPunct="1"/>
            <a:r>
              <a:rPr lang="en-US" altLang="zh-CN" sz="4000" dirty="0">
                <a:latin typeface="Times New Roman" panose="02020503050405090304" pitchFamily="18" charset="0"/>
              </a:rPr>
              <a:t>Proving Equivalence via Truth Tables</a:t>
            </a:r>
            <a:endParaRPr lang="en-US" altLang="zh-CN" dirty="0">
              <a:latin typeface="Times New Roman" panose="02020503050405090304" pitchFamily="18" charset="0"/>
            </a:endParaRPr>
          </a:p>
        </p:txBody>
      </p:sp>
      <p:sp>
        <p:nvSpPr>
          <p:cNvPr id="755717" name="Text Box 5"/>
          <p:cNvSpPr txBox="1"/>
          <p:nvPr/>
        </p:nvSpPr>
        <p:spPr>
          <a:xfrm>
            <a:off x="1981200" y="2926715"/>
            <a:ext cx="228600" cy="487363"/>
          </a:xfrm>
          <a:prstGeom prst="rect">
            <a:avLst/>
          </a:prstGeom>
          <a:noFill/>
          <a:ln w="9525">
            <a:noFill/>
          </a:ln>
        </p:spPr>
        <p:txBody>
          <a:bodyPr lIns="0" tIns="0" rIns="0" bIns="0" anchor="t" anchorCtr="0">
            <a:spAutoFit/>
          </a:bodyPr>
          <a:p>
            <a:pPr algn="ctr" eaLnBrk="0" hangingPunct="0">
              <a:spcBef>
                <a:spcPct val="50000"/>
              </a:spcBef>
              <a:buClrTx/>
              <a:buFontTx/>
            </a:pPr>
            <a:r>
              <a:rPr lang="en-US" altLang="zh-CN" sz="3200" dirty="0">
                <a:latin typeface="Times New Roman" panose="02020503050405090304" pitchFamily="18" charset="0"/>
              </a:rPr>
              <a:t>F</a:t>
            </a:r>
            <a:endParaRPr lang="en-US" altLang="zh-CN" dirty="0">
              <a:latin typeface="Times New Roman" panose="02020503050405090304" pitchFamily="18" charset="0"/>
            </a:endParaRPr>
          </a:p>
        </p:txBody>
      </p:sp>
      <p:sp>
        <p:nvSpPr>
          <p:cNvPr id="755718" name="Text Box 6"/>
          <p:cNvSpPr txBox="1"/>
          <p:nvPr/>
        </p:nvSpPr>
        <p:spPr>
          <a:xfrm>
            <a:off x="1905000" y="3383915"/>
            <a:ext cx="304800" cy="487363"/>
          </a:xfrm>
          <a:prstGeom prst="rect">
            <a:avLst/>
          </a:prstGeom>
          <a:noFill/>
          <a:ln w="9525">
            <a:noFill/>
          </a:ln>
        </p:spPr>
        <p:txBody>
          <a:bodyPr lIns="0" tIns="0" rIns="0" bIns="0" anchor="t" anchorCtr="0">
            <a:spAutoFit/>
          </a:bodyPr>
          <a:p>
            <a:pPr algn="ctr" eaLnBrk="0" hangingPunct="0">
              <a:spcBef>
                <a:spcPct val="50000"/>
              </a:spcBef>
              <a:buClrTx/>
              <a:buFontTx/>
            </a:pPr>
            <a:r>
              <a:rPr lang="en-US" altLang="zh-CN" sz="3200" dirty="0">
                <a:latin typeface="Times New Roman" panose="02020503050405090304" pitchFamily="18" charset="0"/>
              </a:rPr>
              <a:t>T</a:t>
            </a:r>
            <a:endParaRPr lang="en-US" altLang="zh-CN" dirty="0">
              <a:latin typeface="Times New Roman" panose="02020503050405090304" pitchFamily="18" charset="0"/>
            </a:endParaRPr>
          </a:p>
        </p:txBody>
      </p:sp>
      <p:sp>
        <p:nvSpPr>
          <p:cNvPr id="755719" name="Text Box 7"/>
          <p:cNvSpPr txBox="1"/>
          <p:nvPr/>
        </p:nvSpPr>
        <p:spPr>
          <a:xfrm>
            <a:off x="2819400" y="2926715"/>
            <a:ext cx="304800" cy="487363"/>
          </a:xfrm>
          <a:prstGeom prst="rect">
            <a:avLst/>
          </a:prstGeom>
          <a:noFill/>
          <a:ln w="9525">
            <a:noFill/>
          </a:ln>
        </p:spPr>
        <p:txBody>
          <a:bodyPr lIns="0" tIns="0" rIns="0" bIns="0" anchor="t" anchorCtr="0">
            <a:spAutoFit/>
          </a:bodyPr>
          <a:p>
            <a:pPr algn="ctr" eaLnBrk="0" hangingPunct="0">
              <a:spcBef>
                <a:spcPct val="50000"/>
              </a:spcBef>
              <a:buClrTx/>
              <a:buFontTx/>
            </a:pPr>
            <a:r>
              <a:rPr lang="en-US" altLang="zh-CN" sz="3200" dirty="0">
                <a:latin typeface="Times New Roman" panose="02020503050405090304" pitchFamily="18" charset="0"/>
              </a:rPr>
              <a:t>T</a:t>
            </a:r>
            <a:endParaRPr lang="en-US" altLang="zh-CN" dirty="0">
              <a:latin typeface="Times New Roman" panose="02020503050405090304" pitchFamily="18" charset="0"/>
            </a:endParaRPr>
          </a:p>
        </p:txBody>
      </p:sp>
      <p:sp>
        <p:nvSpPr>
          <p:cNvPr id="755720" name="Text Box 8"/>
          <p:cNvSpPr txBox="1"/>
          <p:nvPr/>
        </p:nvSpPr>
        <p:spPr>
          <a:xfrm>
            <a:off x="2819400" y="3383915"/>
            <a:ext cx="304800" cy="487363"/>
          </a:xfrm>
          <a:prstGeom prst="rect">
            <a:avLst/>
          </a:prstGeom>
          <a:noFill/>
          <a:ln w="9525">
            <a:noFill/>
          </a:ln>
        </p:spPr>
        <p:txBody>
          <a:bodyPr lIns="0" tIns="0" rIns="0" bIns="0" anchor="t" anchorCtr="0">
            <a:spAutoFit/>
          </a:bodyPr>
          <a:p>
            <a:pPr algn="ctr" eaLnBrk="0" hangingPunct="0">
              <a:spcBef>
                <a:spcPct val="50000"/>
              </a:spcBef>
              <a:buClrTx/>
              <a:buFontTx/>
            </a:pPr>
            <a:r>
              <a:rPr lang="en-US" altLang="zh-CN" sz="3200" dirty="0">
                <a:latin typeface="Times New Roman" panose="02020503050405090304" pitchFamily="18" charset="0"/>
              </a:rPr>
              <a:t>T</a:t>
            </a:r>
            <a:endParaRPr lang="en-US" altLang="zh-CN" dirty="0">
              <a:latin typeface="Times New Roman" panose="02020503050405090304" pitchFamily="18" charset="0"/>
            </a:endParaRPr>
          </a:p>
        </p:txBody>
      </p:sp>
      <p:sp>
        <p:nvSpPr>
          <p:cNvPr id="755721" name="Text Box 9"/>
          <p:cNvSpPr txBox="1"/>
          <p:nvPr/>
        </p:nvSpPr>
        <p:spPr>
          <a:xfrm>
            <a:off x="3429000" y="2926715"/>
            <a:ext cx="304800" cy="487363"/>
          </a:xfrm>
          <a:prstGeom prst="rect">
            <a:avLst/>
          </a:prstGeom>
          <a:noFill/>
          <a:ln w="9525">
            <a:noFill/>
          </a:ln>
        </p:spPr>
        <p:txBody>
          <a:bodyPr lIns="0" tIns="0" rIns="0" bIns="0" anchor="t" anchorCtr="0">
            <a:spAutoFit/>
          </a:bodyPr>
          <a:p>
            <a:pPr algn="ctr" eaLnBrk="0" hangingPunct="0">
              <a:spcBef>
                <a:spcPct val="50000"/>
              </a:spcBef>
              <a:buClrTx/>
              <a:buFontTx/>
            </a:pPr>
            <a:r>
              <a:rPr lang="en-US" altLang="zh-CN" sz="3200" dirty="0">
                <a:latin typeface="Times New Roman" panose="02020503050405090304" pitchFamily="18" charset="0"/>
              </a:rPr>
              <a:t>T</a:t>
            </a:r>
            <a:endParaRPr lang="en-US" altLang="zh-CN" dirty="0">
              <a:latin typeface="Times New Roman" panose="02020503050405090304" pitchFamily="18" charset="0"/>
            </a:endParaRPr>
          </a:p>
        </p:txBody>
      </p:sp>
      <p:sp>
        <p:nvSpPr>
          <p:cNvPr id="755722" name="Text Box 10"/>
          <p:cNvSpPr txBox="1"/>
          <p:nvPr/>
        </p:nvSpPr>
        <p:spPr>
          <a:xfrm>
            <a:off x="3429000" y="3917315"/>
            <a:ext cx="304800" cy="487363"/>
          </a:xfrm>
          <a:prstGeom prst="rect">
            <a:avLst/>
          </a:prstGeom>
          <a:noFill/>
          <a:ln w="9525">
            <a:noFill/>
          </a:ln>
        </p:spPr>
        <p:txBody>
          <a:bodyPr lIns="0" tIns="0" rIns="0" bIns="0" anchor="t" anchorCtr="0">
            <a:spAutoFit/>
          </a:bodyPr>
          <a:p>
            <a:pPr algn="ctr" eaLnBrk="0" hangingPunct="0">
              <a:spcBef>
                <a:spcPct val="50000"/>
              </a:spcBef>
              <a:buClrTx/>
              <a:buFontTx/>
            </a:pPr>
            <a:r>
              <a:rPr lang="en-US" altLang="zh-CN" sz="3200" dirty="0">
                <a:latin typeface="Times New Roman" panose="02020503050405090304" pitchFamily="18" charset="0"/>
              </a:rPr>
              <a:t>T</a:t>
            </a:r>
            <a:endParaRPr lang="en-US" altLang="zh-CN" dirty="0">
              <a:latin typeface="Times New Roman" panose="02020503050405090304" pitchFamily="18" charset="0"/>
            </a:endParaRPr>
          </a:p>
        </p:txBody>
      </p:sp>
      <p:sp>
        <p:nvSpPr>
          <p:cNvPr id="755723" name="Text Box 11"/>
          <p:cNvSpPr txBox="1"/>
          <p:nvPr/>
        </p:nvSpPr>
        <p:spPr>
          <a:xfrm>
            <a:off x="4648200" y="2926715"/>
            <a:ext cx="304800" cy="487363"/>
          </a:xfrm>
          <a:prstGeom prst="rect">
            <a:avLst/>
          </a:prstGeom>
          <a:noFill/>
          <a:ln w="9525">
            <a:noFill/>
          </a:ln>
        </p:spPr>
        <p:txBody>
          <a:bodyPr lIns="0" tIns="0" rIns="0" bIns="0" anchor="t" anchorCtr="0">
            <a:spAutoFit/>
          </a:bodyPr>
          <a:p>
            <a:pPr algn="ctr" eaLnBrk="0" hangingPunct="0">
              <a:spcBef>
                <a:spcPct val="50000"/>
              </a:spcBef>
              <a:buClrTx/>
              <a:buFontTx/>
            </a:pPr>
            <a:r>
              <a:rPr lang="en-US" altLang="zh-CN" sz="3200" dirty="0">
                <a:latin typeface="Times New Roman" panose="02020503050405090304" pitchFamily="18" charset="0"/>
              </a:rPr>
              <a:t>T</a:t>
            </a:r>
            <a:endParaRPr lang="en-US" altLang="zh-CN" dirty="0">
              <a:latin typeface="Times New Roman" panose="02020503050405090304" pitchFamily="18" charset="0"/>
            </a:endParaRPr>
          </a:p>
        </p:txBody>
      </p:sp>
      <p:sp>
        <p:nvSpPr>
          <p:cNvPr id="755724" name="Text Box 12"/>
          <p:cNvSpPr txBox="1"/>
          <p:nvPr/>
        </p:nvSpPr>
        <p:spPr>
          <a:xfrm>
            <a:off x="6705600" y="4374515"/>
            <a:ext cx="304800" cy="487363"/>
          </a:xfrm>
          <a:prstGeom prst="rect">
            <a:avLst/>
          </a:prstGeom>
          <a:noFill/>
          <a:ln w="9525">
            <a:noFill/>
          </a:ln>
        </p:spPr>
        <p:txBody>
          <a:bodyPr lIns="0" tIns="0" rIns="0" bIns="0" anchor="t" anchorCtr="0">
            <a:spAutoFit/>
          </a:bodyPr>
          <a:p>
            <a:pPr algn="ctr" eaLnBrk="0" hangingPunct="0">
              <a:spcBef>
                <a:spcPct val="50000"/>
              </a:spcBef>
              <a:buClrTx/>
              <a:buFontTx/>
            </a:pPr>
            <a:r>
              <a:rPr lang="en-US" altLang="zh-CN" sz="3200" dirty="0">
                <a:latin typeface="Times New Roman" panose="02020503050405090304" pitchFamily="18" charset="0"/>
              </a:rPr>
              <a:t>T</a:t>
            </a:r>
            <a:endParaRPr lang="en-US" altLang="zh-CN" dirty="0">
              <a:latin typeface="Times New Roman" panose="02020503050405090304" pitchFamily="18" charset="0"/>
            </a:endParaRPr>
          </a:p>
        </p:txBody>
      </p:sp>
      <p:sp>
        <p:nvSpPr>
          <p:cNvPr id="755725" name="Text Box 13"/>
          <p:cNvSpPr txBox="1"/>
          <p:nvPr/>
        </p:nvSpPr>
        <p:spPr>
          <a:xfrm>
            <a:off x="6705600" y="3917315"/>
            <a:ext cx="304800" cy="487363"/>
          </a:xfrm>
          <a:prstGeom prst="rect">
            <a:avLst/>
          </a:prstGeom>
          <a:noFill/>
          <a:ln w="9525">
            <a:noFill/>
          </a:ln>
        </p:spPr>
        <p:txBody>
          <a:bodyPr lIns="0" tIns="0" rIns="0" bIns="0" anchor="t" anchorCtr="0">
            <a:spAutoFit/>
          </a:bodyPr>
          <a:p>
            <a:pPr algn="ctr" eaLnBrk="0" hangingPunct="0">
              <a:spcBef>
                <a:spcPct val="50000"/>
              </a:spcBef>
              <a:buClrTx/>
              <a:buFontTx/>
            </a:pPr>
            <a:r>
              <a:rPr lang="en-US" altLang="zh-CN" sz="3200" dirty="0">
                <a:latin typeface="Times New Roman" panose="02020503050405090304" pitchFamily="18" charset="0"/>
              </a:rPr>
              <a:t>T</a:t>
            </a:r>
            <a:endParaRPr lang="en-US" altLang="zh-CN" dirty="0">
              <a:latin typeface="Times New Roman" panose="02020503050405090304" pitchFamily="18" charset="0"/>
            </a:endParaRPr>
          </a:p>
        </p:txBody>
      </p:sp>
      <p:sp>
        <p:nvSpPr>
          <p:cNvPr id="755726" name="Text Box 14"/>
          <p:cNvSpPr txBox="1"/>
          <p:nvPr/>
        </p:nvSpPr>
        <p:spPr>
          <a:xfrm>
            <a:off x="6705600" y="3383915"/>
            <a:ext cx="304800" cy="487363"/>
          </a:xfrm>
          <a:prstGeom prst="rect">
            <a:avLst/>
          </a:prstGeom>
          <a:noFill/>
          <a:ln w="9525">
            <a:noFill/>
          </a:ln>
        </p:spPr>
        <p:txBody>
          <a:bodyPr lIns="0" tIns="0" rIns="0" bIns="0" anchor="t" anchorCtr="0">
            <a:spAutoFit/>
          </a:bodyPr>
          <a:p>
            <a:pPr algn="ctr" eaLnBrk="0" hangingPunct="0">
              <a:spcBef>
                <a:spcPct val="50000"/>
              </a:spcBef>
              <a:buClrTx/>
              <a:buFontTx/>
            </a:pPr>
            <a:r>
              <a:rPr lang="en-US" altLang="zh-CN" sz="3200" dirty="0">
                <a:latin typeface="Times New Roman" panose="02020503050405090304" pitchFamily="18" charset="0"/>
              </a:rPr>
              <a:t>T</a:t>
            </a:r>
            <a:endParaRPr lang="en-US" altLang="zh-CN" dirty="0">
              <a:latin typeface="Times New Roman" panose="02020503050405090304" pitchFamily="18" charset="0"/>
            </a:endParaRPr>
          </a:p>
        </p:txBody>
      </p:sp>
      <p:sp>
        <p:nvSpPr>
          <p:cNvPr id="755727" name="Text Box 15"/>
          <p:cNvSpPr txBox="1"/>
          <p:nvPr/>
        </p:nvSpPr>
        <p:spPr>
          <a:xfrm>
            <a:off x="2819400" y="4374515"/>
            <a:ext cx="228600" cy="487363"/>
          </a:xfrm>
          <a:prstGeom prst="rect">
            <a:avLst/>
          </a:prstGeom>
          <a:noFill/>
          <a:ln w="9525">
            <a:noFill/>
          </a:ln>
        </p:spPr>
        <p:txBody>
          <a:bodyPr lIns="0" tIns="0" rIns="0" bIns="0" anchor="t" anchorCtr="0">
            <a:spAutoFit/>
          </a:bodyPr>
          <a:p>
            <a:pPr algn="ctr" eaLnBrk="0" hangingPunct="0">
              <a:spcBef>
                <a:spcPct val="50000"/>
              </a:spcBef>
              <a:buClrTx/>
              <a:buFontTx/>
            </a:pPr>
            <a:r>
              <a:rPr lang="en-US" altLang="zh-CN" sz="3200" dirty="0">
                <a:latin typeface="Times New Roman" panose="02020503050405090304" pitchFamily="18" charset="0"/>
              </a:rPr>
              <a:t>F</a:t>
            </a:r>
            <a:endParaRPr lang="en-US" altLang="zh-CN" dirty="0">
              <a:latin typeface="Times New Roman" panose="02020503050405090304" pitchFamily="18" charset="0"/>
            </a:endParaRPr>
          </a:p>
        </p:txBody>
      </p:sp>
      <p:sp>
        <p:nvSpPr>
          <p:cNvPr id="755728" name="Text Box 16"/>
          <p:cNvSpPr txBox="1"/>
          <p:nvPr/>
        </p:nvSpPr>
        <p:spPr>
          <a:xfrm>
            <a:off x="2819400" y="3917315"/>
            <a:ext cx="228600" cy="487363"/>
          </a:xfrm>
          <a:prstGeom prst="rect">
            <a:avLst/>
          </a:prstGeom>
          <a:noFill/>
          <a:ln w="9525">
            <a:noFill/>
          </a:ln>
        </p:spPr>
        <p:txBody>
          <a:bodyPr lIns="0" tIns="0" rIns="0" bIns="0" anchor="t" anchorCtr="0">
            <a:spAutoFit/>
          </a:bodyPr>
          <a:p>
            <a:pPr algn="ctr" eaLnBrk="0" hangingPunct="0">
              <a:spcBef>
                <a:spcPct val="50000"/>
              </a:spcBef>
              <a:buClrTx/>
              <a:buFontTx/>
            </a:pPr>
            <a:r>
              <a:rPr lang="en-US" altLang="zh-CN" sz="3200" dirty="0">
                <a:latin typeface="Times New Roman" panose="02020503050405090304" pitchFamily="18" charset="0"/>
              </a:rPr>
              <a:t>F</a:t>
            </a:r>
            <a:endParaRPr lang="en-US" altLang="zh-CN" dirty="0">
              <a:latin typeface="Times New Roman" panose="02020503050405090304" pitchFamily="18" charset="0"/>
            </a:endParaRPr>
          </a:p>
        </p:txBody>
      </p:sp>
      <p:sp>
        <p:nvSpPr>
          <p:cNvPr id="755729" name="Text Box 17"/>
          <p:cNvSpPr txBox="1"/>
          <p:nvPr/>
        </p:nvSpPr>
        <p:spPr>
          <a:xfrm>
            <a:off x="3505200" y="4374515"/>
            <a:ext cx="228600" cy="487363"/>
          </a:xfrm>
          <a:prstGeom prst="rect">
            <a:avLst/>
          </a:prstGeom>
          <a:noFill/>
          <a:ln w="9525">
            <a:noFill/>
          </a:ln>
        </p:spPr>
        <p:txBody>
          <a:bodyPr lIns="0" tIns="0" rIns="0" bIns="0" anchor="t" anchorCtr="0">
            <a:spAutoFit/>
          </a:bodyPr>
          <a:p>
            <a:pPr algn="ctr" eaLnBrk="0" hangingPunct="0">
              <a:spcBef>
                <a:spcPct val="50000"/>
              </a:spcBef>
              <a:buClrTx/>
              <a:buFontTx/>
            </a:pPr>
            <a:r>
              <a:rPr lang="en-US" altLang="zh-CN" sz="3200" dirty="0">
                <a:latin typeface="Times New Roman" panose="02020503050405090304" pitchFamily="18" charset="0"/>
              </a:rPr>
              <a:t>F</a:t>
            </a:r>
            <a:endParaRPr lang="en-US" altLang="zh-CN" dirty="0">
              <a:latin typeface="Times New Roman" panose="02020503050405090304" pitchFamily="18" charset="0"/>
            </a:endParaRPr>
          </a:p>
        </p:txBody>
      </p:sp>
      <p:sp>
        <p:nvSpPr>
          <p:cNvPr id="755730" name="Text Box 18"/>
          <p:cNvSpPr txBox="1"/>
          <p:nvPr/>
        </p:nvSpPr>
        <p:spPr>
          <a:xfrm>
            <a:off x="3505200" y="3383915"/>
            <a:ext cx="228600" cy="487363"/>
          </a:xfrm>
          <a:prstGeom prst="rect">
            <a:avLst/>
          </a:prstGeom>
          <a:noFill/>
          <a:ln w="9525">
            <a:noFill/>
          </a:ln>
        </p:spPr>
        <p:txBody>
          <a:bodyPr lIns="0" tIns="0" rIns="0" bIns="0" anchor="t" anchorCtr="0">
            <a:spAutoFit/>
          </a:bodyPr>
          <a:p>
            <a:pPr algn="ctr" eaLnBrk="0" hangingPunct="0">
              <a:spcBef>
                <a:spcPct val="50000"/>
              </a:spcBef>
              <a:buClrTx/>
              <a:buFontTx/>
            </a:pPr>
            <a:r>
              <a:rPr lang="en-US" altLang="zh-CN" sz="3200" dirty="0">
                <a:latin typeface="Times New Roman" panose="02020503050405090304" pitchFamily="18" charset="0"/>
              </a:rPr>
              <a:t>F</a:t>
            </a:r>
            <a:endParaRPr lang="en-US" altLang="zh-CN" dirty="0">
              <a:latin typeface="Times New Roman" panose="02020503050405090304" pitchFamily="18" charset="0"/>
            </a:endParaRPr>
          </a:p>
        </p:txBody>
      </p:sp>
      <p:sp>
        <p:nvSpPr>
          <p:cNvPr id="755731" name="Text Box 19"/>
          <p:cNvSpPr txBox="1"/>
          <p:nvPr/>
        </p:nvSpPr>
        <p:spPr>
          <a:xfrm>
            <a:off x="4724400" y="4374515"/>
            <a:ext cx="228600" cy="487363"/>
          </a:xfrm>
          <a:prstGeom prst="rect">
            <a:avLst/>
          </a:prstGeom>
          <a:noFill/>
          <a:ln w="9525">
            <a:noFill/>
          </a:ln>
        </p:spPr>
        <p:txBody>
          <a:bodyPr lIns="0" tIns="0" rIns="0" bIns="0" anchor="t" anchorCtr="0">
            <a:spAutoFit/>
          </a:bodyPr>
          <a:p>
            <a:pPr algn="ctr" eaLnBrk="0" hangingPunct="0">
              <a:spcBef>
                <a:spcPct val="50000"/>
              </a:spcBef>
              <a:buClrTx/>
              <a:buFontTx/>
            </a:pPr>
            <a:r>
              <a:rPr lang="en-US" altLang="zh-CN" sz="3200" dirty="0">
                <a:latin typeface="Times New Roman" panose="02020503050405090304" pitchFamily="18" charset="0"/>
              </a:rPr>
              <a:t>F</a:t>
            </a:r>
            <a:endParaRPr lang="en-US" altLang="zh-CN" dirty="0">
              <a:latin typeface="Times New Roman" panose="02020503050405090304" pitchFamily="18" charset="0"/>
            </a:endParaRPr>
          </a:p>
        </p:txBody>
      </p:sp>
      <p:sp>
        <p:nvSpPr>
          <p:cNvPr id="755732" name="Text Box 20"/>
          <p:cNvSpPr txBox="1"/>
          <p:nvPr/>
        </p:nvSpPr>
        <p:spPr>
          <a:xfrm>
            <a:off x="4724400" y="3917315"/>
            <a:ext cx="228600" cy="487363"/>
          </a:xfrm>
          <a:prstGeom prst="rect">
            <a:avLst/>
          </a:prstGeom>
          <a:noFill/>
          <a:ln w="9525">
            <a:noFill/>
          </a:ln>
        </p:spPr>
        <p:txBody>
          <a:bodyPr lIns="0" tIns="0" rIns="0" bIns="0" anchor="t" anchorCtr="0">
            <a:spAutoFit/>
          </a:bodyPr>
          <a:p>
            <a:pPr algn="ctr" eaLnBrk="0" hangingPunct="0">
              <a:spcBef>
                <a:spcPct val="50000"/>
              </a:spcBef>
              <a:buClrTx/>
              <a:buFontTx/>
            </a:pPr>
            <a:r>
              <a:rPr lang="en-US" altLang="zh-CN" sz="3200" dirty="0">
                <a:latin typeface="Times New Roman" panose="02020503050405090304" pitchFamily="18" charset="0"/>
              </a:rPr>
              <a:t>F</a:t>
            </a:r>
            <a:endParaRPr lang="en-US" altLang="zh-CN" dirty="0">
              <a:latin typeface="Times New Roman" panose="02020503050405090304" pitchFamily="18" charset="0"/>
            </a:endParaRPr>
          </a:p>
        </p:txBody>
      </p:sp>
      <p:sp>
        <p:nvSpPr>
          <p:cNvPr id="755733" name="Text Box 21"/>
          <p:cNvSpPr txBox="1"/>
          <p:nvPr/>
        </p:nvSpPr>
        <p:spPr>
          <a:xfrm>
            <a:off x="4724400" y="3383915"/>
            <a:ext cx="228600" cy="487363"/>
          </a:xfrm>
          <a:prstGeom prst="rect">
            <a:avLst/>
          </a:prstGeom>
          <a:noFill/>
          <a:ln w="9525">
            <a:noFill/>
          </a:ln>
        </p:spPr>
        <p:txBody>
          <a:bodyPr lIns="0" tIns="0" rIns="0" bIns="0" anchor="t" anchorCtr="0">
            <a:spAutoFit/>
          </a:bodyPr>
          <a:p>
            <a:pPr algn="ctr" eaLnBrk="0" hangingPunct="0">
              <a:spcBef>
                <a:spcPct val="50000"/>
              </a:spcBef>
              <a:buClrTx/>
              <a:buFontTx/>
            </a:pPr>
            <a:r>
              <a:rPr lang="en-US" altLang="zh-CN" sz="3200" dirty="0">
                <a:latin typeface="Times New Roman" panose="02020503050405090304" pitchFamily="18" charset="0"/>
              </a:rPr>
              <a:t>F</a:t>
            </a:r>
            <a:endParaRPr lang="en-US" altLang="zh-CN" dirty="0">
              <a:latin typeface="Times New Roman" panose="02020503050405090304" pitchFamily="18" charset="0"/>
            </a:endParaRPr>
          </a:p>
        </p:txBody>
      </p:sp>
      <p:sp>
        <p:nvSpPr>
          <p:cNvPr id="755734" name="Text Box 22"/>
          <p:cNvSpPr txBox="1"/>
          <p:nvPr/>
        </p:nvSpPr>
        <p:spPr>
          <a:xfrm>
            <a:off x="6781800" y="2926715"/>
            <a:ext cx="228600" cy="487363"/>
          </a:xfrm>
          <a:prstGeom prst="rect">
            <a:avLst/>
          </a:prstGeom>
          <a:noFill/>
          <a:ln w="9525">
            <a:noFill/>
          </a:ln>
        </p:spPr>
        <p:txBody>
          <a:bodyPr lIns="0" tIns="0" rIns="0" bIns="0" anchor="t" anchorCtr="0">
            <a:spAutoFit/>
          </a:bodyPr>
          <a:p>
            <a:pPr algn="ctr" eaLnBrk="0" hangingPunct="0">
              <a:spcBef>
                <a:spcPct val="50000"/>
              </a:spcBef>
              <a:buClrTx/>
              <a:buFontTx/>
            </a:pPr>
            <a:r>
              <a:rPr lang="en-US" altLang="zh-CN" sz="3200" dirty="0">
                <a:latin typeface="Times New Roman" panose="02020503050405090304" pitchFamily="18" charset="0"/>
              </a:rPr>
              <a:t>F</a:t>
            </a:r>
            <a:endParaRPr lang="en-US" altLang="zh-CN" dirty="0">
              <a:latin typeface="Times New Roman" panose="02020503050405090304" pitchFamily="18" charset="0"/>
            </a:endParaRPr>
          </a:p>
        </p:txBody>
      </p:sp>
      <p:sp>
        <p:nvSpPr>
          <p:cNvPr id="755735" name="Text Box 23"/>
          <p:cNvSpPr txBox="1"/>
          <p:nvPr/>
        </p:nvSpPr>
        <p:spPr>
          <a:xfrm>
            <a:off x="1905000" y="3917315"/>
            <a:ext cx="304800" cy="487363"/>
          </a:xfrm>
          <a:prstGeom prst="rect">
            <a:avLst/>
          </a:prstGeom>
          <a:noFill/>
          <a:ln w="9525">
            <a:noFill/>
          </a:ln>
        </p:spPr>
        <p:txBody>
          <a:bodyPr lIns="0" tIns="0" rIns="0" bIns="0" anchor="t" anchorCtr="0">
            <a:spAutoFit/>
          </a:bodyPr>
          <a:p>
            <a:pPr algn="ctr" eaLnBrk="0" hangingPunct="0">
              <a:spcBef>
                <a:spcPct val="50000"/>
              </a:spcBef>
              <a:buClrTx/>
              <a:buFontTx/>
            </a:pPr>
            <a:r>
              <a:rPr lang="en-US" altLang="zh-CN" sz="3200" dirty="0">
                <a:latin typeface="Times New Roman" panose="02020503050405090304" pitchFamily="18" charset="0"/>
              </a:rPr>
              <a:t>T</a:t>
            </a:r>
            <a:endParaRPr lang="en-US" altLang="zh-CN" dirty="0">
              <a:latin typeface="Times New Roman" panose="02020503050405090304" pitchFamily="18" charset="0"/>
            </a:endParaRPr>
          </a:p>
        </p:txBody>
      </p:sp>
      <p:sp>
        <p:nvSpPr>
          <p:cNvPr id="755736" name="Text Box 24"/>
          <p:cNvSpPr txBox="1"/>
          <p:nvPr/>
        </p:nvSpPr>
        <p:spPr>
          <a:xfrm>
            <a:off x="1905000" y="4374515"/>
            <a:ext cx="304800" cy="487363"/>
          </a:xfrm>
          <a:prstGeom prst="rect">
            <a:avLst/>
          </a:prstGeom>
          <a:noFill/>
          <a:ln w="9525">
            <a:noFill/>
          </a:ln>
        </p:spPr>
        <p:txBody>
          <a:bodyPr lIns="0" tIns="0" rIns="0" bIns="0" anchor="t" anchorCtr="0">
            <a:spAutoFit/>
          </a:bodyPr>
          <a:p>
            <a:pPr algn="ctr" eaLnBrk="0" hangingPunct="0">
              <a:spcBef>
                <a:spcPct val="50000"/>
              </a:spcBef>
              <a:buClrTx/>
              <a:buFontTx/>
            </a:pPr>
            <a:r>
              <a:rPr lang="en-US" altLang="zh-CN" sz="3200" dirty="0">
                <a:latin typeface="Times New Roman" panose="02020503050405090304" pitchFamily="18" charset="0"/>
              </a:rPr>
              <a:t>T</a:t>
            </a:r>
            <a:endParaRPr lang="en-US" altLang="zh-CN" dirty="0">
              <a:latin typeface="Times New Roman" panose="02020503050405090304" pitchFamily="18" charset="0"/>
            </a:endParaRPr>
          </a:p>
        </p:txBody>
      </p:sp>
      <p:sp>
        <p:nvSpPr>
          <p:cNvPr id="755737" name="Oval 25"/>
          <p:cNvSpPr/>
          <p:nvPr/>
        </p:nvSpPr>
        <p:spPr>
          <a:xfrm>
            <a:off x="1676400" y="2850515"/>
            <a:ext cx="762000" cy="2286000"/>
          </a:xfrm>
          <a:prstGeom prst="ellipse">
            <a:avLst/>
          </a:prstGeom>
          <a:noFill/>
          <a:ln w="76200" cap="flat" cmpd="sng">
            <a:solidFill>
              <a:srgbClr val="FF0000"/>
            </a:solidFill>
            <a:prstDash val="solid"/>
            <a:round/>
            <a:headEnd type="none" w="med" len="med"/>
            <a:tailEnd type="none" w="med" len="med"/>
          </a:ln>
        </p:spPr>
        <p:txBody>
          <a:bodyPr wrap="none" anchor="ctr" anchorCtr="0"/>
          <a:p>
            <a:pPr eaLnBrk="0" hangingPunct="0">
              <a:buClrTx/>
              <a:buFontTx/>
            </a:pPr>
            <a:endParaRPr lang="zh-CN" altLang="en-US" dirty="0">
              <a:latin typeface="Tahoma" panose="020B0604030504040204" pitchFamily="34" charset="0"/>
            </a:endParaRPr>
          </a:p>
        </p:txBody>
      </p:sp>
      <p:sp>
        <p:nvSpPr>
          <p:cNvPr id="755738" name="Oval 26"/>
          <p:cNvSpPr/>
          <p:nvPr/>
        </p:nvSpPr>
        <p:spPr>
          <a:xfrm>
            <a:off x="6477000" y="2850515"/>
            <a:ext cx="762000" cy="2286000"/>
          </a:xfrm>
          <a:prstGeom prst="ellipse">
            <a:avLst/>
          </a:prstGeom>
          <a:noFill/>
          <a:ln w="76200" cap="flat" cmpd="sng">
            <a:solidFill>
              <a:srgbClr val="FF0000"/>
            </a:solidFill>
            <a:prstDash val="solid"/>
            <a:round/>
            <a:headEnd type="none" w="med" len="med"/>
            <a:tailEnd type="none" w="med" len="med"/>
          </a:ln>
        </p:spPr>
        <p:txBody>
          <a:bodyPr wrap="none" anchor="ctr" anchorCtr="0"/>
          <a:p>
            <a:pPr eaLnBrk="0" hangingPunct="0">
              <a:buClrTx/>
              <a:buFontTx/>
            </a:pPr>
            <a:endParaRPr lang="zh-CN" altLang="en-US" dirty="0">
              <a:latin typeface="Tahoma" panose="020B0604030504040204" pitchFamily="34" charset="0"/>
            </a:endParaRPr>
          </a:p>
        </p:txBody>
      </p:sp>
      <p:sp>
        <p:nvSpPr>
          <p:cNvPr id="19485" name="Text Box 27"/>
          <p:cNvSpPr txBox="1"/>
          <p:nvPr/>
        </p:nvSpPr>
        <p:spPr>
          <a:xfrm>
            <a:off x="4038600" y="76200"/>
            <a:ext cx="5030788" cy="396875"/>
          </a:xfrm>
          <a:prstGeom prst="rect">
            <a:avLst/>
          </a:prstGeom>
          <a:noFill/>
          <a:ln w="9525">
            <a:noFill/>
          </a:ln>
        </p:spPr>
        <p:txBody>
          <a:bodyPr wrap="none" anchor="t" anchorCtr="0">
            <a:spAutoFit/>
          </a:bodyPr>
          <a:p>
            <a:pPr algn="r" eaLnBrk="0" hangingPunct="0">
              <a:buClrTx/>
              <a:buFontTx/>
            </a:pPr>
            <a:r>
              <a:rPr lang="en-US" altLang="zh-CN" sz="2000" dirty="0">
                <a:solidFill>
                  <a:schemeClr val="bg1"/>
                </a:solidFill>
                <a:latin typeface="Times New Roman" panose="02020503050405090304" pitchFamily="18" charset="0"/>
              </a:rPr>
              <a:t>Topic #1.1 – Propositional Logic: Equivalences</a:t>
            </a:r>
            <a:endParaRPr lang="en-US" altLang="zh-CN" sz="2000" dirty="0">
              <a:solidFill>
                <a:schemeClr val="bg1"/>
              </a:solidFill>
              <a:latin typeface="Times New Roman" panose="02020503050405090304" pitchFamily="18"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55717"/>
                                        </p:tgtEl>
                                        <p:attrNameLst>
                                          <p:attrName>style.visibility</p:attrName>
                                        </p:attrNameLst>
                                      </p:cBhvr>
                                      <p:to>
                                        <p:strVal val="visible"/>
                                      </p:to>
                                    </p:set>
                                  </p:childTnLst>
                                  <p:subTnLst>
                                    <p:audio>
                                      <p:cMediaNode>
                                        <p:cTn display="0" masterRel="sameClick">
                                          <p:stCondLst>
                                            <p:cond evt="begin" delay="0">
                                              <p:tn val="5"/>
                                            </p:cond>
                                          </p:stCondLst>
                                          <p:endCondLst>
                                            <p:cond evt="onStopAudio" delay="0">
                                              <p:tgtEl>
                                                <p:sldTgt/>
                                              </p:tgtEl>
                                            </p:cond>
                                          </p:endCondLst>
                                        </p:cTn>
                                        <p:tgtEl>
                                          <p:sndTgt r:embed="rId3" name="TYPE.WAV"/>
                                        </p:tgtEl>
                                      </p:cMediaNode>
                                    </p:audio>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755718"/>
                                        </p:tgtEl>
                                        <p:attrNameLst>
                                          <p:attrName>style.visibility</p:attrName>
                                        </p:attrNameLst>
                                      </p:cBhvr>
                                      <p:to>
                                        <p:strVal val="visible"/>
                                      </p:to>
                                    </p:set>
                                  </p:childTnLst>
                                  <p:subTnLst>
                                    <p:audio>
                                      <p:cMediaNode>
                                        <p:cTn display="0" masterRel="sameClick">
                                          <p:stCondLst>
                                            <p:cond evt="begin" delay="0">
                                              <p:tn val="9"/>
                                            </p:cond>
                                          </p:stCondLst>
                                          <p:endCondLst>
                                            <p:cond evt="onStopAudio" delay="0">
                                              <p:tgtEl>
                                                <p:sldTgt/>
                                              </p:tgtEl>
                                            </p:cond>
                                          </p:endCondLst>
                                        </p:cTn>
                                        <p:tgtEl>
                                          <p:sndTgt r:embed="rId3" name="TYPE.WAV"/>
                                        </p:tgtEl>
                                      </p:cMediaNode>
                                    </p:audio>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755735"/>
                                        </p:tgtEl>
                                        <p:attrNameLst>
                                          <p:attrName>style.visibility</p:attrName>
                                        </p:attrNameLst>
                                      </p:cBhvr>
                                      <p:to>
                                        <p:strVal val="visible"/>
                                      </p:to>
                                    </p:set>
                                  </p:childTnLst>
                                  <p:subTnLst>
                                    <p:audio>
                                      <p:cMediaNode>
                                        <p:cTn display="0" masterRel="sameClick">
                                          <p:stCondLst>
                                            <p:cond evt="begin" delay="0">
                                              <p:tn val="13"/>
                                            </p:cond>
                                          </p:stCondLst>
                                          <p:endCondLst>
                                            <p:cond evt="onStopAudio" delay="0">
                                              <p:tgtEl>
                                                <p:sldTgt/>
                                              </p:tgtEl>
                                            </p:cond>
                                          </p:endCondLst>
                                        </p:cTn>
                                        <p:tgtEl>
                                          <p:sndTgt r:embed="rId3" name="TYPE.WAV"/>
                                        </p:tgtEl>
                                      </p:cMediaNode>
                                    </p:audio>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755736"/>
                                        </p:tgtEl>
                                        <p:attrNameLst>
                                          <p:attrName>style.visibility</p:attrName>
                                        </p:attrNameLst>
                                      </p:cBhvr>
                                      <p:to>
                                        <p:strVal val="visible"/>
                                      </p:to>
                                    </p:set>
                                  </p:childTnLst>
                                  <p:subTnLst>
                                    <p:audio>
                                      <p:cMediaNode>
                                        <p:cTn display="0" masterRel="sameClick">
                                          <p:stCondLst>
                                            <p:cond evt="begin" delay="0">
                                              <p:tn val="17"/>
                                            </p:cond>
                                          </p:stCondLst>
                                          <p:endCondLst>
                                            <p:cond evt="onStopAudio" delay="0">
                                              <p:tgtEl>
                                                <p:sldTgt/>
                                              </p:tgtEl>
                                            </p:cond>
                                          </p:endCondLst>
                                        </p:cTn>
                                        <p:tgtEl>
                                          <p:sndTgt r:embed="rId3" name="TYPE.WAV"/>
                                        </p:tgtEl>
                                      </p:cMediaNode>
                                    </p:audio>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755719"/>
                                        </p:tgtEl>
                                        <p:attrNameLst>
                                          <p:attrName>style.visibility</p:attrName>
                                        </p:attrNameLst>
                                      </p:cBhvr>
                                      <p:to>
                                        <p:strVal val="visible"/>
                                      </p:to>
                                    </p:set>
                                  </p:childTnLst>
                                  <p:subTnLst>
                                    <p:audio>
                                      <p:cMediaNode>
                                        <p:cTn display="0" masterRel="sameClick">
                                          <p:stCondLst>
                                            <p:cond evt="begin" delay="0">
                                              <p:tn val="21"/>
                                            </p:cond>
                                          </p:stCondLst>
                                          <p:endCondLst>
                                            <p:cond evt="onStopAudio" delay="0">
                                              <p:tgtEl>
                                                <p:sldTgt/>
                                              </p:tgtEl>
                                            </p:cond>
                                          </p:endCondLst>
                                        </p:cTn>
                                        <p:tgtEl>
                                          <p:sndTgt r:embed="rId3" name="TYPE.WAV"/>
                                        </p:tgtEl>
                                      </p:cMediaNode>
                                    </p:audio>
                                  </p:sub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755720"/>
                                        </p:tgtEl>
                                        <p:attrNameLst>
                                          <p:attrName>style.visibility</p:attrName>
                                        </p:attrNameLst>
                                      </p:cBhvr>
                                      <p:to>
                                        <p:strVal val="visible"/>
                                      </p:to>
                                    </p:set>
                                  </p:childTnLst>
                                  <p:subTnLst>
                                    <p:audio>
                                      <p:cMediaNode>
                                        <p:cTn display="0" masterRel="sameClick">
                                          <p:stCondLst>
                                            <p:cond evt="begin" delay="0">
                                              <p:tn val="25"/>
                                            </p:cond>
                                          </p:stCondLst>
                                          <p:endCondLst>
                                            <p:cond evt="onStopAudio" delay="0">
                                              <p:tgtEl>
                                                <p:sldTgt/>
                                              </p:tgtEl>
                                            </p:cond>
                                          </p:endCondLst>
                                        </p:cTn>
                                        <p:tgtEl>
                                          <p:sndTgt r:embed="rId3" name="TYPE.WAV"/>
                                        </p:tgtEl>
                                      </p:cMediaNode>
                                    </p:audio>
                                  </p:sub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755728"/>
                                        </p:tgtEl>
                                        <p:attrNameLst>
                                          <p:attrName>style.visibility</p:attrName>
                                        </p:attrNameLst>
                                      </p:cBhvr>
                                      <p:to>
                                        <p:strVal val="visible"/>
                                      </p:to>
                                    </p:set>
                                  </p:childTnLst>
                                  <p:subTnLst>
                                    <p:audio>
                                      <p:cMediaNode>
                                        <p:cTn display="0" masterRel="sameClick">
                                          <p:stCondLst>
                                            <p:cond evt="begin" delay="0">
                                              <p:tn val="29"/>
                                            </p:cond>
                                          </p:stCondLst>
                                          <p:endCondLst>
                                            <p:cond evt="onStopAudio" delay="0">
                                              <p:tgtEl>
                                                <p:sldTgt/>
                                              </p:tgtEl>
                                            </p:cond>
                                          </p:endCondLst>
                                        </p:cTn>
                                        <p:tgtEl>
                                          <p:sndTgt r:embed="rId3" name="TYPE.WAV"/>
                                        </p:tgtEl>
                                      </p:cMediaNode>
                                    </p:audio>
                                  </p:sub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755727"/>
                                        </p:tgtEl>
                                        <p:attrNameLst>
                                          <p:attrName>style.visibility</p:attrName>
                                        </p:attrNameLst>
                                      </p:cBhvr>
                                      <p:to>
                                        <p:strVal val="visible"/>
                                      </p:to>
                                    </p:set>
                                  </p:childTnLst>
                                  <p:subTnLst>
                                    <p:audio>
                                      <p:cMediaNode>
                                        <p:cTn display="0" masterRel="sameClick">
                                          <p:stCondLst>
                                            <p:cond evt="begin" delay="0">
                                              <p:tn val="33"/>
                                            </p:cond>
                                          </p:stCondLst>
                                          <p:endCondLst>
                                            <p:cond evt="onStopAudio" delay="0">
                                              <p:tgtEl>
                                                <p:sldTgt/>
                                              </p:tgtEl>
                                            </p:cond>
                                          </p:endCondLst>
                                        </p:cTn>
                                        <p:tgtEl>
                                          <p:sndTgt r:embed="rId3" name="TYPE.WAV"/>
                                        </p:tgtEl>
                                      </p:cMediaNode>
                                    </p:audio>
                                  </p:sub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755721"/>
                                        </p:tgtEl>
                                        <p:attrNameLst>
                                          <p:attrName>style.visibility</p:attrName>
                                        </p:attrNameLst>
                                      </p:cBhvr>
                                      <p:to>
                                        <p:strVal val="visible"/>
                                      </p:to>
                                    </p:set>
                                  </p:childTnLst>
                                  <p:subTnLst>
                                    <p:audio>
                                      <p:cMediaNode>
                                        <p:cTn display="0" masterRel="sameClick">
                                          <p:stCondLst>
                                            <p:cond evt="begin" delay="0">
                                              <p:tn val="37"/>
                                            </p:cond>
                                          </p:stCondLst>
                                          <p:endCondLst>
                                            <p:cond evt="onStopAudio" delay="0">
                                              <p:tgtEl>
                                                <p:sldTgt/>
                                              </p:tgtEl>
                                            </p:cond>
                                          </p:endCondLst>
                                        </p:cTn>
                                        <p:tgtEl>
                                          <p:sndTgt r:embed="rId3" name="TYPE.WAV"/>
                                        </p:tgtEl>
                                      </p:cMediaNode>
                                    </p:audio>
                                  </p:sub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755730"/>
                                        </p:tgtEl>
                                        <p:attrNameLst>
                                          <p:attrName>style.visibility</p:attrName>
                                        </p:attrNameLst>
                                      </p:cBhvr>
                                      <p:to>
                                        <p:strVal val="visible"/>
                                      </p:to>
                                    </p:set>
                                  </p:childTnLst>
                                  <p:subTnLst>
                                    <p:audio>
                                      <p:cMediaNode>
                                        <p:cTn display="0" masterRel="sameClick">
                                          <p:stCondLst>
                                            <p:cond evt="begin" delay="0">
                                              <p:tn val="41"/>
                                            </p:cond>
                                          </p:stCondLst>
                                          <p:endCondLst>
                                            <p:cond evt="onStopAudio" delay="0">
                                              <p:tgtEl>
                                                <p:sldTgt/>
                                              </p:tgtEl>
                                            </p:cond>
                                          </p:endCondLst>
                                        </p:cTn>
                                        <p:tgtEl>
                                          <p:sndTgt r:embed="rId3" name="TYPE.WAV"/>
                                        </p:tgtEl>
                                      </p:cMediaNode>
                                    </p:audio>
                                  </p:sub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499"/>
                                          </p:stCondLst>
                                        </p:cTn>
                                        <p:tgtEl>
                                          <p:spTgt spid="755722"/>
                                        </p:tgtEl>
                                        <p:attrNameLst>
                                          <p:attrName>style.visibility</p:attrName>
                                        </p:attrNameLst>
                                      </p:cBhvr>
                                      <p:to>
                                        <p:strVal val="visible"/>
                                      </p:to>
                                    </p:set>
                                  </p:childTnLst>
                                  <p:subTnLst>
                                    <p:audio>
                                      <p:cMediaNode>
                                        <p:cTn display="0" masterRel="sameClick">
                                          <p:stCondLst>
                                            <p:cond evt="begin" delay="0">
                                              <p:tn val="45"/>
                                            </p:cond>
                                          </p:stCondLst>
                                          <p:endCondLst>
                                            <p:cond evt="onStopAudio" delay="0">
                                              <p:tgtEl>
                                                <p:sldTgt/>
                                              </p:tgtEl>
                                            </p:cond>
                                          </p:endCondLst>
                                        </p:cTn>
                                        <p:tgtEl>
                                          <p:sndTgt r:embed="rId3" name="TYPE.WAV"/>
                                        </p:tgtEl>
                                      </p:cMediaNode>
                                    </p:audio>
                                  </p:sub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499"/>
                                          </p:stCondLst>
                                        </p:cTn>
                                        <p:tgtEl>
                                          <p:spTgt spid="755729"/>
                                        </p:tgtEl>
                                        <p:attrNameLst>
                                          <p:attrName>style.visibility</p:attrName>
                                        </p:attrNameLst>
                                      </p:cBhvr>
                                      <p:to>
                                        <p:strVal val="visible"/>
                                      </p:to>
                                    </p:set>
                                  </p:childTnLst>
                                  <p:subTnLst>
                                    <p:audio>
                                      <p:cMediaNode>
                                        <p:cTn display="0" masterRel="sameClick">
                                          <p:stCondLst>
                                            <p:cond evt="begin" delay="0">
                                              <p:tn val="49"/>
                                            </p:cond>
                                          </p:stCondLst>
                                          <p:endCondLst>
                                            <p:cond evt="onStopAudio" delay="0">
                                              <p:tgtEl>
                                                <p:sldTgt/>
                                              </p:tgtEl>
                                            </p:cond>
                                          </p:endCondLst>
                                        </p:cTn>
                                        <p:tgtEl>
                                          <p:sndTgt r:embed="rId3" name="TYPE.WAV"/>
                                        </p:tgtEl>
                                      </p:cMediaNode>
                                    </p:audio>
                                  </p:sub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499"/>
                                          </p:stCondLst>
                                        </p:cTn>
                                        <p:tgtEl>
                                          <p:spTgt spid="755723"/>
                                        </p:tgtEl>
                                        <p:attrNameLst>
                                          <p:attrName>style.visibility</p:attrName>
                                        </p:attrNameLst>
                                      </p:cBhvr>
                                      <p:to>
                                        <p:strVal val="visible"/>
                                      </p:to>
                                    </p:set>
                                  </p:childTnLst>
                                  <p:subTnLst>
                                    <p:audio>
                                      <p:cMediaNode>
                                        <p:cTn display="0" masterRel="sameClick">
                                          <p:stCondLst>
                                            <p:cond evt="begin" delay="0">
                                              <p:tn val="53"/>
                                            </p:cond>
                                          </p:stCondLst>
                                          <p:endCondLst>
                                            <p:cond evt="onStopAudio" delay="0">
                                              <p:tgtEl>
                                                <p:sldTgt/>
                                              </p:tgtEl>
                                            </p:cond>
                                          </p:endCondLst>
                                        </p:cTn>
                                        <p:tgtEl>
                                          <p:sndTgt r:embed="rId3" name="TYPE.WAV"/>
                                        </p:tgtEl>
                                      </p:cMediaNode>
                                    </p:audio>
                                  </p:sub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499"/>
                                          </p:stCondLst>
                                        </p:cTn>
                                        <p:tgtEl>
                                          <p:spTgt spid="755733"/>
                                        </p:tgtEl>
                                        <p:attrNameLst>
                                          <p:attrName>style.visibility</p:attrName>
                                        </p:attrNameLst>
                                      </p:cBhvr>
                                      <p:to>
                                        <p:strVal val="visible"/>
                                      </p:to>
                                    </p:set>
                                  </p:childTnLst>
                                  <p:subTnLst>
                                    <p:audio>
                                      <p:cMediaNode>
                                        <p:cTn display="0" masterRel="sameClick">
                                          <p:stCondLst>
                                            <p:cond evt="begin" delay="0">
                                              <p:tn val="57"/>
                                            </p:cond>
                                          </p:stCondLst>
                                          <p:endCondLst>
                                            <p:cond evt="onStopAudio" delay="0">
                                              <p:tgtEl>
                                                <p:sldTgt/>
                                              </p:tgtEl>
                                            </p:cond>
                                          </p:endCondLst>
                                        </p:cTn>
                                        <p:tgtEl>
                                          <p:sndTgt r:embed="rId3" name="TYPE.WAV"/>
                                        </p:tgtEl>
                                      </p:cMediaNode>
                                    </p:audio>
                                  </p:sub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499"/>
                                          </p:stCondLst>
                                        </p:cTn>
                                        <p:tgtEl>
                                          <p:spTgt spid="755732"/>
                                        </p:tgtEl>
                                        <p:attrNameLst>
                                          <p:attrName>style.visibility</p:attrName>
                                        </p:attrNameLst>
                                      </p:cBhvr>
                                      <p:to>
                                        <p:strVal val="visible"/>
                                      </p:to>
                                    </p:set>
                                  </p:childTnLst>
                                  <p:subTnLst>
                                    <p:audio>
                                      <p:cMediaNode>
                                        <p:cTn display="0" masterRel="sameClick">
                                          <p:stCondLst>
                                            <p:cond evt="begin" delay="0">
                                              <p:tn val="61"/>
                                            </p:cond>
                                          </p:stCondLst>
                                          <p:endCondLst>
                                            <p:cond evt="onStopAudio" delay="0">
                                              <p:tgtEl>
                                                <p:sldTgt/>
                                              </p:tgtEl>
                                            </p:cond>
                                          </p:endCondLst>
                                        </p:cTn>
                                        <p:tgtEl>
                                          <p:sndTgt r:embed="rId3" name="TYPE.WAV"/>
                                        </p:tgtEl>
                                      </p:cMediaNode>
                                    </p:audio>
                                  </p:sub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499"/>
                                          </p:stCondLst>
                                        </p:cTn>
                                        <p:tgtEl>
                                          <p:spTgt spid="755731"/>
                                        </p:tgtEl>
                                        <p:attrNameLst>
                                          <p:attrName>style.visibility</p:attrName>
                                        </p:attrNameLst>
                                      </p:cBhvr>
                                      <p:to>
                                        <p:strVal val="visible"/>
                                      </p:to>
                                    </p:set>
                                  </p:childTnLst>
                                  <p:subTnLst>
                                    <p:audio>
                                      <p:cMediaNode>
                                        <p:cTn display="0" masterRel="sameClick">
                                          <p:stCondLst>
                                            <p:cond evt="begin" delay="0">
                                              <p:tn val="65"/>
                                            </p:cond>
                                          </p:stCondLst>
                                          <p:endCondLst>
                                            <p:cond evt="onStopAudio" delay="0">
                                              <p:tgtEl>
                                                <p:sldTgt/>
                                              </p:tgtEl>
                                            </p:cond>
                                          </p:endCondLst>
                                        </p:cTn>
                                        <p:tgtEl>
                                          <p:sndTgt r:embed="rId3" name="TYPE.WAV"/>
                                        </p:tgtEl>
                                      </p:cMediaNode>
                                    </p:audio>
                                  </p:sub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499"/>
                                          </p:stCondLst>
                                        </p:cTn>
                                        <p:tgtEl>
                                          <p:spTgt spid="755734"/>
                                        </p:tgtEl>
                                        <p:attrNameLst>
                                          <p:attrName>style.visibility</p:attrName>
                                        </p:attrNameLst>
                                      </p:cBhvr>
                                      <p:to>
                                        <p:strVal val="visible"/>
                                      </p:to>
                                    </p:set>
                                  </p:childTnLst>
                                  <p:subTnLst>
                                    <p:audio>
                                      <p:cMediaNode>
                                        <p:cTn display="0" masterRel="sameClick">
                                          <p:stCondLst>
                                            <p:cond evt="begin" delay="0">
                                              <p:tn val="69"/>
                                            </p:cond>
                                          </p:stCondLst>
                                          <p:endCondLst>
                                            <p:cond evt="onStopAudio" delay="0">
                                              <p:tgtEl>
                                                <p:sldTgt/>
                                              </p:tgtEl>
                                            </p:cond>
                                          </p:endCondLst>
                                        </p:cTn>
                                        <p:tgtEl>
                                          <p:sndTgt r:embed="rId3" name="TYPE.WAV"/>
                                        </p:tgtEl>
                                      </p:cMediaNode>
                                    </p:audio>
                                  </p:sub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499"/>
                                          </p:stCondLst>
                                        </p:cTn>
                                        <p:tgtEl>
                                          <p:spTgt spid="755726"/>
                                        </p:tgtEl>
                                        <p:attrNameLst>
                                          <p:attrName>style.visibility</p:attrName>
                                        </p:attrNameLst>
                                      </p:cBhvr>
                                      <p:to>
                                        <p:strVal val="visible"/>
                                      </p:to>
                                    </p:set>
                                  </p:childTnLst>
                                  <p:subTnLst>
                                    <p:audio>
                                      <p:cMediaNode>
                                        <p:cTn display="0" masterRel="sameClick">
                                          <p:stCondLst>
                                            <p:cond evt="begin" delay="0">
                                              <p:tn val="73"/>
                                            </p:cond>
                                          </p:stCondLst>
                                          <p:endCondLst>
                                            <p:cond evt="onStopAudio" delay="0">
                                              <p:tgtEl>
                                                <p:sldTgt/>
                                              </p:tgtEl>
                                            </p:cond>
                                          </p:endCondLst>
                                        </p:cTn>
                                        <p:tgtEl>
                                          <p:sndTgt r:embed="rId3" name="TYPE.WAV"/>
                                        </p:tgtEl>
                                      </p:cMediaNode>
                                    </p:audio>
                                  </p:sub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499"/>
                                          </p:stCondLst>
                                        </p:cTn>
                                        <p:tgtEl>
                                          <p:spTgt spid="755725"/>
                                        </p:tgtEl>
                                        <p:attrNameLst>
                                          <p:attrName>style.visibility</p:attrName>
                                        </p:attrNameLst>
                                      </p:cBhvr>
                                      <p:to>
                                        <p:strVal val="visible"/>
                                      </p:to>
                                    </p:set>
                                  </p:childTnLst>
                                  <p:subTnLst>
                                    <p:audio>
                                      <p:cMediaNode>
                                        <p:cTn display="0" masterRel="sameClick">
                                          <p:stCondLst>
                                            <p:cond evt="begin" delay="0">
                                              <p:tn val="77"/>
                                            </p:cond>
                                          </p:stCondLst>
                                          <p:endCondLst>
                                            <p:cond evt="onStopAudio" delay="0">
                                              <p:tgtEl>
                                                <p:sldTgt/>
                                              </p:tgtEl>
                                            </p:cond>
                                          </p:endCondLst>
                                        </p:cTn>
                                        <p:tgtEl>
                                          <p:sndTgt r:embed="rId3" name="TYPE.WAV"/>
                                        </p:tgtEl>
                                      </p:cMediaNode>
                                    </p:audio>
                                  </p:sub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499"/>
                                          </p:stCondLst>
                                        </p:cTn>
                                        <p:tgtEl>
                                          <p:spTgt spid="755724"/>
                                        </p:tgtEl>
                                        <p:attrNameLst>
                                          <p:attrName>style.visibility</p:attrName>
                                        </p:attrNameLst>
                                      </p:cBhvr>
                                      <p:to>
                                        <p:strVal val="visible"/>
                                      </p:to>
                                    </p:set>
                                  </p:childTnLst>
                                  <p:subTnLst>
                                    <p:audio>
                                      <p:cMediaNode>
                                        <p:cTn display="0" masterRel="sameClick">
                                          <p:stCondLst>
                                            <p:cond evt="begin" delay="0">
                                              <p:tn val="81"/>
                                            </p:cond>
                                          </p:stCondLst>
                                          <p:endCondLst>
                                            <p:cond evt="onStopAudio" delay="0">
                                              <p:tgtEl>
                                                <p:sldTgt/>
                                              </p:tgtEl>
                                            </p:cond>
                                          </p:endCondLst>
                                        </p:cTn>
                                        <p:tgtEl>
                                          <p:sndTgt r:embed="rId3" name="TYPE.WAV"/>
                                        </p:tgtEl>
                                      </p:cMediaNode>
                                    </p:audio>
                                  </p:subTnLst>
                                </p:cTn>
                              </p:par>
                            </p:childTnLst>
                          </p:cTn>
                        </p:par>
                      </p:childTnLst>
                    </p:cTn>
                  </p:par>
                  <p:par>
                    <p:cTn id="83" fill="hold">
                      <p:stCondLst>
                        <p:cond delay="indefinite"/>
                      </p:stCondLst>
                      <p:childTnLst>
                        <p:par>
                          <p:cTn id="84" fill="hold">
                            <p:stCondLst>
                              <p:cond delay="0"/>
                            </p:stCondLst>
                            <p:childTnLst>
                              <p:par>
                                <p:cTn id="85" presetID="23" presetClass="entr" presetSubtype="32" fill="hold" grpId="0" nodeType="clickEffect">
                                  <p:stCondLst>
                                    <p:cond delay="0"/>
                                  </p:stCondLst>
                                  <p:childTnLst>
                                    <p:set>
                                      <p:cBhvr>
                                        <p:cTn id="86" dur="1" fill="hold">
                                          <p:stCondLst>
                                            <p:cond delay="0"/>
                                          </p:stCondLst>
                                        </p:cTn>
                                        <p:tgtEl>
                                          <p:spTgt spid="755737"/>
                                        </p:tgtEl>
                                        <p:attrNameLst>
                                          <p:attrName>style.visibility</p:attrName>
                                        </p:attrNameLst>
                                      </p:cBhvr>
                                      <p:to>
                                        <p:strVal val="visible"/>
                                      </p:to>
                                    </p:set>
                                    <p:anim calcmode="lin" valueType="num">
                                      <p:cBhvr>
                                        <p:cTn id="87" dur="500" fill="hold"/>
                                        <p:tgtEl>
                                          <p:spTgt spid="755737"/>
                                        </p:tgtEl>
                                        <p:attrNameLst>
                                          <p:attrName>ppt_w</p:attrName>
                                        </p:attrNameLst>
                                      </p:cBhvr>
                                      <p:tavLst>
                                        <p:tav tm="0">
                                          <p:val>
                                            <p:strVal val="4*#ppt_w"/>
                                          </p:val>
                                        </p:tav>
                                        <p:tav tm="100000">
                                          <p:val>
                                            <p:strVal val="#ppt_w"/>
                                          </p:val>
                                        </p:tav>
                                      </p:tavLst>
                                    </p:anim>
                                    <p:anim calcmode="lin" valueType="num">
                                      <p:cBhvr>
                                        <p:cTn id="88" dur="500" fill="hold"/>
                                        <p:tgtEl>
                                          <p:spTgt spid="755737"/>
                                        </p:tgtEl>
                                        <p:attrNameLst>
                                          <p:attrName>ppt_h</p:attrName>
                                        </p:attrNameLst>
                                      </p:cBhvr>
                                      <p:tavLst>
                                        <p:tav tm="0">
                                          <p:val>
                                            <p:strVal val="4*#ppt_h"/>
                                          </p:val>
                                        </p:tav>
                                        <p:tav tm="100000">
                                          <p:val>
                                            <p:strVal val="#ppt_h"/>
                                          </p:val>
                                        </p:tav>
                                      </p:tavLst>
                                    </p:anim>
                                  </p:childTnLst>
                                  <p:subTnLst>
                                    <p:audio>
                                      <p:cMediaNode>
                                        <p:cTn display="0" masterRel="sameClick">
                                          <p:stCondLst>
                                            <p:cond evt="begin" delay="0">
                                              <p:tn val="85"/>
                                            </p:cond>
                                          </p:stCondLst>
                                          <p:endCondLst>
                                            <p:cond evt="onStopAudio" delay="0">
                                              <p:tgtEl>
                                                <p:sldTgt/>
                                              </p:tgtEl>
                                            </p:cond>
                                          </p:endCondLst>
                                        </p:cTn>
                                        <p:tgtEl>
                                          <p:sndTgt r:embed="rId4" name="CAMERA.WAV"/>
                                        </p:tgtEl>
                                      </p:cMediaNode>
                                    </p:audio>
                                  </p:subTnLst>
                                </p:cTn>
                              </p:par>
                            </p:childTnLst>
                          </p:cTn>
                        </p:par>
                      </p:childTnLst>
                    </p:cTn>
                  </p:par>
                  <p:par>
                    <p:cTn id="89" fill="hold">
                      <p:stCondLst>
                        <p:cond delay="indefinite"/>
                      </p:stCondLst>
                      <p:childTnLst>
                        <p:par>
                          <p:cTn id="90" fill="hold">
                            <p:stCondLst>
                              <p:cond delay="0"/>
                            </p:stCondLst>
                            <p:childTnLst>
                              <p:par>
                                <p:cTn id="91" presetID="23" presetClass="entr" presetSubtype="32" fill="hold" grpId="0" nodeType="clickEffect">
                                  <p:stCondLst>
                                    <p:cond delay="0"/>
                                  </p:stCondLst>
                                  <p:childTnLst>
                                    <p:set>
                                      <p:cBhvr>
                                        <p:cTn id="92" dur="1" fill="hold">
                                          <p:stCondLst>
                                            <p:cond delay="0"/>
                                          </p:stCondLst>
                                        </p:cTn>
                                        <p:tgtEl>
                                          <p:spTgt spid="755738"/>
                                        </p:tgtEl>
                                        <p:attrNameLst>
                                          <p:attrName>style.visibility</p:attrName>
                                        </p:attrNameLst>
                                      </p:cBhvr>
                                      <p:to>
                                        <p:strVal val="visible"/>
                                      </p:to>
                                    </p:set>
                                    <p:anim calcmode="lin" valueType="num">
                                      <p:cBhvr>
                                        <p:cTn id="93" dur="500" fill="hold"/>
                                        <p:tgtEl>
                                          <p:spTgt spid="755738"/>
                                        </p:tgtEl>
                                        <p:attrNameLst>
                                          <p:attrName>ppt_w</p:attrName>
                                        </p:attrNameLst>
                                      </p:cBhvr>
                                      <p:tavLst>
                                        <p:tav tm="0">
                                          <p:val>
                                            <p:strVal val="4*#ppt_w"/>
                                          </p:val>
                                        </p:tav>
                                        <p:tav tm="100000">
                                          <p:val>
                                            <p:strVal val="#ppt_w"/>
                                          </p:val>
                                        </p:tav>
                                      </p:tavLst>
                                    </p:anim>
                                    <p:anim calcmode="lin" valueType="num">
                                      <p:cBhvr>
                                        <p:cTn id="94" dur="500" fill="hold"/>
                                        <p:tgtEl>
                                          <p:spTgt spid="755738"/>
                                        </p:tgtEl>
                                        <p:attrNameLst>
                                          <p:attrName>ppt_h</p:attrName>
                                        </p:attrNameLst>
                                      </p:cBhvr>
                                      <p:tavLst>
                                        <p:tav tm="0">
                                          <p:val>
                                            <p:strVal val="4*#ppt_h"/>
                                          </p:val>
                                        </p:tav>
                                        <p:tav tm="100000">
                                          <p:val>
                                            <p:strVal val="#ppt_h"/>
                                          </p:val>
                                        </p:tav>
                                      </p:tavLst>
                                    </p:anim>
                                  </p:childTnLst>
                                  <p:subTnLst>
                                    <p:audio>
                                      <p:cMediaNode>
                                        <p:cTn display="0" masterRel="sameClick">
                                          <p:stCondLst>
                                            <p:cond evt="begin" delay="0">
                                              <p:tn val="91"/>
                                            </p:cond>
                                          </p:stCondLst>
                                          <p:endCondLst>
                                            <p:cond evt="onStopAudio" delay="0">
                                              <p:tgtEl>
                                                <p:sldTgt/>
                                              </p:tgtEl>
                                            </p:cond>
                                          </p:endCondLst>
                                        </p:cTn>
                                        <p:tgtEl>
                                          <p:sndTgt r:embed="rId4"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5717" grpId="0"/>
      <p:bldP spid="755718" grpId="0"/>
      <p:bldP spid="755719" grpId="0"/>
      <p:bldP spid="755720" grpId="0"/>
      <p:bldP spid="755721" grpId="0"/>
      <p:bldP spid="755722" grpId="0"/>
      <p:bldP spid="755723" grpId="0"/>
      <p:bldP spid="755724" grpId="0"/>
      <p:bldP spid="755725" grpId="0"/>
      <p:bldP spid="755726" grpId="0"/>
      <p:bldP spid="755727" grpId="0"/>
      <p:bldP spid="755728" grpId="0"/>
      <p:bldP spid="755729" grpId="0"/>
      <p:bldP spid="755730" grpId="0"/>
      <p:bldP spid="755731" grpId="0"/>
      <p:bldP spid="755732" grpId="0"/>
      <p:bldP spid="755733" grpId="0"/>
      <p:bldP spid="755734" grpId="0"/>
      <p:bldP spid="755735" grpId="0"/>
      <p:bldP spid="755736" grpId="0"/>
      <p:bldP spid="755737" grpId="0" bldLvl="0" animBg="1"/>
      <p:bldP spid="755738" grpId="0" bldLvl="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5" name="灯片编号占位符 3"/>
          <p:cNvSpPr>
            <a:spLocks noGrp="1"/>
          </p:cNvSpPr>
          <p:nvPr>
            <p:ph type="sldNum" sz="quarter" idx="10"/>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r" eaLnBrk="1" hangingPunct="1">
              <a:buClrTx/>
              <a:buFontTx/>
            </a:pPr>
            <a:fld id="{9A0DB2DC-4C9A-4742-B13C-FB6460FD3503}" type="slidenum">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21506" name="日期占位符 4"/>
          <p:cNvSpPr>
            <a:spLocks noGrp="1"/>
          </p:cNvSpPr>
          <p:nvPr>
            <p:ph type="dt" sz="half" idx="11"/>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buClrTx/>
              <a:buFontTx/>
            </a:pPr>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21507" name="页脚占位符 5"/>
          <p:cNvSpPr>
            <a:spLocks noGrp="1"/>
          </p:cNvSpPr>
          <p:nvPr>
            <p:ph type="ftr" sz="quarter" idx="12"/>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buClrTx/>
              <a:buFontTx/>
            </a:pPr>
            <a:r>
              <a:rPr lang="en-US" altLang="zh-CN" sz="1200" b="1" i="1" dirty="0">
                <a:solidFill>
                  <a:srgbClr val="009999"/>
                </a:solidFill>
                <a:latin typeface="Arial Narrow" panose="020B0606020202030204" pitchFamily="34" charset="0"/>
              </a:rPr>
              <a:t>School of Computer Science, BUPT</a:t>
            </a:r>
            <a:endParaRPr lang="zh-CN" altLang="en-US" sz="1200" b="1" i="1" dirty="0">
              <a:solidFill>
                <a:srgbClr val="009999"/>
              </a:solidFill>
              <a:latin typeface="Arial Narrow" panose="020B0606020202030204" pitchFamily="34" charset="0"/>
            </a:endParaRPr>
          </a:p>
        </p:txBody>
      </p:sp>
      <p:sp>
        <p:nvSpPr>
          <p:cNvPr id="21508" name="Rectangle 2"/>
          <p:cNvSpPr>
            <a:spLocks noGrp="1"/>
          </p:cNvSpPr>
          <p:nvPr>
            <p:ph type="title"/>
          </p:nvPr>
        </p:nvSpPr>
        <p:spPr>
          <a:xfrm>
            <a:off x="683895" y="390525"/>
            <a:ext cx="8764270" cy="652780"/>
          </a:xfrm>
        </p:spPr>
        <p:txBody>
          <a:bodyPr vert="horz" wrap="square" lIns="91440" tIns="45720" rIns="91440" bIns="45720" anchor="b" anchorCtr="0"/>
          <a:p>
            <a:pPr eaLnBrk="1" hangingPunct="1"/>
            <a:r>
              <a:rPr lang="en-US" altLang="zh-CN" sz="4000" dirty="0">
                <a:latin typeface="Times New Roman" panose="02020503050405090304" pitchFamily="18" charset="0"/>
              </a:rPr>
              <a:t>Example: (</a:t>
            </a:r>
            <a:r>
              <a:rPr lang="en-US" altLang="zh-CN" sz="4000" i="1" dirty="0">
                <a:latin typeface="Times New Roman" panose="02020503050405090304" pitchFamily="18" charset="0"/>
              </a:rPr>
              <a:t>P</a:t>
            </a:r>
            <a:r>
              <a:rPr lang="en-US" altLang="zh-CN" sz="4000" dirty="0">
                <a:latin typeface="Symbol" panose="05050102010706020507" pitchFamily="18" charset="2"/>
                <a:sym typeface="Symbol" panose="05050102010706020507" pitchFamily="18" charset="2"/>
              </a:rPr>
              <a:t></a:t>
            </a:r>
            <a:r>
              <a:rPr lang="en-US" altLang="zh-CN" sz="4000" i="1" dirty="0">
                <a:latin typeface="Times New Roman" panose="02020503050405090304" pitchFamily="18" charset="0"/>
              </a:rPr>
              <a:t>Q</a:t>
            </a:r>
            <a:r>
              <a:rPr lang="en-US" altLang="zh-CN" sz="4000" dirty="0">
                <a:latin typeface="Times New Roman" panose="02020503050405090304" pitchFamily="18" charset="0"/>
              </a:rPr>
              <a:t>) </a:t>
            </a:r>
            <a:r>
              <a:rPr lang="en-US" altLang="zh-CN" sz="4000" dirty="0">
                <a:latin typeface="Symbol" panose="05050102010706020507" pitchFamily="18" charset="2"/>
              </a:rPr>
              <a:t>Ù</a:t>
            </a:r>
            <a:r>
              <a:rPr lang="en-US" altLang="zh-CN" sz="4000" dirty="0">
                <a:latin typeface="Times New Roman" panose="02020503050405090304" pitchFamily="18" charset="0"/>
              </a:rPr>
              <a:t>(</a:t>
            </a:r>
            <a:r>
              <a:rPr lang="en-US" altLang="zh-CN" sz="4000" i="1" dirty="0">
                <a:latin typeface="Times New Roman" panose="02020503050405090304" pitchFamily="18" charset="0"/>
              </a:rPr>
              <a:t>Q </a:t>
            </a:r>
            <a:r>
              <a:rPr lang="en-US" altLang="zh-CN" sz="4000" dirty="0">
                <a:latin typeface="Symbol" panose="05050102010706020507" pitchFamily="18" charset="2"/>
                <a:sym typeface="Symbol" panose="05050102010706020507" pitchFamily="18" charset="2"/>
              </a:rPr>
              <a:t></a:t>
            </a:r>
            <a:r>
              <a:rPr lang="en-US" altLang="zh-CN" sz="4000" dirty="0">
                <a:latin typeface="Symbol" panose="05050102010706020507" pitchFamily="18" charset="2"/>
              </a:rPr>
              <a:t> </a:t>
            </a:r>
            <a:r>
              <a:rPr lang="en-US" altLang="zh-CN" sz="4000" i="1" dirty="0">
                <a:latin typeface="Times New Roman" panose="02020503050405090304" pitchFamily="18" charset="0"/>
              </a:rPr>
              <a:t>P</a:t>
            </a:r>
            <a:r>
              <a:rPr lang="en-US" altLang="zh-CN" sz="4000" dirty="0">
                <a:latin typeface="Times New Roman" panose="02020503050405090304" pitchFamily="18" charset="0"/>
              </a:rPr>
              <a:t>) </a:t>
            </a:r>
            <a:r>
              <a:rPr lang="en-US" altLang="zh-CN" sz="4000" dirty="0">
                <a:latin typeface="Symbol" panose="05050102010706020507" pitchFamily="18" charset="2"/>
                <a:sym typeface="Symbol" panose="05050102010706020507" pitchFamily="18" charset="2"/>
              </a:rPr>
              <a:t></a:t>
            </a:r>
            <a:r>
              <a:rPr lang="en-US" altLang="zh-CN" sz="4000" dirty="0">
                <a:latin typeface="Times New Roman" panose="02020503050405090304" pitchFamily="18" charset="0"/>
              </a:rPr>
              <a:t>(</a:t>
            </a:r>
            <a:r>
              <a:rPr lang="en-US" altLang="zh-CN" sz="4000" i="1" dirty="0">
                <a:latin typeface="Times New Roman" panose="02020503050405090304" pitchFamily="18" charset="0"/>
              </a:rPr>
              <a:t>P </a:t>
            </a:r>
            <a:r>
              <a:rPr lang="en-US" altLang="zh-CN" sz="4000" dirty="0">
                <a:latin typeface="Symbol" panose="05050102010706020507" pitchFamily="18" charset="2"/>
              </a:rPr>
              <a:t> </a:t>
            </a:r>
            <a:r>
              <a:rPr lang="en-US" altLang="zh-CN" sz="4000" i="1" dirty="0">
                <a:latin typeface="Times New Roman" panose="02020503050405090304" pitchFamily="18" charset="0"/>
              </a:rPr>
              <a:t>Q</a:t>
            </a:r>
            <a:r>
              <a:rPr lang="en-US" altLang="zh-CN" sz="4000" dirty="0">
                <a:latin typeface="Times New Roman" panose="02020503050405090304" pitchFamily="18" charset="0"/>
              </a:rPr>
              <a:t>)</a:t>
            </a:r>
            <a:endParaRPr lang="en-US" altLang="zh-CN" sz="4000" dirty="0">
              <a:latin typeface="Times New Roman" panose="02020503050405090304" pitchFamily="18" charset="0"/>
            </a:endParaRPr>
          </a:p>
        </p:txBody>
      </p:sp>
      <p:sp>
        <p:nvSpPr>
          <p:cNvPr id="21509" name="Rectangle 3"/>
          <p:cNvSpPr>
            <a:spLocks noGrp="1"/>
          </p:cNvSpPr>
          <p:nvPr>
            <p:ph idx="1"/>
          </p:nvPr>
        </p:nvSpPr>
        <p:spPr>
          <a:xfrm>
            <a:off x="467360" y="1412875"/>
            <a:ext cx="8254365" cy="4881245"/>
          </a:xfrm>
        </p:spPr>
        <p:txBody>
          <a:bodyPr vert="horz" wrap="square" lIns="91440" tIns="45720" rIns="91440" bIns="45720" anchor="t" anchorCtr="0"/>
          <a:p>
            <a:pPr eaLnBrk="1" hangingPunct="1"/>
            <a:r>
              <a:rPr lang="en-US" altLang="zh-CN" dirty="0">
                <a:latin typeface="Times New Roman" panose="02020503050405090304" pitchFamily="18" charset="0"/>
              </a:rPr>
              <a:t>The left side and the right side must have the same truth values independent of the truth value of the component propositions.</a:t>
            </a:r>
            <a:endParaRPr lang="en-US" altLang="zh-CN" dirty="0">
              <a:latin typeface="Times New Roman" panose="02020503050405090304" pitchFamily="18" charset="0"/>
            </a:endParaRPr>
          </a:p>
          <a:p>
            <a:pPr eaLnBrk="1" hangingPunct="1"/>
            <a:r>
              <a:rPr lang="en-US" altLang="zh-CN" dirty="0">
                <a:latin typeface="Times New Roman" panose="02020503050405090304" pitchFamily="18" charset="0"/>
              </a:rPr>
              <a:t>To show a proposition is not a tautology: use an </a:t>
            </a:r>
            <a:r>
              <a:rPr lang="en-US" altLang="zh-CN" i="1" dirty="0">
                <a:solidFill>
                  <a:schemeClr val="hlink"/>
                </a:solidFill>
                <a:latin typeface="Times New Roman" panose="02020503050405090304" pitchFamily="18" charset="0"/>
              </a:rPr>
              <a:t>abbreviated</a:t>
            </a:r>
            <a:r>
              <a:rPr lang="en-US" altLang="zh-CN" i="1" dirty="0">
                <a:latin typeface="Times New Roman" panose="02020503050405090304" pitchFamily="18" charset="0"/>
              </a:rPr>
              <a:t> </a:t>
            </a:r>
            <a:r>
              <a:rPr lang="en-US" altLang="zh-CN" dirty="0">
                <a:latin typeface="Times New Roman" panose="02020503050405090304" pitchFamily="18" charset="0"/>
              </a:rPr>
              <a:t>truth table</a:t>
            </a:r>
            <a:endParaRPr lang="en-US" altLang="zh-CN" dirty="0">
              <a:latin typeface="Times New Roman" panose="02020503050405090304" pitchFamily="18" charset="0"/>
            </a:endParaRPr>
          </a:p>
          <a:p>
            <a:pPr lvl="1" eaLnBrk="1" hangingPunct="1"/>
            <a:r>
              <a:rPr lang="en-US" altLang="zh-CN" dirty="0">
                <a:latin typeface="Times New Roman" panose="02020503050405090304" pitchFamily="18" charset="0"/>
              </a:rPr>
              <a:t>try to find a </a:t>
            </a:r>
            <a:r>
              <a:rPr lang="en-US" altLang="zh-CN" i="1" u="sng" dirty="0">
                <a:solidFill>
                  <a:schemeClr val="hlink"/>
                </a:solidFill>
                <a:latin typeface="Times New Roman" panose="02020503050405090304" pitchFamily="18" charset="0"/>
              </a:rPr>
              <a:t>counter example</a:t>
            </a:r>
            <a:r>
              <a:rPr lang="en-US" altLang="zh-CN" i="1" dirty="0">
                <a:latin typeface="Times New Roman" panose="02020503050405090304" pitchFamily="18" charset="0"/>
              </a:rPr>
              <a:t> （</a:t>
            </a:r>
            <a:r>
              <a:rPr lang="zh-CN" altLang="en-US" i="1" dirty="0">
                <a:latin typeface="Times New Roman" panose="02020503050405090304" pitchFamily="18" charset="0"/>
              </a:rPr>
              <a:t>反例）</a:t>
            </a:r>
            <a:r>
              <a:rPr lang="en-US" altLang="zh-CN" dirty="0">
                <a:latin typeface="Times New Roman" panose="02020503050405090304" pitchFamily="18" charset="0"/>
              </a:rPr>
              <a:t>or to </a:t>
            </a:r>
            <a:r>
              <a:rPr lang="en-US" altLang="zh-CN" i="1" u="sng" dirty="0">
                <a:solidFill>
                  <a:schemeClr val="hlink"/>
                </a:solidFill>
                <a:latin typeface="Times New Roman" panose="02020503050405090304" pitchFamily="18" charset="0"/>
              </a:rPr>
              <a:t>disprove</a:t>
            </a:r>
            <a:r>
              <a:rPr lang="en-US" altLang="zh-CN" i="1" dirty="0">
                <a:latin typeface="Times New Roman" panose="02020503050405090304" pitchFamily="18" charset="0"/>
              </a:rPr>
              <a:t>（</a:t>
            </a:r>
            <a:r>
              <a:rPr lang="zh-CN" altLang="en-US" i="1" dirty="0">
                <a:latin typeface="Times New Roman" panose="02020503050405090304" pitchFamily="18" charset="0"/>
              </a:rPr>
              <a:t>反驳） </a:t>
            </a:r>
            <a:r>
              <a:rPr lang="en-US" altLang="zh-CN" dirty="0">
                <a:latin typeface="Times New Roman" panose="02020503050405090304" pitchFamily="18" charset="0"/>
              </a:rPr>
              <a:t>the assertion.</a:t>
            </a:r>
            <a:endParaRPr lang="en-US" altLang="zh-CN" dirty="0">
              <a:latin typeface="Times New Roman" panose="02020503050405090304" pitchFamily="18" charset="0"/>
            </a:endParaRPr>
          </a:p>
          <a:p>
            <a:pPr lvl="1" eaLnBrk="1" hangingPunct="1"/>
            <a:r>
              <a:rPr lang="en-US" altLang="zh-CN" dirty="0">
                <a:latin typeface="Times New Roman" panose="02020503050405090304" pitchFamily="18" charset="0"/>
              </a:rPr>
              <a:t>search for a case where the proposition is false</a:t>
            </a:r>
            <a:endParaRPr lang="en-US" altLang="zh-CN"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灯片编号占位符 3"/>
          <p:cNvSpPr>
            <a:spLocks noGrp="1"/>
          </p:cNvSpPr>
          <p:nvPr>
            <p:ph type="sldNum" sz="quarter" idx="10"/>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r" eaLnBrk="1" hangingPunct="1">
              <a:buClrTx/>
              <a:buFontTx/>
            </a:pPr>
            <a:fld id="{9A0DB2DC-4C9A-4742-B13C-FB6460FD3503}" type="slidenum">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22530" name="日期占位符 4"/>
          <p:cNvSpPr>
            <a:spLocks noGrp="1"/>
          </p:cNvSpPr>
          <p:nvPr>
            <p:ph type="dt" sz="half" idx="11"/>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buClrTx/>
              <a:buFontTx/>
            </a:pPr>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22531" name="页脚占位符 5"/>
          <p:cNvSpPr>
            <a:spLocks noGrp="1"/>
          </p:cNvSpPr>
          <p:nvPr>
            <p:ph type="ftr" sz="quarter" idx="12"/>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buClrTx/>
              <a:buFontTx/>
            </a:pPr>
            <a:r>
              <a:rPr lang="en-US" altLang="zh-CN" sz="1200" b="1" i="1" dirty="0">
                <a:solidFill>
                  <a:srgbClr val="009999"/>
                </a:solidFill>
                <a:latin typeface="Arial Narrow" panose="020B0606020202030204" pitchFamily="34" charset="0"/>
              </a:rPr>
              <a:t>School of Computer Science, BUPT</a:t>
            </a:r>
            <a:endParaRPr lang="zh-CN" altLang="en-US" sz="1200" b="1" i="1" dirty="0">
              <a:solidFill>
                <a:srgbClr val="009999"/>
              </a:solidFill>
              <a:latin typeface="Arial Narrow" panose="020B0606020202030204" pitchFamily="34" charset="0"/>
            </a:endParaRPr>
          </a:p>
        </p:txBody>
      </p:sp>
      <p:sp>
        <p:nvSpPr>
          <p:cNvPr id="22532" name="Rectangle 2"/>
          <p:cNvSpPr>
            <a:spLocks noGrp="1"/>
          </p:cNvSpPr>
          <p:nvPr>
            <p:ph type="title"/>
          </p:nvPr>
        </p:nvSpPr>
        <p:spPr/>
        <p:txBody>
          <a:bodyPr vert="horz" wrap="square" lIns="91440" tIns="45720" rIns="91440" bIns="45720" anchor="b" anchorCtr="0"/>
          <a:p>
            <a:pPr eaLnBrk="1" hangingPunct="1"/>
            <a:r>
              <a:rPr lang="en-US" altLang="zh-CN" dirty="0"/>
              <a:t>Proof </a:t>
            </a:r>
            <a:r>
              <a:rPr lang="en-US" altLang="zh-CN" dirty="0">
                <a:latin typeface="Times New Roman" panose="02020503050405090304" pitchFamily="18" charset="0"/>
              </a:rPr>
              <a:t> </a:t>
            </a:r>
            <a:r>
              <a:rPr lang="en-US" altLang="zh-CN" sz="3200" dirty="0">
                <a:latin typeface="Times New Roman" panose="02020503050405090304" pitchFamily="18" charset="0"/>
              </a:rPr>
              <a:t>(</a:t>
            </a:r>
            <a:r>
              <a:rPr lang="en-US" altLang="zh-CN" sz="3200" i="1" dirty="0">
                <a:latin typeface="Times New Roman" panose="02020503050405090304" pitchFamily="18" charset="0"/>
              </a:rPr>
              <a:t>P</a:t>
            </a:r>
            <a:r>
              <a:rPr lang="en-US" altLang="zh-CN" sz="3200" dirty="0">
                <a:latin typeface="Symbol" panose="05050102010706020507" pitchFamily="18" charset="2"/>
                <a:sym typeface="Symbol" panose="05050102010706020507" pitchFamily="18" charset="2"/>
              </a:rPr>
              <a:t></a:t>
            </a:r>
            <a:r>
              <a:rPr lang="en-US" altLang="zh-CN" sz="3200" i="1" dirty="0">
                <a:latin typeface="Times New Roman" panose="02020503050405090304" pitchFamily="18" charset="0"/>
              </a:rPr>
              <a:t>Q</a:t>
            </a:r>
            <a:r>
              <a:rPr lang="en-US" altLang="zh-CN" sz="3200" dirty="0">
                <a:latin typeface="Times New Roman" panose="02020503050405090304" pitchFamily="18" charset="0"/>
              </a:rPr>
              <a:t>) </a:t>
            </a:r>
            <a:r>
              <a:rPr lang="en-US" altLang="zh-CN" sz="3200" dirty="0">
                <a:latin typeface="Symbol" panose="05050102010706020507" pitchFamily="18" charset="2"/>
              </a:rPr>
              <a:t>Ù</a:t>
            </a:r>
            <a:r>
              <a:rPr lang="en-US" altLang="zh-CN" sz="3200" dirty="0">
                <a:latin typeface="Times New Roman" panose="02020503050405090304" pitchFamily="18" charset="0"/>
              </a:rPr>
              <a:t>(</a:t>
            </a:r>
            <a:r>
              <a:rPr lang="en-US" altLang="zh-CN" sz="3200" i="1" dirty="0">
                <a:latin typeface="Times New Roman" panose="02020503050405090304" pitchFamily="18" charset="0"/>
              </a:rPr>
              <a:t>Q </a:t>
            </a:r>
            <a:r>
              <a:rPr lang="en-US" altLang="zh-CN" sz="3200" dirty="0">
                <a:latin typeface="Symbol" panose="05050102010706020507" pitchFamily="18" charset="2"/>
                <a:sym typeface="Symbol" panose="05050102010706020507" pitchFamily="18" charset="2"/>
              </a:rPr>
              <a:t></a:t>
            </a:r>
            <a:r>
              <a:rPr lang="en-US" altLang="zh-CN" sz="3200" dirty="0">
                <a:latin typeface="Symbol" panose="05050102010706020507" pitchFamily="18" charset="2"/>
              </a:rPr>
              <a:t> </a:t>
            </a:r>
            <a:r>
              <a:rPr lang="en-US" altLang="zh-CN" sz="3200" i="1" dirty="0">
                <a:latin typeface="Times New Roman" panose="02020503050405090304" pitchFamily="18" charset="0"/>
              </a:rPr>
              <a:t>P</a:t>
            </a:r>
            <a:r>
              <a:rPr lang="en-US" altLang="zh-CN" sz="3200" dirty="0">
                <a:latin typeface="Times New Roman" panose="02020503050405090304" pitchFamily="18" charset="0"/>
              </a:rPr>
              <a:t>)</a:t>
            </a:r>
            <a:r>
              <a:rPr lang="en-US" altLang="zh-CN" sz="3200" dirty="0">
                <a:latin typeface="Symbol" panose="05050102010706020507" pitchFamily="18" charset="2"/>
                <a:sym typeface="Symbol" panose="05050102010706020507" pitchFamily="18" charset="2"/>
              </a:rPr>
              <a:t></a:t>
            </a:r>
            <a:r>
              <a:rPr lang="en-US" altLang="zh-CN" sz="3200" dirty="0">
                <a:latin typeface="Times New Roman" panose="02020503050405090304" pitchFamily="18" charset="0"/>
              </a:rPr>
              <a:t>(</a:t>
            </a:r>
            <a:r>
              <a:rPr lang="en-US" altLang="zh-CN" sz="3200" i="1" dirty="0">
                <a:latin typeface="Times New Roman" panose="02020503050405090304" pitchFamily="18" charset="0"/>
              </a:rPr>
              <a:t>P </a:t>
            </a:r>
            <a:r>
              <a:rPr lang="en-US" altLang="zh-CN" sz="3200" dirty="0">
                <a:latin typeface="Symbol" panose="05050102010706020507" pitchFamily="18" charset="2"/>
              </a:rPr>
              <a:t> </a:t>
            </a:r>
            <a:r>
              <a:rPr lang="en-US" altLang="zh-CN" sz="3200" i="1" dirty="0">
                <a:latin typeface="Times New Roman" panose="02020503050405090304" pitchFamily="18" charset="0"/>
              </a:rPr>
              <a:t>Q</a:t>
            </a:r>
            <a:r>
              <a:rPr lang="en-US" altLang="zh-CN" sz="3200" dirty="0">
                <a:latin typeface="Times New Roman" panose="02020503050405090304" pitchFamily="18" charset="0"/>
              </a:rPr>
              <a:t>)</a:t>
            </a:r>
            <a:endParaRPr lang="en-US" altLang="zh-CN" sz="3200" dirty="0">
              <a:latin typeface="Times New Roman" panose="02020503050405090304" pitchFamily="18" charset="0"/>
            </a:endParaRPr>
          </a:p>
        </p:txBody>
      </p:sp>
      <p:sp>
        <p:nvSpPr>
          <p:cNvPr id="22533" name="Rectangle 3"/>
          <p:cNvSpPr>
            <a:spLocks noGrp="1"/>
          </p:cNvSpPr>
          <p:nvPr>
            <p:ph idx="1"/>
          </p:nvPr>
        </p:nvSpPr>
        <p:spPr/>
        <p:txBody>
          <a:bodyPr vert="horz" wrap="square" lIns="91440" tIns="45720" rIns="91440" bIns="45720" anchor="t" anchorCtr="0"/>
          <a:p>
            <a:pPr eaLnBrk="1" hangingPunct="1">
              <a:lnSpc>
                <a:spcPct val="90000"/>
              </a:lnSpc>
            </a:pPr>
            <a:r>
              <a:rPr lang="en-US" altLang="zh-CN" dirty="0">
                <a:latin typeface="Times New Roman" panose="02020503050405090304" pitchFamily="18" charset="0"/>
              </a:rPr>
              <a:t>Case 1: Try left side false, right side true</a:t>
            </a:r>
            <a:endParaRPr lang="en-US" altLang="zh-CN" dirty="0">
              <a:latin typeface="Times New Roman" panose="02020503050405090304" pitchFamily="18" charset="0"/>
            </a:endParaRPr>
          </a:p>
          <a:p>
            <a:pPr eaLnBrk="1" hangingPunct="1">
              <a:lnSpc>
                <a:spcPct val="90000"/>
              </a:lnSpc>
            </a:pPr>
            <a:r>
              <a:rPr lang="en-US" altLang="zh-CN" dirty="0">
                <a:latin typeface="Times New Roman" panose="02020503050405090304" pitchFamily="18" charset="0"/>
              </a:rPr>
              <a:t>Left side false: only one of </a:t>
            </a:r>
            <a:r>
              <a:rPr lang="en-US" altLang="zh-CN" i="1" dirty="0">
                <a:latin typeface="Times New Roman" panose="02020503050405090304" pitchFamily="18" charset="0"/>
              </a:rPr>
              <a:t>P </a:t>
            </a:r>
            <a:r>
              <a:rPr lang="en-US" altLang="zh-CN" sz="2000" dirty="0">
                <a:latin typeface="Symbol" panose="05050102010706020507" pitchFamily="18" charset="2"/>
                <a:sym typeface="Symbol" panose="05050102010706020507" pitchFamily="18" charset="2"/>
              </a:rPr>
              <a:t></a:t>
            </a:r>
            <a:r>
              <a:rPr lang="en-US" altLang="zh-CN" dirty="0">
                <a:latin typeface="Symbol" panose="05050102010706020507" pitchFamily="18" charset="2"/>
              </a:rPr>
              <a:t> </a:t>
            </a:r>
            <a:r>
              <a:rPr lang="en-US" altLang="zh-CN" i="1" dirty="0">
                <a:latin typeface="Times New Roman" panose="02020503050405090304" pitchFamily="18" charset="0"/>
              </a:rPr>
              <a:t>Q </a:t>
            </a:r>
            <a:r>
              <a:rPr lang="en-US" altLang="zh-CN" dirty="0">
                <a:latin typeface="Times New Roman" panose="02020503050405090304" pitchFamily="18" charset="0"/>
              </a:rPr>
              <a:t>or </a:t>
            </a:r>
            <a:r>
              <a:rPr lang="en-US" altLang="zh-CN" i="1" dirty="0">
                <a:latin typeface="Times New Roman" panose="02020503050405090304" pitchFamily="18" charset="0"/>
              </a:rPr>
              <a:t>Q </a:t>
            </a:r>
            <a:r>
              <a:rPr lang="en-US" altLang="zh-CN" sz="2000" dirty="0">
                <a:latin typeface="Symbol" panose="05050102010706020507" pitchFamily="18" charset="2"/>
                <a:sym typeface="Symbol" panose="05050102010706020507" pitchFamily="18" charset="2"/>
              </a:rPr>
              <a:t></a:t>
            </a:r>
            <a:r>
              <a:rPr lang="en-US" altLang="zh-CN" dirty="0">
                <a:latin typeface="Symbol" panose="05050102010706020507" pitchFamily="18" charset="2"/>
              </a:rPr>
              <a:t> </a:t>
            </a:r>
            <a:r>
              <a:rPr lang="en-US" altLang="zh-CN" i="1" dirty="0">
                <a:latin typeface="Times New Roman" panose="02020503050405090304" pitchFamily="18" charset="0"/>
              </a:rPr>
              <a:t>P </a:t>
            </a:r>
            <a:r>
              <a:rPr lang="en-US" altLang="zh-CN" dirty="0">
                <a:latin typeface="Times New Roman" panose="02020503050405090304" pitchFamily="18" charset="0"/>
              </a:rPr>
              <a:t>need be false.</a:t>
            </a:r>
            <a:endParaRPr lang="en-US" altLang="zh-CN" dirty="0">
              <a:latin typeface="Times New Roman" panose="02020503050405090304" pitchFamily="18" charset="0"/>
            </a:endParaRPr>
          </a:p>
          <a:p>
            <a:pPr lvl="1" eaLnBrk="1" hangingPunct="1">
              <a:lnSpc>
                <a:spcPct val="90000"/>
              </a:lnSpc>
            </a:pPr>
            <a:r>
              <a:rPr lang="en-US" altLang="zh-CN" dirty="0">
                <a:latin typeface="Times New Roman" panose="02020503050405090304" pitchFamily="18" charset="0"/>
              </a:rPr>
              <a:t>1a. Assume </a:t>
            </a:r>
            <a:r>
              <a:rPr lang="en-US" altLang="zh-CN" i="1" dirty="0">
                <a:latin typeface="Times New Roman" panose="02020503050405090304" pitchFamily="18" charset="0"/>
              </a:rPr>
              <a:t>P </a:t>
            </a:r>
            <a:r>
              <a:rPr lang="en-US" altLang="zh-CN" sz="1800" dirty="0">
                <a:latin typeface="Symbol" panose="05050102010706020507" pitchFamily="18" charset="2"/>
                <a:sym typeface="Symbol" panose="05050102010706020507" pitchFamily="18" charset="2"/>
              </a:rPr>
              <a:t></a:t>
            </a:r>
            <a:r>
              <a:rPr lang="en-US" altLang="zh-CN" dirty="0">
                <a:latin typeface="Symbol" panose="05050102010706020507" pitchFamily="18" charset="2"/>
              </a:rPr>
              <a:t> </a:t>
            </a:r>
            <a:r>
              <a:rPr lang="en-US" altLang="zh-CN" i="1" dirty="0">
                <a:latin typeface="Times New Roman" panose="02020503050405090304" pitchFamily="18" charset="0"/>
              </a:rPr>
              <a:t>Q </a:t>
            </a:r>
            <a:r>
              <a:rPr lang="en-US" altLang="zh-CN" dirty="0">
                <a:latin typeface="Times New Roman" panose="02020503050405090304" pitchFamily="18" charset="0"/>
              </a:rPr>
              <a:t>= F.</a:t>
            </a:r>
            <a:endParaRPr lang="en-US" altLang="zh-CN" dirty="0">
              <a:latin typeface="Times New Roman" panose="02020503050405090304" pitchFamily="18" charset="0"/>
            </a:endParaRPr>
          </a:p>
          <a:p>
            <a:pPr eaLnBrk="1" hangingPunct="1">
              <a:lnSpc>
                <a:spcPct val="90000"/>
              </a:lnSpc>
            </a:pPr>
            <a:r>
              <a:rPr lang="en-US" altLang="zh-CN" dirty="0">
                <a:latin typeface="Times New Roman" panose="02020503050405090304" pitchFamily="18" charset="0"/>
              </a:rPr>
              <a:t>Then P = T , Q = F. But then right side                P </a:t>
            </a:r>
            <a:r>
              <a:rPr lang="en-US" altLang="zh-CN" sz="2000" dirty="0">
                <a:latin typeface="Symbol" panose="05050102010706020507" pitchFamily="18" charset="2"/>
              </a:rPr>
              <a:t></a:t>
            </a:r>
            <a:r>
              <a:rPr lang="en-US" altLang="zh-CN" dirty="0">
                <a:latin typeface="Symbol" panose="05050102010706020507" pitchFamily="18" charset="2"/>
              </a:rPr>
              <a:t> </a:t>
            </a:r>
            <a:r>
              <a:rPr lang="en-US" altLang="zh-CN" dirty="0">
                <a:latin typeface="Times New Roman" panose="02020503050405090304" pitchFamily="18" charset="0"/>
              </a:rPr>
              <a:t>Q = F. Oops, wrong guess.</a:t>
            </a:r>
            <a:endParaRPr lang="en-US" altLang="zh-CN" dirty="0">
              <a:latin typeface="Times New Roman" panose="02020503050405090304" pitchFamily="18" charset="0"/>
            </a:endParaRPr>
          </a:p>
          <a:p>
            <a:pPr lvl="1" eaLnBrk="1" hangingPunct="1">
              <a:lnSpc>
                <a:spcPct val="90000"/>
              </a:lnSpc>
            </a:pPr>
            <a:r>
              <a:rPr lang="en-US" altLang="zh-CN" dirty="0">
                <a:latin typeface="Times New Roman" panose="02020503050405090304" pitchFamily="18" charset="0"/>
              </a:rPr>
              <a:t>1b. Try </a:t>
            </a:r>
            <a:r>
              <a:rPr lang="en-US" altLang="zh-CN" i="1" dirty="0">
                <a:latin typeface="Times New Roman" panose="02020503050405090304" pitchFamily="18" charset="0"/>
              </a:rPr>
              <a:t>Q </a:t>
            </a:r>
            <a:r>
              <a:rPr lang="en-US" altLang="zh-CN" sz="1800" dirty="0">
                <a:latin typeface="Symbol" panose="05050102010706020507" pitchFamily="18" charset="2"/>
                <a:sym typeface="Symbol" panose="05050102010706020507" pitchFamily="18" charset="2"/>
              </a:rPr>
              <a:t></a:t>
            </a:r>
            <a:r>
              <a:rPr lang="en-US" altLang="zh-CN" dirty="0">
                <a:latin typeface="Symbol" panose="05050102010706020507" pitchFamily="18" charset="2"/>
              </a:rPr>
              <a:t> </a:t>
            </a:r>
            <a:r>
              <a:rPr lang="en-US" altLang="zh-CN" i="1" dirty="0">
                <a:latin typeface="Times New Roman" panose="02020503050405090304" pitchFamily="18" charset="0"/>
              </a:rPr>
              <a:t>P </a:t>
            </a:r>
            <a:r>
              <a:rPr lang="en-US" altLang="zh-CN" dirty="0">
                <a:latin typeface="Times New Roman" panose="02020503050405090304" pitchFamily="18" charset="0"/>
              </a:rPr>
              <a:t>= F. Then Q = T, P = F. Then                P </a:t>
            </a:r>
            <a:r>
              <a:rPr lang="en-US" altLang="zh-CN" sz="1800" dirty="0">
                <a:latin typeface="Symbol" panose="05050102010706020507" pitchFamily="18" charset="2"/>
              </a:rPr>
              <a:t></a:t>
            </a:r>
            <a:r>
              <a:rPr lang="en-US" altLang="zh-CN" dirty="0">
                <a:latin typeface="Symbol" panose="05050102010706020507" pitchFamily="18" charset="2"/>
              </a:rPr>
              <a:t> </a:t>
            </a:r>
            <a:r>
              <a:rPr lang="en-US" altLang="zh-CN" dirty="0">
                <a:latin typeface="Times New Roman" panose="02020503050405090304" pitchFamily="18" charset="0"/>
              </a:rPr>
              <a:t>Q = F. Another wrong guess.</a:t>
            </a:r>
            <a:endParaRPr lang="en-US" altLang="zh-CN" dirty="0">
              <a:latin typeface="Times New Roman" panose="02020503050405090304" pitchFamily="18" charset="0"/>
            </a:endParaRPr>
          </a:p>
        </p:txBody>
      </p:sp>
    </p:spTree>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3" name="灯片编号占位符 3"/>
          <p:cNvSpPr>
            <a:spLocks noGrp="1"/>
          </p:cNvSpPr>
          <p:nvPr>
            <p:ph type="sldNum" sz="quarter" idx="10"/>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r" eaLnBrk="1" hangingPunct="1">
              <a:buClrTx/>
              <a:buFontTx/>
            </a:pPr>
            <a:fld id="{9A0DB2DC-4C9A-4742-B13C-FB6460FD3503}" type="slidenum">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23554" name="日期占位符 4"/>
          <p:cNvSpPr>
            <a:spLocks noGrp="1"/>
          </p:cNvSpPr>
          <p:nvPr>
            <p:ph type="dt" sz="half" idx="11"/>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buClrTx/>
              <a:buFontTx/>
            </a:pPr>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23555" name="页脚占位符 5"/>
          <p:cNvSpPr>
            <a:spLocks noGrp="1"/>
          </p:cNvSpPr>
          <p:nvPr>
            <p:ph type="ftr" sz="quarter" idx="12"/>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buClrTx/>
              <a:buFontTx/>
            </a:pPr>
            <a:r>
              <a:rPr lang="en-US" altLang="zh-CN" sz="1200" b="1" i="1" dirty="0">
                <a:solidFill>
                  <a:srgbClr val="009999"/>
                </a:solidFill>
                <a:latin typeface="Arial Narrow" panose="020B0606020202030204" pitchFamily="34" charset="0"/>
              </a:rPr>
              <a:t>School of Computer Science, BUPT</a:t>
            </a:r>
            <a:endParaRPr lang="zh-CN" altLang="en-US" sz="1200" b="1" i="1" dirty="0">
              <a:solidFill>
                <a:srgbClr val="009999"/>
              </a:solidFill>
              <a:latin typeface="Arial Narrow" panose="020B0606020202030204" pitchFamily="34" charset="0"/>
            </a:endParaRPr>
          </a:p>
        </p:txBody>
      </p:sp>
      <p:sp>
        <p:nvSpPr>
          <p:cNvPr id="23556" name="Rectangle 2"/>
          <p:cNvSpPr>
            <a:spLocks noGrp="1"/>
          </p:cNvSpPr>
          <p:nvPr>
            <p:ph type="title"/>
          </p:nvPr>
        </p:nvSpPr>
        <p:spPr/>
        <p:txBody>
          <a:bodyPr vert="horz" wrap="square" lIns="91440" tIns="45720" rIns="91440" bIns="45720" anchor="b" anchorCtr="0"/>
          <a:p>
            <a:pPr eaLnBrk="1" hangingPunct="1"/>
            <a:r>
              <a:rPr lang="en-US" altLang="zh-CN" dirty="0"/>
              <a:t>Proof </a:t>
            </a:r>
            <a:r>
              <a:rPr lang="en-US" altLang="zh-CN" dirty="0">
                <a:latin typeface="Times New Roman" panose="02020503050405090304" pitchFamily="18" charset="0"/>
              </a:rPr>
              <a:t> </a:t>
            </a:r>
            <a:r>
              <a:rPr lang="en-US" altLang="zh-CN" sz="3200" dirty="0">
                <a:latin typeface="Times New Roman" panose="02020503050405090304" pitchFamily="18" charset="0"/>
              </a:rPr>
              <a:t>(</a:t>
            </a:r>
            <a:r>
              <a:rPr lang="en-US" altLang="zh-CN" sz="3200" i="1" dirty="0">
                <a:latin typeface="Times New Roman" panose="02020503050405090304" pitchFamily="18" charset="0"/>
              </a:rPr>
              <a:t>P </a:t>
            </a:r>
            <a:r>
              <a:rPr lang="en-US" altLang="zh-CN" sz="3200" dirty="0">
                <a:latin typeface="Symbol" panose="05050102010706020507" pitchFamily="18" charset="2"/>
                <a:sym typeface="Symbol" panose="05050102010706020507" pitchFamily="18" charset="2"/>
              </a:rPr>
              <a:t></a:t>
            </a:r>
            <a:r>
              <a:rPr lang="en-US" altLang="zh-CN" sz="3200" dirty="0">
                <a:latin typeface="Symbol" panose="05050102010706020507" pitchFamily="18" charset="2"/>
              </a:rPr>
              <a:t> </a:t>
            </a:r>
            <a:r>
              <a:rPr lang="en-US" altLang="zh-CN" sz="3200" i="1" dirty="0">
                <a:latin typeface="Times New Roman" panose="02020503050405090304" pitchFamily="18" charset="0"/>
              </a:rPr>
              <a:t>Q</a:t>
            </a:r>
            <a:r>
              <a:rPr lang="en-US" altLang="zh-CN" sz="3200" dirty="0">
                <a:latin typeface="Times New Roman" panose="02020503050405090304" pitchFamily="18" charset="0"/>
              </a:rPr>
              <a:t>) </a:t>
            </a:r>
            <a:r>
              <a:rPr lang="en-US" altLang="zh-CN" sz="3200" dirty="0">
                <a:latin typeface="Symbol" panose="05050102010706020507" pitchFamily="18" charset="2"/>
              </a:rPr>
              <a:t>Ù</a:t>
            </a:r>
            <a:r>
              <a:rPr lang="en-US" altLang="zh-CN" sz="3200" dirty="0">
                <a:latin typeface="Times New Roman" panose="02020503050405090304" pitchFamily="18" charset="0"/>
              </a:rPr>
              <a:t>(</a:t>
            </a:r>
            <a:r>
              <a:rPr lang="en-US" altLang="zh-CN" sz="3200" i="1" dirty="0">
                <a:latin typeface="Times New Roman" panose="02020503050405090304" pitchFamily="18" charset="0"/>
              </a:rPr>
              <a:t>Q </a:t>
            </a:r>
            <a:r>
              <a:rPr lang="en-US" altLang="zh-CN" sz="3200" dirty="0">
                <a:latin typeface="Symbol" panose="05050102010706020507" pitchFamily="18" charset="2"/>
                <a:sym typeface="Symbol" panose="05050102010706020507" pitchFamily="18" charset="2"/>
              </a:rPr>
              <a:t></a:t>
            </a:r>
            <a:r>
              <a:rPr lang="en-US" altLang="zh-CN" sz="3200" dirty="0">
                <a:latin typeface="Symbol" panose="05050102010706020507" pitchFamily="18" charset="2"/>
              </a:rPr>
              <a:t> </a:t>
            </a:r>
            <a:r>
              <a:rPr lang="en-US" altLang="zh-CN" sz="3200" i="1" dirty="0">
                <a:latin typeface="Times New Roman" panose="02020503050405090304" pitchFamily="18" charset="0"/>
              </a:rPr>
              <a:t>P</a:t>
            </a:r>
            <a:r>
              <a:rPr lang="en-US" altLang="zh-CN" sz="3200" dirty="0">
                <a:latin typeface="Times New Roman" panose="02020503050405090304" pitchFamily="18" charset="0"/>
              </a:rPr>
              <a:t>) </a:t>
            </a:r>
            <a:r>
              <a:rPr lang="en-US" altLang="zh-CN" sz="3200" dirty="0">
                <a:latin typeface="Symbol" panose="05050102010706020507" pitchFamily="18" charset="2"/>
                <a:sym typeface="Symbol" panose="05050102010706020507" pitchFamily="18" charset="2"/>
              </a:rPr>
              <a:t></a:t>
            </a:r>
            <a:r>
              <a:rPr lang="en-US" altLang="zh-CN" sz="3200" dirty="0">
                <a:latin typeface="Times New Roman" panose="02020503050405090304" pitchFamily="18" charset="0"/>
              </a:rPr>
              <a:t>(</a:t>
            </a:r>
            <a:r>
              <a:rPr lang="en-US" altLang="zh-CN" sz="3200" i="1" dirty="0">
                <a:latin typeface="Times New Roman" panose="02020503050405090304" pitchFamily="18" charset="0"/>
              </a:rPr>
              <a:t>P </a:t>
            </a:r>
            <a:r>
              <a:rPr lang="en-US" altLang="zh-CN" sz="3200" dirty="0">
                <a:latin typeface="Symbol" panose="05050102010706020507" pitchFamily="18" charset="2"/>
              </a:rPr>
              <a:t> </a:t>
            </a:r>
            <a:r>
              <a:rPr lang="en-US" altLang="zh-CN" sz="3200" i="1" dirty="0">
                <a:latin typeface="Times New Roman" panose="02020503050405090304" pitchFamily="18" charset="0"/>
              </a:rPr>
              <a:t>Q</a:t>
            </a:r>
            <a:r>
              <a:rPr lang="en-US" altLang="zh-CN" sz="3200" dirty="0">
                <a:latin typeface="Times New Roman" panose="02020503050405090304" pitchFamily="18" charset="0"/>
              </a:rPr>
              <a:t>)</a:t>
            </a:r>
            <a:endParaRPr lang="en-US" altLang="zh-CN" sz="3200" dirty="0">
              <a:latin typeface="Times New Roman" panose="02020503050405090304" pitchFamily="18" charset="0"/>
            </a:endParaRPr>
          </a:p>
        </p:txBody>
      </p:sp>
      <p:sp>
        <p:nvSpPr>
          <p:cNvPr id="23557" name="Rectangle 3"/>
          <p:cNvSpPr>
            <a:spLocks noGrp="1"/>
          </p:cNvSpPr>
          <p:nvPr>
            <p:ph idx="1"/>
          </p:nvPr>
        </p:nvSpPr>
        <p:spPr/>
        <p:txBody>
          <a:bodyPr vert="horz" wrap="square" lIns="91440" tIns="45720" rIns="91440" bIns="45720" anchor="t" anchorCtr="0"/>
          <a:p>
            <a:pPr eaLnBrk="1" hangingPunct="1">
              <a:lnSpc>
                <a:spcPct val="90000"/>
              </a:lnSpc>
            </a:pPr>
            <a:r>
              <a:rPr lang="en-US" altLang="zh-CN" sz="2800" dirty="0">
                <a:latin typeface="Times New Roman" panose="02020503050405090304" pitchFamily="18" charset="0"/>
              </a:rPr>
              <a:t>Case 2. Try left side true, right side false</a:t>
            </a:r>
            <a:endParaRPr lang="en-US" altLang="zh-CN" sz="2800" dirty="0">
              <a:latin typeface="Times New Roman" panose="02020503050405090304" pitchFamily="18" charset="0"/>
            </a:endParaRPr>
          </a:p>
          <a:p>
            <a:pPr eaLnBrk="1" hangingPunct="1">
              <a:lnSpc>
                <a:spcPct val="90000"/>
              </a:lnSpc>
            </a:pPr>
            <a:r>
              <a:rPr lang="en-US" altLang="zh-CN" sz="2800" dirty="0">
                <a:latin typeface="Times New Roman" panose="02020503050405090304" pitchFamily="18" charset="0"/>
              </a:rPr>
              <a:t>If right side is false, P and Q cannot have the same truth value.</a:t>
            </a:r>
            <a:endParaRPr lang="en-US" altLang="zh-CN" sz="2800" dirty="0">
              <a:latin typeface="Times New Roman" panose="02020503050405090304" pitchFamily="18" charset="0"/>
            </a:endParaRPr>
          </a:p>
          <a:p>
            <a:pPr lvl="1" eaLnBrk="1" hangingPunct="1">
              <a:lnSpc>
                <a:spcPct val="90000"/>
              </a:lnSpc>
            </a:pPr>
            <a:r>
              <a:rPr lang="en-US" altLang="zh-CN" sz="2400" dirty="0">
                <a:latin typeface="Times New Roman" panose="02020503050405090304" pitchFamily="18" charset="0"/>
              </a:rPr>
              <a:t>2a. Assume P =T, Q = F.</a:t>
            </a:r>
            <a:endParaRPr lang="en-US" altLang="zh-CN" sz="2400" dirty="0">
              <a:latin typeface="Times New Roman" panose="02020503050405090304" pitchFamily="18" charset="0"/>
            </a:endParaRPr>
          </a:p>
          <a:p>
            <a:pPr eaLnBrk="1" hangingPunct="1">
              <a:lnSpc>
                <a:spcPct val="90000"/>
              </a:lnSpc>
            </a:pPr>
            <a:r>
              <a:rPr lang="en-US" altLang="zh-CN" sz="2800" dirty="0">
                <a:latin typeface="Times New Roman" panose="02020503050405090304" pitchFamily="18" charset="0"/>
              </a:rPr>
              <a:t>Then </a:t>
            </a:r>
            <a:r>
              <a:rPr lang="en-US" altLang="zh-CN" sz="2800" i="1" dirty="0">
                <a:latin typeface="Times New Roman" panose="02020503050405090304" pitchFamily="18" charset="0"/>
              </a:rPr>
              <a:t>P</a:t>
            </a:r>
            <a:r>
              <a:rPr lang="en-US" altLang="zh-CN" sz="1800" i="1" dirty="0">
                <a:latin typeface="Times New Roman" panose="02020503050405090304" pitchFamily="18" charset="0"/>
              </a:rPr>
              <a:t> </a:t>
            </a:r>
            <a:r>
              <a:rPr lang="en-US" altLang="zh-CN" sz="1800" dirty="0">
                <a:latin typeface="Symbol" panose="05050102010706020507" pitchFamily="18" charset="2"/>
                <a:sym typeface="Symbol" panose="05050102010706020507" pitchFamily="18" charset="2"/>
              </a:rPr>
              <a:t></a:t>
            </a:r>
            <a:r>
              <a:rPr lang="en-US" altLang="zh-CN" sz="2800" i="1" dirty="0">
                <a:latin typeface="Times New Roman" panose="02020503050405090304" pitchFamily="18" charset="0"/>
              </a:rPr>
              <a:t>Q </a:t>
            </a:r>
            <a:r>
              <a:rPr lang="en-US" altLang="zh-CN" sz="2800" dirty="0">
                <a:latin typeface="Times New Roman" panose="02020503050405090304" pitchFamily="18" charset="0"/>
              </a:rPr>
              <a:t>= F and the conjunction must be false so the left side cannot be true in this case. Another wrong guess.</a:t>
            </a:r>
            <a:endParaRPr lang="en-US" altLang="zh-CN" sz="2800" dirty="0">
              <a:latin typeface="Times New Roman" panose="02020503050405090304" pitchFamily="18" charset="0"/>
            </a:endParaRPr>
          </a:p>
          <a:p>
            <a:pPr lvl="1" eaLnBrk="1" hangingPunct="1">
              <a:lnSpc>
                <a:spcPct val="90000"/>
              </a:lnSpc>
            </a:pPr>
            <a:r>
              <a:rPr lang="en-US" altLang="zh-CN" sz="2400" dirty="0">
                <a:latin typeface="Times New Roman" panose="02020503050405090304" pitchFamily="18" charset="0"/>
              </a:rPr>
              <a:t>2b. Assume Q = T, P = F.</a:t>
            </a:r>
            <a:endParaRPr lang="en-US" altLang="zh-CN" sz="2400" dirty="0">
              <a:latin typeface="Times New Roman" panose="02020503050405090304" pitchFamily="18" charset="0"/>
            </a:endParaRPr>
          </a:p>
          <a:p>
            <a:pPr eaLnBrk="1" hangingPunct="1">
              <a:lnSpc>
                <a:spcPct val="90000"/>
              </a:lnSpc>
            </a:pPr>
            <a:r>
              <a:rPr lang="en-US" altLang="zh-CN" sz="2800" dirty="0">
                <a:latin typeface="Times New Roman" panose="02020503050405090304" pitchFamily="18" charset="0"/>
              </a:rPr>
              <a:t>Again the left side cannot be true.</a:t>
            </a:r>
            <a:endParaRPr lang="en-US" altLang="zh-CN" sz="2800" dirty="0">
              <a:latin typeface="Times New Roman" panose="02020503050405090304" pitchFamily="18" charset="0"/>
            </a:endParaRPr>
          </a:p>
        </p:txBody>
      </p:sp>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7" name="灯片编号占位符 3"/>
          <p:cNvSpPr>
            <a:spLocks noGrp="1"/>
          </p:cNvSpPr>
          <p:nvPr>
            <p:ph type="sldNum" sz="quarter" idx="10"/>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r" eaLnBrk="1" hangingPunct="1">
              <a:buClrTx/>
              <a:buFontTx/>
            </a:pPr>
            <a:fld id="{9A0DB2DC-4C9A-4742-B13C-FB6460FD3503}" type="slidenum">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24578" name="日期占位符 4"/>
          <p:cNvSpPr>
            <a:spLocks noGrp="1"/>
          </p:cNvSpPr>
          <p:nvPr>
            <p:ph type="dt" sz="half" idx="11"/>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buClrTx/>
              <a:buFontTx/>
            </a:pPr>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24579" name="页脚占位符 5"/>
          <p:cNvSpPr>
            <a:spLocks noGrp="1"/>
          </p:cNvSpPr>
          <p:nvPr>
            <p:ph type="ftr" sz="quarter" idx="12"/>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buClrTx/>
              <a:buFontTx/>
            </a:pPr>
            <a:r>
              <a:rPr lang="en-US" altLang="zh-CN" sz="1200" b="1" i="1" dirty="0">
                <a:solidFill>
                  <a:srgbClr val="009999"/>
                </a:solidFill>
                <a:latin typeface="Arial Narrow" panose="020B0606020202030204" pitchFamily="34" charset="0"/>
              </a:rPr>
              <a:t>School of Computer Science, BUPT</a:t>
            </a:r>
            <a:endParaRPr lang="zh-CN" altLang="en-US" sz="1200" b="1" i="1" dirty="0">
              <a:solidFill>
                <a:srgbClr val="009999"/>
              </a:solidFill>
              <a:latin typeface="Arial Narrow" panose="020B0606020202030204" pitchFamily="34" charset="0"/>
            </a:endParaRPr>
          </a:p>
        </p:txBody>
      </p:sp>
      <p:sp>
        <p:nvSpPr>
          <p:cNvPr id="24580" name="Rectangle 2"/>
          <p:cNvSpPr>
            <a:spLocks noGrp="1"/>
          </p:cNvSpPr>
          <p:nvPr>
            <p:ph type="title"/>
          </p:nvPr>
        </p:nvSpPr>
        <p:spPr/>
        <p:txBody>
          <a:bodyPr vert="horz" wrap="square" lIns="91440" tIns="45720" rIns="91440" bIns="45720" anchor="b" anchorCtr="0"/>
          <a:p>
            <a:pPr eaLnBrk="1" hangingPunct="1"/>
            <a:r>
              <a:rPr lang="en-US" altLang="zh-CN" dirty="0"/>
              <a:t>Proof </a:t>
            </a:r>
            <a:r>
              <a:rPr lang="en-US" altLang="zh-CN" sz="3200" dirty="0">
                <a:latin typeface="Times New Roman" panose="02020503050405090304" pitchFamily="18" charset="0"/>
              </a:rPr>
              <a:t>(</a:t>
            </a:r>
            <a:r>
              <a:rPr lang="en-US" altLang="zh-CN" sz="3200" i="1" dirty="0">
                <a:latin typeface="Times New Roman" panose="02020503050405090304" pitchFamily="18" charset="0"/>
              </a:rPr>
              <a:t>P </a:t>
            </a:r>
            <a:r>
              <a:rPr lang="en-US" altLang="zh-CN" sz="3200" dirty="0">
                <a:latin typeface="Symbol" panose="05050102010706020507" pitchFamily="18" charset="2"/>
                <a:sym typeface="Symbol" panose="05050102010706020507" pitchFamily="18" charset="2"/>
              </a:rPr>
              <a:t></a:t>
            </a:r>
            <a:r>
              <a:rPr lang="en-US" altLang="zh-CN" sz="3200" dirty="0">
                <a:latin typeface="Symbol" panose="05050102010706020507" pitchFamily="18" charset="2"/>
              </a:rPr>
              <a:t> </a:t>
            </a:r>
            <a:r>
              <a:rPr lang="en-US" altLang="zh-CN" sz="3200" i="1" dirty="0">
                <a:latin typeface="Times New Roman" panose="02020503050405090304" pitchFamily="18" charset="0"/>
              </a:rPr>
              <a:t>Q</a:t>
            </a:r>
            <a:r>
              <a:rPr lang="en-US" altLang="zh-CN" sz="3200" dirty="0">
                <a:latin typeface="Times New Roman" panose="02020503050405090304" pitchFamily="18" charset="0"/>
              </a:rPr>
              <a:t>) </a:t>
            </a:r>
            <a:r>
              <a:rPr lang="en-US" altLang="zh-CN" sz="3200" dirty="0">
                <a:latin typeface="Symbol" panose="05050102010706020507" pitchFamily="18" charset="2"/>
              </a:rPr>
              <a:t>Ù</a:t>
            </a:r>
            <a:r>
              <a:rPr lang="en-US" altLang="zh-CN" sz="3200" dirty="0">
                <a:latin typeface="Times New Roman" panose="02020503050405090304" pitchFamily="18" charset="0"/>
              </a:rPr>
              <a:t>(</a:t>
            </a:r>
            <a:r>
              <a:rPr lang="en-US" altLang="zh-CN" sz="3200" i="1" dirty="0">
                <a:latin typeface="Times New Roman" panose="02020503050405090304" pitchFamily="18" charset="0"/>
              </a:rPr>
              <a:t>Q </a:t>
            </a:r>
            <a:r>
              <a:rPr lang="en-US" altLang="zh-CN" sz="3200" dirty="0">
                <a:latin typeface="Symbol" panose="05050102010706020507" pitchFamily="18" charset="2"/>
                <a:sym typeface="Symbol" panose="05050102010706020507" pitchFamily="18" charset="2"/>
              </a:rPr>
              <a:t></a:t>
            </a:r>
            <a:r>
              <a:rPr lang="en-US" altLang="zh-CN" sz="3200" dirty="0">
                <a:latin typeface="Symbol" panose="05050102010706020507" pitchFamily="18" charset="2"/>
              </a:rPr>
              <a:t> </a:t>
            </a:r>
            <a:r>
              <a:rPr lang="en-US" altLang="zh-CN" sz="3200" i="1" dirty="0">
                <a:latin typeface="Times New Roman" panose="02020503050405090304" pitchFamily="18" charset="0"/>
              </a:rPr>
              <a:t>P</a:t>
            </a:r>
            <a:r>
              <a:rPr lang="en-US" altLang="zh-CN" sz="3200" dirty="0">
                <a:latin typeface="Times New Roman" panose="02020503050405090304" pitchFamily="18" charset="0"/>
              </a:rPr>
              <a:t>) </a:t>
            </a:r>
            <a:r>
              <a:rPr lang="en-US" altLang="zh-CN" sz="3200" dirty="0">
                <a:latin typeface="Symbol" panose="05050102010706020507" pitchFamily="18" charset="2"/>
                <a:sym typeface="Symbol" panose="05050102010706020507" pitchFamily="18" charset="2"/>
              </a:rPr>
              <a:t></a:t>
            </a:r>
            <a:r>
              <a:rPr lang="en-US" altLang="zh-CN" sz="3200" dirty="0">
                <a:latin typeface="Times New Roman" panose="02020503050405090304" pitchFamily="18" charset="0"/>
              </a:rPr>
              <a:t>(</a:t>
            </a:r>
            <a:r>
              <a:rPr lang="en-US" altLang="zh-CN" sz="3200" i="1" dirty="0">
                <a:latin typeface="Times New Roman" panose="02020503050405090304" pitchFamily="18" charset="0"/>
              </a:rPr>
              <a:t>P </a:t>
            </a:r>
            <a:r>
              <a:rPr lang="en-US" altLang="zh-CN" sz="3200" dirty="0">
                <a:latin typeface="Symbol" panose="05050102010706020507" pitchFamily="18" charset="2"/>
              </a:rPr>
              <a:t> </a:t>
            </a:r>
            <a:r>
              <a:rPr lang="en-US" altLang="zh-CN" sz="3200" i="1" dirty="0">
                <a:latin typeface="Times New Roman" panose="02020503050405090304" pitchFamily="18" charset="0"/>
              </a:rPr>
              <a:t>Q</a:t>
            </a:r>
            <a:r>
              <a:rPr lang="en-US" altLang="zh-CN" sz="3200" dirty="0">
                <a:latin typeface="Times New Roman" panose="02020503050405090304" pitchFamily="18" charset="0"/>
              </a:rPr>
              <a:t>)</a:t>
            </a:r>
            <a:endParaRPr lang="en-US" altLang="zh-CN" sz="3200" dirty="0">
              <a:latin typeface="Times New Roman" panose="02020503050405090304" pitchFamily="18" charset="0"/>
            </a:endParaRPr>
          </a:p>
        </p:txBody>
      </p:sp>
      <p:sp>
        <p:nvSpPr>
          <p:cNvPr id="24581" name="Rectangle 3"/>
          <p:cNvSpPr>
            <a:spLocks noGrp="1"/>
          </p:cNvSpPr>
          <p:nvPr>
            <p:ph idx="1"/>
          </p:nvPr>
        </p:nvSpPr>
        <p:spPr/>
        <p:txBody>
          <a:bodyPr vert="horz" wrap="square" lIns="91440" tIns="45720" rIns="91440" bIns="45720" anchor="t" anchorCtr="0"/>
          <a:p>
            <a:pPr eaLnBrk="1" hangingPunct="1"/>
            <a:r>
              <a:rPr lang="en-US" altLang="zh-CN" dirty="0">
                <a:latin typeface="Times New Roman" panose="02020503050405090304" pitchFamily="18" charset="0"/>
              </a:rPr>
              <a:t>We have exhausted all possibilities and not found a counterexample. The two propositions must be logically equivalent.</a:t>
            </a:r>
            <a:endParaRPr lang="en-US" altLang="zh-CN" dirty="0">
              <a:latin typeface="Times New Roman" panose="02020503050405090304" pitchFamily="18" charset="0"/>
            </a:endParaRPr>
          </a:p>
          <a:p>
            <a:pPr lvl="1" eaLnBrk="1" hangingPunct="1"/>
            <a:r>
              <a:rPr lang="en-US" altLang="zh-CN" dirty="0">
                <a:latin typeface="Times New Roman" panose="02020503050405090304" pitchFamily="18" charset="0"/>
              </a:rPr>
              <a:t>Note: Because of this equivalence, </a:t>
            </a:r>
            <a:r>
              <a:rPr lang="en-US" altLang="zh-CN" i="1" dirty="0">
                <a:solidFill>
                  <a:schemeClr val="hlink"/>
                </a:solidFill>
                <a:latin typeface="Times New Roman" panose="02020503050405090304" pitchFamily="18" charset="0"/>
              </a:rPr>
              <a:t>if and only if</a:t>
            </a:r>
            <a:r>
              <a:rPr lang="en-US" altLang="zh-CN" i="1" dirty="0">
                <a:latin typeface="Times New Roman" panose="02020503050405090304" pitchFamily="18" charset="0"/>
              </a:rPr>
              <a:t> </a:t>
            </a:r>
            <a:r>
              <a:rPr lang="en-US" altLang="zh-CN" dirty="0">
                <a:latin typeface="Times New Roman" panose="02020503050405090304" pitchFamily="18" charset="0"/>
              </a:rPr>
              <a:t>or</a:t>
            </a:r>
            <a:r>
              <a:rPr lang="en-US" altLang="zh-CN" dirty="0">
                <a:solidFill>
                  <a:schemeClr val="hlink"/>
                </a:solidFill>
                <a:latin typeface="Times New Roman" panose="02020503050405090304" pitchFamily="18" charset="0"/>
              </a:rPr>
              <a:t> </a:t>
            </a:r>
            <a:r>
              <a:rPr lang="en-US" altLang="zh-CN" i="1" dirty="0">
                <a:solidFill>
                  <a:schemeClr val="hlink"/>
                </a:solidFill>
                <a:latin typeface="Times New Roman" panose="02020503050405090304" pitchFamily="18" charset="0"/>
              </a:rPr>
              <a:t>iff</a:t>
            </a:r>
            <a:r>
              <a:rPr lang="en-US" altLang="zh-CN" i="1" dirty="0">
                <a:latin typeface="Times New Roman" panose="02020503050405090304" pitchFamily="18" charset="0"/>
              </a:rPr>
              <a:t> </a:t>
            </a:r>
            <a:r>
              <a:rPr lang="en-US" altLang="zh-CN" dirty="0">
                <a:latin typeface="Times New Roman" panose="02020503050405090304" pitchFamily="18" charset="0"/>
              </a:rPr>
              <a:t>is also stated as </a:t>
            </a:r>
            <a:r>
              <a:rPr lang="en-US" altLang="zh-CN" i="1" dirty="0">
                <a:solidFill>
                  <a:schemeClr val="hlink"/>
                </a:solidFill>
                <a:latin typeface="Times New Roman" panose="02020503050405090304" pitchFamily="18" charset="0"/>
              </a:rPr>
              <a:t>is a necessary and sufficient condition </a:t>
            </a:r>
            <a:r>
              <a:rPr lang="en-US" altLang="zh-CN" i="1" dirty="0">
                <a:latin typeface="Times New Roman" panose="02020503050405090304" pitchFamily="18" charset="0"/>
              </a:rPr>
              <a:t>(</a:t>
            </a:r>
            <a:r>
              <a:rPr lang="zh-CN" altLang="en-US" i="1" dirty="0">
                <a:latin typeface="Times New Roman" panose="02020503050405090304" pitchFamily="18" charset="0"/>
              </a:rPr>
              <a:t>充分必要条件）.</a:t>
            </a:r>
            <a:endParaRPr lang="zh-CN" altLang="en-US" dirty="0">
              <a:latin typeface="Times New Roman" panose="0202050305040509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1" name="灯片编号占位符 3"/>
          <p:cNvSpPr>
            <a:spLocks noGrp="1"/>
          </p:cNvSpPr>
          <p:nvPr>
            <p:ph type="sldNum" sz="quarter" idx="10"/>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r" eaLnBrk="1" hangingPunct="1">
              <a:buClrTx/>
              <a:buFontTx/>
            </a:pPr>
            <a:fld id="{9A0DB2DC-4C9A-4742-B13C-FB6460FD3503}" type="slidenum">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25602" name="日期占位符 4"/>
          <p:cNvSpPr>
            <a:spLocks noGrp="1"/>
          </p:cNvSpPr>
          <p:nvPr>
            <p:ph type="dt" sz="half" idx="11"/>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buClrTx/>
              <a:buFontTx/>
            </a:pPr>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25603" name="页脚占位符 5"/>
          <p:cNvSpPr>
            <a:spLocks noGrp="1"/>
          </p:cNvSpPr>
          <p:nvPr>
            <p:ph type="ftr" sz="quarter" idx="12"/>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buClrTx/>
              <a:buFontTx/>
            </a:pPr>
            <a:r>
              <a:rPr lang="en-US" altLang="zh-CN" sz="1200" b="1" i="1" dirty="0">
                <a:solidFill>
                  <a:srgbClr val="009999"/>
                </a:solidFill>
                <a:latin typeface="Arial Narrow" panose="020B0606020202030204" pitchFamily="34" charset="0"/>
              </a:rPr>
              <a:t>School of Computer Science, BUPT</a:t>
            </a:r>
            <a:endParaRPr lang="zh-CN" altLang="en-US" sz="1200" b="1" i="1" dirty="0">
              <a:solidFill>
                <a:srgbClr val="009999"/>
              </a:solidFill>
              <a:latin typeface="Arial Narrow" panose="020B0606020202030204" pitchFamily="34" charset="0"/>
            </a:endParaRPr>
          </a:p>
        </p:txBody>
      </p:sp>
      <p:sp>
        <p:nvSpPr>
          <p:cNvPr id="25604" name="Rectangle 2"/>
          <p:cNvSpPr>
            <a:spLocks noGrp="1"/>
          </p:cNvSpPr>
          <p:nvPr>
            <p:ph type="title"/>
          </p:nvPr>
        </p:nvSpPr>
        <p:spPr>
          <a:xfrm>
            <a:off x="1148080" y="254635"/>
            <a:ext cx="7861935" cy="718185"/>
          </a:xfrm>
        </p:spPr>
        <p:txBody>
          <a:bodyPr vert="horz" wrap="square" lIns="91440" tIns="45720" rIns="91440" bIns="45720" anchor="b" anchorCtr="0"/>
          <a:p>
            <a:pPr eaLnBrk="1" hangingPunct="1"/>
            <a:r>
              <a:rPr lang="zh-CN" altLang="en-US" dirty="0"/>
              <a:t>证明 </a:t>
            </a:r>
            <a:r>
              <a:rPr lang="en-US" altLang="zh-CN" dirty="0">
                <a:sym typeface="Symbol" panose="05050102010706020507" pitchFamily="18" charset="2"/>
              </a:rPr>
              <a:t>¬</a:t>
            </a:r>
            <a:r>
              <a:rPr lang="zh-CN" altLang="en-US" dirty="0"/>
              <a:t>（</a:t>
            </a:r>
            <a:r>
              <a:rPr lang="en-US" altLang="zh-CN" dirty="0"/>
              <a:t>A </a:t>
            </a:r>
            <a:r>
              <a:rPr lang="zh-CN" altLang="en-US" dirty="0">
                <a:sym typeface="Symbol" panose="05050102010706020507" pitchFamily="18" charset="2"/>
              </a:rPr>
              <a:t></a:t>
            </a:r>
            <a:r>
              <a:rPr lang="en-US" altLang="zh-CN" dirty="0"/>
              <a:t> B) </a:t>
            </a:r>
            <a:r>
              <a:rPr lang="zh-CN" altLang="en-US" dirty="0">
                <a:sym typeface="Symbol" panose="05050102010706020507" pitchFamily="18" charset="2"/>
              </a:rPr>
              <a:t></a:t>
            </a:r>
            <a:r>
              <a:rPr lang="en-US" altLang="zh-CN" dirty="0"/>
              <a:t> </a:t>
            </a:r>
            <a:r>
              <a:rPr lang="en-US" altLang="zh-CN" dirty="0">
                <a:sym typeface="Symbol" panose="05050102010706020507" pitchFamily="18" charset="2"/>
              </a:rPr>
              <a:t>¬</a:t>
            </a:r>
            <a:r>
              <a:rPr lang="zh-CN" altLang="en-US" dirty="0">
                <a:sym typeface="Symbol" panose="05050102010706020507" pitchFamily="18" charset="2"/>
              </a:rPr>
              <a:t> </a:t>
            </a:r>
            <a:r>
              <a:rPr lang="en-US" altLang="zh-CN" dirty="0"/>
              <a:t>A </a:t>
            </a:r>
            <a:r>
              <a:rPr lang="zh-CN" altLang="en-US" dirty="0">
                <a:sym typeface="Symbol" panose="05050102010706020507" pitchFamily="18" charset="2"/>
              </a:rPr>
              <a:t></a:t>
            </a:r>
            <a:r>
              <a:rPr lang="en-US" altLang="zh-CN" dirty="0"/>
              <a:t> </a:t>
            </a:r>
            <a:r>
              <a:rPr lang="en-US" altLang="zh-CN" dirty="0">
                <a:sym typeface="Symbol" panose="05050102010706020507" pitchFamily="18" charset="2"/>
              </a:rPr>
              <a:t>¬</a:t>
            </a:r>
            <a:r>
              <a:rPr lang="zh-CN" altLang="en-US" dirty="0">
                <a:sym typeface="Symbol" panose="05050102010706020507" pitchFamily="18" charset="2"/>
              </a:rPr>
              <a:t> </a:t>
            </a:r>
            <a:r>
              <a:rPr lang="en-US" altLang="zh-CN" dirty="0"/>
              <a:t>B</a:t>
            </a:r>
            <a:endParaRPr lang="en-US" altLang="zh-CN" dirty="0"/>
          </a:p>
        </p:txBody>
      </p:sp>
      <p:graphicFrame>
        <p:nvGraphicFramePr>
          <p:cNvPr id="8" name="表格 7"/>
          <p:cNvGraphicFramePr>
            <a:graphicFrameLocks noGrp="1"/>
          </p:cNvGraphicFramePr>
          <p:nvPr>
            <p:custDataLst>
              <p:tags r:id="rId1"/>
            </p:custDataLst>
          </p:nvPr>
        </p:nvGraphicFramePr>
        <p:xfrm>
          <a:off x="1042988" y="2733675"/>
          <a:ext cx="7129463" cy="2495550"/>
        </p:xfrm>
        <a:graphic>
          <a:graphicData uri="http://schemas.openxmlformats.org/drawingml/2006/table">
            <a:tbl>
              <a:tblPr firstRow="1" bandRow="1">
                <a:tableStyleId>{5C22544A-7EE6-4342-B048-85BDC9FD1C3A}</a:tableStyleId>
              </a:tblPr>
              <a:tblGrid>
                <a:gridCol w="1289640"/>
                <a:gridCol w="1289640"/>
                <a:gridCol w="1289640"/>
                <a:gridCol w="1418096"/>
                <a:gridCol w="1842445"/>
              </a:tblGrid>
              <a:tr h="530582">
                <a:tc>
                  <a:txBody>
                    <a:bodyPr/>
                    <a:p>
                      <a:pPr algn="ctr"/>
                      <a:r>
                        <a:rPr lang="en-US" altLang="zh-CN" sz="2000" b="1" i="1" dirty="0">
                          <a:solidFill>
                            <a:schemeClr val="tx1"/>
                          </a:solidFill>
                          <a:latin typeface="Times New Roman" panose="02020503050405090304" pitchFamily="18" charset="0"/>
                        </a:rPr>
                        <a:t>A</a:t>
                      </a:r>
                      <a:endParaRPr lang="zh-CN" altLang="en-US" sz="2000" b="1" dirty="0">
                        <a:solidFill>
                          <a:schemeClr val="tx1"/>
                        </a:solidFill>
                      </a:endParaRPr>
                    </a:p>
                  </a:txBody>
                  <a:tcPr marL="91437" marR="91437" marT="45750" marB="45750" anchor="ctr"/>
                </a:tc>
                <a:tc>
                  <a:txBody>
                    <a:bodyPr/>
                    <a:p>
                      <a:pPr marL="0" algn="ctr" defTabSz="914400" rtl="0" eaLnBrk="1" latinLnBrk="0" hangingPunct="1"/>
                      <a:r>
                        <a:rPr lang="en-US" altLang="zh-CN" sz="2000" b="1" i="1" kern="1200" dirty="0">
                          <a:solidFill>
                            <a:schemeClr val="tx1"/>
                          </a:solidFill>
                          <a:latin typeface="Times New Roman" panose="02020503050405090304" pitchFamily="18" charset="0"/>
                          <a:ea typeface="+mn-ea"/>
                          <a:cs typeface="+mn-cs"/>
                        </a:rPr>
                        <a:t>B</a:t>
                      </a:r>
                      <a:endParaRPr lang="zh-CN" altLang="en-US" sz="2000" b="1" i="1" kern="1200" dirty="0">
                        <a:solidFill>
                          <a:schemeClr val="tx1"/>
                        </a:solidFill>
                        <a:latin typeface="Times New Roman" panose="02020503050405090304" pitchFamily="18" charset="0"/>
                        <a:ea typeface="+mn-ea"/>
                        <a:cs typeface="+mn-cs"/>
                      </a:endParaRPr>
                    </a:p>
                  </a:txBody>
                  <a:tcPr marL="91437" marR="91437" marT="45750" marB="45750" anchor="ctr"/>
                </a:tc>
                <a:tc>
                  <a:txBody>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b="1" i="1" kern="1200" dirty="0">
                          <a:solidFill>
                            <a:schemeClr val="tx1"/>
                          </a:solidFill>
                          <a:latin typeface="Times New Roman" panose="02020503050405090304" pitchFamily="18" charset="0"/>
                          <a:ea typeface="+mn-ea"/>
                          <a:cs typeface="+mn-cs"/>
                        </a:rPr>
                        <a:t>A</a:t>
                      </a:r>
                      <a:r>
                        <a:rPr lang="en-US" altLang="zh-CN" sz="2000" b="1" i="1" dirty="0">
                          <a:solidFill>
                            <a:schemeClr val="tx1"/>
                          </a:solidFill>
                          <a:latin typeface="Symbol" panose="05050102010706020507" pitchFamily="18" charset="2"/>
                        </a:rPr>
                        <a:t>Ú</a:t>
                      </a:r>
                      <a:r>
                        <a:rPr lang="en-US" altLang="zh-CN" sz="2000" b="1" i="1" kern="1200" dirty="0">
                          <a:solidFill>
                            <a:schemeClr val="tx1"/>
                          </a:solidFill>
                          <a:latin typeface="Times New Roman" panose="02020503050405090304" pitchFamily="18" charset="0"/>
                          <a:ea typeface="+mn-ea"/>
                          <a:cs typeface="+mn-cs"/>
                        </a:rPr>
                        <a:t>B</a:t>
                      </a:r>
                      <a:endParaRPr lang="zh-CN" altLang="en-US" sz="2000" b="1" dirty="0">
                        <a:solidFill>
                          <a:schemeClr val="tx1"/>
                        </a:solidFill>
                      </a:endParaRPr>
                    </a:p>
                  </a:txBody>
                  <a:tcPr marL="91437" marR="91437" marT="45750" marB="45750" anchor="ctr"/>
                </a:tc>
                <a:tc>
                  <a:txBody>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b="1" i="1" dirty="0">
                          <a:solidFill>
                            <a:schemeClr val="tx1"/>
                          </a:solidFill>
                          <a:latin typeface="Symbol" panose="05050102010706020507" pitchFamily="18" charset="2"/>
                          <a:sym typeface="Symbol" panose="05050102010706020507" charset="0"/>
                        </a:rPr>
                        <a:t></a:t>
                      </a:r>
                      <a:r>
                        <a:rPr lang="en-US" altLang="zh-CN" sz="2000" b="1" i="1" dirty="0">
                          <a:solidFill>
                            <a:schemeClr val="tx1"/>
                          </a:solidFill>
                          <a:latin typeface="Symbol" panose="05050102010706020507" pitchFamily="18" charset="2"/>
                        </a:rPr>
                        <a:t>(</a:t>
                      </a:r>
                      <a:r>
                        <a:rPr lang="en-US" altLang="zh-CN" sz="2000" b="1" i="1" kern="1200" dirty="0">
                          <a:solidFill>
                            <a:schemeClr val="tx1"/>
                          </a:solidFill>
                          <a:latin typeface="Times New Roman" panose="02020503050405090304" pitchFamily="18" charset="0"/>
                          <a:ea typeface="+mn-ea"/>
                          <a:cs typeface="+mn-cs"/>
                        </a:rPr>
                        <a:t>A</a:t>
                      </a:r>
                      <a:r>
                        <a:rPr lang="en-US" altLang="zh-CN" sz="2000" b="1" i="1" dirty="0">
                          <a:solidFill>
                            <a:schemeClr val="tx1"/>
                          </a:solidFill>
                          <a:latin typeface="Symbol" panose="05050102010706020507" pitchFamily="18" charset="2"/>
                        </a:rPr>
                        <a:t>Ú</a:t>
                      </a:r>
                      <a:r>
                        <a:rPr lang="en-US" altLang="zh-CN" sz="2000" b="1" i="1" kern="1200" dirty="0">
                          <a:solidFill>
                            <a:schemeClr val="tx1"/>
                          </a:solidFill>
                          <a:latin typeface="Times New Roman" panose="02020503050405090304" pitchFamily="18" charset="0"/>
                          <a:ea typeface="+mn-ea"/>
                          <a:cs typeface="+mn-cs"/>
                        </a:rPr>
                        <a:t>B)</a:t>
                      </a:r>
                      <a:endParaRPr lang="zh-CN" altLang="en-US" sz="2000" b="1" i="1" kern="1200" dirty="0">
                        <a:solidFill>
                          <a:schemeClr val="tx1"/>
                        </a:solidFill>
                        <a:latin typeface="Times New Roman" panose="02020503050405090304" pitchFamily="18" charset="0"/>
                        <a:ea typeface="+mn-ea"/>
                        <a:cs typeface="+mn-cs"/>
                      </a:endParaRPr>
                    </a:p>
                  </a:txBody>
                  <a:tcPr marL="91437" marR="91437" marT="45750" marB="45750" anchor="ctr"/>
                </a:tc>
                <a:tc>
                  <a:txBody>
                    <a:bodyPr/>
                    <a:p>
                      <a:pPr lvl="1" eaLnBrk="1" hangingPunct="1">
                        <a:defRPr/>
                      </a:pPr>
                      <a:r>
                        <a:rPr lang="en-US" altLang="zh-CN" sz="2000" i="1" dirty="0">
                          <a:solidFill>
                            <a:schemeClr val="tx1"/>
                          </a:solidFill>
                          <a:latin typeface="Symbol" panose="05050102010706020507" pitchFamily="18" charset="2"/>
                          <a:sym typeface="Symbol" panose="05050102010706020507" charset="0"/>
                        </a:rPr>
                        <a:t></a:t>
                      </a:r>
                      <a:r>
                        <a:rPr lang="en-US" altLang="zh-CN" sz="2000" b="1" i="1" dirty="0">
                          <a:solidFill>
                            <a:schemeClr val="tx1"/>
                          </a:solidFill>
                          <a:latin typeface="Times New Roman" panose="02020503050405090304" pitchFamily="18" charset="0"/>
                          <a:cs typeface="+mn-cs"/>
                        </a:rPr>
                        <a:t>A </a:t>
                      </a:r>
                      <a:r>
                        <a:rPr lang="zh-CN" altLang="en-US" sz="2000" b="1" i="1" dirty="0">
                          <a:solidFill>
                            <a:schemeClr val="tx1"/>
                          </a:solidFill>
                          <a:latin typeface="Times New Roman" panose="02020503050405090304" pitchFamily="18" charset="0"/>
                          <a:cs typeface="+mn-cs"/>
                          <a:sym typeface="Symbol" panose="05050102010706020507" pitchFamily="18" charset="2"/>
                        </a:rPr>
                        <a:t></a:t>
                      </a:r>
                      <a:r>
                        <a:rPr lang="en-US" altLang="zh-CN" sz="2000" b="1" i="1" dirty="0">
                          <a:solidFill>
                            <a:schemeClr val="tx1"/>
                          </a:solidFill>
                          <a:latin typeface="Times New Roman" panose="02020503050405090304" pitchFamily="18" charset="0"/>
                          <a:cs typeface="+mn-cs"/>
                        </a:rPr>
                        <a:t> </a:t>
                      </a:r>
                      <a:r>
                        <a:rPr lang="en-US" altLang="zh-CN" sz="2000" i="1" dirty="0">
                          <a:solidFill>
                            <a:schemeClr val="tx1"/>
                          </a:solidFill>
                          <a:latin typeface="Symbol" panose="05050102010706020507" pitchFamily="18" charset="2"/>
                          <a:sym typeface="Symbol" panose="05050102010706020507" charset="0"/>
                        </a:rPr>
                        <a:t></a:t>
                      </a:r>
                      <a:r>
                        <a:rPr lang="en-US" altLang="zh-CN" sz="2000" b="1" i="1" dirty="0">
                          <a:solidFill>
                            <a:schemeClr val="tx1"/>
                          </a:solidFill>
                          <a:latin typeface="Times New Roman" panose="02020503050405090304" pitchFamily="18" charset="0"/>
                          <a:cs typeface="+mn-cs"/>
                        </a:rPr>
                        <a:t>B</a:t>
                      </a:r>
                      <a:endParaRPr lang="en-US" altLang="zh-CN" sz="2000" b="1" i="1" dirty="0">
                        <a:solidFill>
                          <a:schemeClr val="tx1"/>
                        </a:solidFill>
                        <a:latin typeface="Times New Roman" panose="02020503050405090304" pitchFamily="18" charset="0"/>
                        <a:cs typeface="+mn-cs"/>
                      </a:endParaRPr>
                    </a:p>
                  </a:txBody>
                  <a:tcPr marL="91437" marR="91437" marT="45750" marB="45750" anchor="ctr"/>
                </a:tc>
              </a:tr>
              <a:tr h="491242">
                <a:tc>
                  <a:txBody>
                    <a:bodyPr/>
                    <a:p>
                      <a:pPr algn="ctr"/>
                      <a:r>
                        <a:rPr lang="en-US" altLang="zh-CN" sz="1800" b="0" dirty="0">
                          <a:solidFill>
                            <a:schemeClr val="tx1"/>
                          </a:solidFill>
                        </a:rPr>
                        <a:t>0</a:t>
                      </a:r>
                      <a:endParaRPr lang="zh-CN" altLang="en-US" sz="1800" b="0" dirty="0">
                        <a:solidFill>
                          <a:schemeClr val="tx1"/>
                        </a:solidFill>
                      </a:endParaRPr>
                    </a:p>
                  </a:txBody>
                  <a:tcPr marL="91437" marR="91437" marT="45750" marB="45750" anchor="ctr"/>
                </a:tc>
                <a:tc>
                  <a:txBody>
                    <a:bodyPr/>
                    <a:p>
                      <a:pPr algn="ctr"/>
                      <a:r>
                        <a:rPr lang="en-US" altLang="zh-CN" sz="1800" b="0" dirty="0">
                          <a:solidFill>
                            <a:schemeClr val="tx1"/>
                          </a:solidFill>
                        </a:rPr>
                        <a:t>0</a:t>
                      </a:r>
                      <a:endParaRPr lang="zh-CN" altLang="en-US" sz="1800" b="0" dirty="0">
                        <a:solidFill>
                          <a:schemeClr val="tx1"/>
                        </a:solidFill>
                      </a:endParaRPr>
                    </a:p>
                  </a:txBody>
                  <a:tcPr marL="91437" marR="91437" marT="45750" marB="45750" anchor="ctr"/>
                </a:tc>
                <a:tc>
                  <a:txBody>
                    <a:bodyPr/>
                    <a:p>
                      <a:pPr algn="ctr"/>
                      <a:r>
                        <a:rPr lang="en-US" altLang="zh-CN" sz="1800" b="0" dirty="0">
                          <a:solidFill>
                            <a:schemeClr val="tx1"/>
                          </a:solidFill>
                        </a:rPr>
                        <a:t>0</a:t>
                      </a:r>
                      <a:endParaRPr lang="zh-CN" altLang="en-US" sz="1800" b="0" dirty="0">
                        <a:solidFill>
                          <a:schemeClr val="tx1"/>
                        </a:solidFill>
                      </a:endParaRPr>
                    </a:p>
                  </a:txBody>
                  <a:tcPr marL="91437" marR="91437" marT="45750" marB="45750" anchor="ctr"/>
                </a:tc>
                <a:tc>
                  <a:txBody>
                    <a:bodyPr/>
                    <a:p>
                      <a:pPr algn="ctr"/>
                      <a:r>
                        <a:rPr lang="en-US" altLang="zh-CN" sz="1800" b="0" dirty="0">
                          <a:solidFill>
                            <a:schemeClr val="tx1"/>
                          </a:solidFill>
                        </a:rPr>
                        <a:t>1</a:t>
                      </a:r>
                      <a:endParaRPr lang="zh-CN" altLang="en-US" sz="1800" b="0" dirty="0">
                        <a:solidFill>
                          <a:schemeClr val="tx1"/>
                        </a:solidFill>
                      </a:endParaRPr>
                    </a:p>
                  </a:txBody>
                  <a:tcPr marL="91437" marR="91437" marT="45750" marB="45750" anchor="ctr"/>
                </a:tc>
                <a:tc>
                  <a:txBody>
                    <a:bodyPr/>
                    <a:p>
                      <a:pPr algn="ctr"/>
                      <a:r>
                        <a:rPr lang="en-US" altLang="zh-CN" sz="1800" b="0" dirty="0">
                          <a:solidFill>
                            <a:schemeClr val="tx1"/>
                          </a:solidFill>
                        </a:rPr>
                        <a:t>1</a:t>
                      </a:r>
                      <a:endParaRPr lang="zh-CN" altLang="en-US" sz="1800" b="0" dirty="0">
                        <a:solidFill>
                          <a:schemeClr val="tx1"/>
                        </a:solidFill>
                      </a:endParaRPr>
                    </a:p>
                  </a:txBody>
                  <a:tcPr marL="91437" marR="91437" marT="45750" marB="45750" anchor="ctr"/>
                </a:tc>
              </a:tr>
              <a:tr h="491242">
                <a:tc>
                  <a:txBody>
                    <a:bodyPr/>
                    <a:p>
                      <a:pPr algn="ctr"/>
                      <a:r>
                        <a:rPr lang="en-US" altLang="zh-CN" sz="1800" b="0" dirty="0">
                          <a:solidFill>
                            <a:schemeClr val="tx1"/>
                          </a:solidFill>
                        </a:rPr>
                        <a:t>0</a:t>
                      </a:r>
                      <a:endParaRPr lang="zh-CN" altLang="en-US" sz="1800" b="0" dirty="0">
                        <a:solidFill>
                          <a:schemeClr val="tx1"/>
                        </a:solidFill>
                      </a:endParaRPr>
                    </a:p>
                  </a:txBody>
                  <a:tcPr marL="91437" marR="91437" marT="45750" marB="45750" anchor="ctr"/>
                </a:tc>
                <a:tc>
                  <a:txBody>
                    <a:bodyPr/>
                    <a:p>
                      <a:pPr algn="ctr"/>
                      <a:r>
                        <a:rPr lang="en-US" altLang="zh-CN" sz="1800" b="0" dirty="0">
                          <a:solidFill>
                            <a:schemeClr val="tx1"/>
                          </a:solidFill>
                        </a:rPr>
                        <a:t>1</a:t>
                      </a:r>
                      <a:endParaRPr lang="zh-CN" altLang="en-US" sz="1800" b="0" dirty="0">
                        <a:solidFill>
                          <a:schemeClr val="tx1"/>
                        </a:solidFill>
                      </a:endParaRPr>
                    </a:p>
                  </a:txBody>
                  <a:tcPr marL="91437" marR="91437" marT="45750" marB="45750" anchor="ctr"/>
                </a:tc>
                <a:tc>
                  <a:txBody>
                    <a:bodyPr/>
                    <a:p>
                      <a:pPr algn="ctr"/>
                      <a:r>
                        <a:rPr lang="en-US" altLang="zh-CN" sz="1800" b="0" dirty="0">
                          <a:solidFill>
                            <a:schemeClr val="tx1"/>
                          </a:solidFill>
                        </a:rPr>
                        <a:t>1</a:t>
                      </a:r>
                      <a:endParaRPr lang="zh-CN" altLang="en-US" sz="1800" b="0" dirty="0">
                        <a:solidFill>
                          <a:schemeClr val="tx1"/>
                        </a:solidFill>
                      </a:endParaRPr>
                    </a:p>
                  </a:txBody>
                  <a:tcPr marL="91437" marR="91437" marT="45750" marB="45750" anchor="ctr"/>
                </a:tc>
                <a:tc>
                  <a:txBody>
                    <a:bodyPr/>
                    <a:p>
                      <a:pPr algn="ctr"/>
                      <a:r>
                        <a:rPr lang="en-US" altLang="zh-CN" sz="1800" b="0" dirty="0">
                          <a:solidFill>
                            <a:schemeClr val="tx1"/>
                          </a:solidFill>
                        </a:rPr>
                        <a:t>0</a:t>
                      </a:r>
                      <a:endParaRPr lang="zh-CN" altLang="en-US" sz="1800" b="0" dirty="0">
                        <a:solidFill>
                          <a:schemeClr val="tx1"/>
                        </a:solidFill>
                      </a:endParaRPr>
                    </a:p>
                  </a:txBody>
                  <a:tcPr marL="91437" marR="91437" marT="45750" marB="45750" anchor="ctr"/>
                </a:tc>
                <a:tc>
                  <a:txBody>
                    <a:bodyPr/>
                    <a:p>
                      <a:pPr algn="ctr"/>
                      <a:r>
                        <a:rPr lang="en-US" altLang="zh-CN" sz="1800" b="0" dirty="0">
                          <a:solidFill>
                            <a:schemeClr val="tx1"/>
                          </a:solidFill>
                        </a:rPr>
                        <a:t>0</a:t>
                      </a:r>
                      <a:endParaRPr lang="zh-CN" altLang="en-US" sz="1800" b="0" dirty="0">
                        <a:solidFill>
                          <a:schemeClr val="tx1"/>
                        </a:solidFill>
                      </a:endParaRPr>
                    </a:p>
                  </a:txBody>
                  <a:tcPr marL="91437" marR="91437" marT="45750" marB="45750" anchor="ctr"/>
                </a:tc>
              </a:tr>
              <a:tr h="491242">
                <a:tc>
                  <a:txBody>
                    <a:bodyPr/>
                    <a:p>
                      <a:pPr algn="ctr"/>
                      <a:r>
                        <a:rPr lang="en-US" altLang="zh-CN" sz="1800" b="0" dirty="0">
                          <a:solidFill>
                            <a:schemeClr val="tx1"/>
                          </a:solidFill>
                        </a:rPr>
                        <a:t>1</a:t>
                      </a:r>
                      <a:endParaRPr lang="zh-CN" altLang="en-US" sz="1800" b="0" dirty="0">
                        <a:solidFill>
                          <a:schemeClr val="tx1"/>
                        </a:solidFill>
                      </a:endParaRPr>
                    </a:p>
                  </a:txBody>
                  <a:tcPr marL="91437" marR="91437" marT="45750" marB="45750" anchor="ctr"/>
                </a:tc>
                <a:tc>
                  <a:txBody>
                    <a:bodyPr/>
                    <a:p>
                      <a:pPr algn="ctr"/>
                      <a:r>
                        <a:rPr lang="en-US" altLang="zh-CN" sz="1800" b="0" dirty="0">
                          <a:solidFill>
                            <a:schemeClr val="tx1"/>
                          </a:solidFill>
                        </a:rPr>
                        <a:t>0</a:t>
                      </a:r>
                      <a:endParaRPr lang="zh-CN" altLang="en-US" sz="1800" b="0" dirty="0">
                        <a:solidFill>
                          <a:schemeClr val="tx1"/>
                        </a:solidFill>
                      </a:endParaRPr>
                    </a:p>
                  </a:txBody>
                  <a:tcPr marL="91437" marR="91437" marT="45750" marB="45750" anchor="ctr"/>
                </a:tc>
                <a:tc>
                  <a:txBody>
                    <a:bodyPr/>
                    <a:p>
                      <a:pPr algn="ctr"/>
                      <a:r>
                        <a:rPr lang="en-US" altLang="zh-CN" sz="1800" b="0" dirty="0">
                          <a:solidFill>
                            <a:schemeClr val="tx1"/>
                          </a:solidFill>
                        </a:rPr>
                        <a:t>1</a:t>
                      </a:r>
                      <a:endParaRPr lang="zh-CN" altLang="en-US" sz="1800" b="0" dirty="0">
                        <a:solidFill>
                          <a:schemeClr val="tx1"/>
                        </a:solidFill>
                      </a:endParaRPr>
                    </a:p>
                  </a:txBody>
                  <a:tcPr marL="91437" marR="91437" marT="45750" marB="45750" anchor="ctr"/>
                </a:tc>
                <a:tc>
                  <a:txBody>
                    <a:bodyPr/>
                    <a:p>
                      <a:pPr algn="ctr"/>
                      <a:r>
                        <a:rPr lang="en-US" altLang="zh-CN" sz="1800" b="0" dirty="0">
                          <a:solidFill>
                            <a:schemeClr val="tx1"/>
                          </a:solidFill>
                        </a:rPr>
                        <a:t>0</a:t>
                      </a:r>
                      <a:endParaRPr lang="zh-CN" altLang="en-US" sz="1800" b="0" dirty="0">
                        <a:solidFill>
                          <a:schemeClr val="tx1"/>
                        </a:solidFill>
                      </a:endParaRPr>
                    </a:p>
                  </a:txBody>
                  <a:tcPr marL="91437" marR="91437" marT="45750" marB="45750" anchor="ctr"/>
                </a:tc>
                <a:tc>
                  <a:txBody>
                    <a:bodyPr/>
                    <a:p>
                      <a:pPr algn="ctr"/>
                      <a:r>
                        <a:rPr lang="en-US" altLang="zh-CN" sz="1800" b="0" dirty="0">
                          <a:solidFill>
                            <a:schemeClr val="tx1"/>
                          </a:solidFill>
                        </a:rPr>
                        <a:t>0</a:t>
                      </a:r>
                      <a:endParaRPr lang="zh-CN" altLang="en-US" sz="1800" b="0" dirty="0">
                        <a:solidFill>
                          <a:schemeClr val="tx1"/>
                        </a:solidFill>
                      </a:endParaRPr>
                    </a:p>
                  </a:txBody>
                  <a:tcPr marL="91437" marR="91437" marT="45750" marB="45750" anchor="ctr"/>
                </a:tc>
              </a:tr>
              <a:tr h="491242">
                <a:tc>
                  <a:txBody>
                    <a:bodyPr/>
                    <a:p>
                      <a:pPr algn="ctr"/>
                      <a:r>
                        <a:rPr lang="en-US" altLang="zh-CN" sz="1800" b="0" dirty="0">
                          <a:solidFill>
                            <a:schemeClr val="tx1"/>
                          </a:solidFill>
                        </a:rPr>
                        <a:t>1</a:t>
                      </a:r>
                      <a:endParaRPr lang="zh-CN" altLang="en-US" sz="1800" b="0" dirty="0">
                        <a:solidFill>
                          <a:schemeClr val="tx1"/>
                        </a:solidFill>
                      </a:endParaRPr>
                    </a:p>
                  </a:txBody>
                  <a:tcPr marL="91437" marR="91437" marT="45750" marB="45750" anchor="ctr"/>
                </a:tc>
                <a:tc>
                  <a:txBody>
                    <a:bodyPr/>
                    <a:p>
                      <a:pPr algn="ctr"/>
                      <a:r>
                        <a:rPr lang="en-US" altLang="zh-CN" sz="1800" b="0" dirty="0">
                          <a:solidFill>
                            <a:schemeClr val="tx1"/>
                          </a:solidFill>
                        </a:rPr>
                        <a:t>1</a:t>
                      </a:r>
                      <a:endParaRPr lang="zh-CN" altLang="en-US" sz="1800" b="0" dirty="0">
                        <a:solidFill>
                          <a:schemeClr val="tx1"/>
                        </a:solidFill>
                      </a:endParaRPr>
                    </a:p>
                  </a:txBody>
                  <a:tcPr marL="91437" marR="91437" marT="45750" marB="45750" anchor="ctr"/>
                </a:tc>
                <a:tc>
                  <a:txBody>
                    <a:bodyPr/>
                    <a:p>
                      <a:pPr algn="ctr"/>
                      <a:r>
                        <a:rPr lang="en-US" altLang="zh-CN" sz="1800" b="0" dirty="0">
                          <a:solidFill>
                            <a:schemeClr val="tx1"/>
                          </a:solidFill>
                        </a:rPr>
                        <a:t>1</a:t>
                      </a:r>
                      <a:endParaRPr lang="zh-CN" altLang="en-US" sz="1800" b="0" dirty="0">
                        <a:solidFill>
                          <a:schemeClr val="tx1"/>
                        </a:solidFill>
                      </a:endParaRPr>
                    </a:p>
                  </a:txBody>
                  <a:tcPr marL="91437" marR="91437" marT="45750" marB="45750" anchor="ctr"/>
                </a:tc>
                <a:tc>
                  <a:txBody>
                    <a:bodyPr/>
                    <a:p>
                      <a:pPr algn="ctr"/>
                      <a:r>
                        <a:rPr lang="en-US" altLang="zh-CN" sz="1800" b="0" dirty="0">
                          <a:solidFill>
                            <a:schemeClr val="tx1"/>
                          </a:solidFill>
                        </a:rPr>
                        <a:t>0</a:t>
                      </a:r>
                      <a:endParaRPr lang="zh-CN" altLang="en-US" sz="1800" b="0" dirty="0">
                        <a:solidFill>
                          <a:schemeClr val="tx1"/>
                        </a:solidFill>
                      </a:endParaRPr>
                    </a:p>
                  </a:txBody>
                  <a:tcPr marL="91437" marR="91437" marT="45750" marB="45750" anchor="ctr"/>
                </a:tc>
                <a:tc>
                  <a:txBody>
                    <a:bodyPr/>
                    <a:p>
                      <a:pPr algn="ctr"/>
                      <a:r>
                        <a:rPr lang="en-US" altLang="zh-CN" sz="1800" b="0" dirty="0">
                          <a:solidFill>
                            <a:schemeClr val="tx1"/>
                          </a:solidFill>
                        </a:rPr>
                        <a:t>0</a:t>
                      </a:r>
                      <a:endParaRPr lang="zh-CN" altLang="en-US" sz="1800" b="0" dirty="0">
                        <a:solidFill>
                          <a:schemeClr val="tx1"/>
                        </a:solidFill>
                      </a:endParaRPr>
                    </a:p>
                  </a:txBody>
                  <a:tcPr marL="91437" marR="91437" marT="45750" marB="45750" anchor="ct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5" name="灯片编号占位符 3"/>
          <p:cNvSpPr>
            <a:spLocks noGrp="1"/>
          </p:cNvSpPr>
          <p:nvPr>
            <p:ph type="sldNum" sz="quarter" idx="10"/>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r" eaLnBrk="1" hangingPunct="1">
              <a:buClrTx/>
              <a:buFontTx/>
            </a:pPr>
            <a:fld id="{9A0DB2DC-4C9A-4742-B13C-FB6460FD3503}" type="slidenum">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26626" name="日期占位符 4"/>
          <p:cNvSpPr>
            <a:spLocks noGrp="1"/>
          </p:cNvSpPr>
          <p:nvPr>
            <p:ph type="dt" sz="half" idx="11"/>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buClrTx/>
              <a:buFontTx/>
            </a:pPr>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26627" name="页脚占位符 5"/>
          <p:cNvSpPr>
            <a:spLocks noGrp="1"/>
          </p:cNvSpPr>
          <p:nvPr>
            <p:ph type="ftr" sz="quarter" idx="12"/>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buClrTx/>
              <a:buFontTx/>
            </a:pPr>
            <a:r>
              <a:rPr lang="en-US" altLang="zh-CN" sz="1200" b="1" i="1" dirty="0">
                <a:solidFill>
                  <a:srgbClr val="009999"/>
                </a:solidFill>
                <a:latin typeface="Arial Narrow" panose="020B0606020202030204" pitchFamily="34" charset="0"/>
              </a:rPr>
              <a:t>School of Computer Science, BUPT</a:t>
            </a:r>
            <a:endParaRPr lang="zh-CN" altLang="en-US" sz="1200" b="1" i="1" dirty="0">
              <a:solidFill>
                <a:srgbClr val="009999"/>
              </a:solidFill>
              <a:latin typeface="Arial Narrow" panose="020B0606020202030204" pitchFamily="34" charset="0"/>
            </a:endParaRPr>
          </a:p>
        </p:txBody>
      </p:sp>
      <p:sp>
        <p:nvSpPr>
          <p:cNvPr id="26628" name="Rectangle 2"/>
          <p:cNvSpPr>
            <a:spLocks noGrp="1"/>
          </p:cNvSpPr>
          <p:nvPr>
            <p:ph type="title"/>
          </p:nvPr>
        </p:nvSpPr>
        <p:spPr/>
        <p:txBody>
          <a:bodyPr vert="horz" wrap="square" lIns="91440" tIns="45720" rIns="91440" bIns="45720" anchor="b" anchorCtr="0"/>
          <a:p>
            <a:pPr eaLnBrk="1" hangingPunct="1"/>
            <a:r>
              <a:rPr lang="zh-CN" altLang="en-US" dirty="0"/>
              <a:t>证明</a:t>
            </a:r>
            <a:r>
              <a:rPr lang="en-US" altLang="zh-CN" dirty="0"/>
              <a:t>A </a:t>
            </a:r>
            <a:r>
              <a:rPr lang="zh-CN" altLang="en-US" dirty="0">
                <a:sym typeface="Symbol" panose="05050102010706020507" pitchFamily="18" charset="2"/>
              </a:rPr>
              <a:t></a:t>
            </a:r>
            <a:r>
              <a:rPr lang="en-US" altLang="zh-CN" dirty="0"/>
              <a:t> B </a:t>
            </a:r>
            <a:r>
              <a:rPr lang="zh-CN" altLang="en-US" dirty="0">
                <a:sym typeface="Symbol" panose="05050102010706020507" pitchFamily="18" charset="2"/>
              </a:rPr>
              <a:t></a:t>
            </a:r>
            <a:r>
              <a:rPr lang="en-US" altLang="zh-CN" dirty="0"/>
              <a:t> </a:t>
            </a:r>
            <a:r>
              <a:rPr lang="en-US" altLang="zh-CN" dirty="0">
                <a:sym typeface="Symbol" panose="05050102010706020507" pitchFamily="18" charset="2"/>
              </a:rPr>
              <a:t>¬</a:t>
            </a:r>
            <a:r>
              <a:rPr lang="zh-CN" altLang="en-US" dirty="0">
                <a:sym typeface="Symbol" panose="05050102010706020507" pitchFamily="18" charset="2"/>
              </a:rPr>
              <a:t> </a:t>
            </a:r>
            <a:r>
              <a:rPr lang="en-US" altLang="zh-CN" dirty="0"/>
              <a:t>A </a:t>
            </a:r>
            <a:r>
              <a:rPr lang="zh-CN" altLang="en-US" dirty="0">
                <a:sym typeface="Symbol" panose="05050102010706020507" pitchFamily="18" charset="2"/>
              </a:rPr>
              <a:t></a:t>
            </a:r>
            <a:r>
              <a:rPr lang="en-US" altLang="zh-CN" dirty="0"/>
              <a:t> B</a:t>
            </a:r>
            <a:endParaRPr lang="en-US" altLang="zh-CN" dirty="0"/>
          </a:p>
        </p:txBody>
      </p:sp>
      <p:graphicFrame>
        <p:nvGraphicFramePr>
          <p:cNvPr id="7" name="表格 6"/>
          <p:cNvGraphicFramePr>
            <a:graphicFrameLocks noGrp="1"/>
          </p:cNvGraphicFramePr>
          <p:nvPr>
            <p:custDataLst>
              <p:tags r:id="rId1"/>
            </p:custDataLst>
          </p:nvPr>
        </p:nvGraphicFramePr>
        <p:xfrm>
          <a:off x="1187768" y="2277110"/>
          <a:ext cx="7129780" cy="2495828"/>
        </p:xfrm>
        <a:graphic>
          <a:graphicData uri="http://schemas.openxmlformats.org/drawingml/2006/table">
            <a:tbl>
              <a:tblPr firstRow="1" bandRow="1">
                <a:tableStyleId>{5C22544A-7EE6-4342-B048-85BDC9FD1C3A}</a:tableStyleId>
              </a:tblPr>
              <a:tblGrid>
                <a:gridCol w="1289685"/>
                <a:gridCol w="1289640"/>
                <a:gridCol w="1381532"/>
                <a:gridCol w="1326205"/>
                <a:gridCol w="1842445"/>
              </a:tblGrid>
              <a:tr h="530860">
                <a:tc>
                  <a:txBody>
                    <a:bodyPr/>
                    <a:p>
                      <a:pPr algn="ctr"/>
                      <a:r>
                        <a:rPr lang="en-US" altLang="zh-CN" sz="2000" b="1" i="1" dirty="0">
                          <a:solidFill>
                            <a:schemeClr val="tx1"/>
                          </a:solidFill>
                          <a:latin typeface="Times New Roman" panose="02020503050405090304" pitchFamily="18" charset="0"/>
                        </a:rPr>
                        <a:t>A</a:t>
                      </a:r>
                      <a:endParaRPr lang="zh-CN" altLang="en-US" sz="2000" b="1" dirty="0">
                        <a:solidFill>
                          <a:schemeClr val="tx1"/>
                        </a:solidFill>
                      </a:endParaRPr>
                    </a:p>
                  </a:txBody>
                  <a:tcPr marL="91437" marR="91437" marT="45750" marB="45750" anchor="ctr"/>
                </a:tc>
                <a:tc>
                  <a:txBody>
                    <a:bodyPr/>
                    <a:p>
                      <a:pPr marL="0" algn="ctr" defTabSz="914400" rtl="0" eaLnBrk="1" latinLnBrk="0" hangingPunct="1"/>
                      <a:r>
                        <a:rPr lang="en-US" altLang="zh-CN" sz="2000" b="1" i="1" kern="1200" dirty="0">
                          <a:solidFill>
                            <a:schemeClr val="tx1"/>
                          </a:solidFill>
                          <a:latin typeface="Times New Roman" panose="02020503050405090304" pitchFamily="18" charset="0"/>
                          <a:ea typeface="+mn-ea"/>
                          <a:cs typeface="+mn-cs"/>
                        </a:rPr>
                        <a:t>B</a:t>
                      </a:r>
                      <a:endParaRPr lang="zh-CN" altLang="en-US" sz="2000" b="1" i="1" kern="1200" dirty="0">
                        <a:solidFill>
                          <a:schemeClr val="tx1"/>
                        </a:solidFill>
                        <a:latin typeface="Times New Roman" panose="02020503050405090304" pitchFamily="18" charset="0"/>
                        <a:ea typeface="+mn-ea"/>
                        <a:cs typeface="+mn-cs"/>
                      </a:endParaRPr>
                    </a:p>
                  </a:txBody>
                  <a:tcPr marL="91437" marR="91437" marT="45750" marB="45750" anchor="ctr"/>
                </a:tc>
                <a:tc>
                  <a:txBody>
                    <a:bodyPr/>
                    <a:p>
                      <a:pPr marL="252095" lvl="1" eaLnBrk="1" hangingPunct="1">
                        <a:defRPr/>
                      </a:pPr>
                      <a:r>
                        <a:rPr lang="en-US" altLang="zh-CN" sz="2000" b="1" i="1" dirty="0">
                          <a:solidFill>
                            <a:schemeClr val="tx1"/>
                          </a:solidFill>
                          <a:latin typeface="Times New Roman" panose="02020503050405090304" pitchFamily="18" charset="0"/>
                          <a:cs typeface="+mn-cs"/>
                        </a:rPr>
                        <a:t>A </a:t>
                      </a:r>
                      <a:r>
                        <a:rPr lang="zh-CN" altLang="en-US" sz="2000" b="1" i="1" dirty="0">
                          <a:solidFill>
                            <a:schemeClr val="tx1"/>
                          </a:solidFill>
                          <a:latin typeface="Times New Roman" panose="02020503050405090304" pitchFamily="18" charset="0"/>
                          <a:cs typeface="Times New Roman" panose="02020503050405090304" pitchFamily="18" charset="0"/>
                          <a:sym typeface="Symbol" panose="05050102010706020507" pitchFamily="18" charset="2"/>
                        </a:rPr>
                        <a:t></a:t>
                      </a:r>
                      <a:r>
                        <a:rPr lang="en-US" altLang="zh-CN" sz="2000" b="1" i="1" dirty="0">
                          <a:solidFill>
                            <a:schemeClr val="tx1"/>
                          </a:solidFill>
                          <a:latin typeface="Times New Roman" panose="02020503050405090304" pitchFamily="18" charset="0"/>
                          <a:cs typeface="+mn-cs"/>
                          <a:sym typeface="Symbol" panose="05050102010706020507" pitchFamily="18" charset="2"/>
                        </a:rPr>
                        <a:t> </a:t>
                      </a:r>
                      <a:r>
                        <a:rPr lang="en-US" altLang="zh-CN" sz="2000" b="1" i="1" dirty="0">
                          <a:solidFill>
                            <a:schemeClr val="tx1"/>
                          </a:solidFill>
                          <a:latin typeface="Times New Roman" panose="02020503050405090304" pitchFamily="18" charset="0"/>
                          <a:cs typeface="+mn-cs"/>
                        </a:rPr>
                        <a:t>B</a:t>
                      </a:r>
                      <a:endParaRPr lang="en-US" altLang="zh-CN" sz="2000" b="1" i="1" dirty="0">
                        <a:solidFill>
                          <a:schemeClr val="tx1"/>
                        </a:solidFill>
                        <a:latin typeface="Times New Roman" panose="02020503050405090304" pitchFamily="18" charset="0"/>
                        <a:cs typeface="+mn-cs"/>
                      </a:endParaRPr>
                    </a:p>
                  </a:txBody>
                  <a:tcPr marL="91437" marR="91437" marT="45750" marB="45750" anchor="ctr"/>
                </a:tc>
                <a:tc>
                  <a:txBody>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b="1" i="1" dirty="0">
                          <a:solidFill>
                            <a:schemeClr val="tx1"/>
                          </a:solidFill>
                          <a:latin typeface="Symbol" panose="05050102010706020507" pitchFamily="18" charset="2"/>
                          <a:sym typeface="Symbol" panose="05050102010706020507" charset="0"/>
                        </a:rPr>
                        <a:t></a:t>
                      </a:r>
                      <a:r>
                        <a:rPr lang="en-US" altLang="zh-CN" sz="2000" b="1" i="1" kern="1200" dirty="0">
                          <a:solidFill>
                            <a:schemeClr val="tx1"/>
                          </a:solidFill>
                          <a:latin typeface="Times New Roman" panose="02020503050405090304" pitchFamily="18" charset="0"/>
                          <a:ea typeface="+mn-ea"/>
                          <a:cs typeface="+mn-cs"/>
                        </a:rPr>
                        <a:t>A</a:t>
                      </a:r>
                      <a:endParaRPr lang="zh-CN" altLang="en-US" sz="2000" b="1" i="1" kern="1200" dirty="0">
                        <a:solidFill>
                          <a:schemeClr val="tx1"/>
                        </a:solidFill>
                        <a:latin typeface="Times New Roman" panose="02020503050405090304" pitchFamily="18" charset="0"/>
                        <a:ea typeface="+mn-ea"/>
                        <a:cs typeface="+mn-cs"/>
                      </a:endParaRPr>
                    </a:p>
                  </a:txBody>
                  <a:tcPr marL="91437" marR="91437" marT="45750" marB="45750" anchor="ctr"/>
                </a:tc>
                <a:tc>
                  <a:txBody>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i="1" dirty="0">
                          <a:solidFill>
                            <a:schemeClr val="tx1"/>
                          </a:solidFill>
                          <a:latin typeface="Symbol" panose="05050102010706020507" pitchFamily="18" charset="2"/>
                          <a:sym typeface="Symbol" panose="05050102010706020507" charset="0"/>
                        </a:rPr>
                        <a:t></a:t>
                      </a:r>
                      <a:r>
                        <a:rPr lang="en-US" altLang="zh-CN" sz="2000" b="1" i="1" kern="1200" dirty="0">
                          <a:solidFill>
                            <a:schemeClr val="tx1"/>
                          </a:solidFill>
                          <a:latin typeface="Times New Roman" panose="02020503050405090304" pitchFamily="18" charset="0"/>
                          <a:ea typeface="+mn-ea"/>
                          <a:cs typeface="+mn-cs"/>
                        </a:rPr>
                        <a:t>A</a:t>
                      </a:r>
                      <a:r>
                        <a:rPr lang="en-US" altLang="zh-CN" sz="2000" b="1" i="1" dirty="0">
                          <a:solidFill>
                            <a:schemeClr val="tx1"/>
                          </a:solidFill>
                          <a:latin typeface="Symbol" panose="05050102010706020507" pitchFamily="18" charset="2"/>
                        </a:rPr>
                        <a:t>Ú</a:t>
                      </a:r>
                      <a:r>
                        <a:rPr lang="en-US" altLang="zh-CN" sz="2000" b="1" i="1" kern="1200" dirty="0">
                          <a:solidFill>
                            <a:schemeClr val="tx1"/>
                          </a:solidFill>
                          <a:latin typeface="Times New Roman" panose="02020503050405090304" pitchFamily="18" charset="0"/>
                          <a:ea typeface="+mn-ea"/>
                          <a:cs typeface="+mn-cs"/>
                        </a:rPr>
                        <a:t>B</a:t>
                      </a:r>
                      <a:endParaRPr lang="zh-CN" altLang="en-US" sz="2000" b="1" i="1" kern="1200" dirty="0">
                        <a:solidFill>
                          <a:schemeClr val="tx1"/>
                        </a:solidFill>
                        <a:latin typeface="Times New Roman" panose="02020503050405090304" pitchFamily="18" charset="0"/>
                        <a:ea typeface="+mn-ea"/>
                        <a:cs typeface="+mn-cs"/>
                      </a:endParaRPr>
                    </a:p>
                  </a:txBody>
                  <a:tcPr marL="91437" marR="91437" marT="45750" marB="45750" anchor="ctr"/>
                </a:tc>
              </a:tr>
              <a:tr h="491242">
                <a:tc>
                  <a:txBody>
                    <a:bodyPr/>
                    <a:p>
                      <a:pPr algn="ctr"/>
                      <a:r>
                        <a:rPr lang="en-US" altLang="zh-CN" sz="1800" b="0" dirty="0">
                          <a:solidFill>
                            <a:schemeClr val="tx1"/>
                          </a:solidFill>
                        </a:rPr>
                        <a:t>0</a:t>
                      </a:r>
                      <a:endParaRPr lang="zh-CN" altLang="en-US" sz="1800" b="0" dirty="0">
                        <a:solidFill>
                          <a:schemeClr val="tx1"/>
                        </a:solidFill>
                      </a:endParaRPr>
                    </a:p>
                  </a:txBody>
                  <a:tcPr marL="91437" marR="91437" marT="45750" marB="45750" anchor="ctr"/>
                </a:tc>
                <a:tc>
                  <a:txBody>
                    <a:bodyPr/>
                    <a:p>
                      <a:pPr algn="ctr"/>
                      <a:r>
                        <a:rPr lang="en-US" altLang="zh-CN" sz="1800" b="0" dirty="0">
                          <a:solidFill>
                            <a:schemeClr val="tx1"/>
                          </a:solidFill>
                        </a:rPr>
                        <a:t>0</a:t>
                      </a:r>
                      <a:endParaRPr lang="zh-CN" altLang="en-US" sz="1800" b="0" dirty="0">
                        <a:solidFill>
                          <a:schemeClr val="tx1"/>
                        </a:solidFill>
                      </a:endParaRPr>
                    </a:p>
                  </a:txBody>
                  <a:tcPr marL="91437" marR="91437" marT="45750" marB="45750" anchor="ctr"/>
                </a:tc>
                <a:tc>
                  <a:txBody>
                    <a:bodyPr/>
                    <a:p>
                      <a:pPr algn="ctr"/>
                      <a:r>
                        <a:rPr lang="en-US" altLang="zh-CN" sz="1800" b="0" dirty="0">
                          <a:solidFill>
                            <a:schemeClr val="tx1"/>
                          </a:solidFill>
                        </a:rPr>
                        <a:t>1</a:t>
                      </a:r>
                      <a:endParaRPr lang="zh-CN" altLang="en-US" sz="1800" b="0" dirty="0">
                        <a:solidFill>
                          <a:schemeClr val="tx1"/>
                        </a:solidFill>
                      </a:endParaRPr>
                    </a:p>
                  </a:txBody>
                  <a:tcPr marL="91437" marR="91437" marT="45750" marB="45750" anchor="ctr"/>
                </a:tc>
                <a:tc>
                  <a:txBody>
                    <a:bodyPr/>
                    <a:p>
                      <a:pPr algn="ctr"/>
                      <a:r>
                        <a:rPr lang="en-US" altLang="zh-CN" sz="1800" b="0" dirty="0">
                          <a:solidFill>
                            <a:schemeClr val="tx1"/>
                          </a:solidFill>
                        </a:rPr>
                        <a:t>1</a:t>
                      </a:r>
                      <a:endParaRPr lang="zh-CN" altLang="en-US" sz="1800" b="0" dirty="0">
                        <a:solidFill>
                          <a:schemeClr val="tx1"/>
                        </a:solidFill>
                      </a:endParaRPr>
                    </a:p>
                  </a:txBody>
                  <a:tcPr marL="91437" marR="91437" marT="45750" marB="45750" anchor="ctr"/>
                </a:tc>
                <a:tc>
                  <a:txBody>
                    <a:bodyPr/>
                    <a:p>
                      <a:pPr algn="ctr"/>
                      <a:r>
                        <a:rPr lang="en-US" altLang="zh-CN" sz="1800" b="0" dirty="0">
                          <a:solidFill>
                            <a:schemeClr val="tx1"/>
                          </a:solidFill>
                        </a:rPr>
                        <a:t>1</a:t>
                      </a:r>
                      <a:endParaRPr lang="zh-CN" altLang="en-US" sz="1800" b="0" dirty="0">
                        <a:solidFill>
                          <a:schemeClr val="tx1"/>
                        </a:solidFill>
                      </a:endParaRPr>
                    </a:p>
                  </a:txBody>
                  <a:tcPr marL="91437" marR="91437" marT="45750" marB="45750" anchor="ctr"/>
                </a:tc>
              </a:tr>
              <a:tr h="491242">
                <a:tc>
                  <a:txBody>
                    <a:bodyPr/>
                    <a:p>
                      <a:pPr algn="ctr"/>
                      <a:r>
                        <a:rPr lang="en-US" altLang="zh-CN" sz="1800" b="0" dirty="0">
                          <a:solidFill>
                            <a:schemeClr val="tx1"/>
                          </a:solidFill>
                        </a:rPr>
                        <a:t>0</a:t>
                      </a:r>
                      <a:endParaRPr lang="zh-CN" altLang="en-US" sz="1800" b="0" dirty="0">
                        <a:solidFill>
                          <a:schemeClr val="tx1"/>
                        </a:solidFill>
                      </a:endParaRPr>
                    </a:p>
                  </a:txBody>
                  <a:tcPr marL="91437" marR="91437" marT="45750" marB="45750" anchor="ctr"/>
                </a:tc>
                <a:tc>
                  <a:txBody>
                    <a:bodyPr/>
                    <a:p>
                      <a:pPr algn="ctr"/>
                      <a:r>
                        <a:rPr lang="en-US" altLang="zh-CN" sz="1800" b="0" dirty="0">
                          <a:solidFill>
                            <a:schemeClr val="tx1"/>
                          </a:solidFill>
                        </a:rPr>
                        <a:t>1</a:t>
                      </a:r>
                      <a:endParaRPr lang="zh-CN" altLang="en-US" sz="1800" b="0" dirty="0">
                        <a:solidFill>
                          <a:schemeClr val="tx1"/>
                        </a:solidFill>
                      </a:endParaRPr>
                    </a:p>
                  </a:txBody>
                  <a:tcPr marL="91437" marR="91437" marT="45750" marB="45750" anchor="ctr"/>
                </a:tc>
                <a:tc>
                  <a:txBody>
                    <a:bodyPr/>
                    <a:p>
                      <a:pPr algn="ctr"/>
                      <a:r>
                        <a:rPr lang="en-US" altLang="zh-CN" sz="1800" b="0" dirty="0">
                          <a:solidFill>
                            <a:schemeClr val="tx1"/>
                          </a:solidFill>
                        </a:rPr>
                        <a:t>1</a:t>
                      </a:r>
                      <a:endParaRPr lang="zh-CN" altLang="en-US" sz="1800" b="0" dirty="0">
                        <a:solidFill>
                          <a:schemeClr val="tx1"/>
                        </a:solidFill>
                      </a:endParaRPr>
                    </a:p>
                  </a:txBody>
                  <a:tcPr marL="91437" marR="91437" marT="45750" marB="45750" anchor="ctr"/>
                </a:tc>
                <a:tc>
                  <a:txBody>
                    <a:bodyPr/>
                    <a:p>
                      <a:pPr algn="ctr"/>
                      <a:r>
                        <a:rPr lang="en-US" altLang="zh-CN" sz="1800" b="0" dirty="0">
                          <a:solidFill>
                            <a:schemeClr val="tx1"/>
                          </a:solidFill>
                        </a:rPr>
                        <a:t>1</a:t>
                      </a:r>
                      <a:endParaRPr lang="zh-CN" altLang="en-US" sz="1800" b="0" dirty="0">
                        <a:solidFill>
                          <a:schemeClr val="tx1"/>
                        </a:solidFill>
                      </a:endParaRPr>
                    </a:p>
                  </a:txBody>
                  <a:tcPr marL="91437" marR="91437" marT="45750" marB="45750" anchor="ctr"/>
                </a:tc>
                <a:tc>
                  <a:txBody>
                    <a:bodyPr/>
                    <a:p>
                      <a:pPr algn="ctr"/>
                      <a:r>
                        <a:rPr lang="en-US" altLang="zh-CN" sz="1800" b="0" dirty="0">
                          <a:solidFill>
                            <a:schemeClr val="tx1"/>
                          </a:solidFill>
                        </a:rPr>
                        <a:t>1</a:t>
                      </a:r>
                      <a:endParaRPr lang="zh-CN" altLang="en-US" sz="1800" b="0" dirty="0">
                        <a:solidFill>
                          <a:schemeClr val="tx1"/>
                        </a:solidFill>
                      </a:endParaRPr>
                    </a:p>
                  </a:txBody>
                  <a:tcPr marL="91437" marR="91437" marT="45750" marB="45750" anchor="ctr"/>
                </a:tc>
              </a:tr>
              <a:tr h="491242">
                <a:tc>
                  <a:txBody>
                    <a:bodyPr/>
                    <a:p>
                      <a:pPr algn="ctr"/>
                      <a:r>
                        <a:rPr lang="en-US" altLang="zh-CN" sz="1800" b="0" dirty="0">
                          <a:solidFill>
                            <a:schemeClr val="tx1"/>
                          </a:solidFill>
                        </a:rPr>
                        <a:t>1</a:t>
                      </a:r>
                      <a:endParaRPr lang="zh-CN" altLang="en-US" sz="1800" b="0" dirty="0">
                        <a:solidFill>
                          <a:schemeClr val="tx1"/>
                        </a:solidFill>
                      </a:endParaRPr>
                    </a:p>
                  </a:txBody>
                  <a:tcPr marL="91437" marR="91437" marT="45750" marB="45750" anchor="ctr"/>
                </a:tc>
                <a:tc>
                  <a:txBody>
                    <a:bodyPr/>
                    <a:p>
                      <a:pPr algn="ctr"/>
                      <a:r>
                        <a:rPr lang="en-US" altLang="zh-CN" sz="1800" b="0" dirty="0">
                          <a:solidFill>
                            <a:schemeClr val="tx1"/>
                          </a:solidFill>
                        </a:rPr>
                        <a:t>0</a:t>
                      </a:r>
                      <a:endParaRPr lang="zh-CN" altLang="en-US" sz="1800" b="0" dirty="0">
                        <a:solidFill>
                          <a:schemeClr val="tx1"/>
                        </a:solidFill>
                      </a:endParaRPr>
                    </a:p>
                  </a:txBody>
                  <a:tcPr marL="91437" marR="91437" marT="45750" marB="45750" anchor="ctr"/>
                </a:tc>
                <a:tc>
                  <a:txBody>
                    <a:bodyPr/>
                    <a:p>
                      <a:pPr algn="ctr"/>
                      <a:r>
                        <a:rPr lang="en-US" altLang="zh-CN" sz="1800" b="0" dirty="0">
                          <a:solidFill>
                            <a:schemeClr val="tx1"/>
                          </a:solidFill>
                        </a:rPr>
                        <a:t>0</a:t>
                      </a:r>
                      <a:endParaRPr lang="zh-CN" altLang="en-US" sz="1800" b="0" dirty="0">
                        <a:solidFill>
                          <a:schemeClr val="tx1"/>
                        </a:solidFill>
                      </a:endParaRPr>
                    </a:p>
                  </a:txBody>
                  <a:tcPr marL="91437" marR="91437" marT="45750" marB="45750" anchor="ctr"/>
                </a:tc>
                <a:tc>
                  <a:txBody>
                    <a:bodyPr/>
                    <a:p>
                      <a:pPr algn="ctr"/>
                      <a:r>
                        <a:rPr lang="en-US" altLang="zh-CN" sz="1800" b="0" dirty="0">
                          <a:solidFill>
                            <a:schemeClr val="tx1"/>
                          </a:solidFill>
                        </a:rPr>
                        <a:t>0</a:t>
                      </a:r>
                      <a:endParaRPr lang="zh-CN" altLang="en-US" sz="1800" b="0" dirty="0">
                        <a:solidFill>
                          <a:schemeClr val="tx1"/>
                        </a:solidFill>
                      </a:endParaRPr>
                    </a:p>
                  </a:txBody>
                  <a:tcPr marL="91437" marR="91437" marT="45750" marB="45750" anchor="ctr"/>
                </a:tc>
                <a:tc>
                  <a:txBody>
                    <a:bodyPr/>
                    <a:p>
                      <a:pPr algn="ctr"/>
                      <a:r>
                        <a:rPr lang="en-US" altLang="zh-CN" sz="1800" b="0" dirty="0">
                          <a:solidFill>
                            <a:schemeClr val="tx1"/>
                          </a:solidFill>
                        </a:rPr>
                        <a:t>0</a:t>
                      </a:r>
                      <a:endParaRPr lang="zh-CN" altLang="en-US" sz="1800" b="0" dirty="0">
                        <a:solidFill>
                          <a:schemeClr val="tx1"/>
                        </a:solidFill>
                      </a:endParaRPr>
                    </a:p>
                  </a:txBody>
                  <a:tcPr marL="91437" marR="91437" marT="45750" marB="45750" anchor="ctr"/>
                </a:tc>
              </a:tr>
              <a:tr h="491242">
                <a:tc>
                  <a:txBody>
                    <a:bodyPr/>
                    <a:p>
                      <a:pPr algn="ctr"/>
                      <a:r>
                        <a:rPr lang="en-US" altLang="zh-CN" sz="1800" b="0" dirty="0">
                          <a:solidFill>
                            <a:schemeClr val="tx1"/>
                          </a:solidFill>
                        </a:rPr>
                        <a:t>1</a:t>
                      </a:r>
                      <a:endParaRPr lang="zh-CN" altLang="en-US" sz="1800" b="0" dirty="0">
                        <a:solidFill>
                          <a:schemeClr val="tx1"/>
                        </a:solidFill>
                      </a:endParaRPr>
                    </a:p>
                  </a:txBody>
                  <a:tcPr marL="91437" marR="91437" marT="45750" marB="45750" anchor="ctr"/>
                </a:tc>
                <a:tc>
                  <a:txBody>
                    <a:bodyPr/>
                    <a:p>
                      <a:pPr algn="ctr"/>
                      <a:r>
                        <a:rPr lang="en-US" altLang="zh-CN" sz="1800" b="0" dirty="0">
                          <a:solidFill>
                            <a:schemeClr val="tx1"/>
                          </a:solidFill>
                        </a:rPr>
                        <a:t>1</a:t>
                      </a:r>
                      <a:endParaRPr lang="zh-CN" altLang="en-US" sz="1800" b="0" dirty="0">
                        <a:solidFill>
                          <a:schemeClr val="tx1"/>
                        </a:solidFill>
                      </a:endParaRPr>
                    </a:p>
                  </a:txBody>
                  <a:tcPr marL="91437" marR="91437" marT="45750" marB="45750" anchor="ctr"/>
                </a:tc>
                <a:tc>
                  <a:txBody>
                    <a:bodyPr/>
                    <a:p>
                      <a:pPr algn="ctr"/>
                      <a:r>
                        <a:rPr lang="en-US" altLang="zh-CN" sz="1800" b="0" dirty="0">
                          <a:solidFill>
                            <a:schemeClr val="tx1"/>
                          </a:solidFill>
                        </a:rPr>
                        <a:t>1</a:t>
                      </a:r>
                      <a:endParaRPr lang="zh-CN" altLang="en-US" sz="1800" b="0" dirty="0">
                        <a:solidFill>
                          <a:schemeClr val="tx1"/>
                        </a:solidFill>
                      </a:endParaRPr>
                    </a:p>
                  </a:txBody>
                  <a:tcPr marL="91437" marR="91437" marT="45750" marB="45750" anchor="ctr"/>
                </a:tc>
                <a:tc>
                  <a:txBody>
                    <a:bodyPr/>
                    <a:p>
                      <a:pPr algn="ctr"/>
                      <a:r>
                        <a:rPr lang="en-US" altLang="zh-CN" sz="1800" b="0" dirty="0">
                          <a:solidFill>
                            <a:schemeClr val="tx1"/>
                          </a:solidFill>
                        </a:rPr>
                        <a:t>0</a:t>
                      </a:r>
                      <a:endParaRPr lang="zh-CN" altLang="en-US" sz="1800" b="0" dirty="0">
                        <a:solidFill>
                          <a:schemeClr val="tx1"/>
                        </a:solidFill>
                      </a:endParaRPr>
                    </a:p>
                  </a:txBody>
                  <a:tcPr marL="91437" marR="91437" marT="45750" marB="45750" anchor="ctr"/>
                </a:tc>
                <a:tc>
                  <a:txBody>
                    <a:bodyPr/>
                    <a:p>
                      <a:pPr algn="ctr"/>
                      <a:r>
                        <a:rPr lang="en-US" altLang="zh-CN" sz="1800" b="0" dirty="0">
                          <a:solidFill>
                            <a:schemeClr val="tx1"/>
                          </a:solidFill>
                        </a:rPr>
                        <a:t>1</a:t>
                      </a:r>
                      <a:endParaRPr lang="zh-CN" altLang="en-US" sz="1800" b="0" dirty="0">
                        <a:solidFill>
                          <a:schemeClr val="tx1"/>
                        </a:solidFill>
                      </a:endParaRPr>
                    </a:p>
                  </a:txBody>
                  <a:tcPr marL="91437" marR="91437" marT="45750" marB="45750" anchor="ctr"/>
                </a:tc>
              </a:tr>
            </a:tbl>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灯片编号占位符 3"/>
          <p:cNvSpPr>
            <a:spLocks noGrp="1"/>
          </p:cNvSpPr>
          <p:nvPr>
            <p:ph type="sldNum" sz="quarter" idx="10"/>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r" eaLnBrk="1" hangingPunct="1">
              <a:buClrTx/>
              <a:buFontTx/>
            </a:pPr>
            <a:fld id="{9A0DB2DC-4C9A-4742-B13C-FB6460FD3503}" type="slidenum">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27650" name="日期占位符 4"/>
          <p:cNvSpPr>
            <a:spLocks noGrp="1"/>
          </p:cNvSpPr>
          <p:nvPr>
            <p:ph type="dt" sz="half" idx="11"/>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buClrTx/>
              <a:buFontTx/>
            </a:pPr>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27651" name="页脚占位符 5"/>
          <p:cNvSpPr>
            <a:spLocks noGrp="1"/>
          </p:cNvSpPr>
          <p:nvPr>
            <p:ph type="ftr" sz="quarter" idx="12"/>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buClrTx/>
              <a:buFontTx/>
            </a:pPr>
            <a:r>
              <a:rPr lang="en-US" altLang="zh-CN" sz="1200" b="1" i="1" dirty="0">
                <a:solidFill>
                  <a:srgbClr val="009999"/>
                </a:solidFill>
                <a:latin typeface="Arial Narrow" panose="020B0606020202030204" pitchFamily="34" charset="0"/>
              </a:rPr>
              <a:t>School of Computer Science, BUPT</a:t>
            </a:r>
            <a:endParaRPr lang="zh-CN" altLang="en-US" sz="1200" b="1" i="1" dirty="0">
              <a:solidFill>
                <a:srgbClr val="009999"/>
              </a:solidFill>
              <a:latin typeface="Arial Narrow" panose="020B0606020202030204" pitchFamily="34" charset="0"/>
            </a:endParaRPr>
          </a:p>
        </p:txBody>
      </p:sp>
      <p:sp>
        <p:nvSpPr>
          <p:cNvPr id="27652" name="Rectangle 2"/>
          <p:cNvSpPr>
            <a:spLocks noGrp="1"/>
          </p:cNvSpPr>
          <p:nvPr>
            <p:ph type="title"/>
          </p:nvPr>
        </p:nvSpPr>
        <p:spPr/>
        <p:txBody>
          <a:bodyPr vert="horz" wrap="square" lIns="91440" tIns="45720" rIns="91440" bIns="45720" anchor="b" anchorCtr="0"/>
          <a:p>
            <a:pPr eaLnBrk="1" hangingPunct="1"/>
            <a:r>
              <a:rPr lang="en-US" altLang="zh-CN" b="1" dirty="0"/>
              <a:t>Logical Equivalences</a:t>
            </a:r>
            <a:endParaRPr lang="en-US" altLang="zh-CN" dirty="0"/>
          </a:p>
        </p:txBody>
      </p:sp>
      <p:sp>
        <p:nvSpPr>
          <p:cNvPr id="27653" name="Rectangle 3"/>
          <p:cNvSpPr>
            <a:spLocks noGrp="1"/>
          </p:cNvSpPr>
          <p:nvPr>
            <p:ph idx="1"/>
          </p:nvPr>
        </p:nvSpPr>
        <p:spPr>
          <a:xfrm>
            <a:off x="971233" y="1484630"/>
            <a:ext cx="7772400" cy="4114800"/>
          </a:xfrm>
        </p:spPr>
        <p:txBody>
          <a:bodyPr vert="horz" wrap="square" lIns="91440" tIns="45720" rIns="91440" bIns="45720" anchor="t" anchorCtr="0"/>
          <a:p>
            <a:pPr eaLnBrk="1" hangingPunct="1">
              <a:lnSpc>
                <a:spcPct val="90000"/>
              </a:lnSpc>
            </a:pPr>
            <a:r>
              <a:rPr lang="en-US" altLang="zh-CN" sz="2400" i="1" dirty="0">
                <a:latin typeface="Times New Roman" panose="02020503050405090304" pitchFamily="18" charset="0"/>
              </a:rPr>
              <a:t>P </a:t>
            </a:r>
            <a:r>
              <a:rPr lang="en-US" altLang="zh-CN" sz="2400" dirty="0">
                <a:latin typeface="Symbol" panose="05050102010706020507" pitchFamily="18" charset="2"/>
              </a:rPr>
              <a:t>Ù </a:t>
            </a:r>
            <a:r>
              <a:rPr lang="en-US" altLang="zh-CN" sz="2400" i="1" dirty="0">
                <a:latin typeface="Times New Roman" panose="02020503050405090304" pitchFamily="18" charset="0"/>
              </a:rPr>
              <a:t>T </a:t>
            </a:r>
            <a:r>
              <a:rPr lang="en-US" altLang="zh-CN" sz="2400" dirty="0">
                <a:latin typeface="Symbol" panose="05050102010706020507" pitchFamily="18" charset="2"/>
                <a:sym typeface="Symbol" panose="05050102010706020507" pitchFamily="18" charset="2"/>
              </a:rPr>
              <a:t></a:t>
            </a:r>
            <a:r>
              <a:rPr lang="en-US" altLang="zh-CN" sz="2400" dirty="0">
                <a:latin typeface="Symbol" panose="05050102010706020507" pitchFamily="18" charset="2"/>
              </a:rPr>
              <a:t> </a:t>
            </a:r>
            <a:r>
              <a:rPr lang="en-US" altLang="zh-CN" sz="2400" i="1" dirty="0">
                <a:latin typeface="Times New Roman" panose="02020503050405090304" pitchFamily="18" charset="0"/>
              </a:rPr>
              <a:t>P			</a:t>
            </a:r>
            <a:r>
              <a:rPr lang="en-US" altLang="zh-CN" sz="2400" dirty="0">
                <a:latin typeface="Times New Roman" panose="02020503050405090304" pitchFamily="18" charset="0"/>
              </a:rPr>
              <a:t>Identity（</a:t>
            </a:r>
            <a:r>
              <a:rPr lang="zh-CN" altLang="en-US" sz="2400" dirty="0">
                <a:latin typeface="Times New Roman" panose="02020503050405090304" pitchFamily="18" charset="0"/>
              </a:rPr>
              <a:t>同一律）</a:t>
            </a:r>
            <a:endParaRPr lang="zh-CN" altLang="en-US" sz="2400" dirty="0">
              <a:latin typeface="Times New Roman" panose="02020503050405090304" pitchFamily="18" charset="0"/>
            </a:endParaRPr>
          </a:p>
          <a:p>
            <a:pPr eaLnBrk="1" hangingPunct="1">
              <a:lnSpc>
                <a:spcPct val="90000"/>
              </a:lnSpc>
            </a:pPr>
            <a:r>
              <a:rPr lang="en-US" altLang="zh-CN" sz="2400" i="1" dirty="0">
                <a:latin typeface="Times New Roman" panose="02020503050405090304" pitchFamily="18" charset="0"/>
              </a:rPr>
              <a:t>P </a:t>
            </a:r>
            <a:r>
              <a:rPr lang="en-US" altLang="zh-CN" sz="2400" dirty="0">
                <a:latin typeface="Symbol" panose="05050102010706020507" pitchFamily="18" charset="2"/>
              </a:rPr>
              <a:t>Ú </a:t>
            </a:r>
            <a:r>
              <a:rPr lang="en-US" altLang="zh-CN" sz="2400" i="1" dirty="0">
                <a:latin typeface="Times New Roman" panose="02020503050405090304" pitchFamily="18" charset="0"/>
              </a:rPr>
              <a:t>F </a:t>
            </a:r>
            <a:r>
              <a:rPr lang="en-US" altLang="zh-CN" sz="2400" dirty="0">
                <a:latin typeface="Symbol" panose="05050102010706020507" pitchFamily="18" charset="2"/>
                <a:sym typeface="Symbol" panose="05050102010706020507" pitchFamily="18" charset="2"/>
              </a:rPr>
              <a:t></a:t>
            </a:r>
            <a:r>
              <a:rPr lang="en-US" altLang="zh-CN" sz="2400" dirty="0">
                <a:latin typeface="Symbol" panose="05050102010706020507" pitchFamily="18" charset="2"/>
              </a:rPr>
              <a:t> </a:t>
            </a:r>
            <a:r>
              <a:rPr lang="en-US" altLang="zh-CN" sz="2400" i="1" dirty="0">
                <a:latin typeface="Times New Roman" panose="02020503050405090304" pitchFamily="18" charset="0"/>
              </a:rPr>
              <a:t>P</a:t>
            </a:r>
            <a:endParaRPr lang="en-US" altLang="zh-CN" sz="2400" i="1" dirty="0">
              <a:latin typeface="Times New Roman" panose="02020503050405090304" pitchFamily="18" charset="0"/>
            </a:endParaRPr>
          </a:p>
          <a:p>
            <a:pPr eaLnBrk="1" hangingPunct="1">
              <a:lnSpc>
                <a:spcPct val="90000"/>
              </a:lnSpc>
            </a:pPr>
            <a:r>
              <a:rPr lang="en-US" altLang="zh-CN" sz="2400" i="1" dirty="0">
                <a:latin typeface="Times New Roman" panose="02020503050405090304" pitchFamily="18" charset="0"/>
              </a:rPr>
              <a:t>P </a:t>
            </a:r>
            <a:r>
              <a:rPr lang="en-US" altLang="zh-CN" sz="2400" dirty="0">
                <a:latin typeface="Symbol" panose="05050102010706020507" pitchFamily="18" charset="2"/>
              </a:rPr>
              <a:t>Ú </a:t>
            </a:r>
            <a:r>
              <a:rPr lang="en-US" altLang="zh-CN" sz="2400" i="1" dirty="0">
                <a:latin typeface="Times New Roman" panose="02020503050405090304" pitchFamily="18" charset="0"/>
              </a:rPr>
              <a:t>T </a:t>
            </a:r>
            <a:r>
              <a:rPr lang="en-US" altLang="zh-CN" sz="2400" dirty="0">
                <a:latin typeface="Symbol" panose="05050102010706020507" pitchFamily="18" charset="2"/>
                <a:sym typeface="Symbol" panose="05050102010706020507" pitchFamily="18" charset="2"/>
              </a:rPr>
              <a:t></a:t>
            </a:r>
            <a:r>
              <a:rPr lang="en-US" altLang="zh-CN" sz="2400" dirty="0">
                <a:latin typeface="Symbol" panose="05050102010706020507" pitchFamily="18" charset="2"/>
              </a:rPr>
              <a:t> </a:t>
            </a:r>
            <a:r>
              <a:rPr lang="en-US" altLang="zh-CN" sz="2400" i="1" dirty="0">
                <a:latin typeface="Times New Roman" panose="02020503050405090304" pitchFamily="18" charset="0"/>
              </a:rPr>
              <a:t>T 			</a:t>
            </a:r>
            <a:r>
              <a:rPr lang="en-US" altLang="zh-CN" sz="2400" dirty="0">
                <a:latin typeface="Times New Roman" panose="02020503050405090304" pitchFamily="18" charset="0"/>
              </a:rPr>
              <a:t>Domination（</a:t>
            </a:r>
            <a:r>
              <a:rPr lang="zh-CN" altLang="en-US" sz="2400" dirty="0">
                <a:latin typeface="Times New Roman" panose="02020503050405090304" pitchFamily="18" charset="0"/>
              </a:rPr>
              <a:t>零律）</a:t>
            </a:r>
            <a:endParaRPr lang="zh-CN" altLang="en-US" sz="2400" i="1" dirty="0">
              <a:latin typeface="Times New Roman" panose="02020503050405090304" pitchFamily="18" charset="0"/>
            </a:endParaRPr>
          </a:p>
          <a:p>
            <a:pPr eaLnBrk="1" hangingPunct="1">
              <a:lnSpc>
                <a:spcPct val="90000"/>
              </a:lnSpc>
            </a:pPr>
            <a:r>
              <a:rPr lang="en-US" altLang="zh-CN" sz="2400" i="1" dirty="0">
                <a:latin typeface="Times New Roman" panose="02020503050405090304" pitchFamily="18" charset="0"/>
              </a:rPr>
              <a:t>P </a:t>
            </a:r>
            <a:r>
              <a:rPr lang="en-US" altLang="zh-CN" sz="2400" dirty="0">
                <a:latin typeface="Symbol" panose="05050102010706020507" pitchFamily="18" charset="2"/>
              </a:rPr>
              <a:t>Ù </a:t>
            </a:r>
            <a:r>
              <a:rPr lang="en-US" altLang="zh-CN" sz="2400" i="1" dirty="0">
                <a:latin typeface="Times New Roman" panose="02020503050405090304" pitchFamily="18" charset="0"/>
              </a:rPr>
              <a:t>F </a:t>
            </a:r>
            <a:r>
              <a:rPr lang="en-US" altLang="zh-CN" sz="2400" dirty="0">
                <a:latin typeface="Symbol" panose="05050102010706020507" pitchFamily="18" charset="2"/>
                <a:sym typeface="Symbol" panose="05050102010706020507" pitchFamily="18" charset="2"/>
              </a:rPr>
              <a:t></a:t>
            </a:r>
            <a:r>
              <a:rPr lang="en-US" altLang="zh-CN" sz="2400" dirty="0">
                <a:latin typeface="Symbol" panose="05050102010706020507" pitchFamily="18" charset="2"/>
              </a:rPr>
              <a:t> </a:t>
            </a:r>
            <a:r>
              <a:rPr lang="en-US" altLang="zh-CN" sz="2400" i="1" dirty="0">
                <a:latin typeface="Times New Roman" panose="02020503050405090304" pitchFamily="18" charset="0"/>
              </a:rPr>
              <a:t>F</a:t>
            </a:r>
            <a:endParaRPr lang="en-US" altLang="zh-CN" sz="2400" dirty="0">
              <a:latin typeface="Times New Roman" panose="02020503050405090304" pitchFamily="18" charset="0"/>
            </a:endParaRPr>
          </a:p>
          <a:p>
            <a:pPr eaLnBrk="1" hangingPunct="1">
              <a:lnSpc>
                <a:spcPct val="90000"/>
              </a:lnSpc>
            </a:pPr>
            <a:r>
              <a:rPr lang="en-US" altLang="zh-CN" sz="2400" i="1" dirty="0">
                <a:latin typeface="Times New Roman" panose="02020503050405090304" pitchFamily="18" charset="0"/>
              </a:rPr>
              <a:t>P </a:t>
            </a:r>
            <a:r>
              <a:rPr lang="en-US" altLang="zh-CN" sz="2400" dirty="0">
                <a:latin typeface="Symbol" panose="05050102010706020507" pitchFamily="18" charset="2"/>
              </a:rPr>
              <a:t>Ú </a:t>
            </a:r>
            <a:r>
              <a:rPr lang="en-US" altLang="zh-CN" sz="2400" i="1" dirty="0">
                <a:latin typeface="Times New Roman" panose="02020503050405090304" pitchFamily="18" charset="0"/>
              </a:rPr>
              <a:t>P </a:t>
            </a:r>
            <a:r>
              <a:rPr lang="en-US" altLang="zh-CN" sz="2400" dirty="0">
                <a:latin typeface="Symbol" panose="05050102010706020507" pitchFamily="18" charset="2"/>
                <a:sym typeface="Symbol" panose="05050102010706020507" pitchFamily="18" charset="2"/>
              </a:rPr>
              <a:t></a:t>
            </a:r>
            <a:r>
              <a:rPr lang="en-US" altLang="zh-CN" sz="2400" dirty="0">
                <a:latin typeface="Symbol" panose="05050102010706020507" pitchFamily="18" charset="2"/>
              </a:rPr>
              <a:t> </a:t>
            </a:r>
            <a:r>
              <a:rPr lang="en-US" altLang="zh-CN" sz="2400" i="1" dirty="0">
                <a:latin typeface="Times New Roman" panose="02020503050405090304" pitchFamily="18" charset="0"/>
              </a:rPr>
              <a:t>P 			</a:t>
            </a:r>
            <a:r>
              <a:rPr lang="en-US" altLang="zh-CN" sz="2400" dirty="0">
                <a:latin typeface="Times New Roman" panose="02020503050405090304" pitchFamily="18" charset="0"/>
              </a:rPr>
              <a:t>Idempotency（</a:t>
            </a:r>
            <a:r>
              <a:rPr lang="zh-CN" altLang="en-US" sz="2400" dirty="0">
                <a:latin typeface="Times New Roman" panose="02020503050405090304" pitchFamily="18" charset="0"/>
              </a:rPr>
              <a:t>等幂律）</a:t>
            </a:r>
            <a:endParaRPr lang="zh-CN" altLang="en-US" sz="2400" i="1" dirty="0">
              <a:latin typeface="Times New Roman" panose="02020503050405090304" pitchFamily="18" charset="0"/>
            </a:endParaRPr>
          </a:p>
          <a:p>
            <a:pPr eaLnBrk="1" hangingPunct="1">
              <a:lnSpc>
                <a:spcPct val="90000"/>
              </a:lnSpc>
            </a:pPr>
            <a:r>
              <a:rPr lang="en-US" altLang="zh-CN" sz="2400" i="1" dirty="0">
                <a:latin typeface="Times New Roman" panose="02020503050405090304" pitchFamily="18" charset="0"/>
              </a:rPr>
              <a:t>P </a:t>
            </a:r>
            <a:r>
              <a:rPr lang="en-US" altLang="zh-CN" sz="2400" dirty="0">
                <a:latin typeface="Symbol" panose="05050102010706020507" pitchFamily="18" charset="2"/>
              </a:rPr>
              <a:t>Ù </a:t>
            </a:r>
            <a:r>
              <a:rPr lang="en-US" altLang="zh-CN" sz="2400" i="1" dirty="0">
                <a:latin typeface="Times New Roman" panose="02020503050405090304" pitchFamily="18" charset="0"/>
              </a:rPr>
              <a:t>P </a:t>
            </a:r>
            <a:r>
              <a:rPr lang="en-US" altLang="zh-CN" sz="2400" dirty="0">
                <a:latin typeface="Symbol" panose="05050102010706020507" pitchFamily="18" charset="2"/>
                <a:sym typeface="Symbol" panose="05050102010706020507" pitchFamily="18" charset="2"/>
              </a:rPr>
              <a:t></a:t>
            </a:r>
            <a:r>
              <a:rPr lang="en-US" altLang="zh-CN" sz="2400" dirty="0">
                <a:latin typeface="Symbol" panose="05050102010706020507" pitchFamily="18" charset="2"/>
              </a:rPr>
              <a:t> </a:t>
            </a:r>
            <a:r>
              <a:rPr lang="en-US" altLang="zh-CN" sz="2400" i="1" dirty="0">
                <a:latin typeface="Times New Roman" panose="02020503050405090304" pitchFamily="18" charset="0"/>
              </a:rPr>
              <a:t>P</a:t>
            </a:r>
            <a:endParaRPr lang="en-US" altLang="zh-CN" sz="2400" dirty="0">
              <a:latin typeface="Times New Roman" panose="02020503050405090304" pitchFamily="18" charset="0"/>
            </a:endParaRPr>
          </a:p>
          <a:p>
            <a:pPr eaLnBrk="1" hangingPunct="1">
              <a:lnSpc>
                <a:spcPct val="90000"/>
              </a:lnSpc>
            </a:pPr>
            <a:r>
              <a:rPr lang="en-US" altLang="zh-CN" sz="2400" dirty="0">
                <a:latin typeface="Times New Roman" panose="02020503050405090304" pitchFamily="18" charset="0"/>
                <a:sym typeface="Symbol" panose="05050102010706020507" pitchFamily="18" charset="2"/>
              </a:rPr>
              <a:t>¬</a:t>
            </a:r>
            <a:r>
              <a:rPr lang="en-US" altLang="zh-CN" sz="2400" dirty="0">
                <a:latin typeface="Times New Roman" panose="02020503050405090304" pitchFamily="18" charset="0"/>
              </a:rPr>
              <a:t>(</a:t>
            </a:r>
            <a:r>
              <a:rPr lang="en-US" altLang="zh-CN" sz="2400" dirty="0">
                <a:latin typeface="Times New Roman" panose="02020503050405090304" pitchFamily="18" charset="0"/>
                <a:sym typeface="Symbol" panose="05050102010706020507" pitchFamily="18" charset="2"/>
              </a:rPr>
              <a:t>¬</a:t>
            </a:r>
            <a:r>
              <a:rPr lang="en-US" altLang="zh-CN" sz="2400" i="1" dirty="0">
                <a:latin typeface="Times New Roman" panose="02020503050405090304" pitchFamily="18" charset="0"/>
              </a:rPr>
              <a:t>P</a:t>
            </a:r>
            <a:r>
              <a:rPr lang="en-US" altLang="zh-CN" sz="2400" dirty="0">
                <a:latin typeface="Times New Roman" panose="02020503050405090304" pitchFamily="18" charset="0"/>
              </a:rPr>
              <a:t>)) </a:t>
            </a:r>
            <a:r>
              <a:rPr lang="en-US" altLang="zh-CN" sz="2400" dirty="0">
                <a:latin typeface="Symbol" panose="05050102010706020507" pitchFamily="18" charset="2"/>
                <a:sym typeface="Symbol" panose="05050102010706020507" pitchFamily="18" charset="2"/>
              </a:rPr>
              <a:t></a:t>
            </a:r>
            <a:r>
              <a:rPr lang="en-US" altLang="zh-CN" sz="2400" dirty="0">
                <a:latin typeface="Symbol" panose="05050102010706020507" pitchFamily="18" charset="2"/>
              </a:rPr>
              <a:t> </a:t>
            </a:r>
            <a:r>
              <a:rPr lang="en-US" altLang="zh-CN" sz="2400" i="1" dirty="0">
                <a:latin typeface="Times New Roman" panose="02020503050405090304" pitchFamily="18" charset="0"/>
              </a:rPr>
              <a:t>P 		</a:t>
            </a:r>
            <a:r>
              <a:rPr lang="en-US" altLang="zh-CN" sz="2400" dirty="0">
                <a:latin typeface="Times New Roman" panose="02020503050405090304" pitchFamily="18" charset="0"/>
              </a:rPr>
              <a:t>Double negation（</a:t>
            </a:r>
            <a:r>
              <a:rPr lang="zh-CN" altLang="en-US" sz="2400" dirty="0">
                <a:latin typeface="Times New Roman" panose="02020503050405090304" pitchFamily="18" charset="0"/>
              </a:rPr>
              <a:t>双重否定律）</a:t>
            </a:r>
            <a:endParaRPr lang="zh-CN" altLang="en-US" sz="2400" dirty="0">
              <a:latin typeface="Times New Roman" panose="02020503050405090304" pitchFamily="18" charset="0"/>
            </a:endParaRPr>
          </a:p>
          <a:p>
            <a:pPr eaLnBrk="1" hangingPunct="1">
              <a:lnSpc>
                <a:spcPct val="90000"/>
              </a:lnSpc>
            </a:pPr>
            <a:r>
              <a:rPr lang="en-US" altLang="zh-CN" sz="2400" i="1" dirty="0">
                <a:latin typeface="Times New Roman" panose="02020503050405090304" pitchFamily="18" charset="0"/>
              </a:rPr>
              <a:t>P </a:t>
            </a:r>
            <a:r>
              <a:rPr lang="en-US" altLang="zh-CN" sz="2400" dirty="0">
                <a:latin typeface="Symbol" panose="05050102010706020507" pitchFamily="18" charset="2"/>
              </a:rPr>
              <a:t>Ú</a:t>
            </a:r>
            <a:r>
              <a:rPr lang="en-US" altLang="zh-CN" sz="2400" i="1" dirty="0">
                <a:latin typeface="Times New Roman" panose="02020503050405090304" pitchFamily="18" charset="0"/>
              </a:rPr>
              <a:t>Q </a:t>
            </a:r>
            <a:r>
              <a:rPr lang="en-US" altLang="zh-CN" sz="2400" dirty="0">
                <a:latin typeface="Symbol" panose="05050102010706020507" pitchFamily="18" charset="2"/>
                <a:sym typeface="Symbol" panose="05050102010706020507" pitchFamily="18" charset="2"/>
              </a:rPr>
              <a:t></a:t>
            </a:r>
            <a:r>
              <a:rPr lang="en-US" altLang="zh-CN" sz="2400" dirty="0">
                <a:latin typeface="Symbol" panose="05050102010706020507" pitchFamily="18" charset="2"/>
              </a:rPr>
              <a:t> </a:t>
            </a:r>
            <a:r>
              <a:rPr lang="en-US" altLang="zh-CN" sz="2400" i="1" dirty="0">
                <a:latin typeface="Times New Roman" panose="02020503050405090304" pitchFamily="18" charset="0"/>
              </a:rPr>
              <a:t>Q</a:t>
            </a:r>
            <a:r>
              <a:rPr lang="en-US" altLang="zh-CN" sz="2400" dirty="0">
                <a:latin typeface="Symbol" panose="05050102010706020507" pitchFamily="18" charset="2"/>
              </a:rPr>
              <a:t>Ú </a:t>
            </a:r>
            <a:r>
              <a:rPr lang="en-US" altLang="zh-CN" sz="2400" i="1" dirty="0">
                <a:latin typeface="Times New Roman" panose="02020503050405090304" pitchFamily="18" charset="0"/>
              </a:rPr>
              <a:t>P		</a:t>
            </a:r>
            <a:r>
              <a:rPr lang="en-US" altLang="zh-CN" sz="2400" dirty="0">
                <a:latin typeface="Times New Roman" panose="02020503050405090304" pitchFamily="18" charset="0"/>
              </a:rPr>
              <a:t>Commutativity（</a:t>
            </a:r>
            <a:r>
              <a:rPr lang="zh-CN" altLang="en-US" sz="2400" dirty="0">
                <a:latin typeface="Times New Roman" panose="02020503050405090304" pitchFamily="18" charset="0"/>
              </a:rPr>
              <a:t>交换律）</a:t>
            </a:r>
            <a:endParaRPr lang="zh-CN" altLang="en-US" sz="2400" dirty="0">
              <a:latin typeface="Times New Roman" panose="02020503050405090304" pitchFamily="18" charset="0"/>
            </a:endParaRPr>
          </a:p>
          <a:p>
            <a:pPr eaLnBrk="1" hangingPunct="1">
              <a:lnSpc>
                <a:spcPct val="90000"/>
              </a:lnSpc>
            </a:pPr>
            <a:r>
              <a:rPr lang="en-US" altLang="zh-CN" sz="2400" i="1" dirty="0">
                <a:latin typeface="Times New Roman" panose="02020503050405090304" pitchFamily="18" charset="0"/>
              </a:rPr>
              <a:t>P </a:t>
            </a:r>
            <a:r>
              <a:rPr lang="en-US" altLang="zh-CN" sz="2400" dirty="0">
                <a:latin typeface="Symbol" panose="05050102010706020507" pitchFamily="18" charset="2"/>
              </a:rPr>
              <a:t>Ù</a:t>
            </a:r>
            <a:r>
              <a:rPr lang="en-US" altLang="zh-CN" sz="2400" i="1" dirty="0">
                <a:latin typeface="Times New Roman" panose="02020503050405090304" pitchFamily="18" charset="0"/>
              </a:rPr>
              <a:t>Q </a:t>
            </a:r>
            <a:r>
              <a:rPr lang="en-US" altLang="zh-CN" sz="2400" dirty="0">
                <a:latin typeface="Symbol" panose="05050102010706020507" pitchFamily="18" charset="2"/>
                <a:sym typeface="Symbol" panose="05050102010706020507" pitchFamily="18" charset="2"/>
              </a:rPr>
              <a:t></a:t>
            </a:r>
            <a:r>
              <a:rPr lang="en-US" altLang="zh-CN" sz="2400" dirty="0">
                <a:latin typeface="Symbol" panose="05050102010706020507" pitchFamily="18" charset="2"/>
              </a:rPr>
              <a:t> </a:t>
            </a:r>
            <a:r>
              <a:rPr lang="en-US" altLang="zh-CN" sz="2400" i="1" dirty="0">
                <a:latin typeface="Times New Roman" panose="02020503050405090304" pitchFamily="18" charset="0"/>
              </a:rPr>
              <a:t>Q</a:t>
            </a:r>
            <a:r>
              <a:rPr lang="en-US" altLang="zh-CN" sz="2400" dirty="0">
                <a:latin typeface="Symbol" panose="05050102010706020507" pitchFamily="18" charset="2"/>
              </a:rPr>
              <a:t>Ù </a:t>
            </a:r>
            <a:r>
              <a:rPr lang="en-US" altLang="zh-CN" sz="2400" i="1" dirty="0">
                <a:latin typeface="Times New Roman" panose="02020503050405090304" pitchFamily="18" charset="0"/>
              </a:rPr>
              <a:t>P</a:t>
            </a:r>
            <a:endParaRPr lang="en-US" altLang="zh-CN" sz="2400" i="1" dirty="0">
              <a:latin typeface="Times New Roman" panose="02020503050405090304" pitchFamily="18" charset="0"/>
            </a:endParaRPr>
          </a:p>
          <a:p>
            <a:pPr eaLnBrk="1" hangingPunct="1">
              <a:lnSpc>
                <a:spcPct val="90000"/>
              </a:lnSpc>
            </a:pPr>
            <a:r>
              <a:rPr lang="en-US" altLang="zh-CN" sz="2400" dirty="0">
                <a:latin typeface="Times New Roman" panose="02020503050405090304" pitchFamily="18" charset="0"/>
              </a:rPr>
              <a:t>(</a:t>
            </a:r>
            <a:r>
              <a:rPr lang="en-US" altLang="zh-CN" sz="2400" i="1" dirty="0">
                <a:latin typeface="Times New Roman" panose="02020503050405090304" pitchFamily="18" charset="0"/>
              </a:rPr>
              <a:t>P </a:t>
            </a:r>
            <a:r>
              <a:rPr lang="en-US" altLang="zh-CN" sz="2400" dirty="0">
                <a:latin typeface="Symbol" panose="05050102010706020507" pitchFamily="18" charset="2"/>
              </a:rPr>
              <a:t>Ú</a:t>
            </a:r>
            <a:r>
              <a:rPr lang="en-US" altLang="zh-CN" sz="2400" i="1" dirty="0">
                <a:latin typeface="Times New Roman" panose="02020503050405090304" pitchFamily="18" charset="0"/>
              </a:rPr>
              <a:t>Q</a:t>
            </a:r>
            <a:r>
              <a:rPr lang="en-US" altLang="zh-CN" sz="2400" dirty="0">
                <a:latin typeface="Times New Roman" panose="02020503050405090304" pitchFamily="18" charset="0"/>
              </a:rPr>
              <a:t>)</a:t>
            </a:r>
            <a:r>
              <a:rPr lang="en-US" altLang="zh-CN" sz="2400" dirty="0">
                <a:latin typeface="Symbol" panose="05050102010706020507" pitchFamily="18" charset="2"/>
              </a:rPr>
              <a:t>Ú </a:t>
            </a:r>
            <a:r>
              <a:rPr lang="en-US" altLang="zh-CN" sz="2400" i="1" dirty="0">
                <a:latin typeface="Times New Roman" panose="02020503050405090304" pitchFamily="18" charset="0"/>
              </a:rPr>
              <a:t>R </a:t>
            </a:r>
            <a:r>
              <a:rPr lang="en-US" altLang="zh-CN" sz="2400" dirty="0">
                <a:latin typeface="Symbol" panose="05050102010706020507" pitchFamily="18" charset="2"/>
                <a:sym typeface="Symbol" panose="05050102010706020507" pitchFamily="18" charset="2"/>
              </a:rPr>
              <a:t></a:t>
            </a:r>
            <a:r>
              <a:rPr lang="en-US" altLang="zh-CN" sz="2400" dirty="0">
                <a:latin typeface="Symbol" panose="05050102010706020507" pitchFamily="18" charset="2"/>
              </a:rPr>
              <a:t> </a:t>
            </a:r>
            <a:r>
              <a:rPr lang="en-US" altLang="zh-CN" sz="2400" i="1" dirty="0">
                <a:latin typeface="Times New Roman" panose="02020503050405090304" pitchFamily="18" charset="0"/>
              </a:rPr>
              <a:t>P</a:t>
            </a:r>
            <a:r>
              <a:rPr lang="en-US" altLang="zh-CN" sz="2400" dirty="0">
                <a:latin typeface="Symbol" panose="05050102010706020507" pitchFamily="18" charset="2"/>
              </a:rPr>
              <a:t>Ú </a:t>
            </a:r>
            <a:r>
              <a:rPr lang="en-US" altLang="zh-CN" sz="2400" dirty="0">
                <a:latin typeface="Times New Roman" panose="02020503050405090304" pitchFamily="18" charset="0"/>
              </a:rPr>
              <a:t>(</a:t>
            </a:r>
            <a:r>
              <a:rPr lang="en-US" altLang="zh-CN" sz="2400" i="1" dirty="0">
                <a:latin typeface="Times New Roman" panose="02020503050405090304" pitchFamily="18" charset="0"/>
              </a:rPr>
              <a:t>Q</a:t>
            </a:r>
            <a:r>
              <a:rPr lang="en-US" altLang="zh-CN" sz="2400" dirty="0">
                <a:latin typeface="Symbol" panose="05050102010706020507" pitchFamily="18" charset="2"/>
              </a:rPr>
              <a:t>Ú </a:t>
            </a:r>
            <a:r>
              <a:rPr lang="en-US" altLang="zh-CN" sz="2400" i="1" dirty="0">
                <a:latin typeface="Times New Roman" panose="02020503050405090304" pitchFamily="18" charset="0"/>
              </a:rPr>
              <a:t>R</a:t>
            </a:r>
            <a:r>
              <a:rPr lang="en-US" altLang="zh-CN" sz="2400" dirty="0">
                <a:latin typeface="Times New Roman" panose="02020503050405090304" pitchFamily="18" charset="0"/>
              </a:rPr>
              <a:t>) 	Associativity（</a:t>
            </a:r>
            <a:r>
              <a:rPr lang="zh-CN" altLang="en-US" sz="2400" dirty="0">
                <a:latin typeface="Times New Roman" panose="02020503050405090304" pitchFamily="18" charset="0"/>
              </a:rPr>
              <a:t>结合律）</a:t>
            </a:r>
            <a:endParaRPr lang="zh-CN" altLang="en-US" sz="2400" dirty="0">
              <a:latin typeface="Times New Roman" panose="02020503050405090304" pitchFamily="18" charset="0"/>
            </a:endParaRPr>
          </a:p>
          <a:p>
            <a:pPr eaLnBrk="1" hangingPunct="1">
              <a:lnSpc>
                <a:spcPct val="90000"/>
              </a:lnSpc>
            </a:pPr>
            <a:r>
              <a:rPr lang="en-US" altLang="zh-CN" sz="2400" dirty="0">
                <a:latin typeface="Times New Roman" panose="02020503050405090304" pitchFamily="18" charset="0"/>
              </a:rPr>
              <a:t>(</a:t>
            </a:r>
            <a:r>
              <a:rPr lang="en-US" altLang="zh-CN" sz="2400" i="1" dirty="0">
                <a:latin typeface="Times New Roman" panose="02020503050405090304" pitchFamily="18" charset="0"/>
              </a:rPr>
              <a:t>P </a:t>
            </a:r>
            <a:r>
              <a:rPr lang="en-US" altLang="zh-CN" sz="2400" dirty="0">
                <a:latin typeface="Symbol" panose="05050102010706020507" pitchFamily="18" charset="2"/>
              </a:rPr>
              <a:t>Ù</a:t>
            </a:r>
            <a:r>
              <a:rPr lang="en-US" altLang="zh-CN" sz="2400" i="1" dirty="0">
                <a:latin typeface="Times New Roman" panose="02020503050405090304" pitchFamily="18" charset="0"/>
              </a:rPr>
              <a:t>Q</a:t>
            </a:r>
            <a:r>
              <a:rPr lang="en-US" altLang="zh-CN" sz="2400" dirty="0">
                <a:latin typeface="Times New Roman" panose="02020503050405090304" pitchFamily="18" charset="0"/>
              </a:rPr>
              <a:t>) </a:t>
            </a:r>
            <a:r>
              <a:rPr lang="en-US" altLang="zh-CN" sz="2400" dirty="0">
                <a:latin typeface="Symbol" panose="05050102010706020507" pitchFamily="18" charset="2"/>
              </a:rPr>
              <a:t>Ù </a:t>
            </a:r>
            <a:r>
              <a:rPr lang="en-US" altLang="zh-CN" sz="2400" i="1" dirty="0">
                <a:latin typeface="Times New Roman" panose="02020503050405090304" pitchFamily="18" charset="0"/>
              </a:rPr>
              <a:t>R </a:t>
            </a:r>
            <a:r>
              <a:rPr lang="en-US" altLang="zh-CN" sz="2400" dirty="0">
                <a:latin typeface="Symbol" panose="05050102010706020507" pitchFamily="18" charset="2"/>
                <a:sym typeface="Symbol" panose="05050102010706020507" pitchFamily="18" charset="2"/>
              </a:rPr>
              <a:t></a:t>
            </a:r>
            <a:r>
              <a:rPr lang="en-US" altLang="zh-CN" sz="2400" dirty="0">
                <a:latin typeface="Symbol" panose="05050102010706020507" pitchFamily="18" charset="2"/>
              </a:rPr>
              <a:t> </a:t>
            </a:r>
            <a:r>
              <a:rPr lang="en-US" altLang="zh-CN" sz="2400" i="1" dirty="0">
                <a:latin typeface="Times New Roman" panose="02020503050405090304" pitchFamily="18" charset="0"/>
              </a:rPr>
              <a:t>P </a:t>
            </a:r>
            <a:r>
              <a:rPr lang="en-US" altLang="zh-CN" sz="2400" dirty="0">
                <a:latin typeface="Symbol" panose="05050102010706020507" pitchFamily="18" charset="2"/>
              </a:rPr>
              <a:t>Ù </a:t>
            </a:r>
            <a:r>
              <a:rPr lang="en-US" altLang="zh-CN" sz="2400" dirty="0">
                <a:latin typeface="Times New Roman" panose="02020503050405090304" pitchFamily="18" charset="0"/>
              </a:rPr>
              <a:t>(</a:t>
            </a:r>
            <a:r>
              <a:rPr lang="en-US" altLang="zh-CN" sz="2400" i="1" dirty="0">
                <a:latin typeface="Times New Roman" panose="02020503050405090304" pitchFamily="18" charset="0"/>
              </a:rPr>
              <a:t>Q</a:t>
            </a:r>
            <a:r>
              <a:rPr lang="en-US" altLang="zh-CN" sz="2400" dirty="0">
                <a:latin typeface="Symbol" panose="05050102010706020507" pitchFamily="18" charset="2"/>
              </a:rPr>
              <a:t>Ù </a:t>
            </a:r>
            <a:r>
              <a:rPr lang="en-US" altLang="zh-CN" sz="2400" i="1" dirty="0">
                <a:latin typeface="Times New Roman" panose="02020503050405090304" pitchFamily="18" charset="0"/>
              </a:rPr>
              <a:t>R</a:t>
            </a:r>
            <a:r>
              <a:rPr lang="en-US" altLang="zh-CN" sz="2400" dirty="0">
                <a:latin typeface="Times New Roman" panose="02020503050405090304" pitchFamily="18" charset="0"/>
              </a:rPr>
              <a:t>)</a:t>
            </a:r>
            <a:endParaRPr lang="en-US" altLang="zh-CN" sz="2400" dirty="0">
              <a:latin typeface="Times New Roman" panose="02020503050405090304" pitchFamily="18" charset="0"/>
            </a:endParaRPr>
          </a:p>
        </p:txBody>
      </p:sp>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灯片编号占位符 3"/>
          <p:cNvSpPr>
            <a:spLocks noGrp="1"/>
          </p:cNvSpPr>
          <p:nvPr>
            <p:ph type="sldNum" sz="quarter" idx="10"/>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r" eaLnBrk="1" hangingPunct="1">
              <a:buClrTx/>
              <a:buFontTx/>
            </a:pPr>
            <a:fld id="{9A0DB2DC-4C9A-4742-B13C-FB6460FD3503}" type="slidenum">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28674" name="日期占位符 4"/>
          <p:cNvSpPr>
            <a:spLocks noGrp="1"/>
          </p:cNvSpPr>
          <p:nvPr>
            <p:ph type="dt" sz="half" idx="11"/>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buClrTx/>
              <a:buFontTx/>
            </a:pPr>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28675" name="页脚占位符 5"/>
          <p:cNvSpPr>
            <a:spLocks noGrp="1"/>
          </p:cNvSpPr>
          <p:nvPr>
            <p:ph type="ftr" sz="quarter" idx="12"/>
          </p:nvPr>
        </p:nvSpPr>
        <p:spPr>
          <a:xfrm>
            <a:off x="1447800" y="6427788"/>
            <a:ext cx="6172200" cy="457200"/>
          </a:xfrm>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buClrTx/>
              <a:buFontTx/>
            </a:pPr>
            <a:r>
              <a:rPr lang="en-US" altLang="zh-CN" sz="1200" b="1" i="1" dirty="0">
                <a:solidFill>
                  <a:srgbClr val="009999"/>
                </a:solidFill>
                <a:latin typeface="Arial Narrow" panose="020B0606020202030204" pitchFamily="34" charset="0"/>
              </a:rPr>
              <a:t>School of Computer Science, BUPT</a:t>
            </a:r>
            <a:endParaRPr lang="zh-CN" altLang="en-US" sz="1200" b="1" i="1" dirty="0">
              <a:solidFill>
                <a:srgbClr val="009999"/>
              </a:solidFill>
              <a:latin typeface="Arial Narrow" panose="020B0606020202030204" pitchFamily="34" charset="0"/>
            </a:endParaRPr>
          </a:p>
        </p:txBody>
      </p:sp>
      <p:sp>
        <p:nvSpPr>
          <p:cNvPr id="28676" name="Rectangle 2"/>
          <p:cNvSpPr>
            <a:spLocks noGrp="1"/>
          </p:cNvSpPr>
          <p:nvPr>
            <p:ph type="title"/>
          </p:nvPr>
        </p:nvSpPr>
        <p:spPr/>
        <p:txBody>
          <a:bodyPr vert="horz" wrap="square" lIns="91440" tIns="45720" rIns="91440" bIns="45720" anchor="b" anchorCtr="0"/>
          <a:p>
            <a:pPr eaLnBrk="1" hangingPunct="1"/>
            <a:r>
              <a:rPr lang="en-US" altLang="zh-CN" b="1" dirty="0"/>
              <a:t>Logical Equivalences</a:t>
            </a:r>
            <a:endParaRPr lang="en-US" altLang="zh-CN" dirty="0"/>
          </a:p>
        </p:txBody>
      </p:sp>
      <p:sp>
        <p:nvSpPr>
          <p:cNvPr id="28677" name="Rectangle 3"/>
          <p:cNvSpPr>
            <a:spLocks noGrp="1"/>
          </p:cNvSpPr>
          <p:nvPr>
            <p:ph idx="1"/>
          </p:nvPr>
        </p:nvSpPr>
        <p:spPr>
          <a:xfrm>
            <a:off x="611505" y="1371600"/>
            <a:ext cx="8199120" cy="4518025"/>
          </a:xfrm>
        </p:spPr>
        <p:txBody>
          <a:bodyPr vert="horz" wrap="square" lIns="91440" tIns="45720" rIns="91440" bIns="45720" anchor="t" anchorCtr="0"/>
          <a:p>
            <a:pPr eaLnBrk="1" latinLnBrk="0" hangingPunct="1">
              <a:lnSpc>
                <a:spcPts val="2720"/>
              </a:lnSpc>
              <a:spcBef>
                <a:spcPts val="0"/>
              </a:spcBef>
            </a:pPr>
            <a:r>
              <a:rPr lang="en-US" altLang="zh-CN" sz="2000" i="1" dirty="0">
                <a:latin typeface="Times New Roman" panose="02020503050405090304" pitchFamily="18" charset="0"/>
              </a:rPr>
              <a:t>P </a:t>
            </a:r>
            <a:r>
              <a:rPr lang="en-US" altLang="zh-CN" sz="2000" dirty="0">
                <a:latin typeface="Symbol" panose="05050102010706020507" pitchFamily="18" charset="2"/>
              </a:rPr>
              <a:t>Ù</a:t>
            </a:r>
            <a:r>
              <a:rPr lang="en-US" altLang="zh-CN" sz="2000" dirty="0">
                <a:latin typeface="Times New Roman" panose="02020503050405090304" pitchFamily="18" charset="0"/>
              </a:rPr>
              <a:t>(</a:t>
            </a:r>
            <a:r>
              <a:rPr lang="en-US" altLang="zh-CN" sz="2000" i="1" dirty="0">
                <a:latin typeface="Times New Roman" panose="02020503050405090304" pitchFamily="18" charset="0"/>
              </a:rPr>
              <a:t>Q</a:t>
            </a:r>
            <a:r>
              <a:rPr lang="en-US" altLang="zh-CN" sz="2000" dirty="0">
                <a:latin typeface="Symbol" panose="05050102010706020507" pitchFamily="18" charset="2"/>
              </a:rPr>
              <a:t>Ú </a:t>
            </a:r>
            <a:r>
              <a:rPr lang="en-US" altLang="zh-CN" sz="2000" i="1" dirty="0">
                <a:latin typeface="Times New Roman" panose="02020503050405090304" pitchFamily="18" charset="0"/>
              </a:rPr>
              <a:t>R</a:t>
            </a:r>
            <a:r>
              <a:rPr lang="en-US" altLang="zh-CN" sz="2000" dirty="0">
                <a:latin typeface="Times New Roman" panose="02020503050405090304" pitchFamily="18" charset="0"/>
              </a:rPr>
              <a:t>) </a:t>
            </a:r>
            <a:r>
              <a:rPr lang="en-US" altLang="zh-CN" sz="2000" dirty="0">
                <a:latin typeface="Symbol" panose="05050102010706020507" pitchFamily="18" charset="2"/>
                <a:sym typeface="Symbol" panose="05050102010706020507" pitchFamily="18" charset="2"/>
              </a:rPr>
              <a:t></a:t>
            </a:r>
            <a:r>
              <a:rPr lang="en-US" altLang="zh-CN" sz="2000" dirty="0">
                <a:latin typeface="Symbol" panose="05050102010706020507" pitchFamily="18" charset="2"/>
              </a:rPr>
              <a:t> </a:t>
            </a:r>
            <a:r>
              <a:rPr lang="en-US" altLang="zh-CN" sz="2000" dirty="0">
                <a:latin typeface="Times New Roman" panose="02020503050405090304" pitchFamily="18" charset="0"/>
              </a:rPr>
              <a:t>(</a:t>
            </a:r>
            <a:r>
              <a:rPr lang="en-US" altLang="zh-CN" sz="2000" i="1" dirty="0">
                <a:latin typeface="Times New Roman" panose="02020503050405090304" pitchFamily="18" charset="0"/>
              </a:rPr>
              <a:t>P </a:t>
            </a:r>
            <a:r>
              <a:rPr lang="en-US" altLang="zh-CN" sz="2000" dirty="0">
                <a:latin typeface="Symbol" panose="05050102010706020507" pitchFamily="18" charset="2"/>
              </a:rPr>
              <a:t>Ù</a:t>
            </a:r>
            <a:r>
              <a:rPr lang="en-US" altLang="zh-CN" sz="2000" i="1" dirty="0">
                <a:latin typeface="Times New Roman" panose="02020503050405090304" pitchFamily="18" charset="0"/>
              </a:rPr>
              <a:t>Q</a:t>
            </a:r>
            <a:r>
              <a:rPr lang="en-US" altLang="zh-CN" sz="2000" dirty="0">
                <a:latin typeface="Times New Roman" panose="02020503050405090304" pitchFamily="18" charset="0"/>
              </a:rPr>
              <a:t>)</a:t>
            </a:r>
            <a:r>
              <a:rPr lang="en-US" altLang="zh-CN" sz="2000" dirty="0">
                <a:latin typeface="Symbol" panose="05050102010706020507" pitchFamily="18" charset="2"/>
              </a:rPr>
              <a:t>Ú </a:t>
            </a:r>
            <a:r>
              <a:rPr lang="en-US" altLang="zh-CN" sz="2000" dirty="0">
                <a:latin typeface="Times New Roman" panose="02020503050405090304" pitchFamily="18" charset="0"/>
              </a:rPr>
              <a:t>(</a:t>
            </a:r>
            <a:r>
              <a:rPr lang="en-US" altLang="zh-CN" sz="2000" i="1" dirty="0">
                <a:latin typeface="Times New Roman" panose="02020503050405090304" pitchFamily="18" charset="0"/>
              </a:rPr>
              <a:t>P </a:t>
            </a:r>
            <a:r>
              <a:rPr lang="en-US" altLang="zh-CN" sz="2000" dirty="0">
                <a:latin typeface="Symbol" panose="05050102010706020507" pitchFamily="18" charset="2"/>
              </a:rPr>
              <a:t>Ù </a:t>
            </a:r>
            <a:r>
              <a:rPr lang="en-US" altLang="zh-CN" sz="2000" i="1" dirty="0">
                <a:latin typeface="Times New Roman" panose="02020503050405090304" pitchFamily="18" charset="0"/>
              </a:rPr>
              <a:t>R</a:t>
            </a:r>
            <a:r>
              <a:rPr lang="en-US" altLang="zh-CN" sz="2000" dirty="0">
                <a:latin typeface="Times New Roman" panose="02020503050405090304" pitchFamily="18" charset="0"/>
              </a:rPr>
              <a:t>) 	         Distributivity（</a:t>
            </a:r>
            <a:r>
              <a:rPr lang="zh-CN" altLang="en-US" sz="2000" dirty="0">
                <a:latin typeface="Times New Roman" panose="02020503050405090304" pitchFamily="18" charset="0"/>
              </a:rPr>
              <a:t>分配律）</a:t>
            </a:r>
            <a:endParaRPr lang="zh-CN" altLang="en-US" sz="2000" dirty="0">
              <a:latin typeface="Times New Roman" panose="02020503050405090304" pitchFamily="18" charset="0"/>
            </a:endParaRPr>
          </a:p>
          <a:p>
            <a:pPr eaLnBrk="1" latinLnBrk="0" hangingPunct="1">
              <a:lnSpc>
                <a:spcPts val="2720"/>
              </a:lnSpc>
              <a:spcBef>
                <a:spcPts val="0"/>
              </a:spcBef>
            </a:pPr>
            <a:r>
              <a:rPr lang="en-US" altLang="zh-CN" sz="2000" i="1" dirty="0">
                <a:latin typeface="Times New Roman" panose="02020503050405090304" pitchFamily="18" charset="0"/>
              </a:rPr>
              <a:t>P </a:t>
            </a:r>
            <a:r>
              <a:rPr lang="en-US" altLang="zh-CN" sz="2000" dirty="0">
                <a:latin typeface="Symbol" panose="05050102010706020507" pitchFamily="18" charset="2"/>
              </a:rPr>
              <a:t>Ú</a:t>
            </a:r>
            <a:r>
              <a:rPr lang="en-US" altLang="zh-CN" sz="2000" dirty="0">
                <a:latin typeface="Times New Roman" panose="02020503050405090304" pitchFamily="18" charset="0"/>
              </a:rPr>
              <a:t>(</a:t>
            </a:r>
            <a:r>
              <a:rPr lang="en-US" altLang="zh-CN" sz="2000" i="1" dirty="0">
                <a:latin typeface="Times New Roman" panose="02020503050405090304" pitchFamily="18" charset="0"/>
              </a:rPr>
              <a:t>Q</a:t>
            </a:r>
            <a:r>
              <a:rPr lang="en-US" altLang="zh-CN" sz="2000" dirty="0">
                <a:latin typeface="Symbol" panose="05050102010706020507" pitchFamily="18" charset="2"/>
              </a:rPr>
              <a:t>Ù </a:t>
            </a:r>
            <a:r>
              <a:rPr lang="en-US" altLang="zh-CN" sz="2000" i="1" dirty="0">
                <a:latin typeface="Times New Roman" panose="02020503050405090304" pitchFamily="18" charset="0"/>
              </a:rPr>
              <a:t>R</a:t>
            </a:r>
            <a:r>
              <a:rPr lang="en-US" altLang="zh-CN" sz="2000" dirty="0">
                <a:latin typeface="Times New Roman" panose="02020503050405090304" pitchFamily="18" charset="0"/>
              </a:rPr>
              <a:t>) </a:t>
            </a:r>
            <a:r>
              <a:rPr lang="en-US" altLang="zh-CN" sz="2000" dirty="0">
                <a:latin typeface="Symbol" panose="05050102010706020507" pitchFamily="18" charset="2"/>
                <a:sym typeface="Symbol" panose="05050102010706020507" pitchFamily="18" charset="2"/>
              </a:rPr>
              <a:t></a:t>
            </a:r>
            <a:r>
              <a:rPr lang="en-US" altLang="zh-CN" sz="2000" dirty="0">
                <a:latin typeface="Symbol" panose="05050102010706020507" pitchFamily="18" charset="2"/>
              </a:rPr>
              <a:t> </a:t>
            </a:r>
            <a:r>
              <a:rPr lang="en-US" altLang="zh-CN" sz="2000" dirty="0">
                <a:latin typeface="Times New Roman" panose="02020503050405090304" pitchFamily="18" charset="0"/>
              </a:rPr>
              <a:t>(</a:t>
            </a:r>
            <a:r>
              <a:rPr lang="en-US" altLang="zh-CN" sz="2000" i="1" dirty="0">
                <a:latin typeface="Times New Roman" panose="02020503050405090304" pitchFamily="18" charset="0"/>
              </a:rPr>
              <a:t>P </a:t>
            </a:r>
            <a:r>
              <a:rPr lang="en-US" altLang="zh-CN" sz="2000" dirty="0">
                <a:latin typeface="Symbol" panose="05050102010706020507" pitchFamily="18" charset="2"/>
              </a:rPr>
              <a:t>Ú</a:t>
            </a:r>
            <a:r>
              <a:rPr lang="en-US" altLang="zh-CN" sz="2000" i="1" dirty="0">
                <a:latin typeface="Times New Roman" panose="02020503050405090304" pitchFamily="18" charset="0"/>
              </a:rPr>
              <a:t>Q</a:t>
            </a:r>
            <a:r>
              <a:rPr lang="en-US" altLang="zh-CN" sz="2000" dirty="0">
                <a:latin typeface="Times New Roman" panose="02020503050405090304" pitchFamily="18" charset="0"/>
              </a:rPr>
              <a:t>)</a:t>
            </a:r>
            <a:r>
              <a:rPr lang="en-US" altLang="zh-CN" sz="2000" dirty="0">
                <a:latin typeface="Symbol" panose="05050102010706020507" pitchFamily="18" charset="2"/>
              </a:rPr>
              <a:t>Ù </a:t>
            </a:r>
            <a:r>
              <a:rPr lang="en-US" altLang="zh-CN" sz="2000" dirty="0">
                <a:latin typeface="Times New Roman" panose="02020503050405090304" pitchFamily="18" charset="0"/>
              </a:rPr>
              <a:t>(</a:t>
            </a:r>
            <a:r>
              <a:rPr lang="en-US" altLang="zh-CN" sz="2000" i="1" dirty="0">
                <a:latin typeface="Times New Roman" panose="02020503050405090304" pitchFamily="18" charset="0"/>
              </a:rPr>
              <a:t>P </a:t>
            </a:r>
            <a:r>
              <a:rPr lang="en-US" altLang="zh-CN" sz="2000" dirty="0">
                <a:latin typeface="Symbol" panose="05050102010706020507" pitchFamily="18" charset="2"/>
              </a:rPr>
              <a:t>Ú </a:t>
            </a:r>
            <a:r>
              <a:rPr lang="en-US" altLang="zh-CN" sz="2000" i="1" dirty="0">
                <a:latin typeface="Times New Roman" panose="02020503050405090304" pitchFamily="18" charset="0"/>
              </a:rPr>
              <a:t>R</a:t>
            </a:r>
            <a:r>
              <a:rPr lang="en-US" altLang="zh-CN" sz="2000" dirty="0">
                <a:latin typeface="Times New Roman" panose="02020503050405090304" pitchFamily="18" charset="0"/>
              </a:rPr>
              <a:t>)</a:t>
            </a:r>
            <a:endParaRPr lang="en-US" altLang="zh-CN" sz="2000" dirty="0">
              <a:latin typeface="Times New Roman" panose="02020503050405090304" pitchFamily="18" charset="0"/>
            </a:endParaRPr>
          </a:p>
          <a:p>
            <a:pPr eaLnBrk="1" latinLnBrk="0" hangingPunct="1">
              <a:lnSpc>
                <a:spcPts val="2720"/>
              </a:lnSpc>
              <a:spcBef>
                <a:spcPts val="0"/>
              </a:spcBef>
            </a:pPr>
            <a:r>
              <a:rPr lang="en-US" altLang="zh-CN" sz="2000" dirty="0">
                <a:latin typeface="Times New Roman" panose="02020503050405090304" pitchFamily="18" charset="0"/>
                <a:sym typeface="Symbol" panose="05050102010706020507" pitchFamily="18" charset="2"/>
              </a:rPr>
              <a:t>¬</a:t>
            </a:r>
            <a:r>
              <a:rPr lang="en-US" altLang="zh-CN" sz="2000" dirty="0">
                <a:latin typeface="Times New Roman" panose="02020503050405090304" pitchFamily="18" charset="0"/>
              </a:rPr>
              <a:t>(</a:t>
            </a:r>
            <a:r>
              <a:rPr lang="en-US" altLang="zh-CN" sz="2000" i="1" dirty="0">
                <a:latin typeface="Times New Roman" panose="02020503050405090304" pitchFamily="18" charset="0"/>
              </a:rPr>
              <a:t>P </a:t>
            </a:r>
            <a:r>
              <a:rPr lang="en-US" altLang="zh-CN" sz="2000" dirty="0">
                <a:latin typeface="Symbol" panose="05050102010706020507" pitchFamily="18" charset="2"/>
              </a:rPr>
              <a:t>Ù</a:t>
            </a:r>
            <a:r>
              <a:rPr lang="en-US" altLang="zh-CN" sz="2000" i="1" dirty="0">
                <a:latin typeface="Times New Roman" panose="02020503050405090304" pitchFamily="18" charset="0"/>
              </a:rPr>
              <a:t>Q</a:t>
            </a:r>
            <a:r>
              <a:rPr lang="en-US" altLang="zh-CN" sz="2000" dirty="0">
                <a:latin typeface="Times New Roman" panose="02020503050405090304" pitchFamily="18" charset="0"/>
              </a:rPr>
              <a:t>) </a:t>
            </a:r>
            <a:r>
              <a:rPr lang="en-US" altLang="zh-CN" sz="2000" dirty="0">
                <a:latin typeface="Symbol" panose="05050102010706020507" pitchFamily="18" charset="2"/>
                <a:sym typeface="Symbol" panose="05050102010706020507" pitchFamily="18" charset="2"/>
              </a:rPr>
              <a:t></a:t>
            </a:r>
            <a:r>
              <a:rPr lang="en-US" altLang="zh-CN" sz="2000" dirty="0">
                <a:latin typeface="Symbol" panose="05050102010706020507" pitchFamily="18" charset="2"/>
              </a:rPr>
              <a:t> </a:t>
            </a:r>
            <a:r>
              <a:rPr lang="en-US" altLang="zh-CN" sz="2000" dirty="0">
                <a:latin typeface="Times New Roman" panose="02020503050405090304" pitchFamily="18" charset="0"/>
                <a:sym typeface="Symbol" panose="05050102010706020507" pitchFamily="18" charset="2"/>
              </a:rPr>
              <a:t>¬</a:t>
            </a:r>
            <a:r>
              <a:rPr lang="en-US" altLang="zh-CN" sz="2000" i="1" dirty="0">
                <a:latin typeface="Times New Roman" panose="02020503050405090304" pitchFamily="18" charset="0"/>
              </a:rPr>
              <a:t>P </a:t>
            </a:r>
            <a:r>
              <a:rPr lang="en-US" altLang="zh-CN" sz="2000" dirty="0">
                <a:latin typeface="Symbol" panose="05050102010706020507" pitchFamily="18" charset="2"/>
              </a:rPr>
              <a:t>Ú</a:t>
            </a:r>
            <a:r>
              <a:rPr lang="en-US" altLang="zh-CN" sz="2000" dirty="0">
                <a:latin typeface="Times New Roman" panose="02020503050405090304" pitchFamily="18" charset="0"/>
                <a:sym typeface="Symbol" panose="05050102010706020507" pitchFamily="18" charset="2"/>
              </a:rPr>
              <a:t>¬</a:t>
            </a:r>
            <a:r>
              <a:rPr lang="en-US" altLang="zh-CN" sz="2000" i="1" dirty="0">
                <a:latin typeface="Times New Roman" panose="02020503050405090304" pitchFamily="18" charset="0"/>
              </a:rPr>
              <a:t>Q	                        </a:t>
            </a:r>
            <a:r>
              <a:rPr lang="en-US" altLang="zh-CN" sz="2000" dirty="0">
                <a:latin typeface="Times New Roman" panose="02020503050405090304" pitchFamily="18" charset="0"/>
              </a:rPr>
              <a:t>DeMorgan’s laws（</a:t>
            </a:r>
            <a:r>
              <a:rPr lang="zh-CN" altLang="en-US" sz="2000" dirty="0">
                <a:latin typeface="Times New Roman" panose="02020503050405090304" pitchFamily="18" charset="0"/>
              </a:rPr>
              <a:t>德</a:t>
            </a:r>
            <a:r>
              <a:rPr lang="zh-CN" altLang="en-US" sz="2000" dirty="0">
                <a:latin typeface="Times New Roman" panose="02020503050405090304" pitchFamily="18" charset="0"/>
                <a:ea typeface="Times New Roman" panose="02020503050405090304" pitchFamily="18" charset="0"/>
              </a:rPr>
              <a:t>·</a:t>
            </a:r>
            <a:r>
              <a:rPr lang="zh-CN" altLang="en-US" sz="2000" dirty="0">
                <a:latin typeface="Times New Roman" panose="02020503050405090304" pitchFamily="18" charset="0"/>
              </a:rPr>
              <a:t>摩根律）</a:t>
            </a:r>
            <a:endParaRPr lang="zh-CN" altLang="en-US" sz="2000" i="1" dirty="0">
              <a:latin typeface="Times New Roman" panose="02020503050405090304" pitchFamily="18" charset="0"/>
            </a:endParaRPr>
          </a:p>
          <a:p>
            <a:pPr eaLnBrk="1" latinLnBrk="0" hangingPunct="1">
              <a:lnSpc>
                <a:spcPts val="2720"/>
              </a:lnSpc>
              <a:spcBef>
                <a:spcPts val="0"/>
              </a:spcBef>
            </a:pPr>
            <a:r>
              <a:rPr lang="en-US" altLang="zh-CN" sz="2000" dirty="0">
                <a:latin typeface="Times New Roman" panose="02020503050405090304" pitchFamily="18" charset="0"/>
                <a:sym typeface="Symbol" panose="05050102010706020507" pitchFamily="18" charset="2"/>
              </a:rPr>
              <a:t>¬</a:t>
            </a:r>
            <a:r>
              <a:rPr lang="en-US" altLang="zh-CN" sz="2000" dirty="0">
                <a:latin typeface="Times New Roman" panose="02020503050405090304" pitchFamily="18" charset="0"/>
              </a:rPr>
              <a:t>(</a:t>
            </a:r>
            <a:r>
              <a:rPr lang="en-US" altLang="zh-CN" sz="2000" i="1" dirty="0">
                <a:latin typeface="Times New Roman" panose="02020503050405090304" pitchFamily="18" charset="0"/>
              </a:rPr>
              <a:t>P </a:t>
            </a:r>
            <a:r>
              <a:rPr lang="en-US" altLang="zh-CN" sz="2000" dirty="0">
                <a:latin typeface="Symbol" panose="05050102010706020507" pitchFamily="18" charset="2"/>
              </a:rPr>
              <a:t>Ú</a:t>
            </a:r>
            <a:r>
              <a:rPr lang="en-US" altLang="zh-CN" sz="2000" i="1" dirty="0">
                <a:latin typeface="Times New Roman" panose="02020503050405090304" pitchFamily="18" charset="0"/>
              </a:rPr>
              <a:t>Q</a:t>
            </a:r>
            <a:r>
              <a:rPr lang="en-US" altLang="zh-CN" sz="2000" dirty="0">
                <a:latin typeface="Times New Roman" panose="02020503050405090304" pitchFamily="18" charset="0"/>
              </a:rPr>
              <a:t>) </a:t>
            </a:r>
            <a:r>
              <a:rPr lang="en-US" altLang="zh-CN" sz="2000" dirty="0">
                <a:latin typeface="Symbol" panose="05050102010706020507" pitchFamily="18" charset="2"/>
                <a:sym typeface="Symbol" panose="05050102010706020507" pitchFamily="18" charset="2"/>
              </a:rPr>
              <a:t></a:t>
            </a:r>
            <a:r>
              <a:rPr lang="en-US" altLang="zh-CN" sz="2000" dirty="0">
                <a:latin typeface="Symbol" panose="05050102010706020507" pitchFamily="18" charset="2"/>
              </a:rPr>
              <a:t> </a:t>
            </a:r>
            <a:r>
              <a:rPr lang="en-US" altLang="zh-CN" sz="2000" dirty="0">
                <a:latin typeface="Times New Roman" panose="02020503050405090304" pitchFamily="18" charset="0"/>
                <a:sym typeface="Symbol" panose="05050102010706020507" pitchFamily="18" charset="2"/>
              </a:rPr>
              <a:t>¬</a:t>
            </a:r>
            <a:r>
              <a:rPr lang="en-US" altLang="zh-CN" sz="2000" i="1" dirty="0">
                <a:latin typeface="Times New Roman" panose="02020503050405090304" pitchFamily="18" charset="0"/>
              </a:rPr>
              <a:t>P </a:t>
            </a:r>
            <a:r>
              <a:rPr lang="en-US" altLang="zh-CN" sz="2000" dirty="0">
                <a:latin typeface="Symbol" panose="05050102010706020507" pitchFamily="18" charset="2"/>
              </a:rPr>
              <a:t>Ù</a:t>
            </a:r>
            <a:r>
              <a:rPr lang="en-US" altLang="zh-CN" sz="2000" dirty="0">
                <a:latin typeface="Times New Roman" panose="02020503050405090304" pitchFamily="18" charset="0"/>
                <a:sym typeface="Symbol" panose="05050102010706020507" pitchFamily="18" charset="2"/>
              </a:rPr>
              <a:t>¬</a:t>
            </a:r>
            <a:r>
              <a:rPr lang="en-US" altLang="zh-CN" sz="2000" i="1" dirty="0">
                <a:latin typeface="Times New Roman" panose="02020503050405090304" pitchFamily="18" charset="0"/>
              </a:rPr>
              <a:t>Q</a:t>
            </a:r>
            <a:endParaRPr lang="en-US" altLang="zh-CN" sz="2000" i="1" dirty="0">
              <a:latin typeface="Times New Roman" panose="02020503050405090304" pitchFamily="18" charset="0"/>
            </a:endParaRPr>
          </a:p>
          <a:p>
            <a:pPr eaLnBrk="1" latinLnBrk="0" hangingPunct="1">
              <a:lnSpc>
                <a:spcPts val="2720"/>
              </a:lnSpc>
              <a:spcBef>
                <a:spcPts val="0"/>
              </a:spcBef>
            </a:pPr>
            <a:r>
              <a:rPr lang="en-US" altLang="zh-CN" sz="2000" i="1" dirty="0">
                <a:latin typeface="Times New Roman" panose="02020503050405090304" pitchFamily="18" charset="0"/>
              </a:rPr>
              <a:t>P </a:t>
            </a:r>
            <a:r>
              <a:rPr lang="en-US" altLang="zh-CN" sz="2000" dirty="0">
                <a:latin typeface="Symbol" panose="05050102010706020507" pitchFamily="18" charset="2"/>
              </a:rPr>
              <a:t>Ú</a:t>
            </a:r>
            <a:r>
              <a:rPr lang="en-US" altLang="zh-CN" sz="2000" dirty="0">
                <a:latin typeface="Times New Roman" panose="02020503050405090304" pitchFamily="18" charset="0"/>
              </a:rPr>
              <a:t>(</a:t>
            </a:r>
            <a:r>
              <a:rPr lang="en-US" altLang="zh-CN" sz="2000" i="1" dirty="0">
                <a:latin typeface="Times New Roman" panose="02020503050405090304" pitchFamily="18" charset="0"/>
              </a:rPr>
              <a:t>P </a:t>
            </a:r>
            <a:r>
              <a:rPr lang="en-US" altLang="zh-CN" sz="2000" dirty="0">
                <a:latin typeface="Symbol" panose="05050102010706020507" pitchFamily="18" charset="2"/>
              </a:rPr>
              <a:t>Ù</a:t>
            </a:r>
            <a:r>
              <a:rPr lang="en-US" altLang="zh-CN" sz="2000" i="1" dirty="0">
                <a:latin typeface="Times New Roman" panose="02020503050405090304" pitchFamily="18" charset="0"/>
              </a:rPr>
              <a:t>Q</a:t>
            </a:r>
            <a:r>
              <a:rPr lang="en-US" altLang="zh-CN" sz="2000" dirty="0">
                <a:latin typeface="Times New Roman" panose="02020503050405090304" pitchFamily="18" charset="0"/>
              </a:rPr>
              <a:t>) </a:t>
            </a:r>
            <a:r>
              <a:rPr lang="en-US" altLang="zh-CN" sz="2000" dirty="0">
                <a:latin typeface="Symbol" panose="05050102010706020507" pitchFamily="18" charset="2"/>
                <a:sym typeface="Symbol" panose="05050102010706020507" pitchFamily="18" charset="2"/>
              </a:rPr>
              <a:t></a:t>
            </a:r>
            <a:r>
              <a:rPr lang="en-US" altLang="zh-CN" sz="2000" dirty="0">
                <a:latin typeface="Symbol" panose="05050102010706020507" pitchFamily="18" charset="2"/>
              </a:rPr>
              <a:t> </a:t>
            </a:r>
            <a:r>
              <a:rPr lang="en-US" altLang="zh-CN" sz="2000" i="1" dirty="0">
                <a:latin typeface="Times New Roman" panose="02020503050405090304" pitchFamily="18" charset="0"/>
              </a:rPr>
              <a:t>P, P </a:t>
            </a:r>
            <a:r>
              <a:rPr lang="en-US" altLang="zh-CN" sz="2000" dirty="0">
                <a:latin typeface="Symbol" panose="05050102010706020507" pitchFamily="18" charset="2"/>
              </a:rPr>
              <a:t>Ù</a:t>
            </a:r>
            <a:r>
              <a:rPr lang="en-US" altLang="zh-CN" sz="2000" dirty="0">
                <a:latin typeface="Times New Roman" panose="02020503050405090304" pitchFamily="18" charset="0"/>
              </a:rPr>
              <a:t>(</a:t>
            </a:r>
            <a:r>
              <a:rPr lang="en-US" altLang="zh-CN" sz="2000" i="1" dirty="0">
                <a:latin typeface="Times New Roman" panose="02020503050405090304" pitchFamily="18" charset="0"/>
              </a:rPr>
              <a:t>P </a:t>
            </a:r>
            <a:r>
              <a:rPr lang="en-US" altLang="zh-CN" sz="2000" dirty="0">
                <a:latin typeface="Symbol" panose="05050102010706020507" pitchFamily="18" charset="2"/>
              </a:rPr>
              <a:t>Ú</a:t>
            </a:r>
            <a:r>
              <a:rPr lang="en-US" altLang="zh-CN" sz="2000" i="1" dirty="0">
                <a:latin typeface="Times New Roman" panose="02020503050405090304" pitchFamily="18" charset="0"/>
              </a:rPr>
              <a:t>Q</a:t>
            </a:r>
            <a:r>
              <a:rPr lang="en-US" altLang="zh-CN" sz="2000" dirty="0">
                <a:latin typeface="Times New Roman" panose="02020503050405090304" pitchFamily="18" charset="0"/>
              </a:rPr>
              <a:t>) </a:t>
            </a:r>
            <a:r>
              <a:rPr lang="en-US" altLang="zh-CN" sz="2000" dirty="0">
                <a:latin typeface="Symbol" panose="05050102010706020507" pitchFamily="18" charset="2"/>
                <a:sym typeface="Symbol" panose="05050102010706020507" pitchFamily="18" charset="2"/>
              </a:rPr>
              <a:t></a:t>
            </a:r>
            <a:r>
              <a:rPr lang="en-US" altLang="zh-CN" sz="2000" dirty="0">
                <a:latin typeface="Symbol" panose="05050102010706020507" pitchFamily="18" charset="2"/>
              </a:rPr>
              <a:t> </a:t>
            </a:r>
            <a:r>
              <a:rPr lang="en-US" altLang="zh-CN" sz="2000" i="1" dirty="0">
                <a:latin typeface="Times New Roman" panose="02020503050405090304" pitchFamily="18" charset="0"/>
              </a:rPr>
              <a:t>P        </a:t>
            </a:r>
            <a:r>
              <a:rPr lang="en-US" altLang="zh-CN" sz="2000" dirty="0">
                <a:latin typeface="Times New Roman" panose="02020503050405090304" pitchFamily="18" charset="0"/>
              </a:rPr>
              <a:t>Absorption（</a:t>
            </a:r>
            <a:r>
              <a:rPr lang="zh-CN" altLang="en-US" sz="2000" dirty="0">
                <a:latin typeface="Times New Roman" panose="02020503050405090304" pitchFamily="18" charset="0"/>
              </a:rPr>
              <a:t>吸收律）</a:t>
            </a:r>
            <a:endParaRPr lang="en-US" altLang="zh-CN" sz="2000" i="1" dirty="0">
              <a:latin typeface="Times New Roman" panose="02020503050405090304" pitchFamily="18" charset="0"/>
            </a:endParaRPr>
          </a:p>
          <a:p>
            <a:pPr eaLnBrk="1" latinLnBrk="0" hangingPunct="1">
              <a:lnSpc>
                <a:spcPts val="2720"/>
              </a:lnSpc>
              <a:spcBef>
                <a:spcPts val="0"/>
              </a:spcBef>
            </a:pPr>
            <a:r>
              <a:rPr lang="en-US" altLang="zh-CN" sz="2000" i="1" dirty="0">
                <a:latin typeface="Times New Roman" panose="02020503050405090304" pitchFamily="18" charset="0"/>
              </a:rPr>
              <a:t>P </a:t>
            </a:r>
            <a:r>
              <a:rPr lang="en-US" altLang="zh-CN" sz="2000" dirty="0">
                <a:latin typeface="Symbol" panose="05050102010706020507" pitchFamily="18" charset="2"/>
              </a:rPr>
              <a:t>Ú</a:t>
            </a:r>
            <a:r>
              <a:rPr lang="en-US" altLang="zh-CN" sz="2000" dirty="0">
                <a:latin typeface="Times New Roman" panose="02020503050405090304" pitchFamily="18" charset="0"/>
                <a:sym typeface="Symbol" panose="05050102010706020507" pitchFamily="18" charset="2"/>
              </a:rPr>
              <a:t>¬</a:t>
            </a:r>
            <a:r>
              <a:rPr lang="en-US" altLang="zh-CN" sz="2000" i="1" dirty="0">
                <a:latin typeface="Times New Roman" panose="02020503050405090304" pitchFamily="18" charset="0"/>
              </a:rPr>
              <a:t>P </a:t>
            </a:r>
            <a:r>
              <a:rPr lang="en-US" altLang="zh-CN" sz="2000" dirty="0">
                <a:latin typeface="Symbol" panose="05050102010706020507" pitchFamily="18" charset="2"/>
                <a:sym typeface="Symbol" panose="05050102010706020507" pitchFamily="18" charset="2"/>
              </a:rPr>
              <a:t></a:t>
            </a:r>
            <a:r>
              <a:rPr lang="en-US" altLang="zh-CN" sz="2000" dirty="0">
                <a:latin typeface="Symbol" panose="05050102010706020507" pitchFamily="18" charset="2"/>
              </a:rPr>
              <a:t> </a:t>
            </a:r>
            <a:r>
              <a:rPr lang="en-US" altLang="zh-CN" sz="2000" i="1" dirty="0">
                <a:latin typeface="Times New Roman" panose="02020503050405090304" pitchFamily="18" charset="0"/>
              </a:rPr>
              <a:t>T			          </a:t>
            </a:r>
            <a:r>
              <a:rPr lang="en-US" altLang="zh-CN" sz="2000" dirty="0">
                <a:latin typeface="Times New Roman" panose="02020503050405090304" pitchFamily="18" charset="0"/>
              </a:rPr>
              <a:t>Excluded middle（</a:t>
            </a:r>
            <a:r>
              <a:rPr lang="zh-CN" altLang="en-US" sz="2000" dirty="0">
                <a:latin typeface="Times New Roman" panose="02020503050405090304" pitchFamily="18" charset="0"/>
              </a:rPr>
              <a:t>排中律）</a:t>
            </a:r>
            <a:endParaRPr lang="zh-CN" altLang="en-US" sz="2000" i="1" dirty="0">
              <a:latin typeface="Times New Roman" panose="02020503050405090304" pitchFamily="18" charset="0"/>
            </a:endParaRPr>
          </a:p>
          <a:p>
            <a:pPr eaLnBrk="1" latinLnBrk="0" hangingPunct="1">
              <a:lnSpc>
                <a:spcPts val="2720"/>
              </a:lnSpc>
              <a:spcBef>
                <a:spcPts val="0"/>
              </a:spcBef>
            </a:pPr>
            <a:r>
              <a:rPr lang="en-US" altLang="zh-CN" sz="2000" i="1" dirty="0">
                <a:latin typeface="Times New Roman" panose="02020503050405090304" pitchFamily="18" charset="0"/>
              </a:rPr>
              <a:t>P </a:t>
            </a:r>
            <a:r>
              <a:rPr lang="en-US" altLang="zh-CN" sz="2000" dirty="0">
                <a:latin typeface="Symbol" panose="05050102010706020507" pitchFamily="18" charset="2"/>
              </a:rPr>
              <a:t>Ù</a:t>
            </a:r>
            <a:r>
              <a:rPr lang="en-US" altLang="zh-CN" sz="2000" dirty="0">
                <a:latin typeface="Times New Roman" panose="02020503050405090304" pitchFamily="18" charset="0"/>
                <a:sym typeface="Symbol" panose="05050102010706020507" pitchFamily="18" charset="2"/>
              </a:rPr>
              <a:t>¬</a:t>
            </a:r>
            <a:r>
              <a:rPr lang="en-US" altLang="zh-CN" sz="2000" i="1" dirty="0">
                <a:latin typeface="Times New Roman" panose="02020503050405090304" pitchFamily="18" charset="0"/>
              </a:rPr>
              <a:t>P </a:t>
            </a:r>
            <a:r>
              <a:rPr lang="en-US" altLang="zh-CN" sz="2000" dirty="0">
                <a:latin typeface="Symbol" panose="05050102010706020507" pitchFamily="18" charset="2"/>
                <a:sym typeface="Symbol" panose="05050102010706020507" pitchFamily="18" charset="2"/>
              </a:rPr>
              <a:t></a:t>
            </a:r>
            <a:r>
              <a:rPr lang="en-US" altLang="zh-CN" sz="2000" dirty="0">
                <a:latin typeface="Symbol" panose="05050102010706020507" pitchFamily="18" charset="2"/>
              </a:rPr>
              <a:t> </a:t>
            </a:r>
            <a:r>
              <a:rPr lang="en-US" altLang="zh-CN" sz="2000" i="1" dirty="0">
                <a:latin typeface="Times New Roman" panose="02020503050405090304" pitchFamily="18" charset="0"/>
              </a:rPr>
              <a:t>F			          </a:t>
            </a:r>
            <a:r>
              <a:rPr lang="en-US" altLang="zh-CN" sz="2000" dirty="0">
                <a:latin typeface="Times New Roman" panose="02020503050405090304" pitchFamily="18" charset="0"/>
              </a:rPr>
              <a:t>Contradiction（</a:t>
            </a:r>
            <a:r>
              <a:rPr lang="zh-CN" altLang="en-US" sz="2000" dirty="0">
                <a:latin typeface="Times New Roman" panose="02020503050405090304" pitchFamily="18" charset="0"/>
              </a:rPr>
              <a:t>矛盾律）</a:t>
            </a:r>
            <a:endParaRPr lang="zh-CN" altLang="en-US" sz="2000" dirty="0">
              <a:latin typeface="Times New Roman" panose="02020503050405090304" pitchFamily="18" charset="0"/>
            </a:endParaRPr>
          </a:p>
          <a:p>
            <a:pPr eaLnBrk="1" latinLnBrk="0" hangingPunct="1">
              <a:lnSpc>
                <a:spcPts val="2720"/>
              </a:lnSpc>
              <a:spcBef>
                <a:spcPts val="0"/>
              </a:spcBef>
            </a:pPr>
            <a:r>
              <a:rPr lang="en-US" altLang="zh-CN" sz="2000" i="1" dirty="0">
                <a:latin typeface="Times New Roman" panose="02020503050405090304" pitchFamily="18" charset="0"/>
              </a:rPr>
              <a:t>P </a:t>
            </a:r>
            <a:r>
              <a:rPr lang="en-US" altLang="zh-CN" sz="1600" dirty="0">
                <a:latin typeface="Symbol" panose="05050102010706020507" pitchFamily="18" charset="2"/>
                <a:sym typeface="Symbol" panose="05050102010706020507" pitchFamily="18" charset="2"/>
              </a:rPr>
              <a:t></a:t>
            </a:r>
            <a:r>
              <a:rPr lang="en-US" altLang="zh-CN" sz="2000" dirty="0">
                <a:latin typeface="Symbol" panose="05050102010706020507" pitchFamily="18" charset="2"/>
              </a:rPr>
              <a:t> </a:t>
            </a:r>
            <a:r>
              <a:rPr lang="en-US" altLang="zh-CN" sz="2000" i="1" dirty="0">
                <a:latin typeface="Times New Roman" panose="02020503050405090304" pitchFamily="18" charset="0"/>
              </a:rPr>
              <a:t>Q </a:t>
            </a:r>
            <a:r>
              <a:rPr lang="en-US" altLang="zh-CN" sz="2000" dirty="0">
                <a:latin typeface="Symbol" panose="05050102010706020507" pitchFamily="18" charset="2"/>
                <a:sym typeface="Symbol" panose="05050102010706020507" pitchFamily="18" charset="2"/>
              </a:rPr>
              <a:t></a:t>
            </a:r>
            <a:r>
              <a:rPr lang="en-US" altLang="zh-CN" sz="2000" dirty="0">
                <a:latin typeface="Symbol" panose="05050102010706020507" pitchFamily="18" charset="2"/>
              </a:rPr>
              <a:t> </a:t>
            </a:r>
            <a:r>
              <a:rPr lang="en-US" altLang="zh-CN" sz="2000" dirty="0">
                <a:latin typeface="Times New Roman" panose="02020503050405090304" pitchFamily="18" charset="0"/>
                <a:sym typeface="Symbol" panose="05050102010706020507" pitchFamily="18" charset="2"/>
              </a:rPr>
              <a:t>¬</a:t>
            </a:r>
            <a:r>
              <a:rPr lang="en-US" altLang="zh-CN" sz="2000" i="1" dirty="0">
                <a:latin typeface="Times New Roman" panose="02020503050405090304" pitchFamily="18" charset="0"/>
              </a:rPr>
              <a:t>P </a:t>
            </a:r>
            <a:r>
              <a:rPr lang="en-US" altLang="zh-CN" sz="2000" dirty="0">
                <a:latin typeface="Symbol" panose="05050102010706020507" pitchFamily="18" charset="2"/>
              </a:rPr>
              <a:t>Ú</a:t>
            </a:r>
            <a:r>
              <a:rPr lang="en-US" altLang="zh-CN" sz="2000" i="1" dirty="0">
                <a:latin typeface="Times New Roman" panose="02020503050405090304" pitchFamily="18" charset="0"/>
              </a:rPr>
              <a:t>Q 	                        </a:t>
            </a:r>
            <a:r>
              <a:rPr lang="en-US" altLang="zh-CN" sz="2000" dirty="0">
                <a:latin typeface="Times New Roman" panose="02020503050405090304" pitchFamily="18" charset="0"/>
              </a:rPr>
              <a:t>Implication（</a:t>
            </a:r>
            <a:r>
              <a:rPr lang="zh-CN" altLang="en-US" sz="2000" dirty="0">
                <a:latin typeface="Times New Roman" panose="02020503050405090304" pitchFamily="18" charset="0"/>
              </a:rPr>
              <a:t>蕴涵等值式）</a:t>
            </a:r>
            <a:endParaRPr lang="zh-CN" altLang="en-US" sz="2000" dirty="0">
              <a:latin typeface="Times New Roman" panose="02020503050405090304" pitchFamily="18" charset="0"/>
            </a:endParaRPr>
          </a:p>
          <a:p>
            <a:pPr eaLnBrk="1" latinLnBrk="0" hangingPunct="1">
              <a:lnSpc>
                <a:spcPts val="2720"/>
              </a:lnSpc>
              <a:spcBef>
                <a:spcPts val="0"/>
              </a:spcBef>
            </a:pPr>
            <a:r>
              <a:rPr lang="en-US" altLang="zh-CN" sz="2000" dirty="0">
                <a:latin typeface="Times New Roman" panose="02020503050405090304" pitchFamily="18" charset="0"/>
              </a:rPr>
              <a:t>(</a:t>
            </a:r>
            <a:r>
              <a:rPr lang="en-US" altLang="zh-CN" sz="2000" i="1" dirty="0">
                <a:latin typeface="Times New Roman" panose="02020503050405090304" pitchFamily="18" charset="0"/>
              </a:rPr>
              <a:t>P </a:t>
            </a:r>
            <a:r>
              <a:rPr lang="en-US" altLang="zh-CN" sz="1600" dirty="0">
                <a:latin typeface="Symbol" panose="05050102010706020507" pitchFamily="18" charset="2"/>
                <a:sym typeface="Symbol" panose="05050102010706020507" pitchFamily="18" charset="2"/>
              </a:rPr>
              <a:t></a:t>
            </a:r>
            <a:r>
              <a:rPr lang="en-US" altLang="zh-CN" sz="2000" dirty="0">
                <a:latin typeface="Symbol" panose="05050102010706020507" pitchFamily="18" charset="2"/>
              </a:rPr>
              <a:t> </a:t>
            </a:r>
            <a:r>
              <a:rPr lang="en-US" altLang="zh-CN" sz="2000" i="1" dirty="0">
                <a:latin typeface="Times New Roman" panose="02020503050405090304" pitchFamily="18" charset="0"/>
              </a:rPr>
              <a:t>Q</a:t>
            </a:r>
            <a:r>
              <a:rPr lang="en-US" altLang="zh-CN" sz="2000" dirty="0">
                <a:latin typeface="Times New Roman" panose="02020503050405090304" pitchFamily="18" charset="0"/>
              </a:rPr>
              <a:t>) </a:t>
            </a:r>
            <a:r>
              <a:rPr lang="en-US" altLang="zh-CN" sz="2000" dirty="0">
                <a:latin typeface="Symbol" panose="05050102010706020507" pitchFamily="18" charset="2"/>
              </a:rPr>
              <a:t>Ù</a:t>
            </a:r>
            <a:r>
              <a:rPr lang="en-US" altLang="zh-CN" sz="2000" dirty="0">
                <a:latin typeface="Times New Roman" panose="02020503050405090304" pitchFamily="18" charset="0"/>
              </a:rPr>
              <a:t>(</a:t>
            </a:r>
            <a:r>
              <a:rPr lang="en-US" altLang="zh-CN" sz="2000" i="1" dirty="0">
                <a:latin typeface="Times New Roman" panose="02020503050405090304" pitchFamily="18" charset="0"/>
              </a:rPr>
              <a:t>Q </a:t>
            </a:r>
            <a:r>
              <a:rPr lang="en-US" altLang="zh-CN" sz="1600" dirty="0">
                <a:latin typeface="Symbol" panose="05050102010706020507" pitchFamily="18" charset="2"/>
                <a:sym typeface="Symbol" panose="05050102010706020507" pitchFamily="18" charset="2"/>
              </a:rPr>
              <a:t></a:t>
            </a:r>
            <a:r>
              <a:rPr lang="en-US" altLang="zh-CN" sz="2000" dirty="0">
                <a:latin typeface="Symbol" panose="05050102010706020507" pitchFamily="18" charset="2"/>
              </a:rPr>
              <a:t> </a:t>
            </a:r>
            <a:r>
              <a:rPr lang="en-US" altLang="zh-CN" sz="2000" i="1" dirty="0">
                <a:latin typeface="Times New Roman" panose="02020503050405090304" pitchFamily="18" charset="0"/>
              </a:rPr>
              <a:t>P</a:t>
            </a:r>
            <a:r>
              <a:rPr lang="en-US" altLang="zh-CN" sz="2000" dirty="0">
                <a:latin typeface="Times New Roman" panose="02020503050405090304" pitchFamily="18" charset="0"/>
              </a:rPr>
              <a:t>) </a:t>
            </a:r>
            <a:r>
              <a:rPr lang="en-US" altLang="zh-CN" sz="2000" dirty="0">
                <a:latin typeface="Symbol" panose="05050102010706020507" pitchFamily="18" charset="2"/>
                <a:sym typeface="Symbol" panose="05050102010706020507" pitchFamily="18" charset="2"/>
              </a:rPr>
              <a:t></a:t>
            </a:r>
            <a:r>
              <a:rPr lang="en-US" altLang="zh-CN" sz="2000" dirty="0">
                <a:latin typeface="Symbol" panose="05050102010706020507" pitchFamily="18" charset="2"/>
              </a:rPr>
              <a:t> </a:t>
            </a:r>
            <a:r>
              <a:rPr lang="en-US" altLang="zh-CN" sz="2000" dirty="0">
                <a:latin typeface="Times New Roman" panose="02020503050405090304" pitchFamily="18" charset="0"/>
              </a:rPr>
              <a:t>(</a:t>
            </a:r>
            <a:r>
              <a:rPr lang="en-US" altLang="zh-CN" sz="2000" i="1" dirty="0">
                <a:latin typeface="Times New Roman" panose="02020503050405090304" pitchFamily="18" charset="0"/>
              </a:rPr>
              <a:t>P</a:t>
            </a:r>
            <a:r>
              <a:rPr lang="en-US" altLang="zh-CN" sz="2000" dirty="0">
                <a:latin typeface="Symbol" panose="05050102010706020507" pitchFamily="18" charset="2"/>
                <a:sym typeface="Symbol" panose="05050102010706020507" pitchFamily="18" charset="2"/>
              </a:rPr>
              <a:t></a:t>
            </a:r>
            <a:r>
              <a:rPr lang="en-US" altLang="zh-CN" sz="2000" i="1" dirty="0">
                <a:latin typeface="Times New Roman" panose="02020503050405090304" pitchFamily="18" charset="0"/>
              </a:rPr>
              <a:t>Q</a:t>
            </a:r>
            <a:r>
              <a:rPr lang="en-US" altLang="zh-CN" sz="2000" dirty="0">
                <a:latin typeface="Times New Roman" panose="02020503050405090304" pitchFamily="18" charset="0"/>
              </a:rPr>
              <a:t>)	         Equivalence</a:t>
            </a:r>
            <a:r>
              <a:rPr lang="zh-CN" altLang="en-US" sz="2000" dirty="0">
                <a:latin typeface="Times New Roman" panose="02020503050405090304" pitchFamily="18" charset="0"/>
              </a:rPr>
              <a:t>（等价等值式）</a:t>
            </a:r>
            <a:endParaRPr lang="en-US" altLang="zh-CN" sz="2000" dirty="0">
              <a:latin typeface="Times New Roman" panose="02020503050405090304" pitchFamily="18" charset="0"/>
            </a:endParaRPr>
          </a:p>
          <a:p>
            <a:pPr eaLnBrk="1" latinLnBrk="0" hangingPunct="1">
              <a:lnSpc>
                <a:spcPts val="2720"/>
              </a:lnSpc>
              <a:spcBef>
                <a:spcPts val="0"/>
              </a:spcBef>
            </a:pPr>
            <a:r>
              <a:rPr lang="en-US" altLang="zh-CN" sz="2000" i="1" dirty="0">
                <a:latin typeface="Times New Roman" panose="02020503050405090304" pitchFamily="18" charset="0"/>
              </a:rPr>
              <a:t>P</a:t>
            </a:r>
            <a:r>
              <a:rPr lang="en-US" altLang="zh-CN" sz="2000" dirty="0">
                <a:latin typeface="Symbol" panose="05050102010706020507" pitchFamily="18" charset="2"/>
                <a:sym typeface="Symbol" panose="05050102010706020507" pitchFamily="18" charset="2"/>
              </a:rPr>
              <a:t></a:t>
            </a:r>
            <a:r>
              <a:rPr lang="en-US" altLang="zh-CN" sz="2000" i="1" dirty="0">
                <a:latin typeface="Times New Roman" panose="02020503050405090304" pitchFamily="18" charset="0"/>
              </a:rPr>
              <a:t>Q</a:t>
            </a:r>
            <a:r>
              <a:rPr lang="en-US" altLang="zh-CN" sz="2000" dirty="0">
                <a:latin typeface="Symbol" panose="05050102010706020507" pitchFamily="18" charset="2"/>
                <a:sym typeface="Symbol" panose="05050102010706020507" pitchFamily="18" charset="2"/>
              </a:rPr>
              <a:t> </a:t>
            </a:r>
            <a:r>
              <a:rPr lang="en-US" altLang="zh-CN" sz="2000" i="1" dirty="0">
                <a:latin typeface="Times New Roman" panose="02020503050405090304" pitchFamily="18" charset="0"/>
              </a:rPr>
              <a:t> </a:t>
            </a:r>
            <a:r>
              <a:rPr lang="en-US" altLang="zh-CN" sz="2000" dirty="0">
                <a:latin typeface="Times New Roman" panose="02020503050405090304" pitchFamily="18" charset="0"/>
                <a:sym typeface="Symbol" panose="05050102010706020507" pitchFamily="18" charset="2"/>
              </a:rPr>
              <a:t>¬</a:t>
            </a:r>
            <a:r>
              <a:rPr lang="en-US" altLang="zh-CN" sz="2000" dirty="0">
                <a:latin typeface="Symbol" panose="05050102010706020507" pitchFamily="18" charset="2"/>
              </a:rPr>
              <a:t> </a:t>
            </a:r>
            <a:r>
              <a:rPr lang="en-US" altLang="zh-CN" sz="2000" i="1" dirty="0">
                <a:latin typeface="Times New Roman" panose="02020503050405090304" pitchFamily="18" charset="0"/>
              </a:rPr>
              <a:t>P</a:t>
            </a:r>
            <a:r>
              <a:rPr lang="en-US" altLang="zh-CN" sz="2000" dirty="0">
                <a:latin typeface="Symbol" panose="05050102010706020507" pitchFamily="18" charset="2"/>
                <a:sym typeface="Symbol" panose="05050102010706020507" pitchFamily="18" charset="2"/>
              </a:rPr>
              <a:t></a:t>
            </a:r>
            <a:r>
              <a:rPr lang="en-US" altLang="zh-CN" sz="2000" dirty="0">
                <a:latin typeface="Symbol" panose="05050102010706020507" pitchFamily="18" charset="2"/>
              </a:rPr>
              <a:t> </a:t>
            </a:r>
            <a:r>
              <a:rPr lang="en-US" altLang="zh-CN" sz="2000" dirty="0">
                <a:latin typeface="Times New Roman" panose="02020503050405090304" pitchFamily="18" charset="0"/>
                <a:sym typeface="Symbol" panose="05050102010706020507" pitchFamily="18" charset="2"/>
              </a:rPr>
              <a:t>¬</a:t>
            </a:r>
            <a:r>
              <a:rPr lang="en-US" altLang="zh-CN" sz="2000" dirty="0">
                <a:latin typeface="Symbol" panose="05050102010706020507" pitchFamily="18" charset="2"/>
              </a:rPr>
              <a:t> </a:t>
            </a:r>
            <a:r>
              <a:rPr lang="en-US" altLang="zh-CN" sz="2000" i="1" dirty="0">
                <a:latin typeface="Times New Roman" panose="02020503050405090304" pitchFamily="18" charset="0"/>
              </a:rPr>
              <a:t>Q</a:t>
            </a:r>
            <a:r>
              <a:rPr lang="en-US" altLang="zh-CN" sz="2000" dirty="0">
                <a:latin typeface="Symbol" panose="05050102010706020507" pitchFamily="18" charset="2"/>
                <a:sym typeface="Symbol" panose="05050102010706020507" pitchFamily="18" charset="2"/>
              </a:rPr>
              <a:t>                       E</a:t>
            </a:r>
            <a:r>
              <a:rPr lang="en-US" altLang="zh-CN" sz="2000" dirty="0">
                <a:latin typeface="Times New Roman" panose="02020503050405090304" pitchFamily="18" charset="0"/>
              </a:rPr>
              <a:t>quivalent negation </a:t>
            </a:r>
            <a:r>
              <a:rPr lang="zh-CN" altLang="en-US" sz="2000" dirty="0">
                <a:latin typeface="Times New Roman" panose="02020503050405090304" pitchFamily="18" charset="0"/>
              </a:rPr>
              <a:t>（等价否定等值式）</a:t>
            </a:r>
            <a:endParaRPr lang="en-US" altLang="zh-CN" sz="2000" dirty="0">
              <a:latin typeface="Times New Roman" panose="02020503050405090304" pitchFamily="18" charset="0"/>
            </a:endParaRPr>
          </a:p>
          <a:p>
            <a:pPr eaLnBrk="1" latinLnBrk="0" hangingPunct="1">
              <a:lnSpc>
                <a:spcPts val="2720"/>
              </a:lnSpc>
              <a:spcBef>
                <a:spcPts val="0"/>
              </a:spcBef>
            </a:pPr>
            <a:r>
              <a:rPr lang="en-US" altLang="zh-CN" sz="2000" dirty="0">
                <a:latin typeface="Times New Roman" panose="02020503050405090304" pitchFamily="18" charset="0"/>
              </a:rPr>
              <a:t>(</a:t>
            </a:r>
            <a:r>
              <a:rPr lang="en-US" altLang="zh-CN" sz="2000" i="1" dirty="0">
                <a:latin typeface="Times New Roman" panose="02020503050405090304" pitchFamily="18" charset="0"/>
              </a:rPr>
              <a:t>P </a:t>
            </a:r>
            <a:r>
              <a:rPr lang="en-US" altLang="zh-CN" sz="1600" dirty="0">
                <a:latin typeface="Symbol" panose="05050102010706020507" pitchFamily="18" charset="2"/>
                <a:sym typeface="Symbol" panose="05050102010706020507" pitchFamily="18" charset="2"/>
              </a:rPr>
              <a:t></a:t>
            </a:r>
            <a:r>
              <a:rPr lang="en-US" altLang="zh-CN" sz="2000" dirty="0">
                <a:latin typeface="Symbol" panose="05050102010706020507" pitchFamily="18" charset="2"/>
              </a:rPr>
              <a:t> </a:t>
            </a:r>
            <a:r>
              <a:rPr lang="en-US" altLang="zh-CN" sz="2000" i="1" dirty="0">
                <a:latin typeface="Times New Roman" panose="02020503050405090304" pitchFamily="18" charset="0"/>
              </a:rPr>
              <a:t>Q</a:t>
            </a:r>
            <a:r>
              <a:rPr lang="en-US" altLang="zh-CN" sz="2000" dirty="0">
                <a:latin typeface="Times New Roman" panose="02020503050405090304" pitchFamily="18" charset="0"/>
              </a:rPr>
              <a:t>) </a:t>
            </a:r>
            <a:r>
              <a:rPr lang="en-US" altLang="zh-CN" sz="2000" dirty="0">
                <a:latin typeface="Symbol" panose="05050102010706020507" pitchFamily="18" charset="2"/>
              </a:rPr>
              <a:t>Ù</a:t>
            </a:r>
            <a:r>
              <a:rPr lang="en-US" altLang="zh-CN" sz="2000" dirty="0">
                <a:latin typeface="Times New Roman" panose="02020503050405090304" pitchFamily="18" charset="0"/>
              </a:rPr>
              <a:t>(</a:t>
            </a:r>
            <a:r>
              <a:rPr lang="en-US" altLang="zh-CN" sz="2000" i="1" dirty="0">
                <a:latin typeface="Times New Roman" panose="02020503050405090304" pitchFamily="18" charset="0"/>
              </a:rPr>
              <a:t>P </a:t>
            </a:r>
            <a:r>
              <a:rPr lang="en-US" altLang="zh-CN" sz="1600" dirty="0">
                <a:latin typeface="Symbol" panose="05050102010706020507" pitchFamily="18" charset="2"/>
                <a:sym typeface="Symbol" panose="05050102010706020507" pitchFamily="18" charset="2"/>
              </a:rPr>
              <a:t></a:t>
            </a:r>
            <a:r>
              <a:rPr lang="en-US" altLang="zh-CN" sz="2000" dirty="0">
                <a:latin typeface="Symbol" panose="05050102010706020507" pitchFamily="18" charset="2"/>
              </a:rPr>
              <a:t> </a:t>
            </a:r>
            <a:r>
              <a:rPr lang="en-US" altLang="zh-CN" sz="2000" dirty="0">
                <a:latin typeface="Times New Roman" panose="02020503050405090304" pitchFamily="18" charset="0"/>
                <a:sym typeface="Symbol" panose="05050102010706020507" pitchFamily="18" charset="2"/>
              </a:rPr>
              <a:t>¬</a:t>
            </a:r>
            <a:r>
              <a:rPr lang="en-US" altLang="zh-CN" sz="2000" i="1" dirty="0">
                <a:latin typeface="Times New Roman" panose="02020503050405090304" pitchFamily="18" charset="0"/>
              </a:rPr>
              <a:t>Q</a:t>
            </a:r>
            <a:r>
              <a:rPr lang="en-US" altLang="zh-CN" sz="2000" dirty="0">
                <a:latin typeface="Times New Roman" panose="02020503050405090304" pitchFamily="18" charset="0"/>
              </a:rPr>
              <a:t>) </a:t>
            </a:r>
            <a:r>
              <a:rPr lang="en-US" altLang="zh-CN" sz="2000" dirty="0">
                <a:latin typeface="Symbol" panose="05050102010706020507" pitchFamily="18" charset="2"/>
                <a:sym typeface="Symbol" panose="05050102010706020507" pitchFamily="18" charset="2"/>
              </a:rPr>
              <a:t></a:t>
            </a:r>
            <a:r>
              <a:rPr lang="en-US" altLang="zh-CN" sz="2000" dirty="0">
                <a:latin typeface="Symbol" panose="05050102010706020507" pitchFamily="18" charset="2"/>
              </a:rPr>
              <a:t> </a:t>
            </a:r>
            <a:r>
              <a:rPr lang="en-US" altLang="zh-CN" sz="2000" dirty="0">
                <a:latin typeface="Times New Roman" panose="02020503050405090304" pitchFamily="18" charset="0"/>
                <a:sym typeface="Symbol" panose="05050102010706020507" pitchFamily="18" charset="2"/>
              </a:rPr>
              <a:t>¬</a:t>
            </a:r>
            <a:r>
              <a:rPr lang="en-US" altLang="zh-CN" sz="2000" i="1" dirty="0">
                <a:latin typeface="Times New Roman" panose="02020503050405090304" pitchFamily="18" charset="0"/>
              </a:rPr>
              <a:t>P	         </a:t>
            </a:r>
            <a:r>
              <a:rPr lang="en-US" altLang="zh-CN" sz="2000" dirty="0">
                <a:latin typeface="Times New Roman" panose="02020503050405090304" pitchFamily="18" charset="0"/>
              </a:rPr>
              <a:t>Absurdity</a:t>
            </a:r>
            <a:r>
              <a:rPr lang="zh-CN" altLang="en-US" sz="2000" dirty="0">
                <a:latin typeface="Times New Roman" panose="02020503050405090304" pitchFamily="18" charset="0"/>
              </a:rPr>
              <a:t>（归谬论）</a:t>
            </a:r>
            <a:endParaRPr lang="en-US" altLang="zh-CN" sz="2000" dirty="0">
              <a:latin typeface="Times New Roman" panose="02020503050405090304" pitchFamily="18" charset="0"/>
            </a:endParaRPr>
          </a:p>
          <a:p>
            <a:pPr eaLnBrk="1" latinLnBrk="0" hangingPunct="1">
              <a:lnSpc>
                <a:spcPts val="2720"/>
              </a:lnSpc>
              <a:spcBef>
                <a:spcPts val="0"/>
              </a:spcBef>
            </a:pPr>
            <a:r>
              <a:rPr lang="en-US" altLang="zh-CN" sz="2000" dirty="0">
                <a:latin typeface="Times New Roman" panose="02020503050405090304" pitchFamily="18" charset="0"/>
              </a:rPr>
              <a:t>(</a:t>
            </a:r>
            <a:r>
              <a:rPr lang="en-US" altLang="zh-CN" sz="2000" i="1" dirty="0">
                <a:latin typeface="Times New Roman" panose="02020503050405090304" pitchFamily="18" charset="0"/>
              </a:rPr>
              <a:t>P </a:t>
            </a:r>
            <a:r>
              <a:rPr lang="en-US" altLang="zh-CN" sz="1600" dirty="0">
                <a:latin typeface="Symbol" panose="05050102010706020507" pitchFamily="18" charset="2"/>
                <a:sym typeface="Symbol" panose="05050102010706020507" pitchFamily="18" charset="2"/>
              </a:rPr>
              <a:t></a:t>
            </a:r>
            <a:r>
              <a:rPr lang="en-US" altLang="zh-CN" sz="2000" dirty="0">
                <a:latin typeface="Symbol" panose="05050102010706020507" pitchFamily="18" charset="2"/>
              </a:rPr>
              <a:t> </a:t>
            </a:r>
            <a:r>
              <a:rPr lang="en-US" altLang="zh-CN" sz="2000" i="1" dirty="0">
                <a:latin typeface="Times New Roman" panose="02020503050405090304" pitchFamily="18" charset="0"/>
              </a:rPr>
              <a:t>Q</a:t>
            </a:r>
            <a:r>
              <a:rPr lang="en-US" altLang="zh-CN" sz="2000" dirty="0">
                <a:latin typeface="Times New Roman" panose="02020503050405090304" pitchFamily="18" charset="0"/>
              </a:rPr>
              <a:t>) </a:t>
            </a:r>
            <a:r>
              <a:rPr lang="en-US" altLang="zh-CN" sz="2000" dirty="0">
                <a:latin typeface="Symbol" panose="05050102010706020507" pitchFamily="18" charset="2"/>
                <a:sym typeface="Symbol" panose="05050102010706020507" pitchFamily="18" charset="2"/>
              </a:rPr>
              <a:t></a:t>
            </a:r>
            <a:r>
              <a:rPr lang="en-US" altLang="zh-CN" sz="2000" dirty="0">
                <a:latin typeface="Symbol" panose="05050102010706020507" pitchFamily="18" charset="2"/>
              </a:rPr>
              <a:t> </a:t>
            </a:r>
            <a:r>
              <a:rPr lang="en-US" altLang="zh-CN" sz="2000" dirty="0">
                <a:latin typeface="Times New Roman" panose="02020503050405090304" pitchFamily="18" charset="0"/>
              </a:rPr>
              <a:t>(</a:t>
            </a:r>
            <a:r>
              <a:rPr lang="en-US" altLang="zh-CN" sz="2000" dirty="0">
                <a:latin typeface="Times New Roman" panose="02020503050405090304" pitchFamily="18" charset="0"/>
                <a:sym typeface="Symbol" panose="05050102010706020507" pitchFamily="18" charset="2"/>
              </a:rPr>
              <a:t>¬</a:t>
            </a:r>
            <a:r>
              <a:rPr lang="en-US" altLang="zh-CN" sz="2000" i="1" dirty="0">
                <a:latin typeface="Times New Roman" panose="02020503050405090304" pitchFamily="18" charset="0"/>
              </a:rPr>
              <a:t>Q </a:t>
            </a:r>
            <a:r>
              <a:rPr lang="en-US" altLang="zh-CN" sz="1600" dirty="0">
                <a:latin typeface="Symbol" panose="05050102010706020507" pitchFamily="18" charset="2"/>
                <a:sym typeface="Symbol" panose="05050102010706020507" pitchFamily="18" charset="2"/>
              </a:rPr>
              <a:t></a:t>
            </a:r>
            <a:r>
              <a:rPr lang="en-US" altLang="zh-CN" sz="2000" dirty="0">
                <a:latin typeface="Symbol" panose="05050102010706020507" pitchFamily="18" charset="2"/>
              </a:rPr>
              <a:t> </a:t>
            </a:r>
            <a:r>
              <a:rPr lang="en-US" altLang="zh-CN" sz="2000" dirty="0">
                <a:latin typeface="Times New Roman" panose="02020503050405090304" pitchFamily="18" charset="0"/>
                <a:sym typeface="Symbol" panose="05050102010706020507" pitchFamily="18" charset="2"/>
              </a:rPr>
              <a:t>¬</a:t>
            </a:r>
            <a:r>
              <a:rPr lang="en-US" altLang="zh-CN" sz="2000" i="1" dirty="0">
                <a:latin typeface="Times New Roman" panose="02020503050405090304" pitchFamily="18" charset="0"/>
              </a:rPr>
              <a:t>P</a:t>
            </a:r>
            <a:r>
              <a:rPr lang="en-US" altLang="zh-CN" sz="2000" dirty="0">
                <a:latin typeface="Times New Roman" panose="02020503050405090304" pitchFamily="18" charset="0"/>
              </a:rPr>
              <a:t>) 	         Contrapositive（</a:t>
            </a:r>
            <a:r>
              <a:rPr lang="zh-CN" altLang="en-US" sz="2000" dirty="0">
                <a:latin typeface="Times New Roman" panose="02020503050405090304" pitchFamily="18" charset="0"/>
              </a:rPr>
              <a:t>假言易位）</a:t>
            </a:r>
            <a:endParaRPr lang="en-US" altLang="zh-CN" sz="2000" dirty="0">
              <a:latin typeface="Times New Roman" panose="02020503050405090304" pitchFamily="18" charset="0"/>
            </a:endParaRPr>
          </a:p>
          <a:p>
            <a:pPr eaLnBrk="1" latinLnBrk="0" hangingPunct="1">
              <a:lnSpc>
                <a:spcPts val="2720"/>
              </a:lnSpc>
              <a:spcBef>
                <a:spcPts val="0"/>
              </a:spcBef>
            </a:pPr>
            <a:r>
              <a:rPr lang="en-US" altLang="zh-CN" sz="2000" dirty="0">
                <a:latin typeface="Times New Roman" panose="02020503050405090304" pitchFamily="18" charset="0"/>
              </a:rPr>
              <a:t>(</a:t>
            </a:r>
            <a:r>
              <a:rPr lang="en-US" altLang="zh-CN" sz="2000" i="1" dirty="0">
                <a:latin typeface="Times New Roman" panose="02020503050405090304" pitchFamily="18" charset="0"/>
              </a:rPr>
              <a:t>P </a:t>
            </a:r>
            <a:r>
              <a:rPr lang="en-US" altLang="zh-CN" sz="2000" dirty="0">
                <a:latin typeface="Symbol" panose="05050102010706020507" pitchFamily="18" charset="2"/>
              </a:rPr>
              <a:t>Ù</a:t>
            </a:r>
            <a:r>
              <a:rPr lang="en-US" altLang="zh-CN" sz="2000" i="1" dirty="0">
                <a:latin typeface="Times New Roman" panose="02020503050405090304" pitchFamily="18" charset="0"/>
              </a:rPr>
              <a:t>Q</a:t>
            </a:r>
            <a:r>
              <a:rPr lang="en-US" altLang="zh-CN" sz="2000" dirty="0">
                <a:latin typeface="Times New Roman" panose="02020503050405090304" pitchFamily="18" charset="0"/>
              </a:rPr>
              <a:t>) </a:t>
            </a:r>
            <a:r>
              <a:rPr lang="en-US" altLang="zh-CN" sz="1600" dirty="0">
                <a:latin typeface="Symbol" panose="05050102010706020507" pitchFamily="18" charset="2"/>
                <a:sym typeface="Symbol" panose="05050102010706020507" pitchFamily="18" charset="2"/>
              </a:rPr>
              <a:t></a:t>
            </a:r>
            <a:r>
              <a:rPr lang="en-US" altLang="zh-CN" sz="2000" dirty="0">
                <a:latin typeface="Symbol" panose="05050102010706020507" pitchFamily="18" charset="2"/>
              </a:rPr>
              <a:t> </a:t>
            </a:r>
            <a:r>
              <a:rPr lang="en-US" altLang="zh-CN" sz="2000" i="1" dirty="0">
                <a:latin typeface="Times New Roman" panose="02020503050405090304" pitchFamily="18" charset="0"/>
              </a:rPr>
              <a:t>R </a:t>
            </a:r>
            <a:r>
              <a:rPr lang="en-US" altLang="zh-CN" sz="2000" dirty="0">
                <a:latin typeface="Symbol" panose="05050102010706020507" pitchFamily="18" charset="2"/>
                <a:sym typeface="Symbol" panose="05050102010706020507" pitchFamily="18" charset="2"/>
              </a:rPr>
              <a:t></a:t>
            </a:r>
            <a:r>
              <a:rPr lang="en-US" altLang="zh-CN" sz="2000" dirty="0">
                <a:latin typeface="Symbol" panose="05050102010706020507" pitchFamily="18" charset="2"/>
              </a:rPr>
              <a:t> </a:t>
            </a:r>
            <a:r>
              <a:rPr lang="en-US" altLang="zh-CN" sz="2000" i="1" dirty="0">
                <a:latin typeface="Times New Roman" panose="02020503050405090304" pitchFamily="18" charset="0"/>
              </a:rPr>
              <a:t>P </a:t>
            </a:r>
            <a:r>
              <a:rPr lang="en-US" altLang="zh-CN" sz="1600" dirty="0">
                <a:latin typeface="Symbol" panose="05050102010706020507" pitchFamily="18" charset="2"/>
                <a:sym typeface="Symbol" panose="05050102010706020507" pitchFamily="18" charset="2"/>
              </a:rPr>
              <a:t></a:t>
            </a:r>
            <a:r>
              <a:rPr lang="en-US" altLang="zh-CN" sz="2000" dirty="0">
                <a:latin typeface="Times New Roman" panose="02020503050405090304" pitchFamily="18" charset="0"/>
              </a:rPr>
              <a:t>(</a:t>
            </a:r>
            <a:r>
              <a:rPr lang="en-US" altLang="zh-CN" sz="2000" i="1" dirty="0">
                <a:latin typeface="Times New Roman" panose="02020503050405090304" pitchFamily="18" charset="0"/>
              </a:rPr>
              <a:t>Q </a:t>
            </a:r>
            <a:r>
              <a:rPr lang="en-US" altLang="zh-CN" sz="1600" dirty="0">
                <a:latin typeface="Symbol" panose="05050102010706020507" pitchFamily="18" charset="2"/>
                <a:sym typeface="Symbol" panose="05050102010706020507" pitchFamily="18" charset="2"/>
              </a:rPr>
              <a:t></a:t>
            </a:r>
            <a:r>
              <a:rPr lang="en-US" altLang="zh-CN" sz="2000" dirty="0">
                <a:latin typeface="Symbol" panose="05050102010706020507" pitchFamily="18" charset="2"/>
              </a:rPr>
              <a:t> </a:t>
            </a:r>
            <a:r>
              <a:rPr lang="en-US" altLang="zh-CN" sz="2000" i="1" dirty="0">
                <a:latin typeface="Times New Roman" panose="02020503050405090304" pitchFamily="18" charset="0"/>
              </a:rPr>
              <a:t>R</a:t>
            </a:r>
            <a:r>
              <a:rPr lang="en-US" altLang="zh-CN" sz="2000" dirty="0">
                <a:latin typeface="Times New Roman" panose="02020503050405090304" pitchFamily="18" charset="0"/>
              </a:rPr>
              <a:t>)		Exportation</a:t>
            </a:r>
            <a:r>
              <a:rPr lang="zh-CN" altLang="en-US" sz="2000" dirty="0">
                <a:latin typeface="Times New Roman" panose="02020503050405090304" pitchFamily="18" charset="0"/>
              </a:rPr>
              <a:t>（输出律）</a:t>
            </a:r>
            <a:endParaRPr lang="zh-CN" altLang="en-US" sz="2000" dirty="0">
              <a:latin typeface="Times New Roman" panose="02020503050405090304" pitchFamily="18" charset="0"/>
            </a:endParaRPr>
          </a:p>
          <a:p>
            <a:pPr eaLnBrk="1" latinLnBrk="0" hangingPunct="1">
              <a:lnSpc>
                <a:spcPts val="2720"/>
              </a:lnSpc>
              <a:spcBef>
                <a:spcPts val="0"/>
              </a:spcBef>
            </a:pPr>
            <a:r>
              <a:rPr lang="en-US" altLang="zh-CN" sz="2000" dirty="0">
                <a:latin typeface="Times New Roman" panose="02020503050405090304" pitchFamily="18" charset="0"/>
              </a:rPr>
              <a:t>…..</a:t>
            </a:r>
            <a:endParaRPr lang="en-US" altLang="zh-CN" sz="2000" dirty="0">
              <a:latin typeface="Times New Roman" panose="02020503050405090304" pitchFamily="18" charset="0"/>
            </a:endParaRPr>
          </a:p>
          <a:p>
            <a:pPr eaLnBrk="1" latinLnBrk="0" hangingPunct="1">
              <a:lnSpc>
                <a:spcPts val="2520"/>
              </a:lnSpc>
              <a:spcBef>
                <a:spcPts val="0"/>
              </a:spcBef>
            </a:pPr>
            <a:endParaRPr lang="en-US" altLang="zh-CN" sz="2000" dirty="0">
              <a:latin typeface="Times New Roman" panose="02020503050405090304" pitchFamily="18" charset="0"/>
            </a:endParaRPr>
          </a:p>
        </p:txBody>
      </p:sp>
    </p:spTree>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7" name="灯片编号占位符 3"/>
          <p:cNvSpPr>
            <a:spLocks noGrp="1"/>
          </p:cNvSpPr>
          <p:nvPr>
            <p:ph type="sldNum" sz="quarter" idx="10"/>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r" eaLnBrk="1" hangingPunct="1">
              <a:buClrTx/>
              <a:buFontTx/>
            </a:pPr>
            <a:fld id="{9A0DB2DC-4C9A-4742-B13C-FB6460FD3503}" type="slidenum">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29698" name="日期占位符 4"/>
          <p:cNvSpPr>
            <a:spLocks noGrp="1"/>
          </p:cNvSpPr>
          <p:nvPr>
            <p:ph type="dt" sz="half" idx="11"/>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buClrTx/>
              <a:buFontTx/>
            </a:pPr>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29699" name="页脚占位符 5"/>
          <p:cNvSpPr>
            <a:spLocks noGrp="1"/>
          </p:cNvSpPr>
          <p:nvPr>
            <p:ph type="ftr" sz="quarter" idx="12"/>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buClrTx/>
              <a:buFontTx/>
            </a:pPr>
            <a:r>
              <a:rPr lang="en-US" altLang="zh-CN" sz="1200" b="1" i="1" dirty="0">
                <a:solidFill>
                  <a:srgbClr val="009999"/>
                </a:solidFill>
                <a:latin typeface="Arial Narrow" panose="020B0606020202030204" pitchFamily="34" charset="0"/>
              </a:rPr>
              <a:t>School of Computer Science, BUPT</a:t>
            </a:r>
            <a:endParaRPr lang="zh-CN" altLang="en-US" sz="1200" b="1" i="1" dirty="0">
              <a:solidFill>
                <a:srgbClr val="009999"/>
              </a:solidFill>
              <a:latin typeface="Arial Narrow" panose="020B0606020202030204" pitchFamily="34" charset="0"/>
            </a:endParaRPr>
          </a:p>
        </p:txBody>
      </p:sp>
      <p:sp>
        <p:nvSpPr>
          <p:cNvPr id="29700" name="Rectangle 2"/>
          <p:cNvSpPr>
            <a:spLocks noGrp="1"/>
          </p:cNvSpPr>
          <p:nvPr>
            <p:ph type="title"/>
          </p:nvPr>
        </p:nvSpPr>
        <p:spPr/>
        <p:txBody>
          <a:bodyPr vert="horz" wrap="square" lIns="91440" tIns="45720" rIns="91440" bIns="45720" anchor="b" anchorCtr="0"/>
          <a:p>
            <a:pPr eaLnBrk="1" hangingPunct="1"/>
            <a:r>
              <a:rPr lang="zh-CN" altLang="en-US" dirty="0"/>
              <a:t>常用逻辑等值式(关于∨与∧)</a:t>
            </a:r>
            <a:endParaRPr lang="zh-CN" altLang="en-US" dirty="0"/>
          </a:p>
        </p:txBody>
      </p:sp>
      <p:sp>
        <p:nvSpPr>
          <p:cNvPr id="29701" name="Rectangle 3"/>
          <p:cNvSpPr>
            <a:spLocks noGrp="1"/>
          </p:cNvSpPr>
          <p:nvPr>
            <p:ph idx="1"/>
          </p:nvPr>
        </p:nvSpPr>
        <p:spPr/>
        <p:txBody>
          <a:bodyPr vert="horz" wrap="square" lIns="91440" tIns="45720" rIns="91440" bIns="45720" anchor="t" anchorCtr="0"/>
          <a:p>
            <a:pPr eaLnBrk="1" hangingPunct="1"/>
            <a:r>
              <a:rPr lang="zh-CN" altLang="en-US" sz="2800" dirty="0">
                <a:sym typeface="Wingdings" panose="05000000000000000000" pitchFamily="2" charset="2"/>
              </a:rPr>
              <a:t>幂等律(</a:t>
            </a:r>
            <a:r>
              <a:rPr lang="en-US" altLang="zh-CN" sz="2800" dirty="0">
                <a:sym typeface="Wingdings" panose="05000000000000000000" pitchFamily="2" charset="2"/>
              </a:rPr>
              <a:t>idempotent laws)</a:t>
            </a:r>
            <a:endParaRPr lang="en-US" altLang="zh-CN" sz="2800" dirty="0">
              <a:sym typeface="Wingdings" panose="05000000000000000000" pitchFamily="2" charset="2"/>
            </a:endParaRPr>
          </a:p>
          <a:p>
            <a:pPr algn="ctr" eaLnBrk="1" hangingPunct="1">
              <a:buNone/>
            </a:pPr>
            <a:r>
              <a:rPr lang="en-US" altLang="zh-CN" i="1" dirty="0"/>
              <a:t>A</a:t>
            </a:r>
            <a:r>
              <a:rPr lang="en-US" altLang="zh-CN" dirty="0">
                <a:sym typeface="Symbol" panose="05050102010706020507" pitchFamily="18" charset="2"/>
              </a:rPr>
              <a:t></a:t>
            </a:r>
            <a:r>
              <a:rPr lang="en-US" altLang="zh-CN" i="1" dirty="0"/>
              <a:t>A</a:t>
            </a:r>
            <a:r>
              <a:rPr lang="zh-CN" altLang="en-US" dirty="0"/>
              <a:t>∨</a:t>
            </a:r>
            <a:r>
              <a:rPr lang="en-US" altLang="zh-CN" i="1" dirty="0"/>
              <a:t>A</a:t>
            </a:r>
            <a:endParaRPr lang="en-US" altLang="zh-CN" i="1" dirty="0"/>
          </a:p>
          <a:p>
            <a:pPr algn="ctr" eaLnBrk="1" hangingPunct="1">
              <a:buNone/>
            </a:pPr>
            <a:r>
              <a:rPr lang="en-US" altLang="zh-CN" i="1" dirty="0"/>
              <a:t>A</a:t>
            </a:r>
            <a:r>
              <a:rPr lang="en-US" altLang="zh-CN" dirty="0">
                <a:sym typeface="Symbol" panose="05050102010706020507" pitchFamily="18" charset="2"/>
              </a:rPr>
              <a:t></a:t>
            </a:r>
            <a:r>
              <a:rPr lang="en-US" altLang="zh-CN" i="1" dirty="0"/>
              <a:t>A</a:t>
            </a:r>
            <a:r>
              <a:rPr lang="zh-CN" altLang="en-US" dirty="0"/>
              <a:t>∧</a:t>
            </a:r>
            <a:r>
              <a:rPr lang="en-US" altLang="zh-CN" i="1" dirty="0"/>
              <a:t>A</a:t>
            </a:r>
            <a:endParaRPr lang="zh-CN" altLang="en-US" sz="2800" dirty="0">
              <a:sym typeface="Wingdings" panose="05000000000000000000" pitchFamily="2" charset="2"/>
            </a:endParaRPr>
          </a:p>
          <a:p>
            <a:pPr eaLnBrk="1" hangingPunct="1"/>
            <a:r>
              <a:rPr lang="zh-CN" altLang="en-US" sz="2800" dirty="0">
                <a:sym typeface="Wingdings" panose="05000000000000000000" pitchFamily="2" charset="2"/>
              </a:rPr>
              <a:t>交换律(</a:t>
            </a:r>
            <a:r>
              <a:rPr lang="en-US" altLang="zh-CN" sz="2800" dirty="0">
                <a:sym typeface="Wingdings" panose="05000000000000000000" pitchFamily="2" charset="2"/>
              </a:rPr>
              <a:t>commutative laws)</a:t>
            </a:r>
            <a:endParaRPr lang="en-US" altLang="zh-CN" sz="2800" dirty="0">
              <a:sym typeface="Wingdings" panose="05000000000000000000" pitchFamily="2" charset="2"/>
            </a:endParaRPr>
          </a:p>
          <a:p>
            <a:pPr algn="ctr" eaLnBrk="1" hangingPunct="1">
              <a:buNone/>
            </a:pPr>
            <a:r>
              <a:rPr lang="en-US" altLang="zh-CN" i="1" dirty="0"/>
              <a:t>A</a:t>
            </a:r>
            <a:r>
              <a:rPr lang="zh-CN" altLang="en-US" dirty="0"/>
              <a:t>∨</a:t>
            </a:r>
            <a:r>
              <a:rPr lang="en-US" altLang="zh-CN" i="1" dirty="0"/>
              <a:t>B</a:t>
            </a:r>
            <a:r>
              <a:rPr lang="en-US" altLang="zh-CN" dirty="0">
                <a:sym typeface="Symbol" panose="05050102010706020507" pitchFamily="18" charset="2"/>
              </a:rPr>
              <a:t></a:t>
            </a:r>
            <a:r>
              <a:rPr lang="en-US" altLang="zh-CN" i="1" dirty="0"/>
              <a:t>B</a:t>
            </a:r>
            <a:r>
              <a:rPr lang="zh-CN" altLang="en-US" dirty="0"/>
              <a:t>∨</a:t>
            </a:r>
            <a:r>
              <a:rPr lang="en-US" altLang="zh-CN" i="1" dirty="0"/>
              <a:t>A</a:t>
            </a:r>
            <a:endParaRPr lang="en-US" altLang="zh-CN" i="1" dirty="0"/>
          </a:p>
          <a:p>
            <a:pPr algn="ctr" eaLnBrk="1" hangingPunct="1">
              <a:buNone/>
            </a:pPr>
            <a:r>
              <a:rPr lang="en-US" altLang="zh-CN" i="1" dirty="0"/>
              <a:t>A</a:t>
            </a:r>
            <a:r>
              <a:rPr lang="zh-CN" altLang="en-US" dirty="0"/>
              <a:t>∧</a:t>
            </a:r>
            <a:r>
              <a:rPr lang="en-US" altLang="zh-CN" i="1" dirty="0"/>
              <a:t>B</a:t>
            </a:r>
            <a:r>
              <a:rPr lang="en-US" altLang="zh-CN" dirty="0">
                <a:sym typeface="Symbol" panose="05050102010706020507" pitchFamily="18" charset="2"/>
              </a:rPr>
              <a:t></a:t>
            </a:r>
            <a:r>
              <a:rPr lang="en-US" altLang="zh-CN" i="1" dirty="0"/>
              <a:t>B</a:t>
            </a:r>
            <a:r>
              <a:rPr lang="zh-CN" altLang="en-US" dirty="0"/>
              <a:t>∧</a:t>
            </a:r>
            <a:r>
              <a:rPr lang="en-US" altLang="zh-CN" i="1" dirty="0"/>
              <a:t>A</a:t>
            </a:r>
            <a:endParaRPr lang="zh-CN" altLang="en-US" sz="2800" dirty="0">
              <a:sym typeface="Wingdings" panose="05000000000000000000" pitchFamily="2" charset="2"/>
            </a:endParaRPr>
          </a:p>
        </p:txBody>
      </p:sp>
    </p:spTree>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1" name="灯片编号占位符 3"/>
          <p:cNvSpPr>
            <a:spLocks noGrp="1"/>
          </p:cNvSpPr>
          <p:nvPr>
            <p:ph type="sldNum" sz="quarter" idx="10"/>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r" eaLnBrk="1" hangingPunct="1">
              <a:buClrTx/>
              <a:buFontTx/>
            </a:pPr>
            <a:fld id="{9A0DB2DC-4C9A-4742-B13C-FB6460FD3503}" type="slidenum">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30722" name="日期占位符 4"/>
          <p:cNvSpPr>
            <a:spLocks noGrp="1"/>
          </p:cNvSpPr>
          <p:nvPr>
            <p:ph type="dt" sz="half" idx="11"/>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buClrTx/>
              <a:buFontTx/>
            </a:pPr>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30723" name="页脚占位符 5"/>
          <p:cNvSpPr>
            <a:spLocks noGrp="1"/>
          </p:cNvSpPr>
          <p:nvPr>
            <p:ph type="ftr" sz="quarter" idx="12"/>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buClrTx/>
              <a:buFontTx/>
            </a:pPr>
            <a:r>
              <a:rPr lang="en-US" altLang="zh-CN" sz="1200" b="1" i="1" dirty="0">
                <a:solidFill>
                  <a:srgbClr val="009999"/>
                </a:solidFill>
                <a:latin typeface="Arial Narrow" panose="020B0606020202030204" pitchFamily="34" charset="0"/>
              </a:rPr>
              <a:t>School of Computer Science, BUPT</a:t>
            </a:r>
            <a:endParaRPr lang="zh-CN" altLang="en-US" sz="1200" b="1" i="1" dirty="0">
              <a:solidFill>
                <a:srgbClr val="009999"/>
              </a:solidFill>
              <a:latin typeface="Arial Narrow" panose="020B0606020202030204" pitchFamily="34" charset="0"/>
            </a:endParaRPr>
          </a:p>
        </p:txBody>
      </p:sp>
      <p:sp>
        <p:nvSpPr>
          <p:cNvPr id="30724" name="Rectangle 2"/>
          <p:cNvSpPr>
            <a:spLocks noGrp="1"/>
          </p:cNvSpPr>
          <p:nvPr>
            <p:ph type="title"/>
          </p:nvPr>
        </p:nvSpPr>
        <p:spPr/>
        <p:txBody>
          <a:bodyPr vert="horz" wrap="square" lIns="91440" tIns="45720" rIns="91440" bIns="45720" anchor="b" anchorCtr="0"/>
          <a:p>
            <a:pPr eaLnBrk="1" hangingPunct="1"/>
            <a:r>
              <a:rPr lang="zh-CN" altLang="en-US" dirty="0"/>
              <a:t>常用逻辑等值式(关于∨与∧)</a:t>
            </a:r>
            <a:endParaRPr lang="zh-CN" altLang="en-US" dirty="0"/>
          </a:p>
        </p:txBody>
      </p:sp>
      <p:sp>
        <p:nvSpPr>
          <p:cNvPr id="30725" name="Rectangle 3"/>
          <p:cNvSpPr>
            <a:spLocks noGrp="1"/>
          </p:cNvSpPr>
          <p:nvPr>
            <p:ph idx="1"/>
          </p:nvPr>
        </p:nvSpPr>
        <p:spPr/>
        <p:txBody>
          <a:bodyPr vert="horz" wrap="square" lIns="91440" tIns="45720" rIns="91440" bIns="45720" anchor="t" anchorCtr="0"/>
          <a:p>
            <a:pPr eaLnBrk="1" hangingPunct="1"/>
            <a:r>
              <a:rPr lang="zh-CN" altLang="en-US" sz="2800" dirty="0">
                <a:sym typeface="Wingdings" panose="05000000000000000000" pitchFamily="2" charset="2"/>
              </a:rPr>
              <a:t>结合律(</a:t>
            </a:r>
            <a:r>
              <a:rPr lang="en-US" altLang="zh-CN" sz="2800" dirty="0">
                <a:sym typeface="Wingdings" panose="05000000000000000000" pitchFamily="2" charset="2"/>
              </a:rPr>
              <a:t>associative laws)</a:t>
            </a:r>
            <a:endParaRPr lang="en-US" altLang="zh-CN" sz="2800" dirty="0">
              <a:sym typeface="Wingdings" panose="05000000000000000000" pitchFamily="2" charset="2"/>
            </a:endParaRPr>
          </a:p>
          <a:p>
            <a:pPr algn="ctr" eaLnBrk="1" hangingPunct="1">
              <a:buNone/>
            </a:pPr>
            <a:r>
              <a:rPr lang="en-US" altLang="zh-CN" dirty="0"/>
              <a:t>(</a:t>
            </a:r>
            <a:r>
              <a:rPr lang="en-US" altLang="zh-CN" i="1" dirty="0"/>
              <a:t>A</a:t>
            </a:r>
            <a:r>
              <a:rPr lang="zh-CN" altLang="en-US" dirty="0"/>
              <a:t>∨</a:t>
            </a:r>
            <a:r>
              <a:rPr lang="en-US" altLang="zh-CN" i="1" dirty="0"/>
              <a:t>B</a:t>
            </a:r>
            <a:r>
              <a:rPr lang="en-US" altLang="zh-CN" dirty="0"/>
              <a:t>)</a:t>
            </a:r>
            <a:r>
              <a:rPr lang="zh-CN" altLang="en-US" dirty="0"/>
              <a:t>∨</a:t>
            </a:r>
            <a:r>
              <a:rPr lang="en-US" altLang="zh-CN" i="1" dirty="0"/>
              <a:t>C</a:t>
            </a:r>
            <a:r>
              <a:rPr lang="en-US" altLang="zh-CN" dirty="0">
                <a:sym typeface="Symbol" panose="05050102010706020507" pitchFamily="18" charset="2"/>
              </a:rPr>
              <a:t></a:t>
            </a:r>
            <a:r>
              <a:rPr lang="en-US" altLang="zh-CN" i="1" dirty="0"/>
              <a:t>A</a:t>
            </a:r>
            <a:r>
              <a:rPr lang="zh-CN" altLang="en-US" dirty="0"/>
              <a:t>∨(</a:t>
            </a:r>
            <a:r>
              <a:rPr lang="en-US" altLang="zh-CN" i="1" dirty="0"/>
              <a:t>B</a:t>
            </a:r>
            <a:r>
              <a:rPr lang="zh-CN" altLang="en-US" dirty="0"/>
              <a:t>∨</a:t>
            </a:r>
            <a:r>
              <a:rPr lang="en-US" altLang="zh-CN" i="1" dirty="0"/>
              <a:t>C</a:t>
            </a:r>
            <a:r>
              <a:rPr lang="en-US" altLang="zh-CN" dirty="0"/>
              <a:t>)</a:t>
            </a:r>
            <a:r>
              <a:rPr lang="en-US" altLang="zh-CN" dirty="0">
                <a:sym typeface="Wingdings" panose="05000000000000000000" pitchFamily="2" charset="2"/>
              </a:rPr>
              <a:t> </a:t>
            </a:r>
            <a:endParaRPr lang="en-US" altLang="zh-CN" i="1" dirty="0"/>
          </a:p>
          <a:p>
            <a:pPr algn="ctr" eaLnBrk="1" hangingPunct="1">
              <a:buNone/>
            </a:pPr>
            <a:r>
              <a:rPr lang="en-US" altLang="zh-CN" dirty="0"/>
              <a:t>(</a:t>
            </a:r>
            <a:r>
              <a:rPr lang="en-US" altLang="zh-CN" i="1" dirty="0"/>
              <a:t>A</a:t>
            </a:r>
            <a:r>
              <a:rPr lang="zh-CN" altLang="en-US" dirty="0"/>
              <a:t>∧</a:t>
            </a:r>
            <a:r>
              <a:rPr lang="en-US" altLang="zh-CN" i="1" dirty="0"/>
              <a:t>B</a:t>
            </a:r>
            <a:r>
              <a:rPr lang="en-US" altLang="zh-CN" dirty="0"/>
              <a:t>)</a:t>
            </a:r>
            <a:r>
              <a:rPr lang="zh-CN" altLang="en-US" dirty="0"/>
              <a:t>∧</a:t>
            </a:r>
            <a:r>
              <a:rPr lang="en-US" altLang="zh-CN" i="1" dirty="0"/>
              <a:t>C</a:t>
            </a:r>
            <a:r>
              <a:rPr lang="en-US" altLang="zh-CN" dirty="0">
                <a:sym typeface="Symbol" panose="05050102010706020507" pitchFamily="18" charset="2"/>
              </a:rPr>
              <a:t></a:t>
            </a:r>
            <a:r>
              <a:rPr lang="en-US" altLang="zh-CN" i="1" dirty="0"/>
              <a:t>A</a:t>
            </a:r>
            <a:r>
              <a:rPr lang="zh-CN" altLang="en-US" dirty="0"/>
              <a:t>∧(</a:t>
            </a:r>
            <a:r>
              <a:rPr lang="en-US" altLang="zh-CN" i="1" dirty="0"/>
              <a:t>B</a:t>
            </a:r>
            <a:r>
              <a:rPr lang="zh-CN" altLang="en-US" dirty="0"/>
              <a:t>∧</a:t>
            </a:r>
            <a:r>
              <a:rPr lang="en-US" altLang="zh-CN" i="1" dirty="0"/>
              <a:t>C</a:t>
            </a:r>
            <a:r>
              <a:rPr lang="en-US" altLang="zh-CN" dirty="0"/>
              <a:t>)</a:t>
            </a:r>
            <a:r>
              <a:rPr lang="zh-CN" altLang="en-US" dirty="0"/>
              <a:t> </a:t>
            </a:r>
            <a:endParaRPr lang="zh-CN" altLang="en-US" dirty="0"/>
          </a:p>
          <a:p>
            <a:pPr eaLnBrk="1" hangingPunct="1"/>
            <a:r>
              <a:rPr lang="zh-CN" altLang="en-US" sz="2800" dirty="0">
                <a:sym typeface="Wingdings" panose="05000000000000000000" pitchFamily="2" charset="2"/>
              </a:rPr>
              <a:t>分配律(</a:t>
            </a:r>
            <a:r>
              <a:rPr lang="en-US" altLang="zh-CN" sz="2800" dirty="0">
                <a:sym typeface="Wingdings" panose="05000000000000000000" pitchFamily="2" charset="2"/>
              </a:rPr>
              <a:t>distributive laws)</a:t>
            </a:r>
            <a:endParaRPr lang="en-US" altLang="zh-CN" sz="2800" dirty="0">
              <a:sym typeface="Wingdings" panose="05000000000000000000" pitchFamily="2" charset="2"/>
            </a:endParaRPr>
          </a:p>
          <a:p>
            <a:pPr algn="ctr" eaLnBrk="1" hangingPunct="1">
              <a:buNone/>
            </a:pPr>
            <a:r>
              <a:rPr lang="en-US" altLang="zh-CN" i="1" dirty="0"/>
              <a:t>A</a:t>
            </a:r>
            <a:r>
              <a:rPr lang="zh-CN" altLang="en-US" dirty="0"/>
              <a:t>∨</a:t>
            </a:r>
            <a:r>
              <a:rPr lang="en-US" altLang="zh-CN" dirty="0"/>
              <a:t>(</a:t>
            </a:r>
            <a:r>
              <a:rPr lang="en-US" altLang="zh-CN" i="1" dirty="0"/>
              <a:t>B</a:t>
            </a:r>
            <a:r>
              <a:rPr lang="zh-CN" altLang="en-US" dirty="0"/>
              <a:t>∧</a:t>
            </a:r>
            <a:r>
              <a:rPr lang="en-US" altLang="zh-CN" i="1" dirty="0"/>
              <a:t>C</a:t>
            </a:r>
            <a:r>
              <a:rPr lang="en-US" altLang="zh-CN" dirty="0"/>
              <a:t>)</a:t>
            </a:r>
            <a:r>
              <a:rPr lang="en-US" altLang="zh-CN" dirty="0">
                <a:sym typeface="Symbol" panose="05050102010706020507" pitchFamily="18" charset="2"/>
              </a:rPr>
              <a:t></a:t>
            </a:r>
            <a:r>
              <a:rPr lang="en-US" altLang="zh-CN" dirty="0"/>
              <a:t>(</a:t>
            </a:r>
            <a:r>
              <a:rPr lang="en-US" altLang="zh-CN" i="1" dirty="0"/>
              <a:t>A</a:t>
            </a:r>
            <a:r>
              <a:rPr lang="zh-CN" altLang="en-US" dirty="0"/>
              <a:t>∨</a:t>
            </a:r>
            <a:r>
              <a:rPr lang="en-US" altLang="zh-CN" i="1" dirty="0"/>
              <a:t>B </a:t>
            </a:r>
            <a:r>
              <a:rPr lang="en-US" altLang="zh-CN" dirty="0"/>
              <a:t>)</a:t>
            </a:r>
            <a:r>
              <a:rPr lang="zh-CN" altLang="en-US" dirty="0"/>
              <a:t>∧</a:t>
            </a:r>
            <a:r>
              <a:rPr lang="en-US" altLang="zh-CN" dirty="0"/>
              <a:t>(</a:t>
            </a:r>
            <a:r>
              <a:rPr lang="en-US" altLang="zh-CN" i="1" dirty="0"/>
              <a:t>A</a:t>
            </a:r>
            <a:r>
              <a:rPr lang="zh-CN" altLang="en-US" dirty="0"/>
              <a:t>∨</a:t>
            </a:r>
            <a:r>
              <a:rPr lang="en-US" altLang="zh-CN" i="1" dirty="0"/>
              <a:t>C </a:t>
            </a:r>
            <a:r>
              <a:rPr lang="en-US" altLang="zh-CN" dirty="0"/>
              <a:t>)</a:t>
            </a:r>
            <a:endParaRPr lang="en-US" altLang="zh-CN" i="1" dirty="0"/>
          </a:p>
          <a:p>
            <a:pPr algn="ctr" eaLnBrk="1" hangingPunct="1">
              <a:buNone/>
            </a:pPr>
            <a:r>
              <a:rPr lang="en-US" altLang="zh-CN" i="1" dirty="0"/>
              <a:t>A</a:t>
            </a:r>
            <a:r>
              <a:rPr lang="zh-CN" altLang="en-US" dirty="0"/>
              <a:t>∧</a:t>
            </a:r>
            <a:r>
              <a:rPr lang="en-US" altLang="zh-CN" dirty="0"/>
              <a:t>(</a:t>
            </a:r>
            <a:r>
              <a:rPr lang="en-US" altLang="zh-CN" i="1" dirty="0"/>
              <a:t>B</a:t>
            </a:r>
            <a:r>
              <a:rPr lang="zh-CN" altLang="en-US" dirty="0"/>
              <a:t>∨</a:t>
            </a:r>
            <a:r>
              <a:rPr lang="en-US" altLang="zh-CN" i="1" dirty="0"/>
              <a:t>C</a:t>
            </a:r>
            <a:r>
              <a:rPr lang="en-US" altLang="zh-CN" dirty="0"/>
              <a:t>)</a:t>
            </a:r>
            <a:r>
              <a:rPr lang="en-US" altLang="zh-CN" dirty="0">
                <a:sym typeface="Symbol" panose="05050102010706020507" pitchFamily="18" charset="2"/>
              </a:rPr>
              <a:t></a:t>
            </a:r>
            <a:r>
              <a:rPr lang="en-US" altLang="zh-CN" dirty="0"/>
              <a:t>(</a:t>
            </a:r>
            <a:r>
              <a:rPr lang="en-US" altLang="zh-CN" i="1" dirty="0"/>
              <a:t>A</a:t>
            </a:r>
            <a:r>
              <a:rPr lang="zh-CN" altLang="en-US" dirty="0"/>
              <a:t>∧</a:t>
            </a:r>
            <a:r>
              <a:rPr lang="en-US" altLang="zh-CN" i="1" dirty="0"/>
              <a:t>B </a:t>
            </a:r>
            <a:r>
              <a:rPr lang="en-US" altLang="zh-CN" dirty="0"/>
              <a:t>)</a:t>
            </a:r>
            <a:r>
              <a:rPr lang="zh-CN" altLang="en-US" dirty="0"/>
              <a:t>∨</a:t>
            </a:r>
            <a:r>
              <a:rPr lang="en-US" altLang="zh-CN" dirty="0"/>
              <a:t>(</a:t>
            </a:r>
            <a:r>
              <a:rPr lang="en-US" altLang="zh-CN" i="1" dirty="0"/>
              <a:t>A</a:t>
            </a:r>
            <a:r>
              <a:rPr lang="zh-CN" altLang="en-US" dirty="0"/>
              <a:t>∧</a:t>
            </a:r>
            <a:r>
              <a:rPr lang="en-US" altLang="zh-CN" i="1" dirty="0"/>
              <a:t>C </a:t>
            </a:r>
            <a:r>
              <a:rPr lang="en-US" altLang="zh-CN" dirty="0"/>
              <a:t>)</a:t>
            </a:r>
            <a:endParaRPr lang="zh-CN" altLang="en-US" sz="2800" dirty="0">
              <a:ea typeface="Tahoma" panose="020B0604030504040204" pitchFamily="34" charset="0"/>
              <a:sym typeface="Wingdings" panose="05000000000000000000" pitchFamily="2" charset="2"/>
            </a:endParaRPr>
          </a:p>
        </p:txBody>
      </p:sp>
    </p:spTree>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5" name="灯片编号占位符 3"/>
          <p:cNvSpPr>
            <a:spLocks noGrp="1"/>
          </p:cNvSpPr>
          <p:nvPr>
            <p:ph type="sldNum" sz="quarter" idx="10"/>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r" eaLnBrk="1" hangingPunct="1">
              <a:buClrTx/>
              <a:buFontTx/>
            </a:pPr>
            <a:fld id="{9A0DB2DC-4C9A-4742-B13C-FB6460FD3503}" type="slidenum">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31746" name="日期占位符 4"/>
          <p:cNvSpPr>
            <a:spLocks noGrp="1"/>
          </p:cNvSpPr>
          <p:nvPr>
            <p:ph type="dt" sz="half" idx="11"/>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buClrTx/>
              <a:buFontTx/>
            </a:pPr>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31747" name="页脚占位符 5"/>
          <p:cNvSpPr>
            <a:spLocks noGrp="1"/>
          </p:cNvSpPr>
          <p:nvPr>
            <p:ph type="ftr" sz="quarter" idx="12"/>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buClrTx/>
              <a:buFontTx/>
            </a:pPr>
            <a:r>
              <a:rPr lang="en-US" altLang="zh-CN" sz="1200" b="1" i="1" dirty="0">
                <a:solidFill>
                  <a:srgbClr val="009999"/>
                </a:solidFill>
                <a:latin typeface="Arial Narrow" panose="020B0606020202030204" pitchFamily="34" charset="0"/>
              </a:rPr>
              <a:t>School of Computer Science, BUPT</a:t>
            </a:r>
            <a:endParaRPr lang="zh-CN" altLang="en-US" sz="1200" b="1" i="1" dirty="0">
              <a:solidFill>
                <a:srgbClr val="009999"/>
              </a:solidFill>
              <a:latin typeface="Arial Narrow" panose="020B0606020202030204" pitchFamily="34" charset="0"/>
            </a:endParaRPr>
          </a:p>
        </p:txBody>
      </p:sp>
      <p:sp>
        <p:nvSpPr>
          <p:cNvPr id="31748" name="Rectangle 2"/>
          <p:cNvSpPr>
            <a:spLocks noGrp="1"/>
          </p:cNvSpPr>
          <p:nvPr>
            <p:ph type="title"/>
          </p:nvPr>
        </p:nvSpPr>
        <p:spPr/>
        <p:txBody>
          <a:bodyPr vert="horz" wrap="square" lIns="91440" tIns="45720" rIns="91440" bIns="45720" anchor="b" anchorCtr="0"/>
          <a:p>
            <a:pPr eaLnBrk="1" hangingPunct="1"/>
            <a:r>
              <a:rPr lang="zh-CN" altLang="en-US" dirty="0"/>
              <a:t>常用逻辑等值式(关于∨与∧)</a:t>
            </a:r>
            <a:endParaRPr lang="zh-CN" altLang="en-US" dirty="0"/>
          </a:p>
        </p:txBody>
      </p:sp>
      <p:sp>
        <p:nvSpPr>
          <p:cNvPr id="31749" name="Rectangle 3"/>
          <p:cNvSpPr>
            <a:spLocks noGrp="1"/>
          </p:cNvSpPr>
          <p:nvPr>
            <p:ph idx="1"/>
          </p:nvPr>
        </p:nvSpPr>
        <p:spPr/>
        <p:txBody>
          <a:bodyPr vert="horz" wrap="square" lIns="91440" tIns="45720" rIns="91440" bIns="45720" anchor="t" anchorCtr="0"/>
          <a:p>
            <a:pPr eaLnBrk="1" hangingPunct="1"/>
            <a:r>
              <a:rPr lang="zh-CN" altLang="en-US" sz="2800" dirty="0">
                <a:sym typeface="Wingdings" panose="05000000000000000000" pitchFamily="2" charset="2"/>
              </a:rPr>
              <a:t>吸收律(</a:t>
            </a:r>
            <a:r>
              <a:rPr lang="en-US" altLang="zh-CN" sz="2800" dirty="0">
                <a:sym typeface="Wingdings" panose="05000000000000000000" pitchFamily="2" charset="2"/>
              </a:rPr>
              <a:t>absorption laws)</a:t>
            </a:r>
            <a:endParaRPr lang="en-US" altLang="zh-CN" sz="2800" dirty="0">
              <a:sym typeface="Wingdings" panose="05000000000000000000" pitchFamily="2" charset="2"/>
            </a:endParaRPr>
          </a:p>
          <a:p>
            <a:pPr algn="ctr" eaLnBrk="1" hangingPunct="1">
              <a:buNone/>
            </a:pPr>
            <a:r>
              <a:rPr lang="en-US" altLang="zh-CN" i="1" dirty="0"/>
              <a:t>A</a:t>
            </a:r>
            <a:r>
              <a:rPr lang="zh-CN" altLang="en-US" dirty="0"/>
              <a:t>∨</a:t>
            </a:r>
            <a:r>
              <a:rPr lang="en-US" altLang="zh-CN" dirty="0"/>
              <a:t>(</a:t>
            </a:r>
            <a:r>
              <a:rPr lang="en-US" altLang="zh-CN" i="1" dirty="0"/>
              <a:t>A</a:t>
            </a:r>
            <a:r>
              <a:rPr lang="zh-CN" altLang="en-US" dirty="0"/>
              <a:t>∧</a:t>
            </a:r>
            <a:r>
              <a:rPr lang="en-US" altLang="zh-CN" i="1" dirty="0"/>
              <a:t>B</a:t>
            </a:r>
            <a:r>
              <a:rPr lang="en-US" altLang="zh-CN" dirty="0"/>
              <a:t>)</a:t>
            </a:r>
            <a:r>
              <a:rPr lang="en-US" altLang="zh-CN" dirty="0">
                <a:sym typeface="Symbol" panose="05050102010706020507" pitchFamily="18" charset="2"/>
              </a:rPr>
              <a:t></a:t>
            </a:r>
            <a:r>
              <a:rPr lang="en-US" altLang="zh-CN" i="1" dirty="0"/>
              <a:t>A</a:t>
            </a:r>
            <a:endParaRPr lang="en-US" altLang="zh-CN" i="1" dirty="0"/>
          </a:p>
          <a:p>
            <a:pPr algn="ctr" eaLnBrk="1" hangingPunct="1">
              <a:buNone/>
            </a:pPr>
            <a:r>
              <a:rPr lang="en-US" altLang="zh-CN" i="1" dirty="0"/>
              <a:t>A</a:t>
            </a:r>
            <a:r>
              <a:rPr lang="zh-CN" altLang="en-US" dirty="0"/>
              <a:t>∧</a:t>
            </a:r>
            <a:r>
              <a:rPr lang="en-US" altLang="zh-CN" dirty="0"/>
              <a:t>(</a:t>
            </a:r>
            <a:r>
              <a:rPr lang="en-US" altLang="zh-CN" i="1" dirty="0"/>
              <a:t>A</a:t>
            </a:r>
            <a:r>
              <a:rPr lang="zh-CN" altLang="en-US" dirty="0"/>
              <a:t>∨</a:t>
            </a:r>
            <a:r>
              <a:rPr lang="en-US" altLang="zh-CN" i="1" dirty="0"/>
              <a:t>B</a:t>
            </a:r>
            <a:r>
              <a:rPr lang="en-US" altLang="zh-CN" dirty="0"/>
              <a:t>)</a:t>
            </a:r>
            <a:r>
              <a:rPr lang="en-US" altLang="zh-CN" dirty="0">
                <a:sym typeface="Symbol" panose="05050102010706020507" pitchFamily="18" charset="2"/>
              </a:rPr>
              <a:t></a:t>
            </a:r>
            <a:r>
              <a:rPr lang="en-US" altLang="zh-CN" i="1" dirty="0"/>
              <a:t>A</a:t>
            </a:r>
            <a:endParaRPr lang="en-US" altLang="zh-CN" sz="2800" dirty="0">
              <a:sym typeface="Wingdings" panose="05000000000000000000" pitchFamily="2" charset="2"/>
            </a:endParaRPr>
          </a:p>
        </p:txBody>
      </p:sp>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69" name="灯片编号占位符 3"/>
          <p:cNvSpPr>
            <a:spLocks noGrp="1"/>
          </p:cNvSpPr>
          <p:nvPr>
            <p:ph type="sldNum" sz="quarter" idx="10"/>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r" eaLnBrk="1" hangingPunct="1">
              <a:buClrTx/>
              <a:buFontTx/>
            </a:pPr>
            <a:fld id="{9A0DB2DC-4C9A-4742-B13C-FB6460FD3503}" type="slidenum">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32770" name="日期占位符 4"/>
          <p:cNvSpPr>
            <a:spLocks noGrp="1"/>
          </p:cNvSpPr>
          <p:nvPr>
            <p:ph type="dt" sz="half" idx="11"/>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buClrTx/>
              <a:buFontTx/>
            </a:pPr>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32771" name="页脚占位符 5"/>
          <p:cNvSpPr>
            <a:spLocks noGrp="1"/>
          </p:cNvSpPr>
          <p:nvPr>
            <p:ph type="ftr" sz="quarter" idx="12"/>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buClrTx/>
              <a:buFontTx/>
            </a:pPr>
            <a:r>
              <a:rPr lang="en-US" altLang="zh-CN" sz="1200" b="1" i="1" dirty="0">
                <a:solidFill>
                  <a:srgbClr val="009999"/>
                </a:solidFill>
                <a:latin typeface="Arial Narrow" panose="020B0606020202030204" pitchFamily="34" charset="0"/>
              </a:rPr>
              <a:t>School of Computer Science, BUPT</a:t>
            </a:r>
            <a:endParaRPr lang="zh-CN" altLang="en-US" sz="1200" b="1" i="1" dirty="0">
              <a:solidFill>
                <a:srgbClr val="009999"/>
              </a:solidFill>
              <a:latin typeface="Arial Narrow" panose="020B0606020202030204" pitchFamily="34" charset="0"/>
            </a:endParaRPr>
          </a:p>
        </p:txBody>
      </p:sp>
      <p:sp>
        <p:nvSpPr>
          <p:cNvPr id="32772" name="Rectangle 2"/>
          <p:cNvSpPr>
            <a:spLocks noGrp="1"/>
          </p:cNvSpPr>
          <p:nvPr>
            <p:ph type="title"/>
          </p:nvPr>
        </p:nvSpPr>
        <p:spPr/>
        <p:txBody>
          <a:bodyPr vert="horz" wrap="square" lIns="91440" tIns="45720" rIns="91440" bIns="45720" anchor="b" anchorCtr="0"/>
          <a:p>
            <a:pPr eaLnBrk="1" hangingPunct="1"/>
            <a:r>
              <a:rPr lang="zh-CN" altLang="en-US" dirty="0"/>
              <a:t>常用逻辑等值式(关于</a:t>
            </a:r>
            <a:r>
              <a:rPr lang="en-US" altLang="zh-CN" sz="4000" dirty="0">
                <a:sym typeface="Symbol" panose="05050102010706020507" pitchFamily="18" charset="2"/>
              </a:rPr>
              <a:t>¬</a:t>
            </a:r>
            <a:r>
              <a:rPr lang="zh-CN" altLang="en-US" dirty="0"/>
              <a:t>)</a:t>
            </a:r>
            <a:endParaRPr lang="zh-CN" altLang="en-US" dirty="0"/>
          </a:p>
        </p:txBody>
      </p:sp>
      <p:sp>
        <p:nvSpPr>
          <p:cNvPr id="32773" name="Rectangle 3"/>
          <p:cNvSpPr>
            <a:spLocks noGrp="1"/>
          </p:cNvSpPr>
          <p:nvPr>
            <p:ph idx="1"/>
          </p:nvPr>
        </p:nvSpPr>
        <p:spPr/>
        <p:txBody>
          <a:bodyPr vert="horz" wrap="square" lIns="91440" tIns="45720" rIns="91440" bIns="45720" anchor="t" anchorCtr="0"/>
          <a:p>
            <a:pPr eaLnBrk="1" hangingPunct="1"/>
            <a:r>
              <a:rPr lang="zh-CN" altLang="en-US" sz="2800" dirty="0">
                <a:sym typeface="Wingdings" panose="05000000000000000000" pitchFamily="2" charset="2"/>
              </a:rPr>
              <a:t>双重否定律(</a:t>
            </a:r>
            <a:r>
              <a:rPr lang="en-US" altLang="zh-CN" sz="2800" dirty="0">
                <a:sym typeface="Wingdings" panose="05000000000000000000" pitchFamily="2" charset="2"/>
              </a:rPr>
              <a:t>double negation law)</a:t>
            </a:r>
            <a:endParaRPr lang="en-US" altLang="zh-CN" sz="2800" dirty="0">
              <a:sym typeface="Wingdings" panose="05000000000000000000" pitchFamily="2" charset="2"/>
            </a:endParaRPr>
          </a:p>
          <a:p>
            <a:pPr algn="ctr" eaLnBrk="1" hangingPunct="1">
              <a:buNone/>
            </a:pPr>
            <a:r>
              <a:rPr lang="en-US" altLang="zh-CN" sz="2800" dirty="0">
                <a:sym typeface="Symbol" panose="05050102010706020507" pitchFamily="18" charset="2"/>
              </a:rPr>
              <a:t>¬</a:t>
            </a:r>
            <a:r>
              <a:rPr lang="zh-CN" altLang="en-US" dirty="0"/>
              <a:t> (</a:t>
            </a:r>
            <a:r>
              <a:rPr lang="en-US" altLang="zh-CN" sz="2800" dirty="0">
                <a:sym typeface="Symbol" panose="05050102010706020507" pitchFamily="18" charset="2"/>
              </a:rPr>
              <a:t>¬</a:t>
            </a:r>
            <a:r>
              <a:rPr lang="zh-CN" altLang="en-US" dirty="0"/>
              <a:t> </a:t>
            </a:r>
            <a:r>
              <a:rPr lang="en-US" altLang="zh-CN" i="1" dirty="0"/>
              <a:t>A)</a:t>
            </a:r>
            <a:r>
              <a:rPr lang="en-US" altLang="zh-CN" dirty="0">
                <a:sym typeface="Symbol" panose="05050102010706020507" pitchFamily="18" charset="2"/>
              </a:rPr>
              <a:t></a:t>
            </a:r>
            <a:r>
              <a:rPr lang="en-US" altLang="zh-CN" i="1" dirty="0"/>
              <a:t>A</a:t>
            </a:r>
            <a:endParaRPr lang="zh-CN" altLang="en-US" sz="2800" dirty="0">
              <a:sym typeface="Wingdings" panose="05000000000000000000" pitchFamily="2" charset="2"/>
            </a:endParaRPr>
          </a:p>
          <a:p>
            <a:pPr eaLnBrk="1" hangingPunct="1"/>
            <a:r>
              <a:rPr lang="zh-CN" altLang="en-US" sz="2800" dirty="0">
                <a:sym typeface="Wingdings" panose="05000000000000000000" pitchFamily="2" charset="2"/>
              </a:rPr>
              <a:t>德●摩根律(</a:t>
            </a:r>
            <a:r>
              <a:rPr lang="en-US" altLang="zh-CN" sz="2800" dirty="0">
                <a:sym typeface="Wingdings" panose="05000000000000000000" pitchFamily="2" charset="2"/>
              </a:rPr>
              <a:t>DeMorgan’s laws)</a:t>
            </a:r>
            <a:endParaRPr lang="en-US" altLang="zh-CN" sz="2800" dirty="0">
              <a:sym typeface="Wingdings" panose="05000000000000000000" pitchFamily="2" charset="2"/>
            </a:endParaRPr>
          </a:p>
          <a:p>
            <a:pPr algn="ctr" eaLnBrk="1" hangingPunct="1">
              <a:buNone/>
            </a:pPr>
            <a:r>
              <a:rPr lang="en-US" altLang="zh-CN" sz="2800" dirty="0">
                <a:sym typeface="Symbol" panose="05050102010706020507" pitchFamily="18" charset="2"/>
              </a:rPr>
              <a:t>¬</a:t>
            </a:r>
            <a:r>
              <a:rPr lang="en-US" altLang="zh-CN" dirty="0"/>
              <a:t>(</a:t>
            </a:r>
            <a:r>
              <a:rPr lang="en-US" altLang="zh-CN" i="1" dirty="0"/>
              <a:t>A</a:t>
            </a:r>
            <a:r>
              <a:rPr lang="zh-CN" altLang="en-US" dirty="0"/>
              <a:t>∨</a:t>
            </a:r>
            <a:r>
              <a:rPr lang="en-US" altLang="zh-CN" i="1" dirty="0"/>
              <a:t>B</a:t>
            </a:r>
            <a:r>
              <a:rPr lang="en-US" altLang="zh-CN" dirty="0"/>
              <a:t>)</a:t>
            </a:r>
            <a:r>
              <a:rPr lang="en-US" altLang="zh-CN" dirty="0">
                <a:sym typeface="Symbol" panose="05050102010706020507" pitchFamily="18" charset="2"/>
              </a:rPr>
              <a:t> </a:t>
            </a:r>
            <a:r>
              <a:rPr lang="en-US" altLang="zh-CN" sz="2800" dirty="0">
                <a:sym typeface="Symbol" panose="05050102010706020507" pitchFamily="18" charset="2"/>
              </a:rPr>
              <a:t>¬</a:t>
            </a:r>
            <a:r>
              <a:rPr lang="zh-CN" altLang="en-US" dirty="0"/>
              <a:t> </a:t>
            </a:r>
            <a:r>
              <a:rPr lang="en-US" altLang="zh-CN" i="1" dirty="0"/>
              <a:t>A</a:t>
            </a:r>
            <a:r>
              <a:rPr lang="zh-CN" altLang="en-US" dirty="0"/>
              <a:t>∧ </a:t>
            </a:r>
            <a:r>
              <a:rPr lang="en-US" altLang="zh-CN" sz="2800" dirty="0">
                <a:sym typeface="Symbol" panose="05050102010706020507" pitchFamily="18" charset="2"/>
              </a:rPr>
              <a:t>¬</a:t>
            </a:r>
            <a:r>
              <a:rPr lang="zh-CN" altLang="en-US" dirty="0"/>
              <a:t> </a:t>
            </a:r>
            <a:r>
              <a:rPr lang="en-US" altLang="zh-CN" i="1" dirty="0"/>
              <a:t>B</a:t>
            </a:r>
            <a:endParaRPr lang="en-US" altLang="zh-CN" i="1" dirty="0"/>
          </a:p>
          <a:p>
            <a:pPr algn="ctr" eaLnBrk="1" hangingPunct="1">
              <a:buNone/>
            </a:pPr>
            <a:r>
              <a:rPr lang="en-US" altLang="zh-CN" sz="2800" dirty="0">
                <a:sym typeface="Symbol" panose="05050102010706020507" pitchFamily="18" charset="2"/>
              </a:rPr>
              <a:t>¬</a:t>
            </a:r>
            <a:r>
              <a:rPr lang="en-US" altLang="zh-CN" dirty="0"/>
              <a:t>(</a:t>
            </a:r>
            <a:r>
              <a:rPr lang="en-US" altLang="zh-CN" i="1" dirty="0"/>
              <a:t>A</a:t>
            </a:r>
            <a:r>
              <a:rPr lang="zh-CN" altLang="en-US" dirty="0"/>
              <a:t>∧</a:t>
            </a:r>
            <a:r>
              <a:rPr lang="en-US" altLang="zh-CN" i="1" dirty="0"/>
              <a:t>B</a:t>
            </a:r>
            <a:r>
              <a:rPr lang="en-US" altLang="zh-CN" dirty="0"/>
              <a:t>)</a:t>
            </a:r>
            <a:r>
              <a:rPr lang="en-US" altLang="zh-CN" dirty="0">
                <a:sym typeface="Symbol" panose="05050102010706020507" pitchFamily="18" charset="2"/>
              </a:rPr>
              <a:t> </a:t>
            </a:r>
            <a:r>
              <a:rPr lang="en-US" altLang="zh-CN" sz="2800" dirty="0">
                <a:sym typeface="Symbol" panose="05050102010706020507" pitchFamily="18" charset="2"/>
              </a:rPr>
              <a:t>¬</a:t>
            </a:r>
            <a:r>
              <a:rPr lang="zh-CN" altLang="en-US" dirty="0"/>
              <a:t> </a:t>
            </a:r>
            <a:r>
              <a:rPr lang="en-US" altLang="zh-CN" i="1" dirty="0"/>
              <a:t>A</a:t>
            </a:r>
            <a:r>
              <a:rPr lang="zh-CN" altLang="en-US" dirty="0"/>
              <a:t>∨ </a:t>
            </a:r>
            <a:r>
              <a:rPr lang="en-US" altLang="zh-CN" dirty="0">
                <a:sym typeface="Symbol" panose="05050102010706020507" pitchFamily="18" charset="2"/>
              </a:rPr>
              <a:t>¬</a:t>
            </a:r>
            <a:r>
              <a:rPr lang="zh-CN" altLang="en-US" dirty="0"/>
              <a:t> </a:t>
            </a:r>
            <a:r>
              <a:rPr lang="en-US" altLang="zh-CN" i="1" dirty="0"/>
              <a:t>B</a:t>
            </a:r>
            <a:endParaRPr lang="zh-CN" altLang="en-US" i="1" dirty="0">
              <a:ea typeface="Tahoma" panose="020B0604030504040204" pitchFamily="34" charset="0"/>
            </a:endParaRPr>
          </a:p>
        </p:txBody>
      </p:sp>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灯片编号占位符 3"/>
          <p:cNvSpPr>
            <a:spLocks noGrp="1"/>
          </p:cNvSpPr>
          <p:nvPr>
            <p:ph type="sldNum" sz="quarter" idx="10"/>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r" eaLnBrk="1" hangingPunct="1">
              <a:buClrTx/>
              <a:buFontTx/>
            </a:pPr>
            <a:fld id="{9A0DB2DC-4C9A-4742-B13C-FB6460FD3503}" type="slidenum">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33794" name="日期占位符 4"/>
          <p:cNvSpPr>
            <a:spLocks noGrp="1"/>
          </p:cNvSpPr>
          <p:nvPr>
            <p:ph type="dt" sz="half" idx="11"/>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buClrTx/>
              <a:buFontTx/>
            </a:pPr>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33795" name="页脚占位符 5"/>
          <p:cNvSpPr>
            <a:spLocks noGrp="1"/>
          </p:cNvSpPr>
          <p:nvPr>
            <p:ph type="ftr" sz="quarter" idx="12"/>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buClrTx/>
              <a:buFontTx/>
            </a:pPr>
            <a:r>
              <a:rPr lang="en-US" altLang="zh-CN" sz="1200" b="1" i="1" dirty="0">
                <a:solidFill>
                  <a:srgbClr val="009999"/>
                </a:solidFill>
                <a:latin typeface="Arial Narrow" panose="020B0606020202030204" pitchFamily="34" charset="0"/>
              </a:rPr>
              <a:t>School of Computer Science, BUPT</a:t>
            </a:r>
            <a:endParaRPr lang="zh-CN" altLang="en-US" sz="1200" b="1" i="1" dirty="0">
              <a:solidFill>
                <a:srgbClr val="009999"/>
              </a:solidFill>
              <a:latin typeface="Arial Narrow" panose="020B0606020202030204" pitchFamily="34" charset="0"/>
            </a:endParaRPr>
          </a:p>
        </p:txBody>
      </p:sp>
      <p:sp>
        <p:nvSpPr>
          <p:cNvPr id="33796" name="Rectangle 2"/>
          <p:cNvSpPr>
            <a:spLocks noGrp="1"/>
          </p:cNvSpPr>
          <p:nvPr>
            <p:ph type="title"/>
          </p:nvPr>
        </p:nvSpPr>
        <p:spPr/>
        <p:txBody>
          <a:bodyPr vert="horz" wrap="square" lIns="91440" tIns="45720" rIns="91440" bIns="45720" anchor="b" anchorCtr="0"/>
          <a:p>
            <a:pPr eaLnBrk="1" hangingPunct="1"/>
            <a:r>
              <a:rPr lang="zh-CN" altLang="en-US" dirty="0"/>
              <a:t>常用逻辑等值式(关于0,1)</a:t>
            </a:r>
            <a:endParaRPr lang="zh-CN" altLang="en-US" dirty="0"/>
          </a:p>
        </p:txBody>
      </p:sp>
      <p:sp>
        <p:nvSpPr>
          <p:cNvPr id="33797" name="Rectangle 3"/>
          <p:cNvSpPr>
            <a:spLocks noGrp="1"/>
          </p:cNvSpPr>
          <p:nvPr>
            <p:ph idx="1"/>
          </p:nvPr>
        </p:nvSpPr>
        <p:spPr/>
        <p:txBody>
          <a:bodyPr vert="horz" wrap="square" lIns="91440" tIns="45720" rIns="91440" bIns="45720" anchor="t" anchorCtr="0"/>
          <a:p>
            <a:pPr eaLnBrk="1" hangingPunct="1"/>
            <a:r>
              <a:rPr lang="zh-CN" altLang="en-US" sz="2800" dirty="0">
                <a:sym typeface="Wingdings" panose="05000000000000000000" pitchFamily="2" charset="2"/>
              </a:rPr>
              <a:t>零律(</a:t>
            </a:r>
            <a:r>
              <a:rPr lang="en-US" altLang="zh-CN" sz="2800" dirty="0">
                <a:sym typeface="Wingdings" panose="05000000000000000000" pitchFamily="2" charset="2"/>
              </a:rPr>
              <a:t>dominance laws)</a:t>
            </a:r>
            <a:endParaRPr lang="en-US" altLang="zh-CN" sz="2800" dirty="0">
              <a:sym typeface="Wingdings" panose="05000000000000000000" pitchFamily="2" charset="2"/>
            </a:endParaRPr>
          </a:p>
          <a:p>
            <a:pPr algn="ctr" eaLnBrk="1" hangingPunct="1">
              <a:buNone/>
            </a:pPr>
            <a:r>
              <a:rPr lang="en-US" altLang="zh-CN" i="1" dirty="0"/>
              <a:t>A</a:t>
            </a:r>
            <a:r>
              <a:rPr lang="zh-CN" altLang="en-US" dirty="0"/>
              <a:t>∨1</a:t>
            </a:r>
            <a:r>
              <a:rPr lang="en-US" altLang="zh-CN" dirty="0">
                <a:sym typeface="Symbol" panose="05050102010706020507" pitchFamily="18" charset="2"/>
              </a:rPr>
              <a:t></a:t>
            </a:r>
            <a:r>
              <a:rPr lang="en-US" altLang="zh-CN" dirty="0">
                <a:sym typeface="Wingdings" panose="05000000000000000000" pitchFamily="2" charset="2"/>
              </a:rPr>
              <a:t>1</a:t>
            </a:r>
            <a:endParaRPr lang="en-US" altLang="zh-CN" dirty="0">
              <a:sym typeface="Wingdings" panose="05000000000000000000" pitchFamily="2" charset="2"/>
            </a:endParaRPr>
          </a:p>
          <a:p>
            <a:pPr algn="ctr" eaLnBrk="1" hangingPunct="1">
              <a:buNone/>
            </a:pPr>
            <a:r>
              <a:rPr lang="en-US" altLang="zh-CN" i="1" dirty="0"/>
              <a:t>A</a:t>
            </a:r>
            <a:r>
              <a:rPr lang="zh-CN" altLang="en-US" dirty="0"/>
              <a:t>∧0</a:t>
            </a:r>
            <a:r>
              <a:rPr lang="en-US" altLang="zh-CN" dirty="0">
                <a:sym typeface="Symbol" panose="05050102010706020507" pitchFamily="18" charset="2"/>
              </a:rPr>
              <a:t></a:t>
            </a:r>
            <a:r>
              <a:rPr lang="en-US" altLang="zh-CN" dirty="0">
                <a:sym typeface="Wingdings" panose="05000000000000000000" pitchFamily="2" charset="2"/>
              </a:rPr>
              <a:t>0</a:t>
            </a:r>
            <a:endParaRPr lang="en-US" altLang="zh-CN" dirty="0"/>
          </a:p>
          <a:p>
            <a:pPr eaLnBrk="1" hangingPunct="1"/>
            <a:r>
              <a:rPr lang="zh-CN" altLang="en-US" sz="2800" dirty="0">
                <a:sym typeface="Wingdings" panose="05000000000000000000" pitchFamily="2" charset="2"/>
              </a:rPr>
              <a:t>同一律(</a:t>
            </a:r>
            <a:r>
              <a:rPr lang="en-US" altLang="zh-CN" sz="2800" dirty="0">
                <a:sym typeface="Wingdings" panose="05000000000000000000" pitchFamily="2" charset="2"/>
              </a:rPr>
              <a:t>identity laws)</a:t>
            </a:r>
            <a:endParaRPr lang="en-US" altLang="zh-CN" sz="2800" dirty="0">
              <a:sym typeface="Wingdings" panose="05000000000000000000" pitchFamily="2" charset="2"/>
            </a:endParaRPr>
          </a:p>
          <a:p>
            <a:pPr algn="ctr" eaLnBrk="1" hangingPunct="1">
              <a:buNone/>
            </a:pPr>
            <a:r>
              <a:rPr lang="en-US" altLang="zh-CN" i="1" dirty="0"/>
              <a:t>A</a:t>
            </a:r>
            <a:r>
              <a:rPr lang="zh-CN" altLang="en-US" dirty="0"/>
              <a:t>∨0</a:t>
            </a:r>
            <a:r>
              <a:rPr lang="en-US" altLang="zh-CN" dirty="0">
                <a:sym typeface="Symbol" panose="05050102010706020507" pitchFamily="18" charset="2"/>
              </a:rPr>
              <a:t></a:t>
            </a:r>
            <a:r>
              <a:rPr lang="en-US" altLang="zh-CN" i="1" dirty="0"/>
              <a:t>A</a:t>
            </a:r>
            <a:endParaRPr lang="en-US" altLang="zh-CN" i="1" dirty="0"/>
          </a:p>
          <a:p>
            <a:pPr algn="ctr" eaLnBrk="1" hangingPunct="1">
              <a:buNone/>
            </a:pPr>
            <a:r>
              <a:rPr lang="en-US" altLang="zh-CN" i="1" dirty="0"/>
              <a:t>A</a:t>
            </a:r>
            <a:r>
              <a:rPr lang="zh-CN" altLang="en-US" dirty="0"/>
              <a:t>∧1</a:t>
            </a:r>
            <a:r>
              <a:rPr lang="en-US" altLang="zh-CN" dirty="0">
                <a:sym typeface="Symbol" panose="05050102010706020507" pitchFamily="18" charset="2"/>
              </a:rPr>
              <a:t></a:t>
            </a:r>
            <a:r>
              <a:rPr lang="en-US" altLang="zh-CN" i="1" dirty="0"/>
              <a:t>A</a:t>
            </a:r>
            <a:endParaRPr lang="en-US" altLang="zh-CN" sz="2800" dirty="0">
              <a:sym typeface="Wingdings" panose="05000000000000000000" pitchFamily="2" charset="2"/>
            </a:endParaRPr>
          </a:p>
        </p:txBody>
      </p:sp>
    </p:spTree>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7" name="灯片编号占位符 3"/>
          <p:cNvSpPr>
            <a:spLocks noGrp="1"/>
          </p:cNvSpPr>
          <p:nvPr>
            <p:ph type="sldNum" sz="quarter" idx="10"/>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r" eaLnBrk="1" hangingPunct="1">
              <a:buClrTx/>
              <a:buFontTx/>
            </a:pPr>
            <a:fld id="{9A0DB2DC-4C9A-4742-B13C-FB6460FD3503}" type="slidenum">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34818" name="日期占位符 4"/>
          <p:cNvSpPr>
            <a:spLocks noGrp="1"/>
          </p:cNvSpPr>
          <p:nvPr>
            <p:ph type="dt" sz="half" idx="11"/>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buClrTx/>
              <a:buFontTx/>
            </a:pPr>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34819" name="页脚占位符 5"/>
          <p:cNvSpPr>
            <a:spLocks noGrp="1"/>
          </p:cNvSpPr>
          <p:nvPr>
            <p:ph type="ftr" sz="quarter" idx="12"/>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buClrTx/>
              <a:buFontTx/>
            </a:pPr>
            <a:r>
              <a:rPr lang="en-US" altLang="zh-CN" sz="1200" b="1" i="1" dirty="0">
                <a:solidFill>
                  <a:srgbClr val="009999"/>
                </a:solidFill>
                <a:latin typeface="Arial Narrow" panose="020B0606020202030204" pitchFamily="34" charset="0"/>
              </a:rPr>
              <a:t>School of Computer Science, BUPT</a:t>
            </a:r>
            <a:endParaRPr lang="zh-CN" altLang="en-US" sz="1200" b="1" i="1" dirty="0">
              <a:solidFill>
                <a:srgbClr val="009999"/>
              </a:solidFill>
              <a:latin typeface="Arial Narrow" panose="020B0606020202030204" pitchFamily="34" charset="0"/>
            </a:endParaRPr>
          </a:p>
        </p:txBody>
      </p:sp>
      <p:sp>
        <p:nvSpPr>
          <p:cNvPr id="34820" name="Rectangle 1026"/>
          <p:cNvSpPr>
            <a:spLocks noGrp="1"/>
          </p:cNvSpPr>
          <p:nvPr>
            <p:ph type="title"/>
          </p:nvPr>
        </p:nvSpPr>
        <p:spPr/>
        <p:txBody>
          <a:bodyPr vert="horz" wrap="square" lIns="91440" tIns="45720" rIns="91440" bIns="45720" anchor="b" anchorCtr="0"/>
          <a:p>
            <a:pPr eaLnBrk="1" hangingPunct="1"/>
            <a:r>
              <a:rPr lang="zh-CN" altLang="en-US" dirty="0"/>
              <a:t>常用逻辑等值式(关于0,1)</a:t>
            </a:r>
            <a:endParaRPr lang="zh-CN" altLang="en-US" dirty="0"/>
          </a:p>
        </p:txBody>
      </p:sp>
      <p:sp>
        <p:nvSpPr>
          <p:cNvPr id="34821" name="Rectangle 1027"/>
          <p:cNvSpPr>
            <a:spLocks noGrp="1"/>
          </p:cNvSpPr>
          <p:nvPr>
            <p:ph idx="1"/>
          </p:nvPr>
        </p:nvSpPr>
        <p:spPr/>
        <p:txBody>
          <a:bodyPr vert="horz" wrap="square" lIns="91440" tIns="45720" rIns="91440" bIns="45720" anchor="t" anchorCtr="0"/>
          <a:p>
            <a:pPr eaLnBrk="1" hangingPunct="1"/>
            <a:r>
              <a:rPr lang="zh-CN" altLang="en-US" sz="2800" dirty="0">
                <a:sym typeface="Wingdings" panose="05000000000000000000" pitchFamily="2" charset="2"/>
              </a:rPr>
              <a:t>排中律(</a:t>
            </a:r>
            <a:r>
              <a:rPr lang="en-US" altLang="zh-CN" sz="2800" dirty="0">
                <a:sym typeface="Wingdings" panose="05000000000000000000" pitchFamily="2" charset="2"/>
              </a:rPr>
              <a:t>excluded middle)</a:t>
            </a:r>
            <a:endParaRPr lang="en-US" altLang="zh-CN" sz="2800" dirty="0">
              <a:sym typeface="Wingdings" panose="05000000000000000000" pitchFamily="2" charset="2"/>
            </a:endParaRPr>
          </a:p>
          <a:p>
            <a:pPr algn="ctr" eaLnBrk="1" hangingPunct="1">
              <a:buNone/>
            </a:pPr>
            <a:r>
              <a:rPr lang="en-US" altLang="zh-CN" i="1" dirty="0"/>
              <a:t>A</a:t>
            </a:r>
            <a:r>
              <a:rPr lang="zh-CN" altLang="en-US" dirty="0"/>
              <a:t>∨ </a:t>
            </a:r>
            <a:r>
              <a:rPr lang="en-US" altLang="zh-CN" sz="2800" dirty="0">
                <a:sym typeface="Symbol" panose="05050102010706020507" pitchFamily="18" charset="2"/>
              </a:rPr>
              <a:t>¬</a:t>
            </a:r>
            <a:r>
              <a:rPr lang="zh-CN" altLang="en-US" dirty="0"/>
              <a:t> </a:t>
            </a:r>
            <a:r>
              <a:rPr lang="en-US" altLang="zh-CN" i="1" dirty="0"/>
              <a:t>A</a:t>
            </a:r>
            <a:r>
              <a:rPr lang="en-US" altLang="zh-CN" dirty="0">
                <a:sym typeface="Symbol" panose="05050102010706020507" pitchFamily="18" charset="2"/>
              </a:rPr>
              <a:t></a:t>
            </a:r>
            <a:r>
              <a:rPr lang="en-US" altLang="zh-CN" dirty="0">
                <a:sym typeface="Wingdings" panose="05000000000000000000" pitchFamily="2" charset="2"/>
              </a:rPr>
              <a:t>1</a:t>
            </a:r>
            <a:endParaRPr lang="en-US" altLang="zh-CN" sz="2800" dirty="0">
              <a:sym typeface="Wingdings" panose="05000000000000000000" pitchFamily="2" charset="2"/>
            </a:endParaRPr>
          </a:p>
          <a:p>
            <a:pPr eaLnBrk="1" hangingPunct="1"/>
            <a:r>
              <a:rPr lang="zh-CN" altLang="en-US" sz="2800" dirty="0">
                <a:sym typeface="Wingdings" panose="05000000000000000000" pitchFamily="2" charset="2"/>
              </a:rPr>
              <a:t>矛盾律(</a:t>
            </a:r>
            <a:r>
              <a:rPr lang="en-US" altLang="zh-CN" sz="2800" dirty="0">
                <a:sym typeface="Wingdings" panose="05000000000000000000" pitchFamily="2" charset="2"/>
              </a:rPr>
              <a:t>contradiction)</a:t>
            </a:r>
            <a:endParaRPr lang="en-US" altLang="zh-CN" sz="2800" dirty="0">
              <a:sym typeface="Wingdings" panose="05000000000000000000" pitchFamily="2" charset="2"/>
            </a:endParaRPr>
          </a:p>
          <a:p>
            <a:pPr algn="ctr" eaLnBrk="1" hangingPunct="1">
              <a:buNone/>
            </a:pPr>
            <a:r>
              <a:rPr lang="en-US" altLang="zh-CN" i="1" dirty="0"/>
              <a:t>A</a:t>
            </a:r>
            <a:r>
              <a:rPr lang="zh-CN" altLang="en-US" dirty="0"/>
              <a:t>∧ </a:t>
            </a:r>
            <a:r>
              <a:rPr lang="en-US" altLang="zh-CN" sz="2800" dirty="0">
                <a:sym typeface="Symbol" panose="05050102010706020507" pitchFamily="18" charset="2"/>
              </a:rPr>
              <a:t>¬</a:t>
            </a:r>
            <a:r>
              <a:rPr lang="zh-CN" altLang="en-US" dirty="0"/>
              <a:t> </a:t>
            </a:r>
            <a:r>
              <a:rPr lang="en-US" altLang="zh-CN" i="1" dirty="0"/>
              <a:t>A</a:t>
            </a:r>
            <a:r>
              <a:rPr lang="en-US" altLang="zh-CN" dirty="0">
                <a:sym typeface="Symbol" panose="05050102010706020507" pitchFamily="18" charset="2"/>
              </a:rPr>
              <a:t></a:t>
            </a:r>
            <a:r>
              <a:rPr lang="en-US" altLang="zh-CN" dirty="0">
                <a:sym typeface="Wingdings" panose="05000000000000000000" pitchFamily="2" charset="2"/>
              </a:rPr>
              <a:t>0</a:t>
            </a:r>
            <a:endParaRPr lang="en-US" altLang="zh-CN" dirty="0">
              <a:sym typeface="Wingdings" panose="05000000000000000000" pitchFamily="2" charset="2"/>
            </a:endParaRPr>
          </a:p>
        </p:txBody>
      </p:sp>
    </p:spTree>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1" name="灯片编号占位符 3"/>
          <p:cNvSpPr>
            <a:spLocks noGrp="1"/>
          </p:cNvSpPr>
          <p:nvPr>
            <p:ph type="sldNum" sz="quarter" idx="10"/>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r" eaLnBrk="1" hangingPunct="1">
              <a:buClrTx/>
              <a:buFontTx/>
            </a:pPr>
            <a:fld id="{9A0DB2DC-4C9A-4742-B13C-FB6460FD3503}" type="slidenum">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35842" name="日期占位符 4"/>
          <p:cNvSpPr>
            <a:spLocks noGrp="1"/>
          </p:cNvSpPr>
          <p:nvPr>
            <p:ph type="dt" sz="half" idx="11"/>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buClrTx/>
              <a:buFontTx/>
            </a:pPr>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35843" name="页脚占位符 5"/>
          <p:cNvSpPr>
            <a:spLocks noGrp="1"/>
          </p:cNvSpPr>
          <p:nvPr>
            <p:ph type="ftr" sz="quarter" idx="12"/>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buClrTx/>
              <a:buFontTx/>
            </a:pPr>
            <a:r>
              <a:rPr lang="en-US" altLang="zh-CN" sz="1200" b="1" i="1" dirty="0">
                <a:solidFill>
                  <a:srgbClr val="009999"/>
                </a:solidFill>
                <a:latin typeface="Arial Narrow" panose="020B0606020202030204" pitchFamily="34" charset="0"/>
              </a:rPr>
              <a:t>School of Computer Science, BUPT</a:t>
            </a:r>
            <a:endParaRPr lang="zh-CN" altLang="en-US" sz="1200" b="1" i="1" dirty="0">
              <a:solidFill>
                <a:srgbClr val="009999"/>
              </a:solidFill>
              <a:latin typeface="Arial Narrow" panose="020B0606020202030204" pitchFamily="34" charset="0"/>
            </a:endParaRPr>
          </a:p>
        </p:txBody>
      </p:sp>
      <p:sp>
        <p:nvSpPr>
          <p:cNvPr id="35844" name="Rectangle 2050"/>
          <p:cNvSpPr>
            <a:spLocks noGrp="1"/>
          </p:cNvSpPr>
          <p:nvPr>
            <p:ph type="title"/>
          </p:nvPr>
        </p:nvSpPr>
        <p:spPr/>
        <p:txBody>
          <a:bodyPr vert="horz" wrap="square" lIns="91440" tIns="45720" rIns="91440" bIns="45720" anchor="b" anchorCtr="0"/>
          <a:p>
            <a:pPr eaLnBrk="1" hangingPunct="1"/>
            <a:r>
              <a:rPr lang="zh-CN" altLang="en-US" dirty="0"/>
              <a:t>常用逻辑等值式(关于</a:t>
            </a:r>
            <a:r>
              <a:rPr lang="en-US" altLang="zh-CN" dirty="0"/>
              <a:t>→)</a:t>
            </a:r>
            <a:endParaRPr lang="en-US" altLang="zh-CN" dirty="0"/>
          </a:p>
        </p:txBody>
      </p:sp>
      <p:sp>
        <p:nvSpPr>
          <p:cNvPr id="35845" name="Rectangle 2051"/>
          <p:cNvSpPr>
            <a:spLocks noGrp="1"/>
          </p:cNvSpPr>
          <p:nvPr>
            <p:ph idx="1"/>
          </p:nvPr>
        </p:nvSpPr>
        <p:spPr/>
        <p:txBody>
          <a:bodyPr vert="horz" wrap="square" lIns="91440" tIns="45720" rIns="91440" bIns="45720" anchor="t" anchorCtr="0"/>
          <a:p>
            <a:pPr eaLnBrk="1" hangingPunct="1"/>
            <a:r>
              <a:rPr lang="zh-CN" altLang="en-US" sz="2800" dirty="0">
                <a:sym typeface="Wingdings" panose="05000000000000000000" pitchFamily="2" charset="2"/>
              </a:rPr>
              <a:t>蕴涵等值式(</a:t>
            </a:r>
            <a:r>
              <a:rPr lang="en-US" altLang="zh-CN" sz="2800" dirty="0">
                <a:sym typeface="Wingdings" panose="05000000000000000000" pitchFamily="2" charset="2"/>
              </a:rPr>
              <a:t>conditional as disjunction)</a:t>
            </a:r>
            <a:endParaRPr lang="en-US" altLang="zh-CN" sz="2800" dirty="0">
              <a:sym typeface="Wingdings" panose="05000000000000000000" pitchFamily="2" charset="2"/>
            </a:endParaRPr>
          </a:p>
          <a:p>
            <a:pPr algn="ctr" eaLnBrk="1" hangingPunct="1">
              <a:buNone/>
            </a:pPr>
            <a:r>
              <a:rPr lang="en-US" altLang="zh-CN" sz="2800" i="1" dirty="0">
                <a:sym typeface="Wingdings" panose="05000000000000000000" pitchFamily="2" charset="2"/>
              </a:rPr>
              <a:t>A</a:t>
            </a:r>
            <a:r>
              <a:rPr lang="zh-CN" altLang="en-US" dirty="0"/>
              <a:t>→</a:t>
            </a:r>
            <a:r>
              <a:rPr lang="en-US" altLang="zh-CN" sz="2800" i="1" dirty="0">
                <a:sym typeface="Wingdings" panose="05000000000000000000" pitchFamily="2" charset="2"/>
              </a:rPr>
              <a:t>B</a:t>
            </a:r>
            <a:r>
              <a:rPr lang="en-US" altLang="zh-CN" dirty="0">
                <a:sym typeface="Symbol" panose="05050102010706020507" pitchFamily="18" charset="2"/>
              </a:rPr>
              <a:t> </a:t>
            </a:r>
            <a:r>
              <a:rPr lang="en-US" altLang="zh-CN" sz="2800" dirty="0">
                <a:sym typeface="Symbol" panose="05050102010706020507" pitchFamily="18" charset="2"/>
              </a:rPr>
              <a:t>¬</a:t>
            </a:r>
            <a:r>
              <a:rPr lang="zh-CN" altLang="en-US" dirty="0"/>
              <a:t> </a:t>
            </a:r>
            <a:r>
              <a:rPr lang="en-US" altLang="zh-CN" sz="2800" i="1" dirty="0">
                <a:sym typeface="Wingdings" panose="05000000000000000000" pitchFamily="2" charset="2"/>
              </a:rPr>
              <a:t>A</a:t>
            </a:r>
            <a:r>
              <a:rPr lang="zh-CN" altLang="en-US" dirty="0"/>
              <a:t>∨</a:t>
            </a:r>
            <a:r>
              <a:rPr lang="en-US" altLang="zh-CN" sz="2800" i="1" dirty="0">
                <a:sym typeface="Wingdings" panose="05000000000000000000" pitchFamily="2" charset="2"/>
              </a:rPr>
              <a:t>B</a:t>
            </a:r>
            <a:endParaRPr lang="en-US" altLang="zh-CN" sz="2800" dirty="0">
              <a:sym typeface="Wingdings" panose="05000000000000000000" pitchFamily="2" charset="2"/>
            </a:endParaRPr>
          </a:p>
          <a:p>
            <a:pPr eaLnBrk="1" hangingPunct="1"/>
            <a:r>
              <a:rPr lang="zh-CN" altLang="en-US" sz="2800" dirty="0">
                <a:sym typeface="Wingdings" panose="05000000000000000000" pitchFamily="2" charset="2"/>
              </a:rPr>
              <a:t>假言易位(</a:t>
            </a:r>
            <a:r>
              <a:rPr lang="en-US" altLang="zh-CN" sz="2800" dirty="0">
                <a:sym typeface="Wingdings" panose="05000000000000000000" pitchFamily="2" charset="2"/>
              </a:rPr>
              <a:t>contrapositive law)</a:t>
            </a:r>
            <a:endParaRPr lang="en-US" altLang="zh-CN" sz="2800" dirty="0">
              <a:sym typeface="Wingdings" panose="05000000000000000000" pitchFamily="2" charset="2"/>
            </a:endParaRPr>
          </a:p>
          <a:p>
            <a:pPr algn="ctr" eaLnBrk="1" hangingPunct="1">
              <a:buNone/>
            </a:pPr>
            <a:r>
              <a:rPr lang="en-US" altLang="zh-CN" sz="2800" i="1" dirty="0">
                <a:sym typeface="Wingdings" panose="05000000000000000000" pitchFamily="2" charset="2"/>
              </a:rPr>
              <a:t>A</a:t>
            </a:r>
            <a:r>
              <a:rPr lang="zh-CN" altLang="en-US" dirty="0"/>
              <a:t>→</a:t>
            </a:r>
            <a:r>
              <a:rPr lang="en-US" altLang="zh-CN" sz="2800" i="1" dirty="0">
                <a:sym typeface="Wingdings" panose="05000000000000000000" pitchFamily="2" charset="2"/>
              </a:rPr>
              <a:t>B</a:t>
            </a:r>
            <a:r>
              <a:rPr lang="en-US" altLang="zh-CN" dirty="0">
                <a:sym typeface="Symbol" panose="05050102010706020507" pitchFamily="18" charset="2"/>
              </a:rPr>
              <a:t> </a:t>
            </a:r>
            <a:r>
              <a:rPr lang="en-US" altLang="zh-CN" sz="2800" dirty="0">
                <a:sym typeface="Symbol" panose="05050102010706020507" pitchFamily="18" charset="2"/>
              </a:rPr>
              <a:t>¬</a:t>
            </a:r>
            <a:r>
              <a:rPr lang="zh-CN" altLang="en-US" dirty="0"/>
              <a:t> </a:t>
            </a:r>
            <a:r>
              <a:rPr lang="en-US" altLang="zh-CN" sz="2800" i="1" dirty="0">
                <a:sym typeface="Wingdings" panose="05000000000000000000" pitchFamily="2" charset="2"/>
              </a:rPr>
              <a:t>B</a:t>
            </a:r>
            <a:r>
              <a:rPr lang="zh-CN" altLang="en-US" dirty="0"/>
              <a:t>→ </a:t>
            </a:r>
            <a:r>
              <a:rPr lang="en-US" altLang="zh-CN" sz="2800" dirty="0">
                <a:sym typeface="Symbol" panose="05050102010706020507" pitchFamily="18" charset="2"/>
              </a:rPr>
              <a:t>¬</a:t>
            </a:r>
            <a:r>
              <a:rPr lang="zh-CN" altLang="en-US" dirty="0"/>
              <a:t> </a:t>
            </a:r>
            <a:r>
              <a:rPr lang="en-US" altLang="zh-CN" sz="2800" i="1" dirty="0">
                <a:sym typeface="Wingdings" panose="05000000000000000000" pitchFamily="2" charset="2"/>
              </a:rPr>
              <a:t>A</a:t>
            </a:r>
            <a:endParaRPr lang="zh-CN" altLang="en-US" sz="2800" dirty="0">
              <a:sym typeface="Wingdings" panose="05000000000000000000" pitchFamily="2" charset="2"/>
            </a:endParaRPr>
          </a:p>
          <a:p>
            <a:pPr eaLnBrk="1" hangingPunct="1"/>
            <a:r>
              <a:rPr lang="zh-CN" altLang="en-US" sz="2800" dirty="0">
                <a:sym typeface="Wingdings" panose="05000000000000000000" pitchFamily="2" charset="2"/>
              </a:rPr>
              <a:t>归谬论 </a:t>
            </a:r>
            <a:r>
              <a:rPr lang="en-US" altLang="zh-CN" sz="2800" dirty="0">
                <a:sym typeface="Wingdings" panose="05000000000000000000" pitchFamily="2" charset="2"/>
              </a:rPr>
              <a:t>(</a:t>
            </a:r>
            <a:r>
              <a:rPr lang="en-US" altLang="zh-CN" sz="2800" dirty="0">
                <a:latin typeface="Times New Roman" panose="02020503050405090304" pitchFamily="18" charset="0"/>
              </a:rPr>
              <a:t>Absurdity)</a:t>
            </a:r>
            <a:endParaRPr lang="zh-CN" altLang="en-US" sz="2800" dirty="0">
              <a:sym typeface="Wingdings" panose="05000000000000000000" pitchFamily="2" charset="2"/>
            </a:endParaRPr>
          </a:p>
          <a:p>
            <a:pPr algn="ctr" eaLnBrk="1" hangingPunct="1">
              <a:buNone/>
            </a:pPr>
            <a:r>
              <a:rPr lang="en-US" altLang="zh-CN" sz="2800" dirty="0">
                <a:sym typeface="Symbol" panose="05050102010706020507" pitchFamily="18" charset="2"/>
              </a:rPr>
              <a:t>(</a:t>
            </a:r>
            <a:r>
              <a:rPr lang="en-US" altLang="zh-CN" sz="2800" i="1" dirty="0">
                <a:sym typeface="Wingdings" panose="05000000000000000000" pitchFamily="2" charset="2"/>
              </a:rPr>
              <a:t>A</a:t>
            </a:r>
            <a:r>
              <a:rPr lang="zh-CN" altLang="en-US" dirty="0"/>
              <a:t>→</a:t>
            </a:r>
            <a:r>
              <a:rPr lang="en-US" altLang="zh-CN" sz="2800" i="1" dirty="0">
                <a:sym typeface="Wingdings" panose="05000000000000000000" pitchFamily="2" charset="2"/>
              </a:rPr>
              <a:t>B </a:t>
            </a:r>
            <a:r>
              <a:rPr lang="en-US" altLang="zh-CN" sz="2800" dirty="0">
                <a:sym typeface="Wingdings" panose="05000000000000000000" pitchFamily="2" charset="2"/>
              </a:rPr>
              <a:t>)</a:t>
            </a:r>
            <a:r>
              <a:rPr lang="zh-CN" altLang="en-US" dirty="0"/>
              <a:t>∧</a:t>
            </a:r>
            <a:r>
              <a:rPr lang="en-US" altLang="zh-CN" sz="2800" dirty="0">
                <a:sym typeface="Symbol" panose="05050102010706020507" pitchFamily="18" charset="2"/>
              </a:rPr>
              <a:t>(</a:t>
            </a:r>
            <a:r>
              <a:rPr lang="en-US" altLang="zh-CN" sz="2800" i="1" dirty="0">
                <a:sym typeface="Wingdings" panose="05000000000000000000" pitchFamily="2" charset="2"/>
              </a:rPr>
              <a:t> A</a:t>
            </a:r>
            <a:r>
              <a:rPr lang="zh-CN" altLang="en-US" dirty="0"/>
              <a:t>→ </a:t>
            </a:r>
            <a:r>
              <a:rPr lang="en-US" altLang="zh-CN" sz="2800" dirty="0">
                <a:sym typeface="Symbol" panose="05050102010706020507" pitchFamily="18" charset="2"/>
              </a:rPr>
              <a:t>¬</a:t>
            </a:r>
            <a:r>
              <a:rPr lang="en-US" altLang="zh-CN" dirty="0"/>
              <a:t> </a:t>
            </a:r>
            <a:r>
              <a:rPr lang="en-US" altLang="zh-CN" sz="2800" i="1" dirty="0">
                <a:sym typeface="Wingdings" panose="05000000000000000000" pitchFamily="2" charset="2"/>
              </a:rPr>
              <a:t>B </a:t>
            </a:r>
            <a:r>
              <a:rPr lang="en-US" altLang="zh-CN" sz="2800" dirty="0">
                <a:sym typeface="Wingdings" panose="05000000000000000000" pitchFamily="2" charset="2"/>
              </a:rPr>
              <a:t>)</a:t>
            </a:r>
            <a:r>
              <a:rPr lang="en-US" altLang="zh-CN" dirty="0">
                <a:sym typeface="Symbol" panose="05050102010706020507" pitchFamily="18" charset="2"/>
              </a:rPr>
              <a:t> </a:t>
            </a:r>
            <a:r>
              <a:rPr lang="en-US" altLang="zh-CN" sz="2800" dirty="0">
                <a:sym typeface="Symbol" panose="05050102010706020507" pitchFamily="18" charset="2"/>
              </a:rPr>
              <a:t>¬</a:t>
            </a:r>
            <a:r>
              <a:rPr lang="zh-CN" altLang="en-US" dirty="0"/>
              <a:t> </a:t>
            </a:r>
            <a:r>
              <a:rPr lang="en-US" altLang="zh-CN" sz="2800" i="1" dirty="0">
                <a:sym typeface="Wingdings" panose="05000000000000000000" pitchFamily="2" charset="2"/>
              </a:rPr>
              <a:t>A</a:t>
            </a:r>
            <a:endParaRPr lang="zh-CN" altLang="en-US" sz="2800" i="1" dirty="0">
              <a:sym typeface="Wingdings" panose="05000000000000000000" pitchFamily="2" charset="2"/>
            </a:endParaRPr>
          </a:p>
        </p:txBody>
      </p:sp>
    </p:spTree>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5" name="灯片编号占位符 3"/>
          <p:cNvSpPr>
            <a:spLocks noGrp="1"/>
          </p:cNvSpPr>
          <p:nvPr>
            <p:ph type="sldNum" sz="quarter" idx="10"/>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r" eaLnBrk="1" hangingPunct="1">
              <a:buClrTx/>
              <a:buFontTx/>
            </a:pPr>
            <a:fld id="{9A0DB2DC-4C9A-4742-B13C-FB6460FD3503}" type="slidenum">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36866" name="日期占位符 4"/>
          <p:cNvSpPr>
            <a:spLocks noGrp="1"/>
          </p:cNvSpPr>
          <p:nvPr>
            <p:ph type="dt" sz="half" idx="11"/>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buClrTx/>
              <a:buFontTx/>
            </a:pPr>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36867" name="页脚占位符 5"/>
          <p:cNvSpPr>
            <a:spLocks noGrp="1"/>
          </p:cNvSpPr>
          <p:nvPr>
            <p:ph type="ftr" sz="quarter" idx="12"/>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buClrTx/>
              <a:buFontTx/>
            </a:pPr>
            <a:r>
              <a:rPr lang="en-US" altLang="zh-CN" sz="1200" b="1" i="1" dirty="0">
                <a:solidFill>
                  <a:srgbClr val="009999"/>
                </a:solidFill>
                <a:latin typeface="Arial Narrow" panose="020B0606020202030204" pitchFamily="34" charset="0"/>
              </a:rPr>
              <a:t>School of Computer Science, BUPT</a:t>
            </a:r>
            <a:endParaRPr lang="zh-CN" altLang="en-US" sz="1200" b="1" i="1" dirty="0">
              <a:solidFill>
                <a:srgbClr val="009999"/>
              </a:solidFill>
              <a:latin typeface="Arial Narrow" panose="020B0606020202030204" pitchFamily="34" charset="0"/>
            </a:endParaRPr>
          </a:p>
        </p:txBody>
      </p:sp>
      <p:sp>
        <p:nvSpPr>
          <p:cNvPr id="36868" name="Rectangle 2"/>
          <p:cNvSpPr>
            <a:spLocks noGrp="1"/>
          </p:cNvSpPr>
          <p:nvPr>
            <p:ph type="title"/>
          </p:nvPr>
        </p:nvSpPr>
        <p:spPr/>
        <p:txBody>
          <a:bodyPr vert="horz" wrap="square" lIns="91440" tIns="45720" rIns="91440" bIns="45720" anchor="b" anchorCtr="0"/>
          <a:p>
            <a:pPr eaLnBrk="1" hangingPunct="1"/>
            <a:r>
              <a:rPr lang="zh-CN" altLang="en-US" dirty="0"/>
              <a:t>常用逻辑等值式(关于↔)</a:t>
            </a:r>
            <a:endParaRPr lang="zh-CN" altLang="en-US" dirty="0"/>
          </a:p>
        </p:txBody>
      </p:sp>
      <p:sp>
        <p:nvSpPr>
          <p:cNvPr id="36869" name="Rectangle 3"/>
          <p:cNvSpPr>
            <a:spLocks noGrp="1"/>
          </p:cNvSpPr>
          <p:nvPr>
            <p:ph idx="1"/>
          </p:nvPr>
        </p:nvSpPr>
        <p:spPr/>
        <p:txBody>
          <a:bodyPr vert="horz" wrap="square" lIns="91440" tIns="45720" rIns="91440" bIns="45720" anchor="t" anchorCtr="0"/>
          <a:p>
            <a:pPr eaLnBrk="1" hangingPunct="1"/>
            <a:r>
              <a:rPr lang="zh-CN" altLang="en-US" sz="2800" dirty="0">
                <a:sym typeface="Wingdings" panose="05000000000000000000" pitchFamily="2" charset="2"/>
              </a:rPr>
              <a:t>等价等值式(</a:t>
            </a:r>
            <a:r>
              <a:rPr lang="en-US" altLang="zh-CN" sz="2800" dirty="0">
                <a:sym typeface="Wingdings" panose="05000000000000000000" pitchFamily="2" charset="2"/>
              </a:rPr>
              <a:t>biconditional as implication</a:t>
            </a:r>
            <a:r>
              <a:rPr lang="zh-CN" altLang="en-US" sz="2800" dirty="0">
                <a:sym typeface="Wingdings" panose="05000000000000000000" pitchFamily="2" charset="2"/>
              </a:rPr>
              <a:t>)</a:t>
            </a:r>
            <a:endParaRPr lang="zh-CN" altLang="en-US" sz="2800" dirty="0">
              <a:sym typeface="Wingdings" panose="05000000000000000000" pitchFamily="2" charset="2"/>
            </a:endParaRPr>
          </a:p>
          <a:p>
            <a:pPr algn="ctr" eaLnBrk="1" hangingPunct="1">
              <a:buNone/>
            </a:pPr>
            <a:r>
              <a:rPr lang="en-US" altLang="zh-CN" sz="2800" i="1" dirty="0">
                <a:sym typeface="Wingdings" panose="05000000000000000000" pitchFamily="2" charset="2"/>
              </a:rPr>
              <a:t>A</a:t>
            </a:r>
            <a:r>
              <a:rPr lang="zh-CN" altLang="en-US" dirty="0"/>
              <a:t>↔</a:t>
            </a:r>
            <a:r>
              <a:rPr lang="en-US" altLang="zh-CN" sz="2800" i="1" dirty="0">
                <a:sym typeface="Wingdings" panose="05000000000000000000" pitchFamily="2" charset="2"/>
              </a:rPr>
              <a:t>B</a:t>
            </a:r>
            <a:r>
              <a:rPr lang="en-US" altLang="zh-CN" dirty="0">
                <a:sym typeface="Symbol" panose="05050102010706020507" pitchFamily="18" charset="2"/>
              </a:rPr>
              <a:t></a:t>
            </a:r>
            <a:r>
              <a:rPr lang="en-US" altLang="zh-CN" sz="2800" dirty="0">
                <a:sym typeface="Symbol" panose="05050102010706020507" pitchFamily="18" charset="2"/>
              </a:rPr>
              <a:t>(</a:t>
            </a:r>
            <a:r>
              <a:rPr lang="en-US" altLang="zh-CN" sz="2800" i="1" dirty="0">
                <a:sym typeface="Wingdings" panose="05000000000000000000" pitchFamily="2" charset="2"/>
              </a:rPr>
              <a:t>A</a:t>
            </a:r>
            <a:r>
              <a:rPr lang="zh-CN" altLang="en-US" dirty="0"/>
              <a:t>→</a:t>
            </a:r>
            <a:r>
              <a:rPr lang="en-US" altLang="zh-CN" sz="2800" i="1" dirty="0">
                <a:sym typeface="Wingdings" panose="05000000000000000000" pitchFamily="2" charset="2"/>
              </a:rPr>
              <a:t>B</a:t>
            </a:r>
            <a:r>
              <a:rPr lang="en-US" altLang="zh-CN" sz="2800" dirty="0">
                <a:sym typeface="Wingdings" panose="05000000000000000000" pitchFamily="2" charset="2"/>
              </a:rPr>
              <a:t>)</a:t>
            </a:r>
            <a:r>
              <a:rPr lang="zh-CN" altLang="en-US" dirty="0"/>
              <a:t>∧</a:t>
            </a:r>
            <a:r>
              <a:rPr lang="en-US" altLang="zh-CN" sz="2800" dirty="0">
                <a:sym typeface="Wingdings" panose="05000000000000000000" pitchFamily="2" charset="2"/>
              </a:rPr>
              <a:t>(</a:t>
            </a:r>
            <a:r>
              <a:rPr lang="en-US" altLang="zh-CN" sz="2800" i="1" dirty="0">
                <a:sym typeface="Wingdings" panose="05000000000000000000" pitchFamily="2" charset="2"/>
              </a:rPr>
              <a:t>B</a:t>
            </a:r>
            <a:r>
              <a:rPr lang="zh-CN" altLang="en-US" dirty="0"/>
              <a:t>→</a:t>
            </a:r>
            <a:r>
              <a:rPr lang="en-US" altLang="zh-CN" sz="2800" i="1" dirty="0">
                <a:sym typeface="Wingdings" panose="05000000000000000000" pitchFamily="2" charset="2"/>
              </a:rPr>
              <a:t>A</a:t>
            </a:r>
            <a:r>
              <a:rPr lang="en-US" altLang="zh-CN" sz="2800" dirty="0">
                <a:sym typeface="Wingdings" panose="05000000000000000000" pitchFamily="2" charset="2"/>
              </a:rPr>
              <a:t>)</a:t>
            </a:r>
            <a:endParaRPr lang="en-US" altLang="zh-CN" sz="2800" dirty="0">
              <a:sym typeface="Wingdings" panose="05000000000000000000" pitchFamily="2" charset="2"/>
            </a:endParaRPr>
          </a:p>
          <a:p>
            <a:pPr eaLnBrk="1" hangingPunct="1"/>
            <a:r>
              <a:rPr lang="zh-CN" altLang="en-US" sz="2800" dirty="0">
                <a:sym typeface="Wingdings" panose="05000000000000000000" pitchFamily="2" charset="2"/>
              </a:rPr>
              <a:t>等价否定等值式</a:t>
            </a:r>
            <a:endParaRPr lang="zh-CN" altLang="en-US" sz="2800" dirty="0">
              <a:sym typeface="Wingdings" panose="05000000000000000000" pitchFamily="2" charset="2"/>
            </a:endParaRPr>
          </a:p>
          <a:p>
            <a:pPr algn="ctr" eaLnBrk="1" hangingPunct="1">
              <a:buNone/>
            </a:pPr>
            <a:r>
              <a:rPr lang="en-US" altLang="zh-CN" sz="2800" i="1" dirty="0">
                <a:sym typeface="Wingdings" panose="05000000000000000000" pitchFamily="2" charset="2"/>
              </a:rPr>
              <a:t>A</a:t>
            </a:r>
            <a:r>
              <a:rPr lang="zh-CN" altLang="en-US" dirty="0"/>
              <a:t>↔</a:t>
            </a:r>
            <a:r>
              <a:rPr lang="en-US" altLang="zh-CN" sz="2800" i="1" dirty="0">
                <a:sym typeface="Wingdings" panose="05000000000000000000" pitchFamily="2" charset="2"/>
              </a:rPr>
              <a:t>B</a:t>
            </a:r>
            <a:r>
              <a:rPr lang="en-US" altLang="zh-CN" dirty="0">
                <a:sym typeface="Symbol" panose="05050102010706020507" pitchFamily="18" charset="2"/>
              </a:rPr>
              <a:t> </a:t>
            </a:r>
            <a:r>
              <a:rPr lang="en-US" altLang="zh-CN" sz="2800" dirty="0">
                <a:sym typeface="Symbol" panose="05050102010706020507" pitchFamily="18" charset="2"/>
              </a:rPr>
              <a:t>¬</a:t>
            </a:r>
            <a:r>
              <a:rPr lang="zh-CN" altLang="en-US" dirty="0"/>
              <a:t> </a:t>
            </a:r>
            <a:r>
              <a:rPr lang="en-US" altLang="zh-CN" sz="2800" i="1" dirty="0">
                <a:sym typeface="Wingdings" panose="05000000000000000000" pitchFamily="2" charset="2"/>
              </a:rPr>
              <a:t>A</a:t>
            </a:r>
            <a:r>
              <a:rPr lang="zh-CN" altLang="en-US" dirty="0"/>
              <a:t>↔ </a:t>
            </a:r>
            <a:r>
              <a:rPr lang="en-US" altLang="zh-CN" sz="2800" dirty="0">
                <a:sym typeface="Symbol" panose="05050102010706020507" pitchFamily="18" charset="2"/>
              </a:rPr>
              <a:t>¬</a:t>
            </a:r>
            <a:r>
              <a:rPr lang="zh-CN" altLang="en-US" dirty="0"/>
              <a:t> </a:t>
            </a:r>
            <a:r>
              <a:rPr lang="en-US" altLang="zh-CN" sz="2800" i="1" dirty="0">
                <a:sym typeface="Wingdings" panose="05000000000000000000" pitchFamily="2" charset="2"/>
              </a:rPr>
              <a:t>B</a:t>
            </a:r>
            <a:endParaRPr lang="zh-CN" altLang="en-US" sz="2800" i="1" dirty="0">
              <a:sym typeface="Wingdings" panose="05000000000000000000" pitchFamily="2" charset="2"/>
            </a:endParaRPr>
          </a:p>
        </p:txBody>
      </p:sp>
    </p:spTree>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89" name="灯片编号占位符 3"/>
          <p:cNvSpPr>
            <a:spLocks noGrp="1"/>
          </p:cNvSpPr>
          <p:nvPr>
            <p:ph type="sldNum" sz="quarter" idx="10"/>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r" eaLnBrk="1" hangingPunct="1">
              <a:buClrTx/>
              <a:buFontTx/>
            </a:pPr>
            <a:fld id="{9A0DB2DC-4C9A-4742-B13C-FB6460FD3503}" type="slidenum">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37890" name="日期占位符 4"/>
          <p:cNvSpPr>
            <a:spLocks noGrp="1"/>
          </p:cNvSpPr>
          <p:nvPr>
            <p:ph type="dt" sz="half" idx="11"/>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buClrTx/>
              <a:buFontTx/>
            </a:pPr>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37891" name="页脚占位符 5"/>
          <p:cNvSpPr>
            <a:spLocks noGrp="1"/>
          </p:cNvSpPr>
          <p:nvPr>
            <p:ph type="ftr" sz="quarter" idx="12"/>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buClrTx/>
              <a:buFontTx/>
            </a:pPr>
            <a:r>
              <a:rPr lang="en-US" altLang="zh-CN" sz="1200" b="1" i="1" dirty="0">
                <a:solidFill>
                  <a:srgbClr val="009999"/>
                </a:solidFill>
                <a:latin typeface="Arial Narrow" panose="020B0606020202030204" pitchFamily="34" charset="0"/>
              </a:rPr>
              <a:t>School of Computer Science, BUPT</a:t>
            </a:r>
            <a:endParaRPr lang="zh-CN" altLang="en-US" sz="1200" b="1" i="1" dirty="0">
              <a:solidFill>
                <a:srgbClr val="009999"/>
              </a:solidFill>
              <a:latin typeface="Arial Narrow" panose="020B0606020202030204" pitchFamily="34" charset="0"/>
            </a:endParaRPr>
          </a:p>
        </p:txBody>
      </p:sp>
      <p:sp>
        <p:nvSpPr>
          <p:cNvPr id="37892" name="Rectangle 2"/>
          <p:cNvSpPr>
            <a:spLocks noGrp="1"/>
          </p:cNvSpPr>
          <p:nvPr>
            <p:ph type="title"/>
          </p:nvPr>
        </p:nvSpPr>
        <p:spPr/>
        <p:txBody>
          <a:bodyPr vert="horz" wrap="square" lIns="91440" tIns="45720" rIns="91440" bIns="45720" anchor="b" anchorCtr="0"/>
          <a:p>
            <a:pPr eaLnBrk="1" hangingPunct="1"/>
            <a:r>
              <a:rPr lang="zh-CN" altLang="en-US" dirty="0"/>
              <a:t>等值式模式</a:t>
            </a:r>
            <a:endParaRPr lang="zh-CN" altLang="en-US" dirty="0"/>
          </a:p>
        </p:txBody>
      </p:sp>
      <p:sp>
        <p:nvSpPr>
          <p:cNvPr id="37893" name="Rectangle 3"/>
          <p:cNvSpPr>
            <a:spLocks noGrp="1"/>
          </p:cNvSpPr>
          <p:nvPr>
            <p:ph idx="1"/>
          </p:nvPr>
        </p:nvSpPr>
        <p:spPr/>
        <p:txBody>
          <a:bodyPr vert="horz" wrap="square" lIns="91440" tIns="45720" rIns="91440" bIns="45720" anchor="t" anchorCtr="0"/>
          <a:p>
            <a:pPr eaLnBrk="1" hangingPunct="1"/>
            <a:r>
              <a:rPr lang="en-US" altLang="zh-CN" sz="2800" i="1" dirty="0">
                <a:sym typeface="Wingdings" panose="05000000000000000000" pitchFamily="2" charset="2"/>
              </a:rPr>
              <a:t>A，B，C</a:t>
            </a:r>
            <a:r>
              <a:rPr lang="zh-CN" altLang="en-US" sz="2800" dirty="0">
                <a:sym typeface="Wingdings" panose="05000000000000000000" pitchFamily="2" charset="2"/>
              </a:rPr>
              <a:t>代表任意的公式</a:t>
            </a:r>
            <a:endParaRPr lang="zh-CN" altLang="en-US" sz="2800" dirty="0">
              <a:sym typeface="Wingdings" panose="05000000000000000000" pitchFamily="2" charset="2"/>
            </a:endParaRPr>
          </a:p>
          <a:p>
            <a:pPr eaLnBrk="1" hangingPunct="1"/>
            <a:r>
              <a:rPr lang="zh-CN" altLang="en-US" sz="2800" dirty="0">
                <a:sym typeface="Wingdings" panose="05000000000000000000" pitchFamily="2" charset="2"/>
              </a:rPr>
              <a:t>上述等值式称为等值式模式</a:t>
            </a:r>
            <a:endParaRPr lang="zh-CN" altLang="en-US" sz="2800" dirty="0">
              <a:sym typeface="Wingdings" panose="05000000000000000000" pitchFamily="2" charset="2"/>
            </a:endParaRPr>
          </a:p>
          <a:p>
            <a:pPr eaLnBrk="1" hangingPunct="1"/>
            <a:r>
              <a:rPr lang="zh-CN" altLang="en-US" sz="2800" dirty="0">
                <a:sym typeface="Wingdings" panose="05000000000000000000" pitchFamily="2" charset="2"/>
              </a:rPr>
              <a:t>每个等值式模式都给出了无穷多个同类型的具体的等值式。</a:t>
            </a:r>
            <a:endParaRPr lang="zh-CN" altLang="en-US" sz="2800" dirty="0">
              <a:sym typeface="Wingdings" panose="05000000000000000000" pitchFamily="2" charset="2"/>
            </a:endParaRPr>
          </a:p>
          <a:p>
            <a:pPr eaLnBrk="1" hangingPunct="1"/>
            <a:endParaRPr lang="zh-CN" altLang="en-US" dirty="0"/>
          </a:p>
        </p:txBody>
      </p:sp>
    </p:spTree>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3" name="灯片编号占位符 3"/>
          <p:cNvSpPr>
            <a:spLocks noGrp="1"/>
          </p:cNvSpPr>
          <p:nvPr>
            <p:ph type="sldNum" sz="quarter" idx="10"/>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r" eaLnBrk="1" hangingPunct="1">
              <a:buClrTx/>
              <a:buFontTx/>
            </a:pPr>
            <a:fld id="{9A0DB2DC-4C9A-4742-B13C-FB6460FD3503}" type="slidenum">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38914" name="日期占位符 4"/>
          <p:cNvSpPr>
            <a:spLocks noGrp="1"/>
          </p:cNvSpPr>
          <p:nvPr>
            <p:ph type="dt" sz="half" idx="11"/>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buClrTx/>
              <a:buFontTx/>
            </a:pPr>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38915" name="页脚占位符 5"/>
          <p:cNvSpPr>
            <a:spLocks noGrp="1"/>
          </p:cNvSpPr>
          <p:nvPr>
            <p:ph type="ftr" sz="quarter" idx="12"/>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buClrTx/>
              <a:buFontTx/>
            </a:pPr>
            <a:r>
              <a:rPr lang="en-US" altLang="zh-CN" sz="1200" b="1" i="1" dirty="0">
                <a:solidFill>
                  <a:srgbClr val="009999"/>
                </a:solidFill>
                <a:latin typeface="Arial Narrow" panose="020B0606020202030204" pitchFamily="34" charset="0"/>
              </a:rPr>
              <a:t>School of Computer Science, BUPT</a:t>
            </a:r>
            <a:endParaRPr lang="zh-CN" altLang="en-US" sz="1200" b="1" i="1" dirty="0">
              <a:solidFill>
                <a:srgbClr val="009999"/>
              </a:solidFill>
              <a:latin typeface="Arial Narrow" panose="020B0606020202030204" pitchFamily="34" charset="0"/>
            </a:endParaRPr>
          </a:p>
        </p:txBody>
      </p:sp>
      <p:sp>
        <p:nvSpPr>
          <p:cNvPr id="38916" name="Rectangle 2"/>
          <p:cNvSpPr>
            <a:spLocks noGrp="1"/>
          </p:cNvSpPr>
          <p:nvPr>
            <p:ph type="title"/>
          </p:nvPr>
        </p:nvSpPr>
        <p:spPr/>
        <p:txBody>
          <a:bodyPr vert="horz" wrap="square" lIns="91440" tIns="45720" rIns="91440" bIns="45720" anchor="b" anchorCtr="0"/>
          <a:p>
            <a:pPr eaLnBrk="1" hangingPunct="1"/>
            <a:r>
              <a:rPr lang="zh-CN" altLang="en-US" dirty="0"/>
              <a:t>等值式模式(举例)</a:t>
            </a:r>
            <a:endParaRPr lang="zh-CN" altLang="en-US" dirty="0"/>
          </a:p>
        </p:txBody>
      </p:sp>
      <p:sp>
        <p:nvSpPr>
          <p:cNvPr id="38917" name="Rectangle 3"/>
          <p:cNvSpPr>
            <a:spLocks noGrp="1"/>
          </p:cNvSpPr>
          <p:nvPr>
            <p:ph idx="1"/>
          </p:nvPr>
        </p:nvSpPr>
        <p:spPr/>
        <p:txBody>
          <a:bodyPr vert="horz" wrap="square" lIns="91440" tIns="45720" rIns="91440" bIns="45720" anchor="t" anchorCtr="0"/>
          <a:p>
            <a:pPr eaLnBrk="1" hangingPunct="1"/>
            <a:r>
              <a:rPr lang="zh-CN" altLang="en-US" sz="2800" dirty="0">
                <a:sym typeface="Wingdings" panose="05000000000000000000" pitchFamily="2" charset="2"/>
              </a:rPr>
              <a:t>蕴涵等值式模式</a:t>
            </a:r>
            <a:endParaRPr lang="en-US" altLang="zh-CN" sz="2800" dirty="0">
              <a:sym typeface="Wingdings" panose="05000000000000000000" pitchFamily="2" charset="2"/>
            </a:endParaRPr>
          </a:p>
          <a:p>
            <a:pPr algn="ctr" eaLnBrk="1" hangingPunct="1">
              <a:buNone/>
            </a:pPr>
            <a:r>
              <a:rPr lang="en-US" altLang="zh-CN" sz="2800" i="1" dirty="0">
                <a:sym typeface="Wingdings" panose="05000000000000000000" pitchFamily="2" charset="2"/>
              </a:rPr>
              <a:t>A</a:t>
            </a:r>
            <a:r>
              <a:rPr lang="zh-CN" altLang="en-US" dirty="0"/>
              <a:t>→</a:t>
            </a:r>
            <a:r>
              <a:rPr lang="en-US" altLang="zh-CN" sz="2800" i="1" dirty="0">
                <a:sym typeface="Wingdings" panose="05000000000000000000" pitchFamily="2" charset="2"/>
              </a:rPr>
              <a:t>B</a:t>
            </a:r>
            <a:r>
              <a:rPr lang="en-US" altLang="zh-CN" dirty="0">
                <a:sym typeface="Symbol" panose="05050102010706020507" pitchFamily="18" charset="2"/>
              </a:rPr>
              <a:t> </a:t>
            </a:r>
            <a:r>
              <a:rPr lang="en-US" altLang="zh-CN" sz="2800" dirty="0">
                <a:sym typeface="Symbol" panose="05050102010706020507" pitchFamily="18" charset="2"/>
              </a:rPr>
              <a:t>¬</a:t>
            </a:r>
            <a:r>
              <a:rPr lang="zh-CN" altLang="en-US" dirty="0"/>
              <a:t> </a:t>
            </a:r>
            <a:r>
              <a:rPr lang="en-US" altLang="zh-CN" sz="2800" i="1" dirty="0">
                <a:sym typeface="Wingdings" panose="05000000000000000000" pitchFamily="2" charset="2"/>
              </a:rPr>
              <a:t>A</a:t>
            </a:r>
            <a:r>
              <a:rPr lang="zh-CN" altLang="en-US" dirty="0"/>
              <a:t>∨</a:t>
            </a:r>
            <a:r>
              <a:rPr lang="en-US" altLang="zh-CN" sz="2800" i="1" dirty="0">
                <a:sym typeface="Wingdings" panose="05000000000000000000" pitchFamily="2" charset="2"/>
              </a:rPr>
              <a:t>B</a:t>
            </a:r>
            <a:endParaRPr lang="en-US" altLang="zh-CN" sz="2800" dirty="0">
              <a:sym typeface="Wingdings" panose="05000000000000000000" pitchFamily="2" charset="2"/>
            </a:endParaRPr>
          </a:p>
          <a:p>
            <a:pPr eaLnBrk="1" hangingPunct="1"/>
            <a:r>
              <a:rPr lang="zh-CN" altLang="en-US" dirty="0"/>
              <a:t>取</a:t>
            </a:r>
            <a:r>
              <a:rPr lang="en-US" altLang="zh-CN" sz="2800" i="1" dirty="0">
                <a:sym typeface="Wingdings" panose="05000000000000000000" pitchFamily="2" charset="2"/>
              </a:rPr>
              <a:t>A</a:t>
            </a:r>
            <a:r>
              <a:rPr lang="en-US" altLang="zh-CN" sz="2800" dirty="0">
                <a:sym typeface="Wingdings" panose="05000000000000000000" pitchFamily="2" charset="2"/>
              </a:rPr>
              <a:t>=</a:t>
            </a:r>
            <a:r>
              <a:rPr lang="en-US" altLang="zh-CN" sz="2800" i="1" dirty="0">
                <a:sym typeface="Wingdings" panose="05000000000000000000" pitchFamily="2" charset="2"/>
              </a:rPr>
              <a:t>p</a:t>
            </a:r>
            <a:r>
              <a:rPr lang="en-US" altLang="zh-CN" sz="2800" dirty="0">
                <a:sym typeface="Wingdings" panose="05000000000000000000" pitchFamily="2" charset="2"/>
              </a:rPr>
              <a:t>，</a:t>
            </a:r>
            <a:r>
              <a:rPr lang="en-US" altLang="zh-CN" sz="2800" i="1" dirty="0">
                <a:sym typeface="Wingdings" panose="05000000000000000000" pitchFamily="2" charset="2"/>
              </a:rPr>
              <a:t>B</a:t>
            </a:r>
            <a:r>
              <a:rPr lang="en-US" altLang="zh-CN" sz="2800" dirty="0">
                <a:sym typeface="Wingdings" panose="05000000000000000000" pitchFamily="2" charset="2"/>
              </a:rPr>
              <a:t>=</a:t>
            </a:r>
            <a:r>
              <a:rPr lang="en-US" altLang="zh-CN" sz="2800" i="1" dirty="0">
                <a:sym typeface="Wingdings" panose="05000000000000000000" pitchFamily="2" charset="2"/>
              </a:rPr>
              <a:t>q</a:t>
            </a:r>
            <a:r>
              <a:rPr lang="zh-CN" altLang="en-US" sz="2800" dirty="0">
                <a:sym typeface="Wingdings" panose="05000000000000000000" pitchFamily="2" charset="2"/>
              </a:rPr>
              <a:t>时，得到</a:t>
            </a:r>
            <a:endParaRPr lang="zh-CN" altLang="en-US" sz="2800" i="1" dirty="0">
              <a:sym typeface="Wingdings" panose="05000000000000000000" pitchFamily="2" charset="2"/>
            </a:endParaRPr>
          </a:p>
          <a:p>
            <a:pPr algn="ctr" eaLnBrk="1" hangingPunct="1">
              <a:buNone/>
            </a:pPr>
            <a:r>
              <a:rPr lang="en-US" altLang="zh-CN" sz="2800" i="1" dirty="0">
                <a:sym typeface="Wingdings" panose="05000000000000000000" pitchFamily="2" charset="2"/>
              </a:rPr>
              <a:t>p</a:t>
            </a:r>
            <a:r>
              <a:rPr lang="zh-CN" altLang="en-US" dirty="0"/>
              <a:t>→</a:t>
            </a:r>
            <a:r>
              <a:rPr lang="en-US" altLang="zh-CN" sz="2800" i="1" dirty="0">
                <a:sym typeface="Wingdings" panose="05000000000000000000" pitchFamily="2" charset="2"/>
              </a:rPr>
              <a:t>q</a:t>
            </a:r>
            <a:r>
              <a:rPr lang="en-US" altLang="zh-CN" dirty="0">
                <a:sym typeface="Symbol" panose="05050102010706020507" pitchFamily="18" charset="2"/>
              </a:rPr>
              <a:t> </a:t>
            </a:r>
            <a:r>
              <a:rPr lang="en-US" altLang="zh-CN" sz="2800" dirty="0">
                <a:sym typeface="Symbol" panose="05050102010706020507" pitchFamily="18" charset="2"/>
              </a:rPr>
              <a:t>¬</a:t>
            </a:r>
            <a:r>
              <a:rPr lang="zh-CN" altLang="en-US" dirty="0"/>
              <a:t> </a:t>
            </a:r>
            <a:r>
              <a:rPr lang="en-US" altLang="zh-CN" sz="2800" i="1" dirty="0">
                <a:sym typeface="Wingdings" panose="05000000000000000000" pitchFamily="2" charset="2"/>
              </a:rPr>
              <a:t>p</a:t>
            </a:r>
            <a:r>
              <a:rPr lang="zh-CN" altLang="en-US" dirty="0"/>
              <a:t>∨</a:t>
            </a:r>
            <a:r>
              <a:rPr lang="en-US" altLang="zh-CN" sz="2800" i="1" dirty="0">
                <a:sym typeface="Wingdings" panose="05000000000000000000" pitchFamily="2" charset="2"/>
              </a:rPr>
              <a:t>q</a:t>
            </a:r>
            <a:endParaRPr lang="en-US" altLang="zh-CN" sz="2800" i="1" dirty="0">
              <a:sym typeface="Wingdings" panose="05000000000000000000" pitchFamily="2" charset="2"/>
            </a:endParaRPr>
          </a:p>
          <a:p>
            <a:pPr eaLnBrk="1" hangingPunct="1"/>
            <a:r>
              <a:rPr lang="zh-CN" altLang="en-US" dirty="0"/>
              <a:t>取</a:t>
            </a:r>
            <a:r>
              <a:rPr lang="en-US" altLang="zh-CN" sz="2800" i="1" dirty="0">
                <a:sym typeface="Wingdings" panose="05000000000000000000" pitchFamily="2" charset="2"/>
              </a:rPr>
              <a:t>A</a:t>
            </a:r>
            <a:r>
              <a:rPr lang="en-US" altLang="zh-CN" sz="2800" dirty="0">
                <a:sym typeface="Wingdings" panose="05000000000000000000" pitchFamily="2" charset="2"/>
              </a:rPr>
              <a:t>=</a:t>
            </a:r>
            <a:r>
              <a:rPr lang="en-US" altLang="zh-CN" sz="2800" i="1" dirty="0">
                <a:sym typeface="Wingdings" panose="05000000000000000000" pitchFamily="2" charset="2"/>
              </a:rPr>
              <a:t>p</a:t>
            </a:r>
            <a:r>
              <a:rPr lang="zh-CN" altLang="en-US" dirty="0"/>
              <a:t>∨</a:t>
            </a:r>
            <a:r>
              <a:rPr lang="en-US" altLang="zh-CN" sz="2800" i="1" dirty="0">
                <a:sym typeface="Wingdings" panose="05000000000000000000" pitchFamily="2" charset="2"/>
              </a:rPr>
              <a:t>q</a:t>
            </a:r>
            <a:r>
              <a:rPr lang="zh-CN" altLang="en-US" dirty="0"/>
              <a:t>∨</a:t>
            </a:r>
            <a:r>
              <a:rPr lang="en-US" altLang="zh-CN" sz="2800" i="1" dirty="0">
                <a:sym typeface="Wingdings" panose="05000000000000000000" pitchFamily="2" charset="2"/>
              </a:rPr>
              <a:t>r</a:t>
            </a:r>
            <a:r>
              <a:rPr lang="en-US" altLang="zh-CN" sz="2800" dirty="0">
                <a:sym typeface="Wingdings" panose="05000000000000000000" pitchFamily="2" charset="2"/>
              </a:rPr>
              <a:t>，</a:t>
            </a:r>
            <a:r>
              <a:rPr lang="en-US" altLang="zh-CN" sz="2800" i="1" dirty="0">
                <a:sym typeface="Wingdings" panose="05000000000000000000" pitchFamily="2" charset="2"/>
              </a:rPr>
              <a:t>B</a:t>
            </a:r>
            <a:r>
              <a:rPr lang="en-US" altLang="zh-CN" sz="2800" dirty="0">
                <a:sym typeface="Wingdings" panose="05000000000000000000" pitchFamily="2" charset="2"/>
              </a:rPr>
              <a:t>=</a:t>
            </a:r>
            <a:r>
              <a:rPr lang="en-US" altLang="zh-CN" sz="2800" i="1" dirty="0">
                <a:sym typeface="Wingdings" panose="05000000000000000000" pitchFamily="2" charset="2"/>
              </a:rPr>
              <a:t>p</a:t>
            </a:r>
            <a:r>
              <a:rPr lang="zh-CN" altLang="en-US" dirty="0"/>
              <a:t>∧</a:t>
            </a:r>
            <a:r>
              <a:rPr lang="en-US" altLang="zh-CN" sz="2800" i="1" dirty="0">
                <a:sym typeface="Wingdings" panose="05000000000000000000" pitchFamily="2" charset="2"/>
              </a:rPr>
              <a:t>q</a:t>
            </a:r>
            <a:r>
              <a:rPr lang="zh-CN" altLang="en-US" sz="2800" dirty="0">
                <a:sym typeface="Wingdings" panose="05000000000000000000" pitchFamily="2" charset="2"/>
              </a:rPr>
              <a:t>时，得到</a:t>
            </a:r>
            <a:endParaRPr lang="zh-CN" altLang="en-US" sz="2800" i="1" dirty="0">
              <a:sym typeface="Wingdings" panose="05000000000000000000" pitchFamily="2" charset="2"/>
            </a:endParaRPr>
          </a:p>
          <a:p>
            <a:pPr algn="ctr" eaLnBrk="1" hangingPunct="1">
              <a:buNone/>
            </a:pPr>
            <a:r>
              <a:rPr lang="en-US" altLang="zh-CN" sz="2800" dirty="0">
                <a:sym typeface="Wingdings" panose="05000000000000000000" pitchFamily="2" charset="2"/>
              </a:rPr>
              <a:t>(</a:t>
            </a:r>
            <a:r>
              <a:rPr lang="en-US" altLang="zh-CN" sz="2800" i="1" dirty="0">
                <a:sym typeface="Wingdings" panose="05000000000000000000" pitchFamily="2" charset="2"/>
              </a:rPr>
              <a:t>p</a:t>
            </a:r>
            <a:r>
              <a:rPr lang="zh-CN" altLang="en-US" dirty="0"/>
              <a:t>∨</a:t>
            </a:r>
            <a:r>
              <a:rPr lang="en-US" altLang="zh-CN" sz="2800" i="1" dirty="0">
                <a:sym typeface="Wingdings" panose="05000000000000000000" pitchFamily="2" charset="2"/>
              </a:rPr>
              <a:t>q</a:t>
            </a:r>
            <a:r>
              <a:rPr lang="zh-CN" altLang="en-US" dirty="0"/>
              <a:t>∨</a:t>
            </a:r>
            <a:r>
              <a:rPr lang="en-US" altLang="zh-CN" sz="2800" i="1" dirty="0">
                <a:sym typeface="Wingdings" panose="05000000000000000000" pitchFamily="2" charset="2"/>
              </a:rPr>
              <a:t>r</a:t>
            </a:r>
            <a:r>
              <a:rPr lang="en-US" altLang="zh-CN" sz="2800" dirty="0">
                <a:sym typeface="Wingdings" panose="05000000000000000000" pitchFamily="2" charset="2"/>
              </a:rPr>
              <a:t>)</a:t>
            </a:r>
            <a:r>
              <a:rPr lang="zh-CN" altLang="en-US" dirty="0"/>
              <a:t>→(</a:t>
            </a:r>
            <a:r>
              <a:rPr lang="en-US" altLang="zh-CN" sz="2800" i="1" dirty="0">
                <a:sym typeface="Wingdings" panose="05000000000000000000" pitchFamily="2" charset="2"/>
              </a:rPr>
              <a:t>p</a:t>
            </a:r>
            <a:r>
              <a:rPr lang="zh-CN" altLang="en-US" dirty="0"/>
              <a:t>∧</a:t>
            </a:r>
            <a:r>
              <a:rPr lang="en-US" altLang="zh-CN" sz="2800" i="1" dirty="0">
                <a:sym typeface="Wingdings" panose="05000000000000000000" pitchFamily="2" charset="2"/>
              </a:rPr>
              <a:t>q</a:t>
            </a:r>
            <a:r>
              <a:rPr lang="zh-CN" altLang="en-US" dirty="0"/>
              <a:t>)</a:t>
            </a:r>
            <a:r>
              <a:rPr lang="en-US" altLang="zh-CN" dirty="0">
                <a:sym typeface="Symbol" panose="05050102010706020507" pitchFamily="18" charset="2"/>
              </a:rPr>
              <a:t> </a:t>
            </a:r>
            <a:r>
              <a:rPr lang="en-US" altLang="zh-CN" sz="2800" dirty="0">
                <a:sym typeface="Symbol" panose="05050102010706020507" pitchFamily="18" charset="2"/>
              </a:rPr>
              <a:t>¬</a:t>
            </a:r>
            <a:r>
              <a:rPr lang="en-US" altLang="zh-CN" sz="2800" dirty="0">
                <a:sym typeface="Wingdings" panose="05000000000000000000" pitchFamily="2" charset="2"/>
              </a:rPr>
              <a:t>(</a:t>
            </a:r>
            <a:r>
              <a:rPr lang="en-US" altLang="zh-CN" sz="2800" i="1" dirty="0">
                <a:sym typeface="Wingdings" panose="05000000000000000000" pitchFamily="2" charset="2"/>
              </a:rPr>
              <a:t>p</a:t>
            </a:r>
            <a:r>
              <a:rPr lang="zh-CN" altLang="en-US" dirty="0"/>
              <a:t>∨</a:t>
            </a:r>
            <a:r>
              <a:rPr lang="en-US" altLang="zh-CN" sz="2800" i="1" dirty="0">
                <a:sym typeface="Wingdings" panose="05000000000000000000" pitchFamily="2" charset="2"/>
              </a:rPr>
              <a:t>q</a:t>
            </a:r>
            <a:r>
              <a:rPr lang="zh-CN" altLang="en-US" dirty="0"/>
              <a:t>∨</a:t>
            </a:r>
            <a:r>
              <a:rPr lang="en-US" altLang="zh-CN" sz="2800" i="1" dirty="0">
                <a:sym typeface="Wingdings" panose="05000000000000000000" pitchFamily="2" charset="2"/>
              </a:rPr>
              <a:t>r</a:t>
            </a:r>
            <a:r>
              <a:rPr lang="en-US" altLang="zh-CN" sz="2800" dirty="0">
                <a:sym typeface="Wingdings" panose="05000000000000000000" pitchFamily="2" charset="2"/>
              </a:rPr>
              <a:t>)</a:t>
            </a:r>
            <a:r>
              <a:rPr lang="zh-CN" altLang="en-US" dirty="0"/>
              <a:t>∨(</a:t>
            </a:r>
            <a:r>
              <a:rPr lang="en-US" altLang="zh-CN" sz="2800" i="1" dirty="0">
                <a:sym typeface="Wingdings" panose="05000000000000000000" pitchFamily="2" charset="2"/>
              </a:rPr>
              <a:t>p</a:t>
            </a:r>
            <a:r>
              <a:rPr lang="zh-CN" altLang="en-US" dirty="0"/>
              <a:t>∧</a:t>
            </a:r>
            <a:r>
              <a:rPr lang="en-US" altLang="zh-CN" sz="2800" i="1" dirty="0">
                <a:sym typeface="Wingdings" panose="05000000000000000000" pitchFamily="2" charset="2"/>
              </a:rPr>
              <a:t>q</a:t>
            </a:r>
            <a:r>
              <a:rPr lang="zh-CN" altLang="en-US" dirty="0"/>
              <a:t>)</a:t>
            </a:r>
            <a:endParaRPr lang="zh-CN" altLang="en-US" dirty="0"/>
          </a:p>
        </p:txBody>
      </p:sp>
    </p:spTree>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eaLnBrk="1" hangingPunct="1"/>
            <a:r>
              <a:rPr lang="zh-CN" altLang="en-US" dirty="0">
                <a:sym typeface="+mn-ea"/>
              </a:rPr>
              <a:t>例：(</a:t>
            </a:r>
            <a:r>
              <a:rPr lang="en-US" altLang="zh-CN" i="1" dirty="0">
                <a:sym typeface="+mn-ea"/>
              </a:rPr>
              <a:t>p</a:t>
            </a:r>
            <a:r>
              <a:rPr lang="zh-CN" altLang="en-US" dirty="0">
                <a:sym typeface="+mn-ea"/>
              </a:rPr>
              <a:t>∧</a:t>
            </a:r>
            <a:r>
              <a:rPr lang="en-US" altLang="zh-CN" i="1" dirty="0">
                <a:sym typeface="+mn-ea"/>
              </a:rPr>
              <a:t>q</a:t>
            </a:r>
            <a:r>
              <a:rPr lang="en-US" altLang="zh-CN" dirty="0">
                <a:sym typeface="+mn-ea"/>
              </a:rPr>
              <a:t>)</a:t>
            </a:r>
            <a:r>
              <a:rPr lang="zh-CN" altLang="en-US" dirty="0">
                <a:sym typeface="+mn-ea"/>
              </a:rPr>
              <a:t>→</a:t>
            </a:r>
            <a:r>
              <a:rPr lang="en-US" altLang="zh-CN" i="1" dirty="0">
                <a:sym typeface="+mn-ea"/>
              </a:rPr>
              <a:t>r</a:t>
            </a:r>
            <a:r>
              <a:rPr lang="en-US" altLang="zh-CN" dirty="0">
                <a:sym typeface="Symbol" panose="05050102010706020507" pitchFamily="18" charset="2"/>
              </a:rPr>
              <a:t></a:t>
            </a:r>
            <a:r>
              <a:rPr lang="zh-CN" altLang="en-US" dirty="0">
                <a:latin typeface="Arial" panose="020B0604020202090204" pitchFamily="34" charset="0"/>
                <a:sym typeface="+mn-ea"/>
              </a:rPr>
              <a:t>¬</a:t>
            </a:r>
            <a:r>
              <a:rPr lang="en-US" altLang="zh-CN" i="1" dirty="0">
                <a:sym typeface="+mn-ea"/>
              </a:rPr>
              <a:t>p</a:t>
            </a:r>
            <a:r>
              <a:rPr lang="zh-CN" altLang="en-US" dirty="0">
                <a:sym typeface="+mn-ea"/>
              </a:rPr>
              <a:t>∨</a:t>
            </a:r>
            <a:r>
              <a:rPr lang="zh-CN" altLang="en-US" dirty="0">
                <a:latin typeface="Arial" panose="020B0604020202090204" pitchFamily="34" charset="0"/>
                <a:sym typeface="+mn-ea"/>
              </a:rPr>
              <a:t>¬</a:t>
            </a:r>
            <a:r>
              <a:rPr lang="en-US" altLang="zh-CN" i="1" dirty="0">
                <a:sym typeface="+mn-ea"/>
              </a:rPr>
              <a:t>q</a:t>
            </a:r>
            <a:r>
              <a:rPr lang="zh-CN" altLang="en-US" dirty="0">
                <a:sym typeface="+mn-ea"/>
              </a:rPr>
              <a:t>∨</a:t>
            </a:r>
            <a:r>
              <a:rPr lang="en-US" altLang="zh-CN" i="1" dirty="0">
                <a:sym typeface="+mn-ea"/>
              </a:rPr>
              <a:t>r </a:t>
            </a:r>
            <a:endParaRPr lang="en-US" altLang="zh-CN" i="1" dirty="0"/>
          </a:p>
          <a:p>
            <a:pPr eaLnBrk="1" hangingPunct="1">
              <a:buNone/>
            </a:pPr>
            <a:r>
              <a:rPr lang="zh-CN" altLang="en-US" dirty="0">
                <a:sym typeface="+mn-ea"/>
              </a:rPr>
              <a:t>   解：</a:t>
            </a:r>
            <a:endParaRPr lang="zh-CN" altLang="en-US" dirty="0"/>
          </a:p>
          <a:p>
            <a:pPr eaLnBrk="1" hangingPunct="1">
              <a:buNone/>
            </a:pPr>
            <a:r>
              <a:rPr lang="zh-CN" altLang="en-US" dirty="0">
                <a:sym typeface="+mn-ea"/>
              </a:rPr>
              <a:t>          (</a:t>
            </a:r>
            <a:r>
              <a:rPr lang="en-US" altLang="zh-CN" i="1" dirty="0">
                <a:sym typeface="+mn-ea"/>
              </a:rPr>
              <a:t>p</a:t>
            </a:r>
            <a:r>
              <a:rPr lang="zh-CN" altLang="en-US" dirty="0">
                <a:sym typeface="+mn-ea"/>
              </a:rPr>
              <a:t>∧</a:t>
            </a:r>
            <a:r>
              <a:rPr lang="en-US" altLang="zh-CN" i="1" dirty="0">
                <a:sym typeface="+mn-ea"/>
              </a:rPr>
              <a:t>q</a:t>
            </a:r>
            <a:r>
              <a:rPr lang="en-US" altLang="zh-CN" dirty="0">
                <a:sym typeface="+mn-ea"/>
              </a:rPr>
              <a:t>)</a:t>
            </a:r>
            <a:r>
              <a:rPr lang="zh-CN" altLang="en-US" dirty="0">
                <a:sym typeface="+mn-ea"/>
              </a:rPr>
              <a:t>→</a:t>
            </a:r>
            <a:r>
              <a:rPr lang="en-US" altLang="zh-CN" i="1" dirty="0">
                <a:sym typeface="+mn-ea"/>
              </a:rPr>
              <a:t>r</a:t>
            </a:r>
            <a:endParaRPr lang="en-US" altLang="zh-CN" i="1" dirty="0"/>
          </a:p>
          <a:p>
            <a:pPr eaLnBrk="1" hangingPunct="1">
              <a:buNone/>
            </a:pPr>
            <a:r>
              <a:rPr lang="en-US" altLang="zh-CN" dirty="0">
                <a:sym typeface="Symbol" panose="05050102010706020507" pitchFamily="18" charset="2"/>
              </a:rPr>
              <a:t>      </a:t>
            </a:r>
            <a:r>
              <a:rPr lang="zh-CN" altLang="en-US" dirty="0">
                <a:latin typeface="Arial" panose="020B0604020202090204" pitchFamily="34" charset="0"/>
                <a:sym typeface="+mn-ea"/>
              </a:rPr>
              <a:t>¬</a:t>
            </a:r>
            <a:r>
              <a:rPr lang="zh-CN" altLang="en-US" dirty="0">
                <a:sym typeface="+mn-ea"/>
              </a:rPr>
              <a:t>(</a:t>
            </a:r>
            <a:r>
              <a:rPr lang="en-US" altLang="zh-CN" i="1" dirty="0">
                <a:sym typeface="+mn-ea"/>
              </a:rPr>
              <a:t>p</a:t>
            </a:r>
            <a:r>
              <a:rPr lang="zh-CN" altLang="en-US" dirty="0">
                <a:sym typeface="+mn-ea"/>
              </a:rPr>
              <a:t>∧</a:t>
            </a:r>
            <a:r>
              <a:rPr lang="en-US" altLang="zh-CN" i="1" dirty="0">
                <a:sym typeface="+mn-ea"/>
              </a:rPr>
              <a:t>q</a:t>
            </a:r>
            <a:r>
              <a:rPr lang="en-US" altLang="zh-CN" dirty="0">
                <a:sym typeface="+mn-ea"/>
              </a:rPr>
              <a:t>)</a:t>
            </a:r>
            <a:r>
              <a:rPr lang="zh-CN" altLang="en-US" dirty="0">
                <a:sym typeface="+mn-ea"/>
              </a:rPr>
              <a:t>∨</a:t>
            </a:r>
            <a:r>
              <a:rPr lang="en-US" altLang="zh-CN" i="1" dirty="0">
                <a:sym typeface="+mn-ea"/>
              </a:rPr>
              <a:t>r        </a:t>
            </a:r>
            <a:r>
              <a:rPr lang="zh-CN" altLang="en-US" dirty="0">
                <a:sym typeface="+mn-ea"/>
              </a:rPr>
              <a:t>（蕴涵等值式）</a:t>
            </a:r>
            <a:endParaRPr lang="zh-CN" altLang="en-US" dirty="0"/>
          </a:p>
          <a:p>
            <a:pPr eaLnBrk="1" hangingPunct="1">
              <a:buNone/>
            </a:pPr>
            <a:r>
              <a:rPr lang="en-US" altLang="zh-CN" dirty="0">
                <a:sym typeface="Symbol" panose="05050102010706020507" pitchFamily="18" charset="2"/>
              </a:rPr>
              <a:t>      </a:t>
            </a:r>
            <a:r>
              <a:rPr lang="zh-CN" altLang="en-US" dirty="0">
                <a:sym typeface="+mn-ea"/>
              </a:rPr>
              <a:t>(</a:t>
            </a:r>
            <a:r>
              <a:rPr lang="zh-CN" altLang="en-US" dirty="0">
                <a:latin typeface="Arial" panose="020B0604020202090204" pitchFamily="34" charset="0"/>
                <a:sym typeface="+mn-ea"/>
              </a:rPr>
              <a:t>¬</a:t>
            </a:r>
            <a:r>
              <a:rPr lang="en-US" altLang="zh-CN" i="1" dirty="0">
                <a:sym typeface="+mn-ea"/>
              </a:rPr>
              <a:t>p</a:t>
            </a:r>
            <a:r>
              <a:rPr lang="zh-CN" altLang="en-US" dirty="0">
                <a:sym typeface="+mn-ea"/>
              </a:rPr>
              <a:t>∨</a:t>
            </a:r>
            <a:r>
              <a:rPr lang="zh-CN" altLang="en-US" dirty="0">
                <a:latin typeface="Arial" panose="020B0604020202090204" pitchFamily="34" charset="0"/>
                <a:sym typeface="+mn-ea"/>
              </a:rPr>
              <a:t>¬</a:t>
            </a:r>
            <a:r>
              <a:rPr lang="en-US" altLang="zh-CN" i="1" dirty="0">
                <a:sym typeface="+mn-ea"/>
              </a:rPr>
              <a:t>q</a:t>
            </a:r>
            <a:r>
              <a:rPr lang="en-US" altLang="zh-CN" dirty="0">
                <a:sym typeface="+mn-ea"/>
              </a:rPr>
              <a:t>)</a:t>
            </a:r>
            <a:r>
              <a:rPr lang="zh-CN" altLang="en-US" dirty="0">
                <a:sym typeface="+mn-ea"/>
              </a:rPr>
              <a:t>∨</a:t>
            </a:r>
            <a:r>
              <a:rPr lang="en-US" altLang="zh-CN" i="1" dirty="0">
                <a:sym typeface="+mn-ea"/>
              </a:rPr>
              <a:t>r      </a:t>
            </a:r>
            <a:r>
              <a:rPr lang="zh-CN" altLang="en-US" dirty="0">
                <a:sym typeface="+mn-ea"/>
              </a:rPr>
              <a:t>（</a:t>
            </a:r>
            <a:r>
              <a:rPr lang="zh-CN" altLang="en-US" dirty="0">
                <a:sym typeface="Wingdings" panose="05000000000000000000" pitchFamily="2" charset="2"/>
              </a:rPr>
              <a:t>德●摩根律</a:t>
            </a:r>
            <a:r>
              <a:rPr lang="zh-CN" altLang="en-US" dirty="0">
                <a:sym typeface="+mn-ea"/>
              </a:rPr>
              <a:t>）</a:t>
            </a:r>
            <a:endParaRPr lang="zh-CN" altLang="en-US" dirty="0"/>
          </a:p>
          <a:p>
            <a:pPr eaLnBrk="1" hangingPunct="1">
              <a:buNone/>
            </a:pPr>
            <a:r>
              <a:rPr lang="en-US" altLang="zh-CN" dirty="0">
                <a:sym typeface="Symbol" panose="05050102010706020507" pitchFamily="18" charset="2"/>
              </a:rPr>
              <a:t>    </a:t>
            </a:r>
            <a:r>
              <a:rPr lang="zh-CN" altLang="en-US" dirty="0">
                <a:sym typeface="+mn-ea"/>
              </a:rPr>
              <a:t>  </a:t>
            </a:r>
            <a:r>
              <a:rPr lang="zh-CN" altLang="en-US" dirty="0">
                <a:latin typeface="Arial" panose="020B0604020202090204" pitchFamily="34" charset="0"/>
                <a:sym typeface="+mn-ea"/>
              </a:rPr>
              <a:t>¬</a:t>
            </a:r>
            <a:r>
              <a:rPr lang="en-US" altLang="zh-CN" i="1" dirty="0">
                <a:sym typeface="+mn-ea"/>
              </a:rPr>
              <a:t>p</a:t>
            </a:r>
            <a:r>
              <a:rPr lang="zh-CN" altLang="en-US" dirty="0">
                <a:sym typeface="+mn-ea"/>
              </a:rPr>
              <a:t>∨</a:t>
            </a:r>
            <a:r>
              <a:rPr lang="zh-CN" altLang="en-US" dirty="0">
                <a:latin typeface="Arial" panose="020B0604020202090204" pitchFamily="34" charset="0"/>
                <a:sym typeface="+mn-ea"/>
              </a:rPr>
              <a:t>¬</a:t>
            </a:r>
            <a:r>
              <a:rPr lang="en-US" altLang="zh-CN" i="1" dirty="0">
                <a:sym typeface="+mn-ea"/>
              </a:rPr>
              <a:t>q</a:t>
            </a:r>
            <a:r>
              <a:rPr lang="zh-CN" altLang="en-US" dirty="0">
                <a:sym typeface="+mn-ea"/>
              </a:rPr>
              <a:t>∨</a:t>
            </a:r>
            <a:r>
              <a:rPr lang="en-US" altLang="zh-CN" i="1" dirty="0">
                <a:sym typeface="+mn-ea"/>
              </a:rPr>
              <a:t>r        </a:t>
            </a:r>
            <a:r>
              <a:rPr lang="zh-CN" altLang="en-US" dirty="0">
                <a:sym typeface="+mn-ea"/>
              </a:rPr>
              <a:t>（结合律）    </a:t>
            </a:r>
            <a:endParaRPr lang="zh-CN" altLang="en-US"/>
          </a:p>
        </p:txBody>
      </p:sp>
      <p:sp>
        <p:nvSpPr>
          <p:cNvPr id="4" name="日期占位符 3"/>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E459AEC2-C8FB-4BF0-8336-5F162B225CA0}" type="datetime1">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39940" name="Rectangle 2"/>
          <p:cNvSpPr>
            <a:spLocks noGrp="1"/>
          </p:cNvSpPr>
          <p:nvPr/>
        </p:nvSpPr>
        <p:spPr>
          <a:xfrm>
            <a:off x="971550" y="84455"/>
            <a:ext cx="7836535" cy="946150"/>
          </a:xfrm>
          <a:prstGeom prst="rect">
            <a:avLst/>
          </a:prstGeom>
          <a:noFill/>
          <a:ln w="9525">
            <a:noFill/>
          </a:ln>
        </p:spPr>
        <p:txBody>
          <a:bodyPr vert="horz" wrap="square" lIns="91440" tIns="45720" rIns="91440" bIns="45720" anchor="b" anchorCtr="0"/>
          <a:lst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Copperplate Gothic Light" panose="020E0507020206020404" pitchFamily="34" charset="0"/>
                <a:ea typeface="宋体" pitchFamily="2" charset="-122"/>
              </a:defRPr>
            </a:lvl2pPr>
            <a:lvl3pPr algn="l" rtl="0" eaLnBrk="0" fontAlgn="base" hangingPunct="0">
              <a:spcBef>
                <a:spcPct val="0"/>
              </a:spcBef>
              <a:spcAft>
                <a:spcPct val="0"/>
              </a:spcAft>
              <a:defRPr sz="4400">
                <a:solidFill>
                  <a:schemeClr val="tx2"/>
                </a:solidFill>
                <a:latin typeface="Copperplate Gothic Light" panose="020E0507020206020404" pitchFamily="34" charset="0"/>
                <a:ea typeface="宋体" pitchFamily="2" charset="-122"/>
              </a:defRPr>
            </a:lvl3pPr>
            <a:lvl4pPr algn="l" rtl="0" eaLnBrk="0" fontAlgn="base" hangingPunct="0">
              <a:spcBef>
                <a:spcPct val="0"/>
              </a:spcBef>
              <a:spcAft>
                <a:spcPct val="0"/>
              </a:spcAft>
              <a:defRPr sz="4400">
                <a:solidFill>
                  <a:schemeClr val="tx2"/>
                </a:solidFill>
                <a:latin typeface="Copperplate Gothic Light" panose="020E0507020206020404" pitchFamily="34" charset="0"/>
                <a:ea typeface="宋体" pitchFamily="2" charset="-122"/>
              </a:defRPr>
            </a:lvl4pPr>
            <a:lvl5pPr algn="l" rtl="0" eaLnBrk="0" fontAlgn="base" hangingPunct="0">
              <a:spcBef>
                <a:spcPct val="0"/>
              </a:spcBef>
              <a:spcAft>
                <a:spcPct val="0"/>
              </a:spcAft>
              <a:defRPr sz="4400">
                <a:solidFill>
                  <a:schemeClr val="tx2"/>
                </a:solidFill>
                <a:latin typeface="Copperplate Gothic Light" panose="020E0507020206020404" pitchFamily="34" charset="0"/>
                <a:ea typeface="宋体" pitchFamily="2" charset="-122"/>
              </a:defRPr>
            </a:lvl5pPr>
            <a:lvl6pPr marL="457200" algn="l" rtl="0" fontAlgn="base">
              <a:spcBef>
                <a:spcPct val="0"/>
              </a:spcBef>
              <a:spcAft>
                <a:spcPct val="0"/>
              </a:spcAft>
              <a:defRPr kumimoji="1" sz="4400">
                <a:solidFill>
                  <a:schemeClr val="tx2"/>
                </a:solidFill>
                <a:latin typeface="Copperplate Gothic Light" panose="020E0507020206020404" pitchFamily="34" charset="0"/>
                <a:ea typeface="宋体" pitchFamily="2" charset="-122"/>
              </a:defRPr>
            </a:lvl6pPr>
            <a:lvl7pPr marL="914400" algn="l" rtl="0" fontAlgn="base">
              <a:spcBef>
                <a:spcPct val="0"/>
              </a:spcBef>
              <a:spcAft>
                <a:spcPct val="0"/>
              </a:spcAft>
              <a:defRPr kumimoji="1" sz="4400">
                <a:solidFill>
                  <a:schemeClr val="tx2"/>
                </a:solidFill>
                <a:latin typeface="Copperplate Gothic Light" panose="020E0507020206020404" pitchFamily="34" charset="0"/>
                <a:ea typeface="宋体" pitchFamily="2" charset="-122"/>
              </a:defRPr>
            </a:lvl7pPr>
            <a:lvl8pPr marL="1371600" algn="l" rtl="0" fontAlgn="base">
              <a:spcBef>
                <a:spcPct val="0"/>
              </a:spcBef>
              <a:spcAft>
                <a:spcPct val="0"/>
              </a:spcAft>
              <a:defRPr kumimoji="1" sz="4400">
                <a:solidFill>
                  <a:schemeClr val="tx2"/>
                </a:solidFill>
                <a:latin typeface="Copperplate Gothic Light" panose="020E0507020206020404" pitchFamily="34" charset="0"/>
                <a:ea typeface="宋体" pitchFamily="2" charset="-122"/>
              </a:defRPr>
            </a:lvl8pPr>
            <a:lvl9pPr marL="1828800" algn="l" rtl="0" fontAlgn="base">
              <a:spcBef>
                <a:spcPct val="0"/>
              </a:spcBef>
              <a:spcAft>
                <a:spcPct val="0"/>
              </a:spcAft>
              <a:defRPr kumimoji="1" sz="4400">
                <a:solidFill>
                  <a:schemeClr val="tx2"/>
                </a:solidFill>
                <a:latin typeface="Copperplate Gothic Light" panose="020E0507020206020404" pitchFamily="34" charset="0"/>
                <a:ea typeface="宋体" pitchFamily="2" charset="-122"/>
              </a:defRPr>
            </a:lvl9pPr>
          </a:lstStyle>
          <a:p>
            <a:pPr eaLnBrk="1" hangingPunct="1"/>
            <a:r>
              <a:rPr lang="zh-CN" altLang="en-US" dirty="0"/>
              <a:t>等值演算（举例）</a:t>
            </a:r>
            <a:endParaRPr lang="zh-CN" alt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5" name="灯片编号占位符 3"/>
          <p:cNvSpPr>
            <a:spLocks noGrp="1"/>
          </p:cNvSpPr>
          <p:nvPr>
            <p:ph type="sldNum" sz="quarter" idx="10"/>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r" eaLnBrk="1" hangingPunct="1">
              <a:buClrTx/>
              <a:buFontTx/>
            </a:pPr>
            <a:fld id="{9A0DB2DC-4C9A-4742-B13C-FB6460FD3503}" type="slidenum">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41986" name="日期占位符 4"/>
          <p:cNvSpPr>
            <a:spLocks noGrp="1"/>
          </p:cNvSpPr>
          <p:nvPr>
            <p:ph type="dt" sz="half" idx="11"/>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buClrTx/>
              <a:buFontTx/>
            </a:pPr>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41987" name="页脚占位符 5"/>
          <p:cNvSpPr>
            <a:spLocks noGrp="1"/>
          </p:cNvSpPr>
          <p:nvPr>
            <p:ph type="ftr" sz="quarter" idx="12"/>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buClrTx/>
              <a:buFontTx/>
            </a:pPr>
            <a:r>
              <a:rPr lang="en-US" altLang="zh-CN" sz="1200" b="1" i="1" dirty="0">
                <a:solidFill>
                  <a:srgbClr val="009999"/>
                </a:solidFill>
                <a:latin typeface="Arial Narrow" panose="020B0606020202030204" pitchFamily="34" charset="0"/>
              </a:rPr>
              <a:t>School of Computer Science, BUPT</a:t>
            </a:r>
            <a:endParaRPr lang="zh-CN" altLang="en-US" sz="1200" b="1" i="1" dirty="0">
              <a:solidFill>
                <a:srgbClr val="009999"/>
              </a:solidFill>
              <a:latin typeface="Arial Narrow" panose="020B0606020202030204" pitchFamily="34" charset="0"/>
            </a:endParaRPr>
          </a:p>
        </p:txBody>
      </p:sp>
      <p:sp>
        <p:nvSpPr>
          <p:cNvPr id="41988" name="Rectangle 2"/>
          <p:cNvSpPr>
            <a:spLocks noGrp="1"/>
          </p:cNvSpPr>
          <p:nvPr>
            <p:ph type="title"/>
          </p:nvPr>
        </p:nvSpPr>
        <p:spPr>
          <a:xfrm>
            <a:off x="728980" y="116840"/>
            <a:ext cx="8043545" cy="810260"/>
          </a:xfrm>
        </p:spPr>
        <p:txBody>
          <a:bodyPr vert="horz" wrap="square" lIns="91440" tIns="45720" rIns="91440" bIns="45720" anchor="b" anchorCtr="0"/>
          <a:p>
            <a:pPr eaLnBrk="1" hangingPunct="1"/>
            <a:r>
              <a:rPr lang="en-US" altLang="zh-CN" sz="3600" dirty="0"/>
              <a:t>Proof: A</a:t>
            </a:r>
            <a:r>
              <a:rPr lang="zh-CN" altLang="en-US" sz="3600" dirty="0">
                <a:sym typeface="Symbol" panose="05050102010706020507" pitchFamily="18" charset="2"/>
              </a:rPr>
              <a:t>(</a:t>
            </a:r>
            <a:r>
              <a:rPr lang="en-US" altLang="zh-CN" sz="3600" dirty="0"/>
              <a:t>B</a:t>
            </a:r>
            <a:r>
              <a:rPr lang="zh-CN" altLang="en-US" sz="3600" dirty="0">
                <a:sym typeface="Symbol" panose="05050102010706020507" pitchFamily="18" charset="2"/>
              </a:rPr>
              <a:t></a:t>
            </a:r>
            <a:r>
              <a:rPr lang="en-US" altLang="zh-CN" sz="3600" dirty="0"/>
              <a:t>C) </a:t>
            </a:r>
            <a:r>
              <a:rPr lang="zh-CN" altLang="en-US" sz="3600" dirty="0">
                <a:sym typeface="Symbol" panose="05050102010706020507" pitchFamily="18" charset="2"/>
              </a:rPr>
              <a:t>(</a:t>
            </a:r>
            <a:r>
              <a:rPr lang="en-US" altLang="zh-CN" sz="3600" dirty="0"/>
              <a:t>A </a:t>
            </a:r>
            <a:r>
              <a:rPr lang="zh-CN" altLang="en-US" sz="3600" dirty="0">
                <a:sym typeface="Symbol" panose="05050102010706020507" pitchFamily="18" charset="2"/>
              </a:rPr>
              <a:t></a:t>
            </a:r>
            <a:r>
              <a:rPr lang="en-US" altLang="zh-CN" sz="3600" dirty="0"/>
              <a:t> B) </a:t>
            </a:r>
            <a:r>
              <a:rPr lang="zh-CN" altLang="en-US" sz="3600" dirty="0">
                <a:sym typeface="Symbol" panose="05050102010706020507" pitchFamily="18" charset="2"/>
              </a:rPr>
              <a:t></a:t>
            </a:r>
            <a:r>
              <a:rPr lang="en-US" altLang="zh-CN" sz="3600" dirty="0"/>
              <a:t> C</a:t>
            </a:r>
            <a:endParaRPr lang="en-US" altLang="zh-CN" sz="3600" dirty="0"/>
          </a:p>
        </p:txBody>
      </p:sp>
      <p:sp>
        <p:nvSpPr>
          <p:cNvPr id="41989" name="Rectangle 3"/>
          <p:cNvSpPr>
            <a:spLocks noGrp="1"/>
          </p:cNvSpPr>
          <p:nvPr>
            <p:ph idx="1"/>
          </p:nvPr>
        </p:nvSpPr>
        <p:spPr/>
        <p:txBody>
          <a:bodyPr vert="horz" wrap="square" lIns="91440" tIns="45720" rIns="91440" bIns="45720" anchor="t" anchorCtr="0"/>
          <a:p>
            <a:pPr eaLnBrk="1" hangingPunct="1"/>
            <a:endParaRPr lang="zh-CN" altLang="en-US" dirty="0">
              <a:sym typeface="Symbol" panose="05050102010706020507" pitchFamily="18" charset="2"/>
            </a:endParaRPr>
          </a:p>
          <a:p>
            <a:pPr eaLnBrk="1" hangingPunct="1"/>
            <a:endParaRPr lang="zh-CN" altLang="en-US" dirty="0"/>
          </a:p>
        </p:txBody>
      </p:sp>
      <p:sp>
        <p:nvSpPr>
          <p:cNvPr id="2" name="文本框 1"/>
          <p:cNvSpPr txBox="1"/>
          <p:nvPr/>
        </p:nvSpPr>
        <p:spPr>
          <a:xfrm>
            <a:off x="828040" y="1340485"/>
            <a:ext cx="7084695" cy="5015865"/>
          </a:xfrm>
          <a:prstGeom prst="rect">
            <a:avLst/>
          </a:prstGeom>
          <a:noFill/>
        </p:spPr>
        <p:txBody>
          <a:bodyPr wrap="square" rtlCol="0" anchor="t">
            <a:spAutoFit/>
          </a:bodyPr>
          <a:p>
            <a:pPr marR="0" lvl="1" algn="l" defTabSz="914400" rtl="0" eaLnBrk="1" fontAlgn="base" latinLnBrk="0" hangingPunct="1">
              <a:lnSpc>
                <a:spcPct val="100000"/>
              </a:lnSpc>
              <a:spcBef>
                <a:spcPts val="0"/>
              </a:spcBef>
              <a:spcAft>
                <a:spcPct val="0"/>
              </a:spcAft>
              <a:buClr>
                <a:schemeClr val="hlink"/>
              </a:buClr>
              <a:buSzPct val="55000"/>
              <a:defRPr/>
            </a:pPr>
            <a:r>
              <a:rPr lang="en-US" altLang="zh-CN" sz="3200" i="1" kern="0" noProof="0" dirty="0">
                <a:ln>
                  <a:noFill/>
                </a:ln>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     A</a:t>
            </a:r>
            <a:r>
              <a:rPr lang="zh-CN" altLang="en-US" sz="3200" i="1" noProof="0" dirty="0">
                <a:ln>
                  <a:noFill/>
                </a:ln>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lang="en-US" altLang="zh-CN" sz="3200" i="1" noProof="0" dirty="0">
                <a:ln>
                  <a:noFill/>
                </a:ln>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B</a:t>
            </a:r>
            <a:r>
              <a:rPr lang="zh-CN" altLang="en-US" sz="3200" i="1" noProof="0" dirty="0">
                <a:ln>
                  <a:noFill/>
                </a:ln>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lang="en-US" altLang="zh-CN" sz="3200" i="1" noProof="0" dirty="0">
                <a:ln>
                  <a:noFill/>
                </a:ln>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C</a:t>
            </a:r>
            <a:r>
              <a:rPr lang="zh-CN" altLang="en-US" sz="3200" i="1" noProof="0" dirty="0">
                <a:ln>
                  <a:noFill/>
                </a:ln>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endParaRPr lang="zh-CN" altLang="en-US" sz="3200" i="1" noProof="0" dirty="0">
              <a:ln>
                <a:noFill/>
              </a:ln>
              <a:effectLst/>
              <a:uLnTx/>
              <a:uFillTx/>
              <a:latin typeface="Times New Roman" panose="02020503050405090304" pitchFamily="18" charset="0"/>
              <a:ea typeface="+mn-ea"/>
              <a:cs typeface="Times New Roman" panose="02020503050405090304" pitchFamily="18" charset="0"/>
              <a:sym typeface="Symbol" panose="05050102010706020507" pitchFamily="18" charset="2"/>
            </a:endParaRPr>
          </a:p>
          <a:p>
            <a:pPr marR="0" lvl="1" algn="l" defTabSz="914400" rtl="0" eaLnBrk="1" fontAlgn="base" latinLnBrk="0" hangingPunct="1">
              <a:lnSpc>
                <a:spcPct val="100000"/>
              </a:lnSpc>
              <a:spcBef>
                <a:spcPts val="0"/>
              </a:spcBef>
              <a:spcAft>
                <a:spcPct val="0"/>
              </a:spcAft>
              <a:buClr>
                <a:schemeClr val="hlink"/>
              </a:buClr>
              <a:buSzPct val="55000"/>
              <a:defRPr/>
            </a:pPr>
            <a:r>
              <a:rPr lang="en-US" altLang="zh-CN" sz="3200" i="1" kern="0" noProof="0" dirty="0">
                <a:ln>
                  <a:noFill/>
                </a:ln>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 </a:t>
            </a:r>
            <a:r>
              <a:rPr lang="zh-CN" altLang="en-US" sz="3200" i="1" kern="0" noProof="0" dirty="0">
                <a:ln>
                  <a:noFill/>
                </a:ln>
                <a:effectLst/>
                <a:uLnTx/>
                <a:uFillTx/>
                <a:latin typeface="Times New Roman" panose="02020503050405090304" pitchFamily="18" charset="0"/>
                <a:ea typeface="+mn-ea"/>
                <a:cs typeface="Times New Roman" panose="02020503050405090304" pitchFamily="18" charset="0"/>
                <a:sym typeface="+mn-ea"/>
              </a:rPr>
              <a:t>¬</a:t>
            </a:r>
            <a:r>
              <a:rPr lang="en-US" altLang="zh-CN" sz="3200" i="1" kern="0" noProof="0" dirty="0">
                <a:ln>
                  <a:noFill/>
                </a:ln>
                <a:effectLst/>
                <a:uLnTx/>
                <a:uFillTx/>
                <a:latin typeface="Times New Roman" panose="02020503050405090304" pitchFamily="18" charset="0"/>
                <a:ea typeface="+mn-ea"/>
                <a:cs typeface="Times New Roman" panose="02020503050405090304" pitchFamily="18" charset="0"/>
                <a:sym typeface="+mn-ea"/>
              </a:rPr>
              <a:t>A</a:t>
            </a:r>
            <a:r>
              <a:rPr lang="zh-CN" altLang="en-US" sz="3200" i="1" kern="0" noProof="0" dirty="0">
                <a:ln>
                  <a:noFill/>
                </a:ln>
                <a:effectLst/>
                <a:uLnTx/>
                <a:uFillTx/>
                <a:latin typeface="Times New Roman" panose="02020503050405090304" pitchFamily="18" charset="0"/>
                <a:ea typeface="+mn-ea"/>
                <a:cs typeface="Times New Roman" panose="02020503050405090304" pitchFamily="18" charset="0"/>
                <a:sym typeface="+mn-ea"/>
              </a:rPr>
              <a:t>∨（</a:t>
            </a:r>
            <a:r>
              <a:rPr lang="en-US" altLang="zh-CN" sz="3200" i="1" noProof="0" dirty="0">
                <a:ln>
                  <a:noFill/>
                </a:ln>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B</a:t>
            </a:r>
            <a:r>
              <a:rPr lang="zh-CN" altLang="en-US" sz="3200" i="1" noProof="0" dirty="0">
                <a:ln>
                  <a:noFill/>
                </a:ln>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lang="en-US" altLang="zh-CN" sz="3200" i="1" noProof="0" dirty="0">
                <a:ln>
                  <a:noFill/>
                </a:ln>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C</a:t>
            </a:r>
            <a:r>
              <a:rPr lang="zh-CN" altLang="en-US" sz="3200" i="1" noProof="0" dirty="0">
                <a:ln>
                  <a:noFill/>
                </a:ln>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lang="en-US" altLang="zh-CN" sz="3200" i="1" noProof="0" dirty="0">
                <a:ln>
                  <a:noFill/>
                </a:ln>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     </a:t>
            </a:r>
            <a:r>
              <a:rPr lang="zh-CN" altLang="en-US" sz="3200" noProof="0" dirty="0">
                <a:ln>
                  <a:noFill/>
                </a:ln>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lang="en-US" altLang="zh-CN" sz="3200" noProof="0" dirty="0">
                <a:ln>
                  <a:noFill/>
                </a:ln>
                <a:effectLst/>
                <a:uLnTx/>
                <a:uFillTx/>
                <a:latin typeface="Times New Roman" panose="02020503050405090304" pitchFamily="18" charset="0"/>
                <a:ea typeface="+mn-ea"/>
                <a:cs typeface="Times New Roman" panose="02020503050405090304" pitchFamily="18" charset="0"/>
                <a:sym typeface="+mn-ea"/>
              </a:rPr>
              <a:t> Implication </a:t>
            </a:r>
            <a:r>
              <a:rPr lang="zh-CN" altLang="en-US" sz="3200" noProof="0" dirty="0">
                <a:ln>
                  <a:noFill/>
                </a:ln>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lang="en-US" altLang="zh-CN" sz="3200" i="1" kern="0" noProof="0" dirty="0">
                <a:ln>
                  <a:noFill/>
                </a:ln>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  </a:t>
            </a:r>
            <a:r>
              <a:rPr lang="zh-CN" altLang="en-US" sz="3200" i="1" kern="0" noProof="0" dirty="0">
                <a:ln>
                  <a:noFill/>
                </a:ln>
                <a:effectLst/>
                <a:uLnTx/>
                <a:uFillTx/>
                <a:latin typeface="Times New Roman" panose="02020503050405090304" pitchFamily="18" charset="0"/>
                <a:ea typeface="+mn-ea"/>
                <a:cs typeface="Times New Roman" panose="02020503050405090304" pitchFamily="18" charset="0"/>
                <a:sym typeface="+mn-ea"/>
              </a:rPr>
              <a:t>¬</a:t>
            </a:r>
            <a:r>
              <a:rPr lang="en-US" altLang="zh-CN" sz="3200" i="1" kern="0" noProof="0" dirty="0">
                <a:ln>
                  <a:noFill/>
                </a:ln>
                <a:effectLst/>
                <a:uLnTx/>
                <a:uFillTx/>
                <a:latin typeface="Times New Roman" panose="02020503050405090304" pitchFamily="18" charset="0"/>
                <a:ea typeface="+mn-ea"/>
                <a:cs typeface="Times New Roman" panose="02020503050405090304" pitchFamily="18" charset="0"/>
                <a:sym typeface="+mn-ea"/>
              </a:rPr>
              <a:t>A</a:t>
            </a:r>
            <a:r>
              <a:rPr lang="zh-CN" altLang="en-US" sz="3200" i="1" kern="0" noProof="0" dirty="0">
                <a:ln>
                  <a:noFill/>
                </a:ln>
                <a:effectLst/>
                <a:uLnTx/>
                <a:uFillTx/>
                <a:latin typeface="Times New Roman" panose="02020503050405090304" pitchFamily="18" charset="0"/>
                <a:ea typeface="+mn-ea"/>
                <a:cs typeface="Times New Roman" panose="02020503050405090304" pitchFamily="18" charset="0"/>
                <a:sym typeface="+mn-ea"/>
              </a:rPr>
              <a:t>∨（¬</a:t>
            </a:r>
            <a:r>
              <a:rPr lang="en-US" altLang="zh-CN" sz="3200" i="1" kern="0" noProof="0" dirty="0">
                <a:ln>
                  <a:noFill/>
                </a:ln>
                <a:effectLst/>
                <a:uLnTx/>
                <a:uFillTx/>
                <a:latin typeface="Times New Roman" panose="02020503050405090304" pitchFamily="18" charset="0"/>
                <a:ea typeface="+mn-ea"/>
                <a:cs typeface="Times New Roman" panose="02020503050405090304" pitchFamily="18" charset="0"/>
                <a:sym typeface="+mn-ea"/>
              </a:rPr>
              <a:t>B</a:t>
            </a:r>
            <a:r>
              <a:rPr lang="zh-CN" altLang="en-US" sz="3200" i="1" kern="0" noProof="0" dirty="0">
                <a:ln>
                  <a:noFill/>
                </a:ln>
                <a:effectLst/>
                <a:uLnTx/>
                <a:uFillTx/>
                <a:latin typeface="Times New Roman" panose="02020503050405090304" pitchFamily="18" charset="0"/>
                <a:ea typeface="+mn-ea"/>
                <a:cs typeface="Times New Roman" panose="02020503050405090304" pitchFamily="18" charset="0"/>
                <a:sym typeface="+mn-ea"/>
              </a:rPr>
              <a:t>∨</a:t>
            </a:r>
            <a:r>
              <a:rPr lang="en-US" altLang="zh-CN" sz="3200" i="1" kern="0" noProof="0" dirty="0">
                <a:ln>
                  <a:noFill/>
                </a:ln>
                <a:effectLst/>
                <a:uLnTx/>
                <a:uFillTx/>
                <a:latin typeface="Times New Roman" panose="02020503050405090304" pitchFamily="18" charset="0"/>
                <a:ea typeface="+mn-ea"/>
                <a:cs typeface="Times New Roman" panose="02020503050405090304" pitchFamily="18" charset="0"/>
                <a:sym typeface="+mn-ea"/>
              </a:rPr>
              <a:t>C</a:t>
            </a:r>
            <a:r>
              <a:rPr lang="zh-CN" altLang="en-US" sz="3200" i="1" kern="0" noProof="0" dirty="0">
                <a:ln>
                  <a:noFill/>
                </a:ln>
                <a:effectLst/>
                <a:uLnTx/>
                <a:uFillTx/>
                <a:latin typeface="Times New Roman" panose="02020503050405090304" pitchFamily="18" charset="0"/>
                <a:ea typeface="+mn-ea"/>
                <a:cs typeface="Times New Roman" panose="02020503050405090304" pitchFamily="18" charset="0"/>
                <a:sym typeface="+mn-ea"/>
              </a:rPr>
              <a:t>）</a:t>
            </a:r>
            <a:r>
              <a:rPr lang="en-US" altLang="zh-CN" sz="3200" i="1" kern="0" noProof="0" dirty="0">
                <a:ln>
                  <a:noFill/>
                </a:ln>
                <a:effectLst/>
                <a:uLnTx/>
                <a:uFillTx/>
                <a:latin typeface="Times New Roman" panose="02020503050405090304" pitchFamily="18" charset="0"/>
                <a:ea typeface="+mn-ea"/>
                <a:cs typeface="Times New Roman" panose="02020503050405090304" pitchFamily="18" charset="0"/>
                <a:sym typeface="+mn-ea"/>
              </a:rPr>
              <a:t> </a:t>
            </a:r>
            <a:r>
              <a:rPr lang="zh-CN" altLang="en-US" sz="3200" i="1" noProof="0" dirty="0">
                <a:ln>
                  <a:noFill/>
                </a:ln>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 </a:t>
            </a:r>
            <a:r>
              <a:rPr lang="en-US" altLang="zh-CN" sz="3200" noProof="0" dirty="0">
                <a:ln>
                  <a:noFill/>
                </a:ln>
                <a:effectLst/>
                <a:uLnTx/>
                <a:uFillTx/>
                <a:latin typeface="Times New Roman" panose="02020503050405090304" pitchFamily="18" charset="0"/>
                <a:ea typeface="+mn-ea"/>
                <a:cs typeface="Times New Roman" panose="02020503050405090304" pitchFamily="18" charset="0"/>
                <a:sym typeface="+mn-ea"/>
              </a:rPr>
              <a:t>Implication </a:t>
            </a:r>
            <a:r>
              <a:rPr lang="zh-CN" altLang="en-US" sz="3200" noProof="0" dirty="0">
                <a:ln>
                  <a:noFill/>
                </a:ln>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endParaRPr lang="zh-CN" altLang="en-US" sz="3200" noProof="0" dirty="0">
              <a:ln>
                <a:noFill/>
              </a:ln>
              <a:effectLst/>
              <a:uLnTx/>
              <a:uFillTx/>
              <a:latin typeface="Times New Roman" panose="02020503050405090304" pitchFamily="18" charset="0"/>
              <a:ea typeface="+mn-ea"/>
              <a:cs typeface="Times New Roman" panose="02020503050405090304" pitchFamily="18" charset="0"/>
              <a:sym typeface="Symbol" panose="05050102010706020507" pitchFamily="18" charset="2"/>
            </a:endParaRPr>
          </a:p>
          <a:p>
            <a:pPr marL="0" marR="0" lvl="1" algn="l" defTabSz="914400" rtl="0" eaLnBrk="1" fontAlgn="base" latinLnBrk="0" hangingPunct="1">
              <a:lnSpc>
                <a:spcPct val="100000"/>
              </a:lnSpc>
              <a:spcBef>
                <a:spcPts val="0"/>
              </a:spcBef>
              <a:spcAft>
                <a:spcPct val="0"/>
              </a:spcAft>
              <a:buClr>
                <a:schemeClr val="hlink"/>
              </a:buClr>
              <a:buSzPct val="55000"/>
              <a:defRPr/>
            </a:pPr>
            <a:r>
              <a:rPr lang="en-US" altLang="zh-CN" sz="3200" i="1" kern="0" noProof="0" dirty="0">
                <a:ln>
                  <a:noFill/>
                </a:ln>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      </a:t>
            </a:r>
            <a:r>
              <a:rPr lang="zh-CN" altLang="en-US" sz="3200" i="1" kern="0" noProof="0" dirty="0">
                <a:ln>
                  <a:noFill/>
                </a:ln>
                <a:effectLst/>
                <a:uLnTx/>
                <a:uFillTx/>
                <a:latin typeface="Times New Roman" panose="02020503050405090304" pitchFamily="18" charset="0"/>
                <a:ea typeface="+mn-ea"/>
                <a:cs typeface="Times New Roman" panose="02020503050405090304" pitchFamily="18" charset="0"/>
                <a:sym typeface="+mn-ea"/>
              </a:rPr>
              <a:t>(¬</a:t>
            </a:r>
            <a:r>
              <a:rPr lang="en-US" altLang="zh-CN" sz="3200" i="1" kern="0" noProof="0" dirty="0">
                <a:ln>
                  <a:noFill/>
                </a:ln>
                <a:effectLst/>
                <a:uLnTx/>
                <a:uFillTx/>
                <a:latin typeface="Times New Roman" panose="02020503050405090304" pitchFamily="18" charset="0"/>
                <a:ea typeface="+mn-ea"/>
                <a:cs typeface="Times New Roman" panose="02020503050405090304" pitchFamily="18" charset="0"/>
                <a:sym typeface="+mn-ea"/>
              </a:rPr>
              <a:t>A</a:t>
            </a:r>
            <a:r>
              <a:rPr lang="zh-CN" altLang="en-US" sz="3200" i="1" kern="0" noProof="0" dirty="0">
                <a:ln>
                  <a:noFill/>
                </a:ln>
                <a:effectLst/>
                <a:uLnTx/>
                <a:uFillTx/>
                <a:latin typeface="Times New Roman" panose="02020503050405090304" pitchFamily="18" charset="0"/>
                <a:ea typeface="+mn-ea"/>
                <a:cs typeface="Times New Roman" panose="02020503050405090304" pitchFamily="18" charset="0"/>
                <a:sym typeface="+mn-ea"/>
              </a:rPr>
              <a:t>∨¬</a:t>
            </a:r>
            <a:r>
              <a:rPr lang="en-US" altLang="zh-CN" sz="3200" i="1" kern="0" noProof="0" dirty="0">
                <a:ln>
                  <a:noFill/>
                </a:ln>
                <a:effectLst/>
                <a:uLnTx/>
                <a:uFillTx/>
                <a:latin typeface="Times New Roman" panose="02020503050405090304" pitchFamily="18" charset="0"/>
                <a:ea typeface="+mn-ea"/>
                <a:cs typeface="Times New Roman" panose="02020503050405090304" pitchFamily="18" charset="0"/>
                <a:sym typeface="+mn-ea"/>
              </a:rPr>
              <a:t>B)</a:t>
            </a:r>
            <a:r>
              <a:rPr lang="zh-CN" altLang="en-US" sz="3200" i="1" kern="0" noProof="0" dirty="0">
                <a:ln>
                  <a:noFill/>
                </a:ln>
                <a:effectLst/>
                <a:uLnTx/>
                <a:uFillTx/>
                <a:latin typeface="Times New Roman" panose="02020503050405090304" pitchFamily="18" charset="0"/>
                <a:ea typeface="+mn-ea"/>
                <a:cs typeface="Times New Roman" panose="02020503050405090304" pitchFamily="18" charset="0"/>
                <a:sym typeface="+mn-ea"/>
              </a:rPr>
              <a:t>∨</a:t>
            </a:r>
            <a:r>
              <a:rPr lang="en-US" altLang="zh-CN" sz="3200" i="1" kern="0" noProof="0" dirty="0">
                <a:ln>
                  <a:noFill/>
                </a:ln>
                <a:effectLst/>
                <a:uLnTx/>
                <a:uFillTx/>
                <a:latin typeface="Times New Roman" panose="02020503050405090304" pitchFamily="18" charset="0"/>
                <a:ea typeface="+mn-ea"/>
                <a:cs typeface="Times New Roman" panose="02020503050405090304" pitchFamily="18" charset="0"/>
                <a:sym typeface="+mn-ea"/>
              </a:rPr>
              <a:t>C</a:t>
            </a:r>
            <a:r>
              <a:rPr lang="en-US" altLang="zh-CN" sz="3200" kern="0" noProof="0" dirty="0">
                <a:ln>
                  <a:noFill/>
                </a:ln>
                <a:effectLst/>
                <a:uLnTx/>
                <a:uFillTx/>
                <a:latin typeface="Times New Roman" panose="02020503050405090304" pitchFamily="18" charset="0"/>
                <a:ea typeface="+mn-ea"/>
                <a:cs typeface="Times New Roman" panose="02020503050405090304" pitchFamily="18" charset="0"/>
                <a:sym typeface="+mn-ea"/>
              </a:rPr>
              <a:t>       </a:t>
            </a:r>
            <a:r>
              <a:rPr lang="zh-CN" altLang="en-US" sz="3200" kern="0" noProof="0" dirty="0">
                <a:ln>
                  <a:noFill/>
                </a:ln>
                <a:effectLst/>
                <a:uLnTx/>
                <a:uFillTx/>
                <a:latin typeface="Times New Roman" panose="02020503050405090304" pitchFamily="18" charset="0"/>
                <a:ea typeface="+mn-ea"/>
                <a:cs typeface="Times New Roman" panose="02020503050405090304" pitchFamily="18" charset="0"/>
                <a:sym typeface="+mn-ea"/>
              </a:rPr>
              <a:t>（</a:t>
            </a:r>
            <a:r>
              <a:rPr lang="en-US" altLang="zh-CN" sz="3200" noProof="0" dirty="0">
                <a:ln>
                  <a:noFill/>
                </a:ln>
                <a:effectLst/>
                <a:uLnTx/>
                <a:uFillTx/>
                <a:latin typeface="Times New Roman" panose="02020503050405090304" pitchFamily="18" charset="0"/>
                <a:ea typeface="+mn-ea"/>
                <a:cs typeface="Times New Roman" panose="02020503050405090304" pitchFamily="18" charset="0"/>
                <a:sym typeface="+mn-ea"/>
              </a:rPr>
              <a:t> Associative </a:t>
            </a:r>
            <a:r>
              <a:rPr lang="zh-CN" altLang="en-US" sz="3200" kern="0" noProof="0" dirty="0">
                <a:ln>
                  <a:noFill/>
                </a:ln>
                <a:effectLst/>
                <a:uLnTx/>
                <a:uFillTx/>
                <a:latin typeface="Times New Roman" panose="02020503050405090304" pitchFamily="18" charset="0"/>
                <a:ea typeface="+mn-ea"/>
                <a:cs typeface="Times New Roman" panose="02020503050405090304" pitchFamily="18" charset="0"/>
                <a:sym typeface="+mn-ea"/>
              </a:rPr>
              <a:t>）</a:t>
            </a:r>
            <a:endParaRPr kumimoji="0" lang="en-US" altLang="zh-CN" sz="32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endParaRPr>
          </a:p>
          <a:p>
            <a:pPr marL="0" marR="0" lvl="1" algn="l" defTabSz="914400" rtl="0" eaLnBrk="1" fontAlgn="base" latinLnBrk="0" hangingPunct="1">
              <a:lnSpc>
                <a:spcPct val="100000"/>
              </a:lnSpc>
              <a:spcBef>
                <a:spcPts val="0"/>
              </a:spcBef>
              <a:spcAft>
                <a:spcPct val="0"/>
              </a:spcAft>
              <a:buClr>
                <a:schemeClr val="hlink"/>
              </a:buClr>
              <a:buSzPct val="55000"/>
              <a:defRPr/>
            </a:pPr>
            <a:r>
              <a:rPr lang="en-US" altLang="zh-CN" sz="3200" i="1" kern="0" noProof="0" dirty="0">
                <a:ln>
                  <a:noFill/>
                </a:ln>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    </a:t>
            </a:r>
            <a:r>
              <a:rPr lang="zh-CN" altLang="en-US" sz="3200" i="1" kern="0" noProof="0" dirty="0">
                <a:ln>
                  <a:noFill/>
                </a:ln>
                <a:effectLst/>
                <a:uLnTx/>
                <a:uFillTx/>
                <a:latin typeface="Times New Roman" panose="02020503050405090304" pitchFamily="18" charset="0"/>
                <a:ea typeface="+mn-ea"/>
                <a:cs typeface="Times New Roman" panose="02020503050405090304" pitchFamily="18" charset="0"/>
                <a:sym typeface="+mn-ea"/>
              </a:rPr>
              <a:t>  ¬(</a:t>
            </a:r>
            <a:r>
              <a:rPr lang="en-US" altLang="zh-CN" sz="3200" i="1" kern="0" noProof="0" dirty="0">
                <a:ln>
                  <a:noFill/>
                </a:ln>
                <a:effectLst/>
                <a:uLnTx/>
                <a:uFillTx/>
                <a:latin typeface="Times New Roman" panose="02020503050405090304" pitchFamily="18" charset="0"/>
                <a:ea typeface="+mn-ea"/>
                <a:cs typeface="Times New Roman" panose="02020503050405090304" pitchFamily="18" charset="0"/>
                <a:sym typeface="+mn-ea"/>
              </a:rPr>
              <a:t>A</a:t>
            </a:r>
            <a:r>
              <a:rPr lang="zh-CN" altLang="en-US" sz="3200" i="1" kern="0" noProof="0" dirty="0">
                <a:ln>
                  <a:noFill/>
                </a:ln>
                <a:effectLst/>
                <a:uLnTx/>
                <a:uFillTx/>
                <a:latin typeface="Times New Roman" panose="02020503050405090304" pitchFamily="18" charset="0"/>
                <a:ea typeface="+mn-ea"/>
                <a:cs typeface="Times New Roman" panose="02020503050405090304" pitchFamily="18" charset="0"/>
                <a:sym typeface="+mn-ea"/>
              </a:rPr>
              <a:t>∧</a:t>
            </a:r>
            <a:r>
              <a:rPr lang="en-US" altLang="zh-CN" sz="3200" i="1" kern="0" noProof="0" dirty="0">
                <a:ln>
                  <a:noFill/>
                </a:ln>
                <a:effectLst/>
                <a:uLnTx/>
                <a:uFillTx/>
                <a:latin typeface="Times New Roman" panose="02020503050405090304" pitchFamily="18" charset="0"/>
                <a:ea typeface="+mn-ea"/>
                <a:cs typeface="Times New Roman" panose="02020503050405090304" pitchFamily="18" charset="0"/>
                <a:sym typeface="+mn-ea"/>
              </a:rPr>
              <a:t>B)</a:t>
            </a:r>
            <a:r>
              <a:rPr lang="zh-CN" altLang="en-US" sz="3200" i="1" kern="0" noProof="0" dirty="0">
                <a:ln>
                  <a:noFill/>
                </a:ln>
                <a:effectLst/>
                <a:uLnTx/>
                <a:uFillTx/>
                <a:latin typeface="Times New Roman" panose="02020503050405090304" pitchFamily="18" charset="0"/>
                <a:ea typeface="+mn-ea"/>
                <a:cs typeface="Times New Roman" panose="02020503050405090304" pitchFamily="18" charset="0"/>
                <a:sym typeface="+mn-ea"/>
              </a:rPr>
              <a:t>∨</a:t>
            </a:r>
            <a:r>
              <a:rPr lang="en-US" altLang="zh-CN" sz="3200" i="1" kern="0" noProof="0" dirty="0">
                <a:ln>
                  <a:noFill/>
                </a:ln>
                <a:effectLst/>
                <a:uLnTx/>
                <a:uFillTx/>
                <a:latin typeface="Times New Roman" panose="02020503050405090304" pitchFamily="18" charset="0"/>
                <a:ea typeface="+mn-ea"/>
                <a:cs typeface="Times New Roman" panose="02020503050405090304" pitchFamily="18" charset="0"/>
                <a:sym typeface="+mn-ea"/>
              </a:rPr>
              <a:t>C         </a:t>
            </a:r>
            <a:r>
              <a:rPr lang="zh-CN" altLang="en-US" sz="3200" kern="0" noProof="0" dirty="0">
                <a:ln>
                  <a:noFill/>
                </a:ln>
                <a:effectLst/>
                <a:uLnTx/>
                <a:uFillTx/>
                <a:latin typeface="Times New Roman" panose="02020503050405090304" pitchFamily="18" charset="0"/>
                <a:ea typeface="+mn-ea"/>
                <a:cs typeface="Times New Roman" panose="02020503050405090304" pitchFamily="18" charset="0"/>
                <a:sym typeface="+mn-ea"/>
              </a:rPr>
              <a:t>（</a:t>
            </a:r>
            <a:r>
              <a:rPr lang="en-US" altLang="zh-CN" sz="3200" noProof="0" dirty="0">
                <a:ln>
                  <a:noFill/>
                </a:ln>
                <a:effectLst/>
                <a:uLnTx/>
                <a:uFillTx/>
                <a:latin typeface="Times New Roman" panose="02020503050405090304" pitchFamily="18" charset="0"/>
                <a:ea typeface="+mn-ea"/>
                <a:cs typeface="Times New Roman" panose="02020503050405090304" pitchFamily="18" charset="0"/>
                <a:sym typeface="+mn-ea"/>
              </a:rPr>
              <a:t> De Morgan’s </a:t>
            </a:r>
            <a:r>
              <a:rPr lang="zh-CN" altLang="en-US" sz="3200" kern="0" noProof="0" dirty="0">
                <a:ln>
                  <a:noFill/>
                </a:ln>
                <a:effectLst/>
                <a:uLnTx/>
                <a:uFillTx/>
                <a:latin typeface="Times New Roman" panose="02020503050405090304" pitchFamily="18" charset="0"/>
                <a:ea typeface="+mn-ea"/>
                <a:cs typeface="Times New Roman" panose="02020503050405090304" pitchFamily="18" charset="0"/>
                <a:sym typeface="+mn-ea"/>
              </a:rPr>
              <a:t>）</a:t>
            </a:r>
            <a:endParaRPr kumimoji="0" lang="zh-CN" altLang="en-US" sz="32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endParaRPr>
          </a:p>
          <a:p>
            <a:pPr marL="0" marR="0" lvl="1" algn="l" defTabSz="914400" rtl="0" eaLnBrk="1" fontAlgn="base" latinLnBrk="0" hangingPunct="1">
              <a:lnSpc>
                <a:spcPct val="100000"/>
              </a:lnSpc>
              <a:spcBef>
                <a:spcPts val="0"/>
              </a:spcBef>
              <a:spcAft>
                <a:spcPct val="0"/>
              </a:spcAft>
              <a:buClr>
                <a:schemeClr val="hlink"/>
              </a:buClr>
              <a:buSzPct val="55000"/>
              <a:defRPr/>
            </a:pPr>
            <a:r>
              <a:rPr lang="en-US" altLang="zh-CN" sz="3200" i="1" kern="0" noProof="0" dirty="0">
                <a:ln>
                  <a:noFill/>
                </a:ln>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       </a:t>
            </a:r>
            <a:r>
              <a:rPr lang="zh-CN" altLang="en-US" sz="3200" i="1" noProof="0" dirty="0">
                <a:ln>
                  <a:noFill/>
                </a:ln>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lang="en-US" altLang="zh-CN" sz="3200" i="1" noProof="0" dirty="0">
                <a:ln>
                  <a:noFill/>
                </a:ln>
                <a:effectLst/>
                <a:uLnTx/>
                <a:uFillTx/>
                <a:latin typeface="Times New Roman" panose="02020503050405090304" pitchFamily="18" charset="0"/>
                <a:ea typeface="+mn-ea"/>
                <a:cs typeface="Times New Roman" panose="02020503050405090304" pitchFamily="18" charset="0"/>
                <a:sym typeface="+mn-ea"/>
              </a:rPr>
              <a:t>A </a:t>
            </a:r>
            <a:r>
              <a:rPr lang="zh-CN" altLang="en-US" sz="3200" i="1" noProof="0" dirty="0">
                <a:ln>
                  <a:noFill/>
                </a:ln>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lang="en-US" altLang="zh-CN" sz="3200" i="1" noProof="0" dirty="0">
                <a:ln>
                  <a:noFill/>
                </a:ln>
                <a:effectLst/>
                <a:uLnTx/>
                <a:uFillTx/>
                <a:latin typeface="Times New Roman" panose="02020503050405090304" pitchFamily="18" charset="0"/>
                <a:ea typeface="+mn-ea"/>
                <a:cs typeface="Times New Roman" panose="02020503050405090304" pitchFamily="18" charset="0"/>
                <a:sym typeface="+mn-ea"/>
              </a:rPr>
              <a:t> B) </a:t>
            </a:r>
            <a:r>
              <a:rPr lang="zh-CN" altLang="en-US" sz="3200" i="1" noProof="0" dirty="0">
                <a:ln>
                  <a:noFill/>
                </a:ln>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lang="en-US" altLang="zh-CN" sz="3200" i="1" noProof="0" dirty="0">
                <a:ln>
                  <a:noFill/>
                </a:ln>
                <a:effectLst/>
                <a:uLnTx/>
                <a:uFillTx/>
                <a:latin typeface="Times New Roman" panose="02020503050405090304" pitchFamily="18" charset="0"/>
                <a:ea typeface="+mn-ea"/>
                <a:cs typeface="Times New Roman" panose="02020503050405090304" pitchFamily="18" charset="0"/>
                <a:sym typeface="+mn-ea"/>
              </a:rPr>
              <a:t> C         </a:t>
            </a:r>
            <a:r>
              <a:rPr lang="zh-CN" altLang="en-US" sz="3200" kern="0" noProof="0" dirty="0">
                <a:ln>
                  <a:noFill/>
                </a:ln>
                <a:effectLst/>
                <a:uLnTx/>
                <a:uFillTx/>
                <a:latin typeface="Times New Roman" panose="02020503050405090304" pitchFamily="18" charset="0"/>
                <a:ea typeface="+mn-ea"/>
                <a:cs typeface="Times New Roman" panose="02020503050405090304" pitchFamily="18" charset="0"/>
                <a:sym typeface="+mn-ea"/>
              </a:rPr>
              <a:t>（</a:t>
            </a:r>
            <a:r>
              <a:rPr lang="en-US" altLang="zh-CN" sz="3200" noProof="0" dirty="0">
                <a:ln>
                  <a:noFill/>
                </a:ln>
                <a:effectLst/>
                <a:uLnTx/>
                <a:uFillTx/>
                <a:latin typeface="Times New Roman" panose="02020503050405090304" pitchFamily="18" charset="0"/>
                <a:ea typeface="+mn-ea"/>
                <a:cs typeface="Times New Roman" panose="02020503050405090304" pitchFamily="18" charset="0"/>
                <a:sym typeface="+mn-ea"/>
              </a:rPr>
              <a:t> Implication </a:t>
            </a:r>
            <a:r>
              <a:rPr lang="zh-CN" altLang="en-US" sz="3200" kern="0" noProof="0" dirty="0">
                <a:ln>
                  <a:noFill/>
                </a:ln>
                <a:effectLst/>
                <a:uLnTx/>
                <a:uFillTx/>
                <a:latin typeface="Times New Roman" panose="02020503050405090304" pitchFamily="18" charset="0"/>
                <a:ea typeface="+mn-ea"/>
                <a:cs typeface="Times New Roman" panose="02020503050405090304" pitchFamily="18" charset="0"/>
                <a:sym typeface="+mn-ea"/>
              </a:rPr>
              <a:t>）</a:t>
            </a:r>
            <a:endParaRPr kumimoji="0" lang="zh-CN" altLang="en-US" sz="32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endParaRPr>
          </a:p>
          <a:p>
            <a:pPr marL="0" marR="0" lvl="1" algn="l" defTabSz="914400" rtl="0" eaLnBrk="1" fontAlgn="base" latinLnBrk="0" hangingPunct="1">
              <a:lnSpc>
                <a:spcPct val="100000"/>
              </a:lnSpc>
              <a:spcBef>
                <a:spcPts val="0"/>
              </a:spcBef>
              <a:spcAft>
                <a:spcPct val="0"/>
              </a:spcAft>
              <a:buClr>
                <a:schemeClr val="hlink"/>
              </a:buClr>
              <a:buSzPct val="55000"/>
              <a:defRPr/>
            </a:pPr>
            <a:endParaRPr kumimoji="0" lang="en-US" altLang="zh-CN" sz="3200" b="0" i="1" u="none" strike="noStrike" kern="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endParaRPr>
          </a:p>
          <a:p>
            <a:pPr marR="0" lvl="1" algn="l" defTabSz="914400" rtl="0" eaLnBrk="1" fontAlgn="base" latinLnBrk="0" hangingPunct="1">
              <a:lnSpc>
                <a:spcPct val="100000"/>
              </a:lnSpc>
              <a:spcBef>
                <a:spcPts val="0"/>
              </a:spcBef>
              <a:spcAft>
                <a:spcPct val="0"/>
              </a:spcAft>
              <a:buClr>
                <a:schemeClr val="hlink"/>
              </a:buClr>
              <a:buSzPct val="55000"/>
              <a:defRPr/>
            </a:pPr>
            <a:endParaRPr lang="en-US" altLang="zh-CN" sz="3200" i="1" kern="0" noProof="0" dirty="0">
              <a:ln>
                <a:noFill/>
              </a:ln>
              <a:effectLst/>
              <a:uLnTx/>
              <a:uFillTx/>
              <a:latin typeface="Times New Roman" panose="02020503050405090304" pitchFamily="18" charset="0"/>
              <a:ea typeface="+mn-ea"/>
              <a:cs typeface="Times New Roman" panose="02020503050405090304" pitchFamily="18" charset="0"/>
              <a:sym typeface="Symbol" panose="05050102010706020507" pitchFamily="18" charset="2"/>
            </a:endParaRPr>
          </a:p>
          <a:p>
            <a:pPr marR="0" lvl="1" algn="l" defTabSz="914400" rtl="0" eaLnBrk="1" fontAlgn="base" latinLnBrk="0" hangingPunct="1">
              <a:lnSpc>
                <a:spcPct val="100000"/>
              </a:lnSpc>
              <a:spcBef>
                <a:spcPts val="0"/>
              </a:spcBef>
              <a:spcAft>
                <a:spcPct val="0"/>
              </a:spcAft>
              <a:buClr>
                <a:schemeClr val="hlink"/>
              </a:buClr>
              <a:buSzPct val="55000"/>
              <a:defRPr/>
            </a:pPr>
            <a:r>
              <a:rPr lang="en-US" altLang="zh-CN" sz="3200" i="1" kern="0" noProof="0" dirty="0">
                <a:ln>
                  <a:noFill/>
                </a:ln>
                <a:effectLst/>
                <a:uLnTx/>
                <a:uFillTx/>
                <a:latin typeface="Times New Roman" panose="02020503050405090304" pitchFamily="18" charset="0"/>
                <a:ea typeface="+mn-ea"/>
                <a:cs typeface="Times New Roman" panose="02020503050405090304" pitchFamily="18" charset="0"/>
                <a:sym typeface="+mn-ea"/>
              </a:rPr>
              <a:t>        </a:t>
            </a:r>
            <a:r>
              <a:rPr lang="en-US" altLang="zh-CN" sz="3200" kern="0" noProof="0" dirty="0">
                <a:ln>
                  <a:noFill/>
                </a:ln>
                <a:effectLst/>
                <a:uLnTx/>
                <a:uFillTx/>
                <a:latin typeface="Times New Roman" panose="02020503050405090304" pitchFamily="18" charset="0"/>
                <a:ea typeface="+mn-ea"/>
                <a:cs typeface="Times New Roman" panose="02020503050405090304" pitchFamily="18" charset="0"/>
                <a:sym typeface="+mn-ea"/>
              </a:rPr>
              <a:t>   </a:t>
            </a:r>
            <a:r>
              <a:rPr lang="en-US" altLang="zh-CN" sz="3200" i="1" kern="0" noProof="0" dirty="0">
                <a:ln>
                  <a:noFill/>
                </a:ln>
                <a:effectLst/>
                <a:uLnTx/>
                <a:uFillTx/>
                <a:latin typeface="Times New Roman" panose="02020503050405090304" pitchFamily="18" charset="0"/>
                <a:ea typeface="+mn-ea"/>
                <a:cs typeface="Times New Roman" panose="02020503050405090304" pitchFamily="18" charset="0"/>
                <a:sym typeface="+mn-ea"/>
              </a:rPr>
              <a:t> </a:t>
            </a:r>
            <a:endParaRPr kumimoji="0" lang="en-US" altLang="zh-CN" sz="3200" b="0" i="0" u="none" strike="noStrike" kern="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endParaRPr>
          </a:p>
          <a:p>
            <a:pPr marR="0" lvl="1" algn="l" defTabSz="914400" rtl="0" eaLnBrk="1" fontAlgn="base" latinLnBrk="0" hangingPunct="1">
              <a:lnSpc>
                <a:spcPct val="100000"/>
              </a:lnSpc>
              <a:spcBef>
                <a:spcPts val="0"/>
              </a:spcBef>
              <a:spcAft>
                <a:spcPct val="0"/>
              </a:spcAft>
              <a:buClr>
                <a:schemeClr val="hlink"/>
              </a:buClr>
              <a:buSzPct val="55000"/>
              <a:defRPr/>
            </a:pPr>
            <a:r>
              <a:rPr lang="en-US" altLang="zh-CN" sz="3200" i="1" noProof="0" dirty="0">
                <a:ln>
                  <a:noFill/>
                </a:ln>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        </a:t>
            </a:r>
            <a:endParaRPr lang="zh-CN" altLang="en-US" sz="3200" noProof="0" dirty="0">
              <a:ln>
                <a:noFill/>
              </a:ln>
              <a:effectLst/>
              <a:uLnTx/>
              <a:uFillTx/>
              <a:latin typeface="Times New Roman" panose="02020503050405090304" pitchFamily="18" charset="0"/>
              <a:ea typeface="+mn-ea"/>
              <a:cs typeface="Times New Roman" panose="02020503050405090304" pitchFamily="18" charset="0"/>
              <a:sym typeface="Symbol" panose="05050102010706020507" pitchFamily="18" charset="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灯片编号占位符 3"/>
          <p:cNvSpPr>
            <a:spLocks noGrp="1"/>
          </p:cNvSpPr>
          <p:nvPr>
            <p:ph type="sldNum" sz="quarter" idx="10"/>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r" eaLnBrk="1" hangingPunct="1">
              <a:buClrTx/>
              <a:buFontTx/>
            </a:pPr>
            <a:fld id="{9A0DB2DC-4C9A-4742-B13C-FB6460FD3503}" type="slidenum">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43010" name="日期占位符 4"/>
          <p:cNvSpPr>
            <a:spLocks noGrp="1"/>
          </p:cNvSpPr>
          <p:nvPr>
            <p:ph type="dt" sz="half" idx="11"/>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buClrTx/>
              <a:buFontTx/>
            </a:pPr>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43011" name="页脚占位符 5"/>
          <p:cNvSpPr>
            <a:spLocks noGrp="1"/>
          </p:cNvSpPr>
          <p:nvPr>
            <p:ph type="ftr" sz="quarter" idx="12"/>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buClrTx/>
              <a:buFontTx/>
            </a:pPr>
            <a:r>
              <a:rPr lang="en-US" altLang="zh-CN" sz="1200" b="1" i="1" dirty="0">
                <a:solidFill>
                  <a:srgbClr val="009999"/>
                </a:solidFill>
                <a:latin typeface="Arial Narrow" panose="020B0606020202030204" pitchFamily="34" charset="0"/>
              </a:rPr>
              <a:t>School of Computer Science, BUPT</a:t>
            </a:r>
            <a:endParaRPr lang="zh-CN" altLang="en-US" sz="1200" b="1" i="1" dirty="0">
              <a:solidFill>
                <a:srgbClr val="009999"/>
              </a:solidFill>
              <a:latin typeface="Arial Narrow" panose="020B0606020202030204" pitchFamily="34" charset="0"/>
            </a:endParaRPr>
          </a:p>
        </p:txBody>
      </p:sp>
      <p:sp>
        <p:nvSpPr>
          <p:cNvPr id="43012" name="Rectangle 2"/>
          <p:cNvSpPr>
            <a:spLocks noGrp="1"/>
          </p:cNvSpPr>
          <p:nvPr>
            <p:ph type="title"/>
          </p:nvPr>
        </p:nvSpPr>
        <p:spPr>
          <a:xfrm>
            <a:off x="826453" y="403860"/>
            <a:ext cx="8215312" cy="617538"/>
          </a:xfrm>
        </p:spPr>
        <p:txBody>
          <a:bodyPr vert="horz" wrap="square" lIns="91440" tIns="45720" rIns="91440" bIns="45720" anchor="b" anchorCtr="0"/>
          <a:p>
            <a:pPr eaLnBrk="1" hangingPunct="1"/>
            <a:r>
              <a:rPr lang="en-US" altLang="zh-CN" sz="3200" dirty="0"/>
              <a:t>Proof: </a:t>
            </a:r>
            <a:br>
              <a:rPr lang="en-US" altLang="zh-CN" sz="3200" dirty="0"/>
            </a:br>
            <a:r>
              <a:rPr lang="zh-CN" altLang="en-US" sz="3200" dirty="0"/>
              <a:t>(</a:t>
            </a:r>
            <a:r>
              <a:rPr lang="en-US" altLang="zh-CN" sz="3200" dirty="0">
                <a:sym typeface="Symbol" panose="05050102010706020507" pitchFamily="18" charset="2"/>
              </a:rPr>
              <a:t>¬</a:t>
            </a:r>
            <a:r>
              <a:rPr lang="zh-CN" altLang="en-US" sz="3200" dirty="0">
                <a:sym typeface="Symbol" panose="05050102010706020507" pitchFamily="18" charset="2"/>
              </a:rPr>
              <a:t> </a:t>
            </a:r>
            <a:r>
              <a:rPr lang="en-US" altLang="zh-CN" sz="3200" dirty="0"/>
              <a:t>A </a:t>
            </a:r>
            <a:r>
              <a:rPr lang="zh-CN" altLang="en-US" sz="3200" dirty="0">
                <a:sym typeface="Symbol" panose="05050102010706020507" pitchFamily="18" charset="2"/>
              </a:rPr>
              <a:t></a:t>
            </a:r>
            <a:r>
              <a:rPr lang="en-US" altLang="zh-CN" sz="3200" dirty="0"/>
              <a:t>(</a:t>
            </a:r>
            <a:r>
              <a:rPr lang="en-US" altLang="zh-CN" sz="3200" dirty="0">
                <a:sym typeface="Symbol" panose="05050102010706020507" pitchFamily="18" charset="2"/>
              </a:rPr>
              <a:t>¬</a:t>
            </a:r>
            <a:r>
              <a:rPr lang="zh-CN" altLang="en-US" sz="3200" dirty="0">
                <a:sym typeface="Symbol" panose="05050102010706020507" pitchFamily="18" charset="2"/>
              </a:rPr>
              <a:t> </a:t>
            </a:r>
            <a:r>
              <a:rPr lang="en-US" altLang="zh-CN" sz="3200" dirty="0"/>
              <a:t>B </a:t>
            </a:r>
            <a:r>
              <a:rPr lang="zh-CN" altLang="en-US" sz="3200" dirty="0">
                <a:sym typeface="Symbol" panose="05050102010706020507" pitchFamily="18" charset="2"/>
              </a:rPr>
              <a:t></a:t>
            </a:r>
            <a:r>
              <a:rPr lang="en-US" altLang="zh-CN" sz="3200" dirty="0"/>
              <a:t> C)) </a:t>
            </a:r>
            <a:r>
              <a:rPr lang="zh-CN" altLang="en-US" sz="3200" dirty="0">
                <a:sym typeface="Symbol" panose="05050102010706020507" pitchFamily="18" charset="2"/>
              </a:rPr>
              <a:t></a:t>
            </a:r>
            <a:r>
              <a:rPr lang="en-US" altLang="zh-CN" sz="3200" dirty="0"/>
              <a:t>(B </a:t>
            </a:r>
            <a:r>
              <a:rPr lang="zh-CN" altLang="en-US" sz="3200" dirty="0">
                <a:sym typeface="Symbol" panose="05050102010706020507" pitchFamily="18" charset="2"/>
              </a:rPr>
              <a:t></a:t>
            </a:r>
            <a:r>
              <a:rPr lang="en-US" altLang="zh-CN" sz="3200" dirty="0"/>
              <a:t> C) </a:t>
            </a:r>
            <a:r>
              <a:rPr lang="zh-CN" altLang="en-US" sz="3200" dirty="0">
                <a:sym typeface="Symbol" panose="05050102010706020507" pitchFamily="18" charset="2"/>
              </a:rPr>
              <a:t></a:t>
            </a:r>
            <a:r>
              <a:rPr lang="en-US" altLang="zh-CN" sz="3200" dirty="0"/>
              <a:t>(A </a:t>
            </a:r>
            <a:r>
              <a:rPr lang="zh-CN" altLang="en-US" sz="3200" dirty="0">
                <a:sym typeface="Symbol" panose="05050102010706020507" pitchFamily="18" charset="2"/>
              </a:rPr>
              <a:t></a:t>
            </a:r>
            <a:r>
              <a:rPr lang="en-US" altLang="zh-CN" sz="3200" dirty="0"/>
              <a:t> C) </a:t>
            </a:r>
            <a:r>
              <a:rPr lang="zh-CN" altLang="en-US" sz="3200" dirty="0">
                <a:sym typeface="Symbol" panose="05050102010706020507" pitchFamily="18" charset="2"/>
              </a:rPr>
              <a:t></a:t>
            </a:r>
            <a:r>
              <a:rPr lang="en-US" altLang="zh-CN" sz="3200" dirty="0"/>
              <a:t> C</a:t>
            </a:r>
            <a:endParaRPr lang="en-US" altLang="zh-CN" sz="3200" dirty="0"/>
          </a:p>
        </p:txBody>
      </p:sp>
      <p:sp>
        <p:nvSpPr>
          <p:cNvPr id="43013" name="Rectangle 3"/>
          <p:cNvSpPr>
            <a:spLocks noGrp="1"/>
          </p:cNvSpPr>
          <p:nvPr>
            <p:ph idx="1"/>
          </p:nvPr>
        </p:nvSpPr>
        <p:spPr>
          <a:xfrm>
            <a:off x="-88265" y="1124585"/>
            <a:ext cx="9232265" cy="4881245"/>
          </a:xfrm>
        </p:spPr>
        <p:txBody>
          <a:bodyPr vert="horz" wrap="square" lIns="91440" tIns="45720" rIns="91440" bIns="45720" anchor="t" anchorCtr="0"/>
          <a:p>
            <a:pPr marL="457200" marR="0" lvl="1" indent="0" algn="l" defTabSz="914400" rtl="0" eaLnBrk="1" fontAlgn="base" latinLnBrk="0" hangingPunct="1">
              <a:lnSpc>
                <a:spcPct val="100000"/>
              </a:lnSpc>
              <a:spcBef>
                <a:spcPts val="600"/>
              </a:spcBef>
              <a:spcAft>
                <a:spcPts val="600"/>
              </a:spcAft>
              <a:buClr>
                <a:schemeClr val="hlink"/>
              </a:buClr>
              <a:buSzPct val="55000"/>
              <a:buNone/>
              <a:defRPr/>
            </a:pPr>
            <a:r>
              <a:rPr lang="zh-CN" altLang="en-US" noProof="0" dirty="0">
                <a:ln>
                  <a:noFill/>
                </a:ln>
                <a:effectLst/>
                <a:uLnTx/>
                <a:uFillTx/>
                <a:latin typeface="Times New Roman" panose="02020503050405090304" pitchFamily="18" charset="0"/>
                <a:cs typeface="Times New Roman" panose="02020503050405090304" pitchFamily="18" charset="0"/>
                <a:sym typeface="+mn-ea"/>
              </a:rPr>
              <a:t>(</a:t>
            </a:r>
            <a:r>
              <a:rPr lang="zh-CN" altLang="en-US" b="1" noProof="0" dirty="0">
                <a:ln>
                  <a:noFill/>
                </a:ln>
                <a:effectLst/>
                <a:uLnTx/>
                <a:uFillTx/>
                <a:latin typeface="Times New Roman" panose="02020503050405090304" pitchFamily="18" charset="0"/>
                <a:cs typeface="Times New Roman" panose="02020503050405090304" pitchFamily="18" charset="0"/>
                <a:sym typeface="Symbol" panose="05050102010706020507" charset="0"/>
              </a:rPr>
              <a:t></a:t>
            </a:r>
            <a:r>
              <a:rPr lang="en-US" altLang="zh-CN" noProof="0" dirty="0">
                <a:ln>
                  <a:noFill/>
                </a:ln>
                <a:effectLst/>
                <a:uLnTx/>
                <a:uFillTx/>
                <a:latin typeface="Times New Roman" panose="02020503050405090304" pitchFamily="18" charset="0"/>
                <a:cs typeface="Times New Roman" panose="02020503050405090304" pitchFamily="18" charset="0"/>
                <a:sym typeface="+mn-ea"/>
              </a:rPr>
              <a:t>A </a:t>
            </a:r>
            <a:r>
              <a:rPr lang="zh-CN" altLang="en-US" noProof="0" dirty="0">
                <a:ln>
                  <a:noFill/>
                </a:ln>
                <a:effectLst/>
                <a:uLnTx/>
                <a:uFillTx/>
                <a:latin typeface="Times New Roman" panose="02020503050405090304" pitchFamily="18" charset="0"/>
                <a:cs typeface="Times New Roman" panose="02020503050405090304" pitchFamily="18" charset="0"/>
                <a:sym typeface="Symbol" panose="05050102010706020507" pitchFamily="18" charset="2"/>
              </a:rPr>
              <a:t></a:t>
            </a:r>
            <a:r>
              <a:rPr lang="en-US" altLang="zh-CN" noProof="0" dirty="0">
                <a:ln>
                  <a:noFill/>
                </a:ln>
                <a:effectLst/>
                <a:uLnTx/>
                <a:uFillTx/>
                <a:latin typeface="Times New Roman" panose="02020503050405090304" pitchFamily="18" charset="0"/>
                <a:cs typeface="Times New Roman" panose="02020503050405090304" pitchFamily="18" charset="0"/>
                <a:sym typeface="+mn-ea"/>
              </a:rPr>
              <a:t>(</a:t>
            </a:r>
            <a:r>
              <a:rPr lang="zh-CN" altLang="en-US" b="1" noProof="0" dirty="0">
                <a:ln>
                  <a:noFill/>
                </a:ln>
                <a:effectLst/>
                <a:uLnTx/>
                <a:uFillTx/>
                <a:latin typeface="Times New Roman" panose="02020503050405090304" pitchFamily="18" charset="0"/>
                <a:cs typeface="Times New Roman" panose="02020503050405090304" pitchFamily="18" charset="0"/>
                <a:sym typeface="Symbol" panose="05050102010706020507" charset="0"/>
              </a:rPr>
              <a:t></a:t>
            </a:r>
            <a:r>
              <a:rPr lang="en-US" altLang="zh-CN" noProof="0" dirty="0">
                <a:ln>
                  <a:noFill/>
                </a:ln>
                <a:effectLst/>
                <a:uLnTx/>
                <a:uFillTx/>
                <a:latin typeface="Times New Roman" panose="02020503050405090304" pitchFamily="18" charset="0"/>
                <a:cs typeface="Times New Roman" panose="02020503050405090304" pitchFamily="18" charset="0"/>
                <a:sym typeface="+mn-ea"/>
              </a:rPr>
              <a:t>B </a:t>
            </a:r>
            <a:r>
              <a:rPr lang="zh-CN" altLang="en-US" noProof="0" dirty="0">
                <a:ln>
                  <a:noFill/>
                </a:ln>
                <a:effectLst/>
                <a:uLnTx/>
                <a:uFillTx/>
                <a:latin typeface="Times New Roman" panose="02020503050405090304" pitchFamily="18" charset="0"/>
                <a:cs typeface="Times New Roman" panose="02020503050405090304" pitchFamily="18" charset="0"/>
                <a:sym typeface="Symbol" panose="05050102010706020507" pitchFamily="18" charset="2"/>
              </a:rPr>
              <a:t></a:t>
            </a:r>
            <a:r>
              <a:rPr lang="en-US" altLang="zh-CN" noProof="0" dirty="0">
                <a:ln>
                  <a:noFill/>
                </a:ln>
                <a:effectLst/>
                <a:uLnTx/>
                <a:uFillTx/>
                <a:latin typeface="Times New Roman" panose="02020503050405090304" pitchFamily="18" charset="0"/>
                <a:cs typeface="Times New Roman" panose="02020503050405090304" pitchFamily="18" charset="0"/>
                <a:sym typeface="+mn-ea"/>
              </a:rPr>
              <a:t> C)) </a:t>
            </a:r>
            <a:r>
              <a:rPr lang="zh-CN" altLang="en-US" noProof="0" dirty="0">
                <a:ln>
                  <a:noFill/>
                </a:ln>
                <a:effectLst/>
                <a:uLnTx/>
                <a:uFillTx/>
                <a:latin typeface="Times New Roman" panose="02020503050405090304" pitchFamily="18" charset="0"/>
                <a:cs typeface="Times New Roman" panose="02020503050405090304" pitchFamily="18" charset="0"/>
                <a:sym typeface="Symbol" panose="05050102010706020507" pitchFamily="18" charset="2"/>
              </a:rPr>
              <a:t></a:t>
            </a:r>
            <a:r>
              <a:rPr lang="en-US" altLang="zh-CN" noProof="0" dirty="0">
                <a:ln>
                  <a:noFill/>
                </a:ln>
                <a:effectLst/>
                <a:uLnTx/>
                <a:uFillTx/>
                <a:latin typeface="Times New Roman" panose="02020503050405090304" pitchFamily="18" charset="0"/>
                <a:cs typeface="Times New Roman" panose="02020503050405090304" pitchFamily="18" charset="0"/>
                <a:sym typeface="+mn-ea"/>
              </a:rPr>
              <a:t>(B </a:t>
            </a:r>
            <a:r>
              <a:rPr lang="zh-CN" altLang="en-US" noProof="0" dirty="0">
                <a:ln>
                  <a:noFill/>
                </a:ln>
                <a:effectLst/>
                <a:uLnTx/>
                <a:uFillTx/>
                <a:latin typeface="Times New Roman" panose="02020503050405090304" pitchFamily="18" charset="0"/>
                <a:cs typeface="Times New Roman" panose="02020503050405090304" pitchFamily="18" charset="0"/>
                <a:sym typeface="Symbol" panose="05050102010706020507" pitchFamily="18" charset="2"/>
              </a:rPr>
              <a:t></a:t>
            </a:r>
            <a:r>
              <a:rPr lang="en-US" altLang="zh-CN" noProof="0" dirty="0">
                <a:ln>
                  <a:noFill/>
                </a:ln>
                <a:effectLst/>
                <a:uLnTx/>
                <a:uFillTx/>
                <a:latin typeface="Times New Roman" panose="02020503050405090304" pitchFamily="18" charset="0"/>
                <a:cs typeface="Times New Roman" panose="02020503050405090304" pitchFamily="18" charset="0"/>
                <a:sym typeface="+mn-ea"/>
              </a:rPr>
              <a:t> C) </a:t>
            </a:r>
            <a:r>
              <a:rPr lang="zh-CN" altLang="en-US" noProof="0" dirty="0">
                <a:ln>
                  <a:noFill/>
                </a:ln>
                <a:effectLst/>
                <a:uLnTx/>
                <a:uFillTx/>
                <a:latin typeface="Times New Roman" panose="02020503050405090304" pitchFamily="18" charset="0"/>
                <a:cs typeface="Times New Roman" panose="02020503050405090304" pitchFamily="18" charset="0"/>
                <a:sym typeface="Symbol" panose="05050102010706020507" pitchFamily="18" charset="2"/>
              </a:rPr>
              <a:t></a:t>
            </a:r>
            <a:r>
              <a:rPr lang="en-US" altLang="zh-CN" noProof="0" dirty="0">
                <a:ln>
                  <a:noFill/>
                </a:ln>
                <a:effectLst/>
                <a:uLnTx/>
                <a:uFillTx/>
                <a:latin typeface="Times New Roman" panose="02020503050405090304" pitchFamily="18" charset="0"/>
                <a:cs typeface="Times New Roman" panose="02020503050405090304" pitchFamily="18" charset="0"/>
                <a:sym typeface="+mn-ea"/>
              </a:rPr>
              <a:t>(A </a:t>
            </a:r>
            <a:r>
              <a:rPr lang="zh-CN" altLang="en-US" noProof="0" dirty="0">
                <a:ln>
                  <a:noFill/>
                </a:ln>
                <a:effectLst/>
                <a:uLnTx/>
                <a:uFillTx/>
                <a:latin typeface="Times New Roman" panose="02020503050405090304" pitchFamily="18" charset="0"/>
                <a:cs typeface="Times New Roman" panose="02020503050405090304" pitchFamily="18" charset="0"/>
                <a:sym typeface="Symbol" panose="05050102010706020507" pitchFamily="18" charset="2"/>
              </a:rPr>
              <a:t></a:t>
            </a:r>
            <a:r>
              <a:rPr lang="en-US" altLang="zh-CN" noProof="0" dirty="0">
                <a:ln>
                  <a:noFill/>
                </a:ln>
                <a:effectLst/>
                <a:uLnTx/>
                <a:uFillTx/>
                <a:latin typeface="Times New Roman" panose="02020503050405090304" pitchFamily="18" charset="0"/>
                <a:cs typeface="Times New Roman" panose="02020503050405090304" pitchFamily="18" charset="0"/>
                <a:sym typeface="+mn-ea"/>
              </a:rPr>
              <a:t> C) </a:t>
            </a:r>
            <a:endParaRPr lang="en-US" altLang="zh-CN" noProof="0" dirty="0">
              <a:ln>
                <a:noFill/>
              </a:ln>
              <a:effectLst/>
              <a:uLnTx/>
              <a:uFillTx/>
              <a:latin typeface="Times New Roman" panose="02020503050405090304" pitchFamily="18" charset="0"/>
              <a:cs typeface="Times New Roman" panose="02020503050405090304" pitchFamily="18" charset="0"/>
              <a:sym typeface="+mn-ea"/>
            </a:endParaRPr>
          </a:p>
          <a:p>
            <a:pPr marL="457200" marR="0" lvl="1" indent="0" algn="l" defTabSz="914400" rtl="0" eaLnBrk="1" fontAlgn="base" latinLnBrk="0" hangingPunct="1">
              <a:lnSpc>
                <a:spcPct val="100000"/>
              </a:lnSpc>
              <a:spcBef>
                <a:spcPts val="600"/>
              </a:spcBef>
              <a:spcAft>
                <a:spcPts val="600"/>
              </a:spcAft>
              <a:buClr>
                <a:schemeClr val="hlink"/>
              </a:buClr>
              <a:buSzPct val="55000"/>
              <a:buNone/>
              <a:defRPr/>
            </a:pPr>
            <a:r>
              <a:rPr lang="en-US" altLang="zh-CN" noProof="0" dirty="0">
                <a:ln>
                  <a:noFill/>
                </a:ln>
                <a:effectLst/>
                <a:uLnTx/>
                <a:uFillTx/>
                <a:latin typeface="Times New Roman" panose="02020503050405090304" pitchFamily="18" charset="0"/>
                <a:cs typeface="Times New Roman" panose="02020503050405090304" pitchFamily="18" charset="0"/>
                <a:sym typeface="Symbol" panose="05050102010706020507" pitchFamily="18" charset="2"/>
              </a:rPr>
              <a:t> ((</a:t>
            </a:r>
            <a:r>
              <a:rPr lang="zh-CN" altLang="en-US" b="1" noProof="0" dirty="0">
                <a:ln>
                  <a:noFill/>
                </a:ln>
                <a:effectLst/>
                <a:uLnTx/>
                <a:uFillTx/>
                <a:latin typeface="Times New Roman" panose="02020503050405090304" pitchFamily="18" charset="0"/>
                <a:cs typeface="Times New Roman" panose="02020503050405090304" pitchFamily="18" charset="0"/>
                <a:sym typeface="Symbol" panose="05050102010706020507" charset="0"/>
              </a:rPr>
              <a:t></a:t>
            </a:r>
            <a:r>
              <a:rPr lang="en-US" altLang="zh-CN" noProof="0" dirty="0">
                <a:ln>
                  <a:noFill/>
                </a:ln>
                <a:effectLst/>
                <a:uLnTx/>
                <a:uFillTx/>
                <a:latin typeface="Times New Roman" panose="02020503050405090304" pitchFamily="18" charset="0"/>
                <a:cs typeface="Times New Roman" panose="02020503050405090304" pitchFamily="18" charset="0"/>
                <a:sym typeface="+mn-ea"/>
              </a:rPr>
              <a:t>A </a:t>
            </a:r>
            <a:r>
              <a:rPr lang="zh-CN" altLang="en-US" noProof="0" dirty="0">
                <a:ln>
                  <a:noFill/>
                </a:ln>
                <a:effectLst/>
                <a:uLnTx/>
                <a:uFillTx/>
                <a:latin typeface="Times New Roman" panose="02020503050405090304" pitchFamily="18" charset="0"/>
                <a:cs typeface="Times New Roman" panose="02020503050405090304" pitchFamily="18" charset="0"/>
                <a:sym typeface="Symbol" panose="05050102010706020507" pitchFamily="18" charset="2"/>
              </a:rPr>
              <a:t></a:t>
            </a:r>
            <a:r>
              <a:rPr lang="zh-CN" altLang="en-US" b="1" noProof="0" dirty="0">
                <a:ln>
                  <a:noFill/>
                </a:ln>
                <a:effectLst/>
                <a:uLnTx/>
                <a:uFillTx/>
                <a:latin typeface="Times New Roman" panose="02020503050405090304" pitchFamily="18" charset="0"/>
                <a:cs typeface="Times New Roman" panose="02020503050405090304" pitchFamily="18" charset="0"/>
                <a:sym typeface="Symbol" panose="05050102010706020507" charset="0"/>
              </a:rPr>
              <a:t></a:t>
            </a:r>
            <a:r>
              <a:rPr lang="en-US" altLang="zh-CN" noProof="0" dirty="0">
                <a:ln>
                  <a:noFill/>
                </a:ln>
                <a:effectLst/>
                <a:uLnTx/>
                <a:uFillTx/>
                <a:latin typeface="Times New Roman" panose="02020503050405090304" pitchFamily="18" charset="0"/>
                <a:cs typeface="Times New Roman" panose="02020503050405090304" pitchFamily="18" charset="0"/>
                <a:sym typeface="+mn-ea"/>
              </a:rPr>
              <a:t>B)</a:t>
            </a:r>
            <a:r>
              <a:rPr lang="zh-CN" altLang="en-US" noProof="0" dirty="0">
                <a:ln>
                  <a:noFill/>
                </a:ln>
                <a:effectLst/>
                <a:uLnTx/>
                <a:uFillTx/>
                <a:latin typeface="Times New Roman" panose="02020503050405090304" pitchFamily="18" charset="0"/>
                <a:cs typeface="Times New Roman" panose="02020503050405090304" pitchFamily="18" charset="0"/>
                <a:sym typeface="Symbol" panose="05050102010706020507" pitchFamily="18" charset="2"/>
              </a:rPr>
              <a:t> </a:t>
            </a:r>
            <a:r>
              <a:rPr lang="en-US" altLang="zh-CN" noProof="0" dirty="0">
                <a:ln>
                  <a:noFill/>
                </a:ln>
                <a:effectLst/>
                <a:uLnTx/>
                <a:uFillTx/>
                <a:latin typeface="Times New Roman" panose="02020503050405090304" pitchFamily="18" charset="0"/>
                <a:cs typeface="Times New Roman" panose="02020503050405090304" pitchFamily="18" charset="0"/>
                <a:sym typeface="+mn-ea"/>
              </a:rPr>
              <a:t> C)</a:t>
            </a:r>
            <a:r>
              <a:rPr lang="zh-CN" altLang="en-US" noProof="0" dirty="0">
                <a:ln>
                  <a:noFill/>
                </a:ln>
                <a:effectLst/>
                <a:uLnTx/>
                <a:uFillTx/>
                <a:latin typeface="Times New Roman" panose="02020503050405090304" pitchFamily="18" charset="0"/>
                <a:cs typeface="Times New Roman" panose="02020503050405090304" pitchFamily="18" charset="0"/>
                <a:sym typeface="Symbol" panose="05050102010706020507" pitchFamily="18" charset="2"/>
              </a:rPr>
              <a:t></a:t>
            </a:r>
            <a:r>
              <a:rPr lang="en-US" altLang="zh-CN" noProof="0" dirty="0">
                <a:ln>
                  <a:noFill/>
                </a:ln>
                <a:effectLst/>
                <a:uLnTx/>
                <a:uFillTx/>
                <a:latin typeface="Times New Roman" panose="02020503050405090304" pitchFamily="18" charset="0"/>
                <a:cs typeface="Times New Roman" panose="02020503050405090304" pitchFamily="18" charset="0"/>
                <a:sym typeface="Symbol" panose="05050102010706020507" pitchFamily="18" charset="2"/>
              </a:rPr>
              <a:t>(</a:t>
            </a:r>
            <a:r>
              <a:rPr lang="en-US" altLang="zh-CN" noProof="0" dirty="0">
                <a:ln>
                  <a:noFill/>
                </a:ln>
                <a:effectLst/>
                <a:uLnTx/>
                <a:uFillTx/>
                <a:latin typeface="Times New Roman" panose="02020503050405090304" pitchFamily="18" charset="0"/>
                <a:cs typeface="Times New Roman" panose="02020503050405090304" pitchFamily="18" charset="0"/>
                <a:sym typeface="+mn-ea"/>
              </a:rPr>
              <a:t> (B </a:t>
            </a:r>
            <a:r>
              <a:rPr lang="zh-CN" altLang="en-US" noProof="0" dirty="0">
                <a:ln>
                  <a:noFill/>
                </a:ln>
                <a:effectLst/>
                <a:uLnTx/>
                <a:uFillTx/>
                <a:latin typeface="Times New Roman" panose="02020503050405090304" pitchFamily="18" charset="0"/>
                <a:cs typeface="Times New Roman" panose="02020503050405090304" pitchFamily="18" charset="0"/>
                <a:sym typeface="Symbol" panose="05050102010706020507" pitchFamily="18" charset="2"/>
              </a:rPr>
              <a:t></a:t>
            </a:r>
            <a:r>
              <a:rPr lang="en-US" altLang="zh-CN" noProof="0" dirty="0">
                <a:ln>
                  <a:noFill/>
                </a:ln>
                <a:effectLst/>
                <a:uLnTx/>
                <a:uFillTx/>
                <a:latin typeface="Times New Roman" panose="02020503050405090304" pitchFamily="18" charset="0"/>
                <a:cs typeface="Times New Roman" panose="02020503050405090304" pitchFamily="18" charset="0"/>
                <a:sym typeface="+mn-ea"/>
              </a:rPr>
              <a:t> C) </a:t>
            </a:r>
            <a:r>
              <a:rPr lang="zh-CN" altLang="en-US" noProof="0" dirty="0">
                <a:ln>
                  <a:noFill/>
                </a:ln>
                <a:effectLst/>
                <a:uLnTx/>
                <a:uFillTx/>
                <a:latin typeface="Times New Roman" panose="02020503050405090304" pitchFamily="18" charset="0"/>
                <a:cs typeface="Times New Roman" panose="02020503050405090304" pitchFamily="18" charset="0"/>
                <a:sym typeface="Symbol" panose="05050102010706020507" pitchFamily="18" charset="2"/>
              </a:rPr>
              <a:t></a:t>
            </a:r>
            <a:r>
              <a:rPr lang="en-US" altLang="zh-CN" noProof="0" dirty="0">
                <a:ln>
                  <a:noFill/>
                </a:ln>
                <a:effectLst/>
                <a:uLnTx/>
                <a:uFillTx/>
                <a:latin typeface="Times New Roman" panose="02020503050405090304" pitchFamily="18" charset="0"/>
                <a:cs typeface="Times New Roman" panose="02020503050405090304" pitchFamily="18" charset="0"/>
                <a:sym typeface="+mn-ea"/>
              </a:rPr>
              <a:t>(A </a:t>
            </a:r>
            <a:r>
              <a:rPr lang="zh-CN" altLang="en-US" noProof="0" dirty="0">
                <a:ln>
                  <a:noFill/>
                </a:ln>
                <a:effectLst/>
                <a:uLnTx/>
                <a:uFillTx/>
                <a:latin typeface="Times New Roman" panose="02020503050405090304" pitchFamily="18" charset="0"/>
                <a:cs typeface="Times New Roman" panose="02020503050405090304" pitchFamily="18" charset="0"/>
                <a:sym typeface="Symbol" panose="05050102010706020507" pitchFamily="18" charset="2"/>
              </a:rPr>
              <a:t></a:t>
            </a:r>
            <a:r>
              <a:rPr lang="en-US" altLang="zh-CN" noProof="0" dirty="0">
                <a:ln>
                  <a:noFill/>
                </a:ln>
                <a:effectLst/>
                <a:uLnTx/>
                <a:uFillTx/>
                <a:latin typeface="Times New Roman" panose="02020503050405090304" pitchFamily="18" charset="0"/>
                <a:cs typeface="Times New Roman" panose="02020503050405090304" pitchFamily="18" charset="0"/>
                <a:sym typeface="+mn-ea"/>
              </a:rPr>
              <a:t> C)) </a:t>
            </a:r>
            <a:r>
              <a:rPr lang="zh-CN" altLang="en-US" noProof="0" dirty="0">
                <a:ln>
                  <a:noFill/>
                </a:ln>
                <a:effectLst/>
                <a:uLnTx/>
                <a:uFillTx/>
                <a:latin typeface="Times New Roman" panose="02020503050405090304" pitchFamily="18" charset="0"/>
                <a:cs typeface="Times New Roman" panose="02020503050405090304" pitchFamily="18" charset="0"/>
                <a:sym typeface="+mn-ea"/>
              </a:rPr>
              <a:t>（</a:t>
            </a:r>
            <a:r>
              <a:rPr lang="en-US" altLang="zh-CN" noProof="0" dirty="0">
                <a:ln>
                  <a:noFill/>
                </a:ln>
                <a:effectLst/>
                <a:uLnTx/>
                <a:uFillTx/>
                <a:latin typeface="Times New Roman" panose="02020503050405090304" pitchFamily="18" charset="0"/>
                <a:cs typeface="Times New Roman" panose="02020503050405090304" pitchFamily="18" charset="0"/>
                <a:sym typeface="+mn-ea"/>
              </a:rPr>
              <a:t>Associative</a:t>
            </a:r>
            <a:r>
              <a:rPr lang="zh-CN" altLang="en-US" noProof="0" dirty="0">
                <a:ln>
                  <a:noFill/>
                </a:ln>
                <a:effectLst/>
                <a:uLnTx/>
                <a:uFillTx/>
                <a:latin typeface="Times New Roman" panose="02020503050405090304" pitchFamily="18" charset="0"/>
                <a:cs typeface="Times New Roman" panose="02020503050405090304" pitchFamily="18" charset="0"/>
                <a:sym typeface="+mn-ea"/>
              </a:rPr>
              <a:t>）</a:t>
            </a:r>
            <a:endParaRPr lang="en-US" altLang="zh-CN" noProof="0" dirty="0">
              <a:ln>
                <a:noFill/>
              </a:ln>
              <a:effectLst/>
              <a:uLnTx/>
              <a:uFillTx/>
              <a:latin typeface="Times New Roman" panose="02020503050405090304" pitchFamily="18" charset="0"/>
              <a:cs typeface="Times New Roman" panose="02020503050405090304" pitchFamily="18" charset="0"/>
              <a:sym typeface="+mn-ea"/>
            </a:endParaRPr>
          </a:p>
          <a:p>
            <a:pPr marL="457200" marR="0" lvl="1" indent="0" algn="l" defTabSz="914400" rtl="0" eaLnBrk="1" fontAlgn="base" latinLnBrk="0" hangingPunct="1">
              <a:lnSpc>
                <a:spcPct val="100000"/>
              </a:lnSpc>
              <a:spcBef>
                <a:spcPts val="600"/>
              </a:spcBef>
              <a:spcAft>
                <a:spcPts val="600"/>
              </a:spcAft>
              <a:buClr>
                <a:schemeClr val="hlink"/>
              </a:buClr>
              <a:buSzPct val="55000"/>
              <a:buNone/>
              <a:defRPr/>
            </a:pPr>
            <a:r>
              <a:rPr lang="en-US" altLang="zh-CN" noProof="0" dirty="0">
                <a:ln>
                  <a:noFill/>
                </a:ln>
                <a:effectLst/>
                <a:uLnTx/>
                <a:uFillTx/>
                <a:latin typeface="Times New Roman" panose="02020503050405090304" pitchFamily="18" charset="0"/>
                <a:cs typeface="Times New Roman" panose="02020503050405090304" pitchFamily="18" charset="0"/>
                <a:sym typeface="Symbol" panose="05050102010706020507" pitchFamily="18" charset="2"/>
              </a:rPr>
              <a:t> (</a:t>
            </a:r>
            <a:r>
              <a:rPr lang="zh-CN" altLang="en-US" b="1" noProof="0" dirty="0">
                <a:ln>
                  <a:noFill/>
                </a:ln>
                <a:effectLst/>
                <a:uLnTx/>
                <a:uFillTx/>
                <a:latin typeface="Times New Roman" panose="02020503050405090304" pitchFamily="18" charset="0"/>
                <a:cs typeface="Times New Roman" panose="02020503050405090304" pitchFamily="18" charset="0"/>
                <a:sym typeface="Symbol" panose="05050102010706020507" charset="0"/>
              </a:rPr>
              <a:t></a:t>
            </a:r>
            <a:r>
              <a:rPr lang="zh-CN" altLang="en-US" noProof="0" dirty="0">
                <a:ln>
                  <a:noFill/>
                </a:ln>
                <a:effectLst/>
                <a:uLnTx/>
                <a:uFillTx/>
                <a:latin typeface="Times New Roman" panose="02020503050405090304" pitchFamily="18" charset="0"/>
                <a:cs typeface="Times New Roman" panose="02020503050405090304" pitchFamily="18" charset="0"/>
                <a:sym typeface="+mn-ea"/>
              </a:rPr>
              <a:t> (</a:t>
            </a:r>
            <a:r>
              <a:rPr lang="en-US" altLang="zh-CN" noProof="0" dirty="0">
                <a:ln>
                  <a:noFill/>
                </a:ln>
                <a:effectLst/>
                <a:uLnTx/>
                <a:uFillTx/>
                <a:latin typeface="Times New Roman" panose="02020503050405090304" pitchFamily="18" charset="0"/>
                <a:cs typeface="Times New Roman" panose="02020503050405090304" pitchFamily="18" charset="0"/>
                <a:sym typeface="+mn-ea"/>
              </a:rPr>
              <a:t>A</a:t>
            </a:r>
            <a:r>
              <a:rPr lang="zh-CN" altLang="en-US" noProof="0" dirty="0">
                <a:ln>
                  <a:noFill/>
                </a:ln>
                <a:effectLst/>
                <a:uLnTx/>
                <a:uFillTx/>
                <a:latin typeface="Times New Roman" panose="02020503050405090304" pitchFamily="18" charset="0"/>
                <a:cs typeface="Times New Roman" panose="02020503050405090304" pitchFamily="18" charset="0"/>
                <a:sym typeface="Symbol" panose="05050102010706020507" pitchFamily="18" charset="2"/>
              </a:rPr>
              <a:t></a:t>
            </a:r>
            <a:r>
              <a:rPr lang="en-US" altLang="zh-CN" noProof="0" dirty="0">
                <a:ln>
                  <a:noFill/>
                </a:ln>
                <a:effectLst/>
                <a:uLnTx/>
                <a:uFillTx/>
                <a:latin typeface="Times New Roman" panose="02020503050405090304" pitchFamily="18" charset="0"/>
                <a:cs typeface="Times New Roman" panose="02020503050405090304" pitchFamily="18" charset="0"/>
                <a:sym typeface="+mn-ea"/>
              </a:rPr>
              <a:t>B)</a:t>
            </a:r>
            <a:r>
              <a:rPr lang="zh-CN" altLang="en-US" noProof="0" dirty="0">
                <a:ln>
                  <a:noFill/>
                </a:ln>
                <a:effectLst/>
                <a:uLnTx/>
                <a:uFillTx/>
                <a:latin typeface="Times New Roman" panose="02020503050405090304" pitchFamily="18" charset="0"/>
                <a:cs typeface="Times New Roman" panose="02020503050405090304" pitchFamily="18" charset="0"/>
                <a:sym typeface="Symbol" panose="05050102010706020507" pitchFamily="18" charset="2"/>
              </a:rPr>
              <a:t> </a:t>
            </a:r>
            <a:r>
              <a:rPr lang="en-US" altLang="zh-CN" noProof="0" dirty="0">
                <a:ln>
                  <a:noFill/>
                </a:ln>
                <a:effectLst/>
                <a:uLnTx/>
                <a:uFillTx/>
                <a:latin typeface="Times New Roman" panose="02020503050405090304" pitchFamily="18" charset="0"/>
                <a:cs typeface="Times New Roman" panose="02020503050405090304" pitchFamily="18" charset="0"/>
                <a:sym typeface="+mn-ea"/>
              </a:rPr>
              <a:t> C)</a:t>
            </a:r>
            <a:r>
              <a:rPr lang="zh-CN" altLang="en-US" noProof="0" dirty="0">
                <a:ln>
                  <a:noFill/>
                </a:ln>
                <a:effectLst/>
                <a:uLnTx/>
                <a:uFillTx/>
                <a:latin typeface="Times New Roman" panose="02020503050405090304" pitchFamily="18" charset="0"/>
                <a:cs typeface="Times New Roman" panose="02020503050405090304" pitchFamily="18" charset="0"/>
                <a:sym typeface="Symbol" panose="05050102010706020507" pitchFamily="18" charset="2"/>
              </a:rPr>
              <a:t></a:t>
            </a:r>
            <a:r>
              <a:rPr lang="en-US" altLang="zh-CN" noProof="0" dirty="0">
                <a:ln>
                  <a:noFill/>
                </a:ln>
                <a:effectLst/>
                <a:uLnTx/>
                <a:uFillTx/>
                <a:latin typeface="Times New Roman" panose="02020503050405090304" pitchFamily="18" charset="0"/>
                <a:cs typeface="Times New Roman" panose="02020503050405090304" pitchFamily="18" charset="0"/>
                <a:sym typeface="+mn-ea"/>
              </a:rPr>
              <a:t> </a:t>
            </a:r>
            <a:r>
              <a:rPr lang="en-US" altLang="zh-CN" noProof="0" dirty="0">
                <a:ln>
                  <a:noFill/>
                </a:ln>
                <a:effectLst/>
                <a:uLnTx/>
                <a:uFillTx/>
                <a:latin typeface="Times New Roman" panose="02020503050405090304" pitchFamily="18" charset="0"/>
                <a:cs typeface="Times New Roman" panose="02020503050405090304" pitchFamily="18" charset="0"/>
                <a:sym typeface="+mn-ea"/>
              </a:rPr>
              <a:t> ((B </a:t>
            </a:r>
            <a:r>
              <a:rPr lang="zh-CN" altLang="en-US" noProof="0" dirty="0">
                <a:ln>
                  <a:noFill/>
                </a:ln>
                <a:effectLst/>
                <a:uLnTx/>
                <a:uFillTx/>
                <a:latin typeface="Times New Roman" panose="02020503050405090304" pitchFamily="18" charset="0"/>
                <a:cs typeface="Times New Roman" panose="02020503050405090304" pitchFamily="18" charset="0"/>
                <a:sym typeface="Symbol" panose="05050102010706020507" pitchFamily="18" charset="2"/>
              </a:rPr>
              <a:t></a:t>
            </a:r>
            <a:r>
              <a:rPr lang="en-US" altLang="zh-CN" noProof="0" dirty="0">
                <a:ln>
                  <a:noFill/>
                </a:ln>
                <a:effectLst/>
                <a:uLnTx/>
                <a:uFillTx/>
                <a:latin typeface="Times New Roman" panose="02020503050405090304" pitchFamily="18" charset="0"/>
                <a:cs typeface="Times New Roman" panose="02020503050405090304" pitchFamily="18" charset="0"/>
                <a:sym typeface="+mn-ea"/>
              </a:rPr>
              <a:t> C) </a:t>
            </a:r>
            <a:r>
              <a:rPr lang="zh-CN" altLang="en-US" noProof="0" dirty="0">
                <a:ln>
                  <a:noFill/>
                </a:ln>
                <a:effectLst/>
                <a:uLnTx/>
                <a:uFillTx/>
                <a:latin typeface="Times New Roman" panose="02020503050405090304" pitchFamily="18" charset="0"/>
                <a:cs typeface="Times New Roman" panose="02020503050405090304" pitchFamily="18" charset="0"/>
                <a:sym typeface="Symbol" panose="05050102010706020507" pitchFamily="18" charset="2"/>
              </a:rPr>
              <a:t></a:t>
            </a:r>
            <a:r>
              <a:rPr lang="en-US" altLang="zh-CN" noProof="0" dirty="0">
                <a:ln>
                  <a:noFill/>
                </a:ln>
                <a:effectLst/>
                <a:uLnTx/>
                <a:uFillTx/>
                <a:latin typeface="Times New Roman" panose="02020503050405090304" pitchFamily="18" charset="0"/>
                <a:cs typeface="Times New Roman" panose="02020503050405090304" pitchFamily="18" charset="0"/>
                <a:sym typeface="+mn-ea"/>
              </a:rPr>
              <a:t>(A </a:t>
            </a:r>
            <a:r>
              <a:rPr lang="zh-CN" altLang="en-US" noProof="0" dirty="0">
                <a:ln>
                  <a:noFill/>
                </a:ln>
                <a:effectLst/>
                <a:uLnTx/>
                <a:uFillTx/>
                <a:latin typeface="Times New Roman" panose="02020503050405090304" pitchFamily="18" charset="0"/>
                <a:cs typeface="Times New Roman" panose="02020503050405090304" pitchFamily="18" charset="0"/>
                <a:sym typeface="Symbol" panose="05050102010706020507" pitchFamily="18" charset="2"/>
              </a:rPr>
              <a:t></a:t>
            </a:r>
            <a:r>
              <a:rPr lang="en-US" altLang="zh-CN" noProof="0" dirty="0">
                <a:ln>
                  <a:noFill/>
                </a:ln>
                <a:effectLst/>
                <a:uLnTx/>
                <a:uFillTx/>
                <a:latin typeface="Times New Roman" panose="02020503050405090304" pitchFamily="18" charset="0"/>
                <a:cs typeface="Times New Roman" panose="02020503050405090304" pitchFamily="18" charset="0"/>
                <a:sym typeface="+mn-ea"/>
              </a:rPr>
              <a:t> C)) </a:t>
            </a:r>
            <a:r>
              <a:rPr lang="en-US" altLang="zh-CN" noProof="0" dirty="0">
                <a:ln>
                  <a:noFill/>
                </a:ln>
                <a:effectLst/>
                <a:uLnTx/>
                <a:uFillTx/>
                <a:latin typeface="Times New Roman" panose="02020503050405090304" pitchFamily="18" charset="0"/>
                <a:cs typeface="Times New Roman" panose="02020503050405090304" pitchFamily="18" charset="0"/>
                <a:sym typeface="+mn-ea"/>
              </a:rPr>
              <a:t>    </a:t>
            </a:r>
            <a:r>
              <a:rPr lang="zh-CN" altLang="en-US" noProof="0" dirty="0">
                <a:ln>
                  <a:noFill/>
                </a:ln>
                <a:effectLst/>
                <a:uLnTx/>
                <a:uFillTx/>
                <a:latin typeface="Times New Roman" panose="02020503050405090304" pitchFamily="18" charset="0"/>
                <a:cs typeface="Times New Roman" panose="02020503050405090304" pitchFamily="18" charset="0"/>
                <a:sym typeface="+mn-ea"/>
              </a:rPr>
              <a:t>（</a:t>
            </a:r>
            <a:r>
              <a:rPr lang="en-US" altLang="zh-CN" noProof="0" dirty="0">
                <a:ln>
                  <a:noFill/>
                </a:ln>
                <a:effectLst/>
                <a:uLnTx/>
                <a:uFillTx/>
                <a:latin typeface="Times New Roman" panose="02020503050405090304" pitchFamily="18" charset="0"/>
                <a:cs typeface="Times New Roman" panose="02020503050405090304" pitchFamily="18" charset="0"/>
                <a:sym typeface="+mn-ea"/>
              </a:rPr>
              <a:t> De Morgan’s</a:t>
            </a:r>
            <a:r>
              <a:rPr lang="zh-CN" altLang="en-US" noProof="0" dirty="0">
                <a:ln>
                  <a:noFill/>
                </a:ln>
                <a:effectLst/>
                <a:uLnTx/>
                <a:uFillTx/>
                <a:latin typeface="Times New Roman" panose="02020503050405090304" pitchFamily="18" charset="0"/>
                <a:cs typeface="Times New Roman" panose="02020503050405090304" pitchFamily="18" charset="0"/>
                <a:sym typeface="+mn-ea"/>
              </a:rPr>
              <a:t>）</a:t>
            </a:r>
            <a:endParaRPr kumimoji="0" lang="en-US" altLang="zh-CN" b="0" u="none" strike="noStrike" kern="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endParaRPr>
          </a:p>
          <a:p>
            <a:pPr marL="457200" marR="0" lvl="1" indent="0" algn="l" defTabSz="914400" rtl="0" eaLnBrk="1" fontAlgn="base" latinLnBrk="0" hangingPunct="1">
              <a:lnSpc>
                <a:spcPct val="100000"/>
              </a:lnSpc>
              <a:spcBef>
                <a:spcPts val="600"/>
              </a:spcBef>
              <a:spcAft>
                <a:spcPts val="600"/>
              </a:spcAft>
              <a:buClr>
                <a:schemeClr val="hlink"/>
              </a:buClr>
              <a:buSzPct val="55000"/>
              <a:buNone/>
              <a:defRPr/>
            </a:pPr>
            <a:r>
              <a:rPr lang="en-US" altLang="zh-CN" noProof="0" dirty="0">
                <a:ln>
                  <a:noFill/>
                </a:ln>
                <a:effectLst/>
                <a:uLnTx/>
                <a:uFillTx/>
                <a:latin typeface="Times New Roman" panose="02020503050405090304" pitchFamily="18" charset="0"/>
                <a:cs typeface="Times New Roman" panose="02020503050405090304" pitchFamily="18" charset="0"/>
                <a:sym typeface="Symbol" panose="05050102010706020507" pitchFamily="18" charset="2"/>
              </a:rPr>
              <a:t> (</a:t>
            </a:r>
            <a:r>
              <a:rPr lang="zh-CN" altLang="en-US" b="1" noProof="0" dirty="0">
                <a:ln>
                  <a:noFill/>
                </a:ln>
                <a:effectLst/>
                <a:uLnTx/>
                <a:uFillTx/>
                <a:latin typeface="Times New Roman" panose="02020503050405090304" pitchFamily="18" charset="0"/>
                <a:cs typeface="Times New Roman" panose="02020503050405090304" pitchFamily="18" charset="0"/>
                <a:sym typeface="Symbol" panose="05050102010706020507" charset="0"/>
              </a:rPr>
              <a:t></a:t>
            </a:r>
            <a:r>
              <a:rPr lang="zh-CN" altLang="en-US" noProof="0" dirty="0">
                <a:ln>
                  <a:noFill/>
                </a:ln>
                <a:effectLst/>
                <a:uLnTx/>
                <a:uFillTx/>
                <a:latin typeface="Times New Roman" panose="02020503050405090304" pitchFamily="18" charset="0"/>
                <a:cs typeface="Times New Roman" panose="02020503050405090304" pitchFamily="18" charset="0"/>
                <a:sym typeface="+mn-ea"/>
              </a:rPr>
              <a:t> (</a:t>
            </a:r>
            <a:r>
              <a:rPr lang="en-US" altLang="zh-CN" noProof="0" dirty="0">
                <a:ln>
                  <a:noFill/>
                </a:ln>
                <a:effectLst/>
                <a:uLnTx/>
                <a:uFillTx/>
                <a:latin typeface="Times New Roman" panose="02020503050405090304" pitchFamily="18" charset="0"/>
                <a:cs typeface="Times New Roman" panose="02020503050405090304" pitchFamily="18" charset="0"/>
                <a:sym typeface="+mn-ea"/>
              </a:rPr>
              <a:t>A</a:t>
            </a:r>
            <a:r>
              <a:rPr lang="zh-CN" altLang="en-US" noProof="0" dirty="0">
                <a:ln>
                  <a:noFill/>
                </a:ln>
                <a:effectLst/>
                <a:uLnTx/>
                <a:uFillTx/>
                <a:latin typeface="Times New Roman" panose="02020503050405090304" pitchFamily="18" charset="0"/>
                <a:cs typeface="Times New Roman" panose="02020503050405090304" pitchFamily="18" charset="0"/>
                <a:sym typeface="Symbol" panose="05050102010706020507" pitchFamily="18" charset="2"/>
              </a:rPr>
              <a:t></a:t>
            </a:r>
            <a:r>
              <a:rPr lang="en-US" altLang="zh-CN" noProof="0" dirty="0">
                <a:ln>
                  <a:noFill/>
                </a:ln>
                <a:effectLst/>
                <a:uLnTx/>
                <a:uFillTx/>
                <a:latin typeface="Times New Roman" panose="02020503050405090304" pitchFamily="18" charset="0"/>
                <a:cs typeface="Times New Roman" panose="02020503050405090304" pitchFamily="18" charset="0"/>
                <a:sym typeface="+mn-ea"/>
              </a:rPr>
              <a:t>B)</a:t>
            </a:r>
            <a:r>
              <a:rPr lang="zh-CN" altLang="en-US" noProof="0" dirty="0">
                <a:ln>
                  <a:noFill/>
                </a:ln>
                <a:effectLst/>
                <a:uLnTx/>
                <a:uFillTx/>
                <a:latin typeface="Times New Roman" panose="02020503050405090304" pitchFamily="18" charset="0"/>
                <a:cs typeface="Times New Roman" panose="02020503050405090304" pitchFamily="18" charset="0"/>
                <a:sym typeface="Symbol" panose="05050102010706020507" pitchFamily="18" charset="2"/>
              </a:rPr>
              <a:t> </a:t>
            </a:r>
            <a:r>
              <a:rPr lang="en-US" altLang="zh-CN" noProof="0" dirty="0">
                <a:ln>
                  <a:noFill/>
                </a:ln>
                <a:effectLst/>
                <a:uLnTx/>
                <a:uFillTx/>
                <a:latin typeface="Times New Roman" panose="02020503050405090304" pitchFamily="18" charset="0"/>
                <a:cs typeface="Times New Roman" panose="02020503050405090304" pitchFamily="18" charset="0"/>
                <a:sym typeface="+mn-ea"/>
              </a:rPr>
              <a:t> C)</a:t>
            </a:r>
            <a:r>
              <a:rPr lang="zh-CN" altLang="en-US" noProof="0" dirty="0">
                <a:ln>
                  <a:noFill/>
                </a:ln>
                <a:effectLst/>
                <a:uLnTx/>
                <a:uFillTx/>
                <a:latin typeface="Times New Roman" panose="02020503050405090304" pitchFamily="18" charset="0"/>
                <a:cs typeface="Times New Roman" panose="02020503050405090304" pitchFamily="18" charset="0"/>
                <a:sym typeface="Symbol" panose="05050102010706020507" pitchFamily="18" charset="2"/>
              </a:rPr>
              <a:t></a:t>
            </a:r>
            <a:r>
              <a:rPr lang="en-US" altLang="zh-CN" noProof="0" dirty="0">
                <a:ln>
                  <a:noFill/>
                </a:ln>
                <a:effectLst/>
                <a:uLnTx/>
                <a:uFillTx/>
                <a:latin typeface="Times New Roman" panose="02020503050405090304" pitchFamily="18" charset="0"/>
                <a:cs typeface="Times New Roman" panose="02020503050405090304" pitchFamily="18" charset="0"/>
                <a:sym typeface="+mn-ea"/>
              </a:rPr>
              <a:t>  ((B </a:t>
            </a:r>
            <a:r>
              <a:rPr lang="zh-CN" altLang="en-US" noProof="0" dirty="0">
                <a:ln>
                  <a:noFill/>
                </a:ln>
                <a:effectLst/>
                <a:uLnTx/>
                <a:uFillTx/>
                <a:latin typeface="Times New Roman" panose="02020503050405090304" pitchFamily="18" charset="0"/>
                <a:cs typeface="Times New Roman" panose="02020503050405090304" pitchFamily="18" charset="0"/>
                <a:sym typeface="Symbol" panose="05050102010706020507" pitchFamily="18" charset="2"/>
              </a:rPr>
              <a:t></a:t>
            </a:r>
            <a:r>
              <a:rPr lang="en-US" altLang="zh-CN" noProof="0" dirty="0">
                <a:ln>
                  <a:noFill/>
                </a:ln>
                <a:effectLst/>
                <a:uLnTx/>
                <a:uFillTx/>
                <a:latin typeface="Times New Roman" panose="02020503050405090304" pitchFamily="18" charset="0"/>
                <a:cs typeface="Times New Roman" panose="02020503050405090304" pitchFamily="18" charset="0"/>
                <a:sym typeface="+mn-ea"/>
              </a:rPr>
              <a:t>A) </a:t>
            </a:r>
            <a:r>
              <a:rPr lang="zh-CN" altLang="en-US" noProof="0" dirty="0">
                <a:ln>
                  <a:noFill/>
                </a:ln>
                <a:effectLst/>
                <a:uLnTx/>
                <a:uFillTx/>
                <a:latin typeface="Times New Roman" panose="02020503050405090304" pitchFamily="18" charset="0"/>
                <a:cs typeface="Times New Roman" panose="02020503050405090304" pitchFamily="18" charset="0"/>
                <a:sym typeface="Symbol" panose="05050102010706020507" pitchFamily="18" charset="2"/>
              </a:rPr>
              <a:t></a:t>
            </a:r>
            <a:r>
              <a:rPr lang="en-US" altLang="zh-CN" noProof="0" dirty="0">
                <a:ln>
                  <a:noFill/>
                </a:ln>
                <a:effectLst/>
                <a:uLnTx/>
                <a:uFillTx/>
                <a:latin typeface="Times New Roman" panose="02020503050405090304" pitchFamily="18" charset="0"/>
                <a:cs typeface="Times New Roman" panose="02020503050405090304" pitchFamily="18" charset="0"/>
                <a:sym typeface="+mn-ea"/>
              </a:rPr>
              <a:t> C)   </a:t>
            </a:r>
            <a:r>
              <a:rPr lang="en-US" altLang="zh-CN" noProof="0" dirty="0">
                <a:ln>
                  <a:noFill/>
                </a:ln>
                <a:effectLst/>
                <a:uLnTx/>
                <a:uFillTx/>
                <a:latin typeface="Times New Roman" panose="02020503050405090304" pitchFamily="18" charset="0"/>
                <a:cs typeface="Times New Roman" panose="02020503050405090304" pitchFamily="18" charset="0"/>
                <a:sym typeface="+mn-ea"/>
              </a:rPr>
              <a:t>	</a:t>
            </a:r>
            <a:r>
              <a:rPr lang="zh-CN" altLang="en-US" noProof="0" dirty="0">
                <a:ln>
                  <a:noFill/>
                </a:ln>
                <a:effectLst/>
                <a:uLnTx/>
                <a:uFillTx/>
                <a:latin typeface="Times New Roman" panose="02020503050405090304" pitchFamily="18" charset="0"/>
                <a:cs typeface="Times New Roman" panose="02020503050405090304" pitchFamily="18" charset="0"/>
                <a:sym typeface="+mn-ea"/>
              </a:rPr>
              <a:t>（</a:t>
            </a:r>
            <a:r>
              <a:rPr lang="en-US" altLang="zh-CN" noProof="0" dirty="0">
                <a:ln>
                  <a:noFill/>
                </a:ln>
                <a:effectLst/>
                <a:uLnTx/>
                <a:uFillTx/>
                <a:latin typeface="Times New Roman" panose="02020503050405090304" pitchFamily="18" charset="0"/>
                <a:cs typeface="Times New Roman" panose="02020503050405090304" pitchFamily="18" charset="0"/>
                <a:sym typeface="+mn-ea"/>
              </a:rPr>
              <a:t> Distributive</a:t>
            </a:r>
            <a:r>
              <a:rPr lang="zh-CN" altLang="en-US" noProof="0" dirty="0">
                <a:ln>
                  <a:noFill/>
                </a:ln>
                <a:effectLst/>
                <a:uLnTx/>
                <a:uFillTx/>
                <a:latin typeface="Times New Roman" panose="02020503050405090304" pitchFamily="18" charset="0"/>
                <a:cs typeface="Times New Roman" panose="02020503050405090304" pitchFamily="18" charset="0"/>
                <a:sym typeface="+mn-ea"/>
              </a:rPr>
              <a:t>）</a:t>
            </a:r>
            <a:endParaRPr kumimoji="0" lang="zh-CN" altLang="en-US" b="0" u="none" strike="noStrike" kern="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endParaRPr>
          </a:p>
          <a:p>
            <a:pPr marL="457200" marR="0" lvl="1" indent="0" algn="l" defTabSz="914400" rtl="0" eaLnBrk="1" fontAlgn="base" latinLnBrk="0" hangingPunct="1">
              <a:lnSpc>
                <a:spcPct val="100000"/>
              </a:lnSpc>
              <a:spcBef>
                <a:spcPts val="600"/>
              </a:spcBef>
              <a:spcAft>
                <a:spcPts val="600"/>
              </a:spcAft>
              <a:buClr>
                <a:schemeClr val="hlink"/>
              </a:buClr>
              <a:buSzPct val="55000"/>
              <a:buNone/>
              <a:defRPr/>
            </a:pPr>
            <a:r>
              <a:rPr lang="en-US" altLang="zh-CN" noProof="0" dirty="0">
                <a:ln>
                  <a:noFill/>
                </a:ln>
                <a:effectLst/>
                <a:uLnTx/>
                <a:uFillTx/>
                <a:latin typeface="Times New Roman" panose="02020503050405090304" pitchFamily="18" charset="0"/>
                <a:cs typeface="Times New Roman" panose="02020503050405090304" pitchFamily="18" charset="0"/>
                <a:sym typeface="Symbol" panose="05050102010706020507" pitchFamily="18" charset="2"/>
              </a:rPr>
              <a:t> (</a:t>
            </a:r>
            <a:r>
              <a:rPr lang="zh-CN" altLang="en-US" b="1" noProof="0" dirty="0">
                <a:ln>
                  <a:noFill/>
                </a:ln>
                <a:effectLst/>
                <a:uLnTx/>
                <a:uFillTx/>
                <a:latin typeface="Times New Roman" panose="02020503050405090304" pitchFamily="18" charset="0"/>
                <a:cs typeface="Times New Roman" panose="02020503050405090304" pitchFamily="18" charset="0"/>
                <a:sym typeface="Symbol" panose="05050102010706020507" charset="0"/>
              </a:rPr>
              <a:t></a:t>
            </a:r>
            <a:r>
              <a:rPr lang="zh-CN" altLang="en-US" noProof="0" dirty="0">
                <a:ln>
                  <a:noFill/>
                </a:ln>
                <a:effectLst/>
                <a:uLnTx/>
                <a:uFillTx/>
                <a:latin typeface="Times New Roman" panose="02020503050405090304" pitchFamily="18" charset="0"/>
                <a:cs typeface="Times New Roman" panose="02020503050405090304" pitchFamily="18" charset="0"/>
                <a:sym typeface="+mn-ea"/>
              </a:rPr>
              <a:t> (</a:t>
            </a:r>
            <a:r>
              <a:rPr lang="en-US" altLang="zh-CN" noProof="0" dirty="0">
                <a:ln>
                  <a:noFill/>
                </a:ln>
                <a:effectLst/>
                <a:uLnTx/>
                <a:uFillTx/>
                <a:latin typeface="Times New Roman" panose="02020503050405090304" pitchFamily="18" charset="0"/>
                <a:cs typeface="Times New Roman" panose="02020503050405090304" pitchFamily="18" charset="0"/>
                <a:sym typeface="+mn-ea"/>
              </a:rPr>
              <a:t>A</a:t>
            </a:r>
            <a:r>
              <a:rPr lang="zh-CN" altLang="en-US" noProof="0" dirty="0">
                <a:ln>
                  <a:noFill/>
                </a:ln>
                <a:effectLst/>
                <a:uLnTx/>
                <a:uFillTx/>
                <a:latin typeface="Times New Roman" panose="02020503050405090304" pitchFamily="18" charset="0"/>
                <a:cs typeface="Times New Roman" panose="02020503050405090304" pitchFamily="18" charset="0"/>
                <a:sym typeface="Symbol" panose="05050102010706020507" pitchFamily="18" charset="2"/>
              </a:rPr>
              <a:t></a:t>
            </a:r>
            <a:r>
              <a:rPr lang="en-US" altLang="zh-CN" noProof="0" dirty="0">
                <a:ln>
                  <a:noFill/>
                </a:ln>
                <a:effectLst/>
                <a:uLnTx/>
                <a:uFillTx/>
                <a:latin typeface="Times New Roman" panose="02020503050405090304" pitchFamily="18" charset="0"/>
                <a:cs typeface="Times New Roman" panose="02020503050405090304" pitchFamily="18" charset="0"/>
                <a:sym typeface="+mn-ea"/>
              </a:rPr>
              <a:t>B) </a:t>
            </a:r>
            <a:r>
              <a:rPr lang="zh-CN" altLang="en-US" noProof="0" dirty="0">
                <a:ln>
                  <a:noFill/>
                </a:ln>
                <a:effectLst/>
                <a:uLnTx/>
                <a:uFillTx/>
                <a:latin typeface="Times New Roman" panose="02020503050405090304" pitchFamily="18" charset="0"/>
                <a:cs typeface="Times New Roman" panose="02020503050405090304" pitchFamily="18" charset="0"/>
                <a:sym typeface="Symbol" panose="05050102010706020507" pitchFamily="18" charset="2"/>
              </a:rPr>
              <a:t></a:t>
            </a:r>
            <a:r>
              <a:rPr lang="en-US" altLang="zh-CN" noProof="0" dirty="0">
                <a:ln>
                  <a:noFill/>
                </a:ln>
                <a:effectLst/>
                <a:uLnTx/>
                <a:uFillTx/>
                <a:latin typeface="Times New Roman" panose="02020503050405090304" pitchFamily="18" charset="0"/>
                <a:cs typeface="Times New Roman" panose="02020503050405090304" pitchFamily="18" charset="0"/>
                <a:sym typeface="+mn-ea"/>
              </a:rPr>
              <a:t> </a:t>
            </a:r>
            <a:r>
              <a:rPr lang="zh-CN" altLang="en-US" noProof="0" dirty="0">
                <a:ln>
                  <a:noFill/>
                </a:ln>
                <a:effectLst/>
                <a:uLnTx/>
                <a:uFillTx/>
                <a:latin typeface="Times New Roman" panose="02020503050405090304" pitchFamily="18" charset="0"/>
                <a:cs typeface="Times New Roman" panose="02020503050405090304" pitchFamily="18" charset="0"/>
                <a:sym typeface="+mn-ea"/>
              </a:rPr>
              <a:t>(</a:t>
            </a:r>
            <a:r>
              <a:rPr lang="en-US" altLang="zh-CN" noProof="0" dirty="0">
                <a:ln>
                  <a:noFill/>
                </a:ln>
                <a:effectLst/>
                <a:uLnTx/>
                <a:uFillTx/>
                <a:latin typeface="Times New Roman" panose="02020503050405090304" pitchFamily="18" charset="0"/>
                <a:cs typeface="Times New Roman" panose="02020503050405090304" pitchFamily="18" charset="0"/>
                <a:sym typeface="+mn-ea"/>
              </a:rPr>
              <a:t>A</a:t>
            </a:r>
            <a:r>
              <a:rPr lang="zh-CN" altLang="en-US" noProof="0" dirty="0">
                <a:ln>
                  <a:noFill/>
                </a:ln>
                <a:effectLst/>
                <a:uLnTx/>
                <a:uFillTx/>
                <a:latin typeface="Times New Roman" panose="02020503050405090304" pitchFamily="18" charset="0"/>
                <a:cs typeface="Times New Roman" panose="02020503050405090304" pitchFamily="18" charset="0"/>
                <a:sym typeface="Symbol" panose="05050102010706020507" pitchFamily="18" charset="2"/>
              </a:rPr>
              <a:t></a:t>
            </a:r>
            <a:r>
              <a:rPr lang="en-US" altLang="zh-CN" noProof="0" dirty="0">
                <a:ln>
                  <a:noFill/>
                </a:ln>
                <a:effectLst/>
                <a:uLnTx/>
                <a:uFillTx/>
                <a:latin typeface="Times New Roman" panose="02020503050405090304" pitchFamily="18" charset="0"/>
                <a:cs typeface="Times New Roman" panose="02020503050405090304" pitchFamily="18" charset="0"/>
                <a:sym typeface="+mn-ea"/>
              </a:rPr>
              <a:t>B)) </a:t>
            </a:r>
            <a:r>
              <a:rPr lang="zh-CN" altLang="en-US" noProof="0" dirty="0">
                <a:ln>
                  <a:noFill/>
                </a:ln>
                <a:effectLst/>
                <a:uLnTx/>
                <a:uFillTx/>
                <a:latin typeface="Times New Roman" panose="02020503050405090304" pitchFamily="18" charset="0"/>
                <a:cs typeface="Times New Roman" panose="02020503050405090304" pitchFamily="18" charset="0"/>
                <a:sym typeface="Symbol" panose="05050102010706020507" pitchFamily="18" charset="2"/>
              </a:rPr>
              <a:t></a:t>
            </a:r>
            <a:r>
              <a:rPr lang="en-US" altLang="zh-CN" noProof="0" dirty="0">
                <a:ln>
                  <a:noFill/>
                </a:ln>
                <a:effectLst/>
                <a:uLnTx/>
                <a:uFillTx/>
                <a:latin typeface="Times New Roman" panose="02020503050405090304" pitchFamily="18" charset="0"/>
                <a:cs typeface="Times New Roman" panose="02020503050405090304" pitchFamily="18" charset="0"/>
                <a:sym typeface="+mn-ea"/>
              </a:rPr>
              <a:t> C     </a:t>
            </a:r>
            <a:r>
              <a:rPr lang="zh-CN" altLang="en-US" noProof="0" dirty="0">
                <a:ln>
                  <a:noFill/>
                </a:ln>
                <a:effectLst/>
                <a:uLnTx/>
                <a:uFillTx/>
                <a:latin typeface="Times New Roman" panose="02020503050405090304" pitchFamily="18" charset="0"/>
                <a:cs typeface="Times New Roman" panose="02020503050405090304" pitchFamily="18" charset="0"/>
                <a:sym typeface="+mn-ea"/>
              </a:rPr>
              <a:t>（</a:t>
            </a:r>
            <a:r>
              <a:rPr lang="en-US" altLang="zh-CN" noProof="0" dirty="0">
                <a:ln>
                  <a:noFill/>
                </a:ln>
                <a:effectLst/>
                <a:uLnTx/>
                <a:uFillTx/>
                <a:latin typeface="Times New Roman" panose="02020503050405090304" pitchFamily="18" charset="0"/>
                <a:cs typeface="Times New Roman" panose="02020503050405090304" pitchFamily="18" charset="0"/>
                <a:sym typeface="+mn-ea"/>
              </a:rPr>
              <a:t> Distributive</a:t>
            </a:r>
            <a:r>
              <a:rPr lang="zh-CN" altLang="en-US" noProof="0" dirty="0">
                <a:ln>
                  <a:noFill/>
                </a:ln>
                <a:effectLst/>
                <a:uLnTx/>
                <a:uFillTx/>
                <a:latin typeface="Times New Roman" panose="02020503050405090304" pitchFamily="18" charset="0"/>
                <a:cs typeface="Times New Roman" panose="02020503050405090304" pitchFamily="18" charset="0"/>
                <a:sym typeface="+mn-ea"/>
              </a:rPr>
              <a:t>）</a:t>
            </a:r>
            <a:endParaRPr kumimoji="0" lang="zh-CN" altLang="en-US" b="0" u="none" strike="noStrike" kern="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endParaRPr>
          </a:p>
          <a:p>
            <a:pPr marL="457200" marR="0" lvl="1" indent="0" algn="l" defTabSz="914400" rtl="0" eaLnBrk="1" fontAlgn="base" latinLnBrk="0" hangingPunct="1">
              <a:lnSpc>
                <a:spcPct val="100000"/>
              </a:lnSpc>
              <a:spcBef>
                <a:spcPts val="600"/>
              </a:spcBef>
              <a:spcAft>
                <a:spcPts val="600"/>
              </a:spcAft>
              <a:buClr>
                <a:schemeClr val="hlink"/>
              </a:buClr>
              <a:buSzPct val="55000"/>
              <a:buNone/>
              <a:defRPr/>
            </a:pPr>
            <a:r>
              <a:rPr lang="en-US" altLang="zh-CN" noProof="0" dirty="0">
                <a:ln>
                  <a:noFill/>
                </a:ln>
                <a:effectLst/>
                <a:uLnTx/>
                <a:uFillTx/>
                <a:latin typeface="Times New Roman" panose="02020503050405090304" pitchFamily="18" charset="0"/>
                <a:cs typeface="Times New Roman" panose="02020503050405090304" pitchFamily="18" charset="0"/>
                <a:sym typeface="Symbol" panose="05050102010706020507" pitchFamily="18" charset="2"/>
              </a:rPr>
              <a:t></a:t>
            </a:r>
            <a:r>
              <a:rPr lang="zh-CN" altLang="en-US" noProof="0" dirty="0">
                <a:ln>
                  <a:noFill/>
                </a:ln>
                <a:effectLst/>
                <a:uLnTx/>
                <a:uFillTx/>
                <a:latin typeface="Times New Roman" panose="02020503050405090304" pitchFamily="18" charset="0"/>
                <a:cs typeface="Times New Roman" panose="02020503050405090304" pitchFamily="18" charset="0"/>
                <a:sym typeface="+mn-ea"/>
              </a:rPr>
              <a:t>  </a:t>
            </a:r>
            <a:r>
              <a:rPr lang="en-US" altLang="zh-CN" noProof="0" dirty="0">
                <a:ln>
                  <a:noFill/>
                </a:ln>
                <a:effectLst/>
                <a:uLnTx/>
                <a:uFillTx/>
                <a:latin typeface="Times New Roman" panose="02020503050405090304" pitchFamily="18" charset="0"/>
                <a:cs typeface="Times New Roman" panose="02020503050405090304" pitchFamily="18" charset="0"/>
                <a:sym typeface="+mn-ea"/>
              </a:rPr>
              <a:t>T</a:t>
            </a:r>
            <a:r>
              <a:rPr lang="zh-CN" altLang="en-US" noProof="0" dirty="0">
                <a:ln>
                  <a:noFill/>
                </a:ln>
                <a:effectLst/>
                <a:uLnTx/>
                <a:uFillTx/>
                <a:latin typeface="Times New Roman" panose="02020503050405090304" pitchFamily="18" charset="0"/>
                <a:cs typeface="Times New Roman" panose="02020503050405090304" pitchFamily="18" charset="0"/>
                <a:sym typeface="Symbol" panose="05050102010706020507" pitchFamily="18" charset="2"/>
              </a:rPr>
              <a:t> </a:t>
            </a:r>
            <a:r>
              <a:rPr lang="en-US" altLang="zh-CN" noProof="0" dirty="0">
                <a:ln>
                  <a:noFill/>
                </a:ln>
                <a:effectLst/>
                <a:uLnTx/>
                <a:uFillTx/>
                <a:latin typeface="Times New Roman" panose="02020503050405090304" pitchFamily="18" charset="0"/>
                <a:cs typeface="Times New Roman" panose="02020503050405090304" pitchFamily="18" charset="0"/>
                <a:sym typeface="+mn-ea"/>
              </a:rPr>
              <a:t> C       	   	 </a:t>
            </a:r>
            <a:r>
              <a:rPr lang="zh-CN" altLang="en-US" noProof="0" dirty="0">
                <a:ln>
                  <a:noFill/>
                </a:ln>
                <a:effectLst/>
                <a:uLnTx/>
                <a:uFillTx/>
                <a:latin typeface="Times New Roman" panose="02020503050405090304" pitchFamily="18" charset="0"/>
                <a:cs typeface="Times New Roman" panose="02020503050405090304" pitchFamily="18" charset="0"/>
                <a:sym typeface="+mn-ea"/>
              </a:rPr>
              <a:t>（</a:t>
            </a:r>
            <a:r>
              <a:rPr lang="en-US" altLang="zh-CN" noProof="0" dirty="0">
                <a:ln>
                  <a:noFill/>
                </a:ln>
                <a:effectLst/>
                <a:uLnTx/>
                <a:uFillTx/>
                <a:latin typeface="Times New Roman" panose="02020503050405090304" pitchFamily="18" charset="0"/>
                <a:cs typeface="Times New Roman" panose="02020503050405090304" pitchFamily="18" charset="0"/>
                <a:sym typeface="+mn-ea"/>
              </a:rPr>
              <a:t>Excluded Middle</a:t>
            </a:r>
            <a:r>
              <a:rPr lang="zh-CN" altLang="en-US" noProof="0" dirty="0">
                <a:ln>
                  <a:noFill/>
                </a:ln>
                <a:effectLst/>
                <a:uLnTx/>
                <a:uFillTx/>
                <a:latin typeface="Times New Roman" panose="02020503050405090304" pitchFamily="18" charset="0"/>
                <a:cs typeface="Times New Roman" panose="02020503050405090304" pitchFamily="18" charset="0"/>
                <a:sym typeface="+mn-ea"/>
              </a:rPr>
              <a:t>）</a:t>
            </a:r>
            <a:endParaRPr kumimoji="0" lang="en-US" altLang="zh-CN" b="0" u="none" strike="noStrike" kern="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endParaRPr>
          </a:p>
          <a:p>
            <a:pPr marL="457200" marR="0" lvl="1" indent="0" algn="l" defTabSz="914400" rtl="0" eaLnBrk="1" fontAlgn="base" latinLnBrk="0" hangingPunct="1">
              <a:lnSpc>
                <a:spcPct val="100000"/>
              </a:lnSpc>
              <a:spcBef>
                <a:spcPts val="600"/>
              </a:spcBef>
              <a:spcAft>
                <a:spcPts val="600"/>
              </a:spcAft>
              <a:buClr>
                <a:schemeClr val="hlink"/>
              </a:buClr>
              <a:buSzPct val="55000"/>
              <a:buNone/>
              <a:defRPr/>
            </a:pPr>
            <a:r>
              <a:rPr lang="en-US" altLang="zh-CN" noProof="0" dirty="0">
                <a:ln>
                  <a:noFill/>
                </a:ln>
                <a:effectLst/>
                <a:uLnTx/>
                <a:uFillTx/>
                <a:latin typeface="Times New Roman" panose="02020503050405090304" pitchFamily="18" charset="0"/>
                <a:cs typeface="Times New Roman" panose="02020503050405090304" pitchFamily="18" charset="0"/>
                <a:sym typeface="Symbol" panose="05050102010706020507" pitchFamily="18" charset="2"/>
              </a:rPr>
              <a:t></a:t>
            </a:r>
            <a:r>
              <a:rPr lang="zh-CN" altLang="en-US" noProof="0" dirty="0">
                <a:ln>
                  <a:noFill/>
                </a:ln>
                <a:effectLst/>
                <a:uLnTx/>
                <a:uFillTx/>
                <a:latin typeface="Times New Roman" panose="02020503050405090304" pitchFamily="18" charset="0"/>
                <a:cs typeface="Times New Roman" panose="02020503050405090304" pitchFamily="18" charset="0"/>
                <a:sym typeface="+mn-ea"/>
              </a:rPr>
              <a:t>  </a:t>
            </a:r>
            <a:r>
              <a:rPr lang="en-US" altLang="zh-CN" noProof="0" dirty="0">
                <a:ln>
                  <a:noFill/>
                </a:ln>
                <a:effectLst/>
                <a:uLnTx/>
                <a:uFillTx/>
                <a:latin typeface="Times New Roman" panose="02020503050405090304" pitchFamily="18" charset="0"/>
                <a:cs typeface="Times New Roman" panose="02020503050405090304" pitchFamily="18" charset="0"/>
                <a:sym typeface="+mn-ea"/>
              </a:rPr>
              <a:t>C				</a:t>
            </a:r>
            <a:r>
              <a:rPr lang="zh-CN" altLang="en-US" noProof="0" dirty="0">
                <a:ln>
                  <a:noFill/>
                </a:ln>
                <a:effectLst/>
                <a:uLnTx/>
                <a:uFillTx/>
                <a:latin typeface="Times New Roman" panose="02020503050405090304" pitchFamily="18" charset="0"/>
                <a:cs typeface="Times New Roman" panose="02020503050405090304" pitchFamily="18" charset="0"/>
                <a:sym typeface="+mn-ea"/>
              </a:rPr>
              <a:t>（</a:t>
            </a:r>
            <a:r>
              <a:rPr lang="en-US" altLang="zh-CN" noProof="0" dirty="0">
                <a:ln>
                  <a:noFill/>
                </a:ln>
                <a:effectLst/>
                <a:uLnTx/>
                <a:uFillTx/>
                <a:latin typeface="Times New Roman" panose="02020503050405090304" pitchFamily="18" charset="0"/>
                <a:cs typeface="Times New Roman" panose="02020503050405090304" pitchFamily="18" charset="0"/>
                <a:sym typeface="+mn-ea"/>
              </a:rPr>
              <a:t>Identity</a:t>
            </a:r>
            <a:r>
              <a:rPr lang="zh-CN" altLang="en-US" noProof="0" dirty="0">
                <a:ln>
                  <a:noFill/>
                </a:ln>
                <a:effectLst/>
                <a:uLnTx/>
                <a:uFillTx/>
                <a:latin typeface="Times New Roman" panose="02020503050405090304" pitchFamily="18" charset="0"/>
                <a:cs typeface="Times New Roman" panose="02020503050405090304" pitchFamily="18" charset="0"/>
                <a:sym typeface="+mn-ea"/>
              </a:rPr>
              <a:t>）</a:t>
            </a:r>
            <a:endParaRPr kumimoji="0" lang="en-US" altLang="zh-CN" b="0" u="none" strike="noStrike" kern="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endParaRPr>
          </a:p>
          <a:p>
            <a:pPr eaLnBrk="1" hangingPunct="1">
              <a:buNone/>
            </a:pPr>
            <a:endParaRPr kumimoji="0" lang="en-US" altLang="zh-CN" b="0" u="none" strike="noStrike" kern="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01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301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301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301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301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301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301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3" grpId="0" build="p"/>
      <p:bldP spid="43013" grpId="1"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3" name="灯片编号占位符 3"/>
          <p:cNvSpPr>
            <a:spLocks noGrp="1"/>
          </p:cNvSpPr>
          <p:nvPr>
            <p:ph type="sldNum" sz="quarter" idx="10"/>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r" eaLnBrk="1" hangingPunct="1">
              <a:buClrTx/>
              <a:buFontTx/>
            </a:pPr>
            <a:fld id="{9A0DB2DC-4C9A-4742-B13C-FB6460FD3503}" type="slidenum">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44034" name="日期占位符 4"/>
          <p:cNvSpPr>
            <a:spLocks noGrp="1"/>
          </p:cNvSpPr>
          <p:nvPr>
            <p:ph type="dt" sz="half" idx="11"/>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buClrTx/>
              <a:buFontTx/>
            </a:pPr>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44035" name="页脚占位符 5"/>
          <p:cNvSpPr>
            <a:spLocks noGrp="1"/>
          </p:cNvSpPr>
          <p:nvPr>
            <p:ph type="ftr" sz="quarter" idx="12"/>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buClrTx/>
              <a:buFontTx/>
            </a:pPr>
            <a:r>
              <a:rPr lang="en-US" altLang="zh-CN" sz="1200" b="1" i="1" dirty="0">
                <a:solidFill>
                  <a:srgbClr val="009999"/>
                </a:solidFill>
                <a:latin typeface="Arial Narrow" panose="020B0606020202030204" pitchFamily="34" charset="0"/>
              </a:rPr>
              <a:t>School of Computer Science, BUPT</a:t>
            </a:r>
            <a:endParaRPr lang="zh-CN" altLang="en-US" sz="1200" b="1" i="1" dirty="0">
              <a:solidFill>
                <a:srgbClr val="009999"/>
              </a:solidFill>
              <a:latin typeface="Arial Narrow" panose="020B0606020202030204" pitchFamily="34" charset="0"/>
            </a:endParaRPr>
          </a:p>
        </p:txBody>
      </p:sp>
      <p:sp>
        <p:nvSpPr>
          <p:cNvPr id="44036" name="Rectangle 2"/>
          <p:cNvSpPr>
            <a:spLocks noGrp="1"/>
          </p:cNvSpPr>
          <p:nvPr>
            <p:ph type="title"/>
          </p:nvPr>
        </p:nvSpPr>
        <p:spPr/>
        <p:txBody>
          <a:bodyPr vert="horz" wrap="square" lIns="91440" tIns="45720" rIns="91440" bIns="45720" anchor="b" anchorCtr="0"/>
          <a:p>
            <a:pPr eaLnBrk="1" hangingPunct="1"/>
            <a:r>
              <a:rPr lang="en-US" altLang="zh-CN" dirty="0"/>
              <a:t>Proof:</a:t>
            </a:r>
            <a:endParaRPr lang="en-US" altLang="zh-CN" dirty="0"/>
          </a:p>
        </p:txBody>
      </p:sp>
      <p:sp>
        <p:nvSpPr>
          <p:cNvPr id="41990" name="Rectangle 3"/>
          <p:cNvSpPr>
            <a:spLocks noGrp="1"/>
          </p:cNvSpPr>
          <p:nvPr>
            <p:ph idx="1"/>
          </p:nvPr>
        </p:nvSpPr>
        <p:spPr>
          <a:xfrm>
            <a:off x="1148080" y="1052830"/>
            <a:ext cx="7663180" cy="4114800"/>
          </a:xfrm>
        </p:spPr>
        <p:txBody>
          <a:bodyPr vert="horz" wrap="square" lIns="91440" tIns="45720" rIns="91440" bIns="45720" anchor="t" anchorCtr="0"/>
          <a:p>
            <a:pPr eaLnBrk="1" hangingPunct="1">
              <a:lnSpc>
                <a:spcPct val="90000"/>
              </a:lnSpc>
              <a:buFontTx/>
              <a:buNone/>
            </a:pPr>
            <a:r>
              <a:rPr lang="en-US" altLang="zh-CN" sz="2400" dirty="0">
                <a:sym typeface="Symbol" panose="05050102010706020507" pitchFamily="18" charset="2"/>
              </a:rPr>
              <a:t> (</a:t>
            </a:r>
            <a:r>
              <a:rPr lang="en-US" altLang="zh-CN" sz="2400" i="1" dirty="0">
                <a:sym typeface="Symbol" panose="05050102010706020507" pitchFamily="18" charset="2"/>
              </a:rPr>
              <a:t>p </a:t>
            </a:r>
            <a:r>
              <a:rPr lang="en-US" altLang="zh-CN" sz="2400" dirty="0">
                <a:sym typeface="Symbol" panose="05050102010706020507" pitchFamily="18" charset="2"/>
              </a:rPr>
              <a:t> ¬</a:t>
            </a:r>
            <a:r>
              <a:rPr lang="en-US" altLang="zh-CN" sz="2400" i="1" dirty="0">
                <a:sym typeface="Symbol" panose="05050102010706020507" pitchFamily="18" charset="2"/>
              </a:rPr>
              <a:t>q</a:t>
            </a:r>
            <a:r>
              <a:rPr lang="en-US" altLang="zh-CN" sz="2400" dirty="0">
                <a:sym typeface="Symbol" panose="05050102010706020507" pitchFamily="18" charset="2"/>
              </a:rPr>
              <a:t>) </a:t>
            </a:r>
            <a:r>
              <a:rPr lang="en-US" altLang="zh-CN" sz="2400" dirty="0">
                <a:solidFill>
                  <a:srgbClr val="FF0000"/>
                </a:solidFill>
                <a:sym typeface="Symbol" panose="05050102010706020507" pitchFamily="18" charset="2"/>
              </a:rPr>
              <a:t></a:t>
            </a:r>
            <a:r>
              <a:rPr lang="en-US" altLang="zh-CN" sz="2400" dirty="0">
                <a:sym typeface="Symbol" panose="05050102010706020507" pitchFamily="18" charset="2"/>
              </a:rPr>
              <a:t> (</a:t>
            </a:r>
            <a:r>
              <a:rPr lang="en-US" altLang="zh-CN" sz="2400" i="1" dirty="0">
                <a:sym typeface="Symbol" panose="05050102010706020507" pitchFamily="18" charset="2"/>
              </a:rPr>
              <a:t>p</a:t>
            </a:r>
            <a:r>
              <a:rPr lang="en-US" altLang="zh-CN" sz="2400" dirty="0">
                <a:sym typeface="Symbol" panose="05050102010706020507" pitchFamily="18" charset="2"/>
              </a:rPr>
              <a:t>  </a:t>
            </a:r>
            <a:r>
              <a:rPr lang="en-US" altLang="zh-CN" sz="2400" i="1" dirty="0">
                <a:sym typeface="Symbol" panose="05050102010706020507" pitchFamily="18" charset="2"/>
              </a:rPr>
              <a:t>r</a:t>
            </a:r>
            <a:r>
              <a:rPr lang="en-US" altLang="zh-CN" sz="2400" dirty="0">
                <a:sym typeface="Symbol" panose="05050102010706020507" pitchFamily="18" charset="2"/>
              </a:rPr>
              <a:t>)	 </a:t>
            </a:r>
            <a:endParaRPr lang="en-US" altLang="zh-CN" sz="2400" dirty="0">
              <a:sym typeface="Symbol" panose="05050102010706020507" pitchFamily="18" charset="2"/>
            </a:endParaRPr>
          </a:p>
          <a:p>
            <a:pPr eaLnBrk="1" hangingPunct="1">
              <a:lnSpc>
                <a:spcPct val="90000"/>
              </a:lnSpc>
              <a:buFontTx/>
              <a:buNone/>
            </a:pPr>
            <a:r>
              <a:rPr lang="en-US" altLang="zh-CN" sz="2400" dirty="0">
                <a:sym typeface="Symbol" panose="05050102010706020507" pitchFamily="18" charset="2"/>
              </a:rPr>
              <a:t> </a:t>
            </a:r>
            <a:r>
              <a:rPr lang="en-US" altLang="zh-CN" sz="2400" b="1" u="sng" dirty="0">
                <a:solidFill>
                  <a:srgbClr val="FF0000"/>
                </a:solidFill>
                <a:sym typeface="Symbol" panose="05050102010706020507" pitchFamily="18" charset="2"/>
              </a:rPr>
              <a:t>¬</a:t>
            </a:r>
            <a:r>
              <a:rPr lang="en-US" altLang="zh-CN" sz="2400" dirty="0">
                <a:sym typeface="Symbol" panose="05050102010706020507" pitchFamily="18" charset="2"/>
              </a:rPr>
              <a:t>(</a:t>
            </a:r>
            <a:r>
              <a:rPr lang="en-US" altLang="zh-CN" sz="2400" i="1" dirty="0">
                <a:sym typeface="Symbol" panose="05050102010706020507" pitchFamily="18" charset="2"/>
              </a:rPr>
              <a:t>p </a:t>
            </a:r>
            <a:r>
              <a:rPr lang="en-US" altLang="zh-CN" sz="2400" dirty="0">
                <a:sym typeface="Symbol" panose="05050102010706020507" pitchFamily="18" charset="2"/>
              </a:rPr>
              <a:t> ¬</a:t>
            </a:r>
            <a:r>
              <a:rPr lang="en-US" altLang="zh-CN" sz="2400" i="1" dirty="0">
                <a:sym typeface="Symbol" panose="05050102010706020507" pitchFamily="18" charset="2"/>
              </a:rPr>
              <a:t>q</a:t>
            </a:r>
            <a:r>
              <a:rPr lang="en-US" altLang="zh-CN" sz="2400" dirty="0">
                <a:sym typeface="Symbol" panose="05050102010706020507" pitchFamily="18" charset="2"/>
              </a:rPr>
              <a:t>) </a:t>
            </a:r>
            <a:r>
              <a:rPr lang="en-US" altLang="zh-CN" sz="2400" b="1" u="sng" dirty="0">
                <a:solidFill>
                  <a:srgbClr val="FF0000"/>
                </a:solidFill>
                <a:sym typeface="Symbol" panose="05050102010706020507" pitchFamily="18" charset="2"/>
              </a:rPr>
              <a:t></a:t>
            </a:r>
            <a:r>
              <a:rPr lang="en-US" altLang="zh-CN" sz="2400" dirty="0">
                <a:sym typeface="Symbol" panose="05050102010706020507" pitchFamily="18" charset="2"/>
              </a:rPr>
              <a:t> (</a:t>
            </a:r>
            <a:r>
              <a:rPr lang="en-US" altLang="zh-CN" sz="2400" i="1" dirty="0">
                <a:sym typeface="Symbol" panose="05050102010706020507" pitchFamily="18" charset="2"/>
              </a:rPr>
              <a:t>p</a:t>
            </a:r>
            <a:r>
              <a:rPr lang="en-US" altLang="zh-CN" sz="2400" dirty="0">
                <a:sym typeface="Symbol" panose="05050102010706020507" pitchFamily="18" charset="2"/>
              </a:rPr>
              <a:t> </a:t>
            </a:r>
            <a:r>
              <a:rPr lang="en-US" altLang="zh-CN" sz="2400" dirty="0">
                <a:solidFill>
                  <a:srgbClr val="FF0000"/>
                </a:solidFill>
                <a:sym typeface="Symbol" panose="05050102010706020507" pitchFamily="18" charset="2"/>
              </a:rPr>
              <a:t></a:t>
            </a:r>
            <a:r>
              <a:rPr lang="en-US" altLang="zh-CN" sz="2400" dirty="0">
                <a:sym typeface="Symbol" panose="05050102010706020507" pitchFamily="18" charset="2"/>
              </a:rPr>
              <a:t> </a:t>
            </a:r>
            <a:r>
              <a:rPr lang="en-US" altLang="zh-CN" sz="2400" i="1" dirty="0">
                <a:sym typeface="Symbol" panose="05050102010706020507" pitchFamily="18" charset="2"/>
              </a:rPr>
              <a:t>r</a:t>
            </a:r>
            <a:r>
              <a:rPr lang="en-US" altLang="zh-CN" sz="2400" dirty="0">
                <a:sym typeface="Symbol" panose="05050102010706020507" pitchFamily="18" charset="2"/>
              </a:rPr>
              <a:t>)</a:t>
            </a:r>
            <a:endParaRPr lang="en-US" altLang="zh-CN" sz="2400" i="1" dirty="0">
              <a:sym typeface="Symbol" panose="05050102010706020507" pitchFamily="18" charset="2"/>
            </a:endParaRPr>
          </a:p>
          <a:p>
            <a:pPr eaLnBrk="1" hangingPunct="1">
              <a:lnSpc>
                <a:spcPct val="90000"/>
              </a:lnSpc>
              <a:buFontTx/>
              <a:buNone/>
            </a:pPr>
            <a:r>
              <a:rPr lang="en-US" altLang="zh-CN" sz="2400" dirty="0">
                <a:sym typeface="Symbol" panose="05050102010706020507" pitchFamily="18" charset="2"/>
              </a:rPr>
              <a:t> </a:t>
            </a:r>
            <a:r>
              <a:rPr lang="en-US" altLang="zh-CN" sz="2400" dirty="0">
                <a:solidFill>
                  <a:srgbClr val="FF0000"/>
                </a:solidFill>
                <a:sym typeface="Symbol" panose="05050102010706020507" pitchFamily="18" charset="2"/>
              </a:rPr>
              <a:t>¬(</a:t>
            </a:r>
            <a:r>
              <a:rPr lang="en-US" altLang="zh-CN" sz="2400" i="1" dirty="0">
                <a:solidFill>
                  <a:srgbClr val="FF0000"/>
                </a:solidFill>
                <a:sym typeface="Symbol" panose="05050102010706020507" pitchFamily="18" charset="2"/>
              </a:rPr>
              <a:t>p </a:t>
            </a:r>
            <a:r>
              <a:rPr lang="en-US" altLang="zh-CN" sz="2400" dirty="0">
                <a:solidFill>
                  <a:srgbClr val="FF0000"/>
                </a:solidFill>
                <a:sym typeface="Symbol" panose="05050102010706020507" pitchFamily="18" charset="2"/>
              </a:rPr>
              <a:t> ¬</a:t>
            </a:r>
            <a:r>
              <a:rPr lang="en-US" altLang="zh-CN" sz="2400" i="1" dirty="0">
                <a:solidFill>
                  <a:srgbClr val="FF0000"/>
                </a:solidFill>
                <a:sym typeface="Symbol" panose="05050102010706020507" pitchFamily="18" charset="2"/>
              </a:rPr>
              <a:t>q</a:t>
            </a:r>
            <a:r>
              <a:rPr lang="en-US" altLang="zh-CN" sz="2400" dirty="0">
                <a:solidFill>
                  <a:srgbClr val="FF0000"/>
                </a:solidFill>
                <a:sym typeface="Symbol" panose="05050102010706020507" pitchFamily="18" charset="2"/>
              </a:rPr>
              <a:t>)</a:t>
            </a:r>
            <a:r>
              <a:rPr lang="en-US" altLang="zh-CN" sz="2400" dirty="0">
                <a:sym typeface="Symbol" panose="05050102010706020507" pitchFamily="18" charset="2"/>
              </a:rPr>
              <a:t>  (</a:t>
            </a:r>
            <a:r>
              <a:rPr lang="en-US" altLang="zh-CN" sz="2400" u="sng" dirty="0">
                <a:sym typeface="Symbol" panose="05050102010706020507" pitchFamily="18" charset="2"/>
              </a:rPr>
              <a:t>(</a:t>
            </a:r>
            <a:r>
              <a:rPr lang="en-US" altLang="zh-CN" sz="2400" i="1" u="sng" dirty="0">
                <a:sym typeface="Symbol" panose="05050102010706020507" pitchFamily="18" charset="2"/>
              </a:rPr>
              <a:t>p</a:t>
            </a:r>
            <a:r>
              <a:rPr lang="en-US" altLang="zh-CN" sz="2400" u="sng" dirty="0">
                <a:sym typeface="Symbol" panose="05050102010706020507" pitchFamily="18" charset="2"/>
              </a:rPr>
              <a:t>  </a:t>
            </a:r>
            <a:r>
              <a:rPr lang="en-US" altLang="zh-CN" sz="2400" i="1" u="sng" dirty="0">
                <a:sym typeface="Symbol" panose="05050102010706020507" pitchFamily="18" charset="2"/>
              </a:rPr>
              <a:t>r</a:t>
            </a:r>
            <a:r>
              <a:rPr lang="en-US" altLang="zh-CN" sz="2400" u="sng" dirty="0">
                <a:sym typeface="Symbol" panose="05050102010706020507" pitchFamily="18" charset="2"/>
              </a:rPr>
              <a:t>)  ¬(</a:t>
            </a:r>
            <a:r>
              <a:rPr lang="en-US" altLang="zh-CN" sz="2400" i="1" u="sng" dirty="0">
                <a:sym typeface="Symbol" panose="05050102010706020507" pitchFamily="18" charset="2"/>
              </a:rPr>
              <a:t>p</a:t>
            </a:r>
            <a:r>
              <a:rPr lang="en-US" altLang="zh-CN" sz="2400" u="sng" dirty="0">
                <a:sym typeface="Symbol" panose="05050102010706020507" pitchFamily="18" charset="2"/>
              </a:rPr>
              <a:t>  </a:t>
            </a:r>
            <a:r>
              <a:rPr lang="en-US" altLang="zh-CN" sz="2400" i="1" u="sng" dirty="0">
                <a:sym typeface="Symbol" panose="05050102010706020507" pitchFamily="18" charset="2"/>
              </a:rPr>
              <a:t>r</a:t>
            </a:r>
            <a:r>
              <a:rPr lang="en-US" altLang="zh-CN" sz="2400" u="sng" dirty="0">
                <a:sym typeface="Symbol" panose="05050102010706020507" pitchFamily="18" charset="2"/>
              </a:rPr>
              <a:t>)</a:t>
            </a:r>
            <a:r>
              <a:rPr lang="en-US" altLang="zh-CN" sz="2400" dirty="0">
                <a:sym typeface="Symbol" panose="05050102010706020507" pitchFamily="18" charset="2"/>
              </a:rPr>
              <a:t>)</a:t>
            </a:r>
            <a:endParaRPr lang="en-US" altLang="zh-CN" sz="2400" i="1" dirty="0">
              <a:sym typeface="Symbol" panose="05050102010706020507" pitchFamily="18" charset="2"/>
            </a:endParaRPr>
          </a:p>
          <a:p>
            <a:pPr eaLnBrk="1" hangingPunct="1">
              <a:lnSpc>
                <a:spcPct val="90000"/>
              </a:lnSpc>
              <a:buFontTx/>
              <a:buNone/>
            </a:pPr>
            <a:r>
              <a:rPr lang="en-US" altLang="zh-CN" sz="2400" dirty="0">
                <a:sym typeface="Symbol" panose="05050102010706020507" pitchFamily="18" charset="2"/>
              </a:rPr>
              <a:t> </a:t>
            </a:r>
            <a:r>
              <a:rPr lang="en-US" altLang="zh-CN" sz="2400" u="sng" dirty="0">
                <a:sym typeface="Symbol" panose="05050102010706020507" pitchFamily="18" charset="2"/>
              </a:rPr>
              <a:t>(¬</a:t>
            </a:r>
            <a:r>
              <a:rPr lang="en-US" altLang="zh-CN" sz="2400" i="1" u="sng" dirty="0">
                <a:sym typeface="Symbol" panose="05050102010706020507" pitchFamily="18" charset="2"/>
              </a:rPr>
              <a:t>p</a:t>
            </a:r>
            <a:r>
              <a:rPr lang="en-US" altLang="zh-CN" sz="2400" u="sng" dirty="0">
                <a:sym typeface="Symbol" panose="05050102010706020507" pitchFamily="18" charset="2"/>
              </a:rPr>
              <a:t>  </a:t>
            </a:r>
            <a:r>
              <a:rPr lang="en-US" altLang="zh-CN" sz="2400" i="1" u="sng" dirty="0">
                <a:sym typeface="Symbol" panose="05050102010706020507" pitchFamily="18" charset="2"/>
              </a:rPr>
              <a:t>q</a:t>
            </a:r>
            <a:r>
              <a:rPr lang="en-US" altLang="zh-CN" sz="2400" u="sng" dirty="0">
                <a:sym typeface="Symbol" panose="05050102010706020507" pitchFamily="18" charset="2"/>
              </a:rPr>
              <a:t>)</a:t>
            </a:r>
            <a:r>
              <a:rPr lang="en-US" altLang="zh-CN" sz="2400" dirty="0">
                <a:sym typeface="Symbol" panose="05050102010706020507" pitchFamily="18" charset="2"/>
              </a:rPr>
              <a:t>  ((</a:t>
            </a:r>
            <a:r>
              <a:rPr lang="en-US" altLang="zh-CN" sz="2400" i="1" dirty="0">
                <a:sym typeface="Symbol" panose="05050102010706020507" pitchFamily="18" charset="2"/>
              </a:rPr>
              <a:t>p</a:t>
            </a:r>
            <a:r>
              <a:rPr lang="en-US" altLang="zh-CN" sz="2400" dirty="0">
                <a:sym typeface="Symbol" panose="05050102010706020507" pitchFamily="18" charset="2"/>
              </a:rPr>
              <a:t>  </a:t>
            </a:r>
            <a:r>
              <a:rPr lang="en-US" altLang="zh-CN" sz="2400" i="1" dirty="0">
                <a:sym typeface="Symbol" panose="05050102010706020507" pitchFamily="18" charset="2"/>
              </a:rPr>
              <a:t>r</a:t>
            </a:r>
            <a:r>
              <a:rPr lang="en-US" altLang="zh-CN" sz="2400" dirty="0">
                <a:sym typeface="Symbol" panose="05050102010706020507" pitchFamily="18" charset="2"/>
              </a:rPr>
              <a:t>)  ¬(</a:t>
            </a:r>
            <a:r>
              <a:rPr lang="en-US" altLang="zh-CN" sz="2400" i="1" dirty="0">
                <a:sym typeface="Symbol" panose="05050102010706020507" pitchFamily="18" charset="2"/>
              </a:rPr>
              <a:t>p</a:t>
            </a:r>
            <a:r>
              <a:rPr lang="en-US" altLang="zh-CN" sz="2400" dirty="0">
                <a:sym typeface="Symbol" panose="05050102010706020507" pitchFamily="18" charset="2"/>
              </a:rPr>
              <a:t>  </a:t>
            </a:r>
            <a:r>
              <a:rPr lang="en-US" altLang="zh-CN" sz="2400" i="1" dirty="0">
                <a:sym typeface="Symbol" panose="05050102010706020507" pitchFamily="18" charset="2"/>
              </a:rPr>
              <a:t>r</a:t>
            </a:r>
            <a:r>
              <a:rPr lang="en-US" altLang="zh-CN" sz="2400" dirty="0">
                <a:sym typeface="Symbol" panose="05050102010706020507" pitchFamily="18" charset="2"/>
              </a:rPr>
              <a:t>))</a:t>
            </a:r>
            <a:r>
              <a:rPr lang="en-US" altLang="zh-CN" sz="2400" i="1" dirty="0">
                <a:sym typeface="Symbol" panose="05050102010706020507" pitchFamily="18" charset="2"/>
              </a:rPr>
              <a:t> </a:t>
            </a:r>
            <a:endParaRPr lang="en-US" altLang="zh-CN" sz="2400" i="1" dirty="0">
              <a:sym typeface="Symbol" panose="05050102010706020507" pitchFamily="18" charset="2"/>
            </a:endParaRPr>
          </a:p>
          <a:p>
            <a:pPr eaLnBrk="1" hangingPunct="1">
              <a:lnSpc>
                <a:spcPct val="90000"/>
              </a:lnSpc>
              <a:buFontTx/>
              <a:buNone/>
            </a:pPr>
            <a:r>
              <a:rPr lang="en-US" altLang="zh-CN" sz="2400" dirty="0">
                <a:sym typeface="Symbol" panose="05050102010706020507" pitchFamily="18" charset="2"/>
              </a:rPr>
              <a:t> </a:t>
            </a:r>
            <a:r>
              <a:rPr lang="en-US" altLang="zh-CN" sz="2400" dirty="0">
                <a:solidFill>
                  <a:srgbClr val="FF0000"/>
                </a:solidFill>
                <a:sym typeface="Symbol" panose="05050102010706020507" pitchFamily="18" charset="2"/>
              </a:rPr>
              <a:t>(</a:t>
            </a:r>
            <a:r>
              <a:rPr lang="en-US" altLang="zh-CN" sz="2400" i="1" u="sng" dirty="0">
                <a:sym typeface="Symbol" panose="05050102010706020507" pitchFamily="18" charset="2"/>
              </a:rPr>
              <a:t>q</a:t>
            </a:r>
            <a:r>
              <a:rPr lang="en-US" altLang="zh-CN" sz="2400" u="sng" dirty="0">
                <a:sym typeface="Symbol" panose="05050102010706020507" pitchFamily="18" charset="2"/>
              </a:rPr>
              <a:t> </a:t>
            </a:r>
            <a:r>
              <a:rPr lang="en-US" altLang="zh-CN" sz="2400" u="sng" dirty="0">
                <a:solidFill>
                  <a:srgbClr val="FF0000"/>
                </a:solidFill>
                <a:sym typeface="Symbol" panose="05050102010706020507" pitchFamily="18" charset="2"/>
              </a:rPr>
              <a:t></a:t>
            </a:r>
            <a:r>
              <a:rPr lang="en-US" altLang="zh-CN" sz="2400" u="sng" dirty="0">
                <a:sym typeface="Symbol" panose="05050102010706020507" pitchFamily="18" charset="2"/>
              </a:rPr>
              <a:t> ¬</a:t>
            </a:r>
            <a:r>
              <a:rPr lang="en-US" altLang="zh-CN" sz="2400" i="1" u="sng" dirty="0">
                <a:sym typeface="Symbol" panose="05050102010706020507" pitchFamily="18" charset="2"/>
              </a:rPr>
              <a:t>p</a:t>
            </a:r>
            <a:r>
              <a:rPr lang="en-US" altLang="zh-CN" sz="2400" dirty="0">
                <a:solidFill>
                  <a:srgbClr val="FF0000"/>
                </a:solidFill>
                <a:sym typeface="Symbol" panose="05050102010706020507" pitchFamily="18" charset="2"/>
              </a:rPr>
              <a:t>)</a:t>
            </a:r>
            <a:r>
              <a:rPr lang="en-US" altLang="zh-CN" sz="2400" dirty="0">
                <a:sym typeface="Symbol" panose="05050102010706020507" pitchFamily="18" charset="2"/>
              </a:rPr>
              <a:t> </a:t>
            </a:r>
            <a:r>
              <a:rPr lang="en-US" altLang="zh-CN" sz="2400" dirty="0">
                <a:solidFill>
                  <a:srgbClr val="FF0000"/>
                </a:solidFill>
                <a:sym typeface="Symbol" panose="05050102010706020507" pitchFamily="18" charset="2"/>
              </a:rPr>
              <a:t></a:t>
            </a:r>
            <a:r>
              <a:rPr lang="en-US" altLang="zh-CN" sz="2400" dirty="0">
                <a:sym typeface="Symbol" panose="05050102010706020507" pitchFamily="18" charset="2"/>
              </a:rPr>
              <a:t> ((</a:t>
            </a:r>
            <a:r>
              <a:rPr lang="en-US" altLang="zh-CN" sz="2400" i="1" dirty="0">
                <a:sym typeface="Symbol" panose="05050102010706020507" pitchFamily="18" charset="2"/>
              </a:rPr>
              <a:t>p</a:t>
            </a:r>
            <a:r>
              <a:rPr lang="en-US" altLang="zh-CN" sz="2400" dirty="0">
                <a:sym typeface="Symbol" panose="05050102010706020507" pitchFamily="18" charset="2"/>
              </a:rPr>
              <a:t>  </a:t>
            </a:r>
            <a:r>
              <a:rPr lang="en-US" altLang="zh-CN" sz="2400" i="1" dirty="0">
                <a:sym typeface="Symbol" panose="05050102010706020507" pitchFamily="18" charset="2"/>
              </a:rPr>
              <a:t>r</a:t>
            </a:r>
            <a:r>
              <a:rPr lang="en-US" altLang="zh-CN" sz="2400" dirty="0">
                <a:sym typeface="Symbol" panose="05050102010706020507" pitchFamily="18" charset="2"/>
              </a:rPr>
              <a:t>)  ¬(</a:t>
            </a:r>
            <a:r>
              <a:rPr lang="en-US" altLang="zh-CN" sz="2400" i="1" dirty="0">
                <a:sym typeface="Symbol" panose="05050102010706020507" pitchFamily="18" charset="2"/>
              </a:rPr>
              <a:t>p</a:t>
            </a:r>
            <a:r>
              <a:rPr lang="en-US" altLang="zh-CN" sz="2400" dirty="0">
                <a:sym typeface="Symbol" panose="05050102010706020507" pitchFamily="18" charset="2"/>
              </a:rPr>
              <a:t>  </a:t>
            </a:r>
            <a:r>
              <a:rPr lang="en-US" altLang="zh-CN" sz="2400" i="1" dirty="0">
                <a:sym typeface="Symbol" panose="05050102010706020507" pitchFamily="18" charset="2"/>
              </a:rPr>
              <a:t>r</a:t>
            </a:r>
            <a:r>
              <a:rPr lang="en-US" altLang="zh-CN" sz="2400" dirty="0">
                <a:sym typeface="Symbol" panose="05050102010706020507" pitchFamily="18" charset="2"/>
              </a:rPr>
              <a:t>))</a:t>
            </a:r>
            <a:endParaRPr lang="en-US" altLang="zh-CN" sz="2400" dirty="0">
              <a:sym typeface="Symbol" panose="05050102010706020507" pitchFamily="18" charset="2"/>
            </a:endParaRPr>
          </a:p>
          <a:p>
            <a:pPr eaLnBrk="1" hangingPunct="1">
              <a:lnSpc>
                <a:spcPct val="90000"/>
              </a:lnSpc>
              <a:buFontTx/>
              <a:buNone/>
            </a:pPr>
            <a:r>
              <a:rPr lang="en-US" altLang="zh-CN" sz="2400" dirty="0">
                <a:sym typeface="Symbol" panose="05050102010706020507" pitchFamily="18" charset="2"/>
              </a:rPr>
              <a:t></a:t>
            </a:r>
            <a:r>
              <a:rPr lang="en-US" altLang="zh-CN" sz="2400" i="1" dirty="0">
                <a:sym typeface="Symbol" panose="05050102010706020507" pitchFamily="18" charset="2"/>
              </a:rPr>
              <a:t> q</a:t>
            </a:r>
            <a:r>
              <a:rPr lang="en-US" altLang="zh-CN" sz="2400" dirty="0">
                <a:sym typeface="Symbol" panose="05050102010706020507" pitchFamily="18" charset="2"/>
              </a:rPr>
              <a:t>  (</a:t>
            </a:r>
            <a:r>
              <a:rPr lang="en-US" altLang="zh-CN" sz="2400" dirty="0">
                <a:solidFill>
                  <a:srgbClr val="FF0000"/>
                </a:solidFill>
                <a:sym typeface="Symbol" panose="05050102010706020507" pitchFamily="18" charset="2"/>
              </a:rPr>
              <a:t>¬</a:t>
            </a:r>
            <a:r>
              <a:rPr lang="en-US" altLang="zh-CN" sz="2400" i="1" dirty="0">
                <a:solidFill>
                  <a:srgbClr val="FF0000"/>
                </a:solidFill>
                <a:sym typeface="Symbol" panose="05050102010706020507" pitchFamily="18" charset="2"/>
              </a:rPr>
              <a:t>p</a:t>
            </a:r>
            <a:r>
              <a:rPr lang="en-US" altLang="zh-CN" sz="2400" dirty="0">
                <a:solidFill>
                  <a:srgbClr val="FF0000"/>
                </a:solidFill>
                <a:sym typeface="Symbol" panose="05050102010706020507" pitchFamily="18" charset="2"/>
              </a:rPr>
              <a:t>  (</a:t>
            </a:r>
            <a:r>
              <a:rPr lang="en-US" altLang="zh-CN" sz="2400" dirty="0">
                <a:sym typeface="Symbol" panose="05050102010706020507" pitchFamily="18" charset="2"/>
              </a:rPr>
              <a:t>(</a:t>
            </a:r>
            <a:r>
              <a:rPr lang="en-US" altLang="zh-CN" sz="2400" i="1" dirty="0">
                <a:sym typeface="Symbol" panose="05050102010706020507" pitchFamily="18" charset="2"/>
              </a:rPr>
              <a:t>p</a:t>
            </a:r>
            <a:r>
              <a:rPr lang="en-US" altLang="zh-CN" sz="2400" dirty="0">
                <a:sym typeface="Symbol" panose="05050102010706020507" pitchFamily="18" charset="2"/>
              </a:rPr>
              <a:t>  </a:t>
            </a:r>
            <a:r>
              <a:rPr lang="en-US" altLang="zh-CN" sz="2400" i="1" dirty="0">
                <a:sym typeface="Symbol" panose="05050102010706020507" pitchFamily="18" charset="2"/>
              </a:rPr>
              <a:t>r</a:t>
            </a:r>
            <a:r>
              <a:rPr lang="en-US" altLang="zh-CN" sz="2400" dirty="0">
                <a:sym typeface="Symbol" panose="05050102010706020507" pitchFamily="18" charset="2"/>
              </a:rPr>
              <a:t>)  ¬(</a:t>
            </a:r>
            <a:r>
              <a:rPr lang="en-US" altLang="zh-CN" sz="2400" i="1" dirty="0">
                <a:sym typeface="Symbol" panose="05050102010706020507" pitchFamily="18" charset="2"/>
              </a:rPr>
              <a:t>p</a:t>
            </a:r>
            <a:r>
              <a:rPr lang="en-US" altLang="zh-CN" sz="2400" dirty="0">
                <a:sym typeface="Symbol" panose="05050102010706020507" pitchFamily="18" charset="2"/>
              </a:rPr>
              <a:t>  </a:t>
            </a:r>
            <a:r>
              <a:rPr lang="en-US" altLang="zh-CN" sz="2400" i="1" dirty="0">
                <a:sym typeface="Symbol" panose="05050102010706020507" pitchFamily="18" charset="2"/>
              </a:rPr>
              <a:t>r</a:t>
            </a:r>
            <a:r>
              <a:rPr lang="en-US" altLang="zh-CN" sz="2400" dirty="0">
                <a:sym typeface="Symbol" panose="05050102010706020507" pitchFamily="18" charset="2"/>
              </a:rPr>
              <a:t>)</a:t>
            </a:r>
            <a:r>
              <a:rPr lang="en-US" altLang="zh-CN" sz="2400" dirty="0">
                <a:solidFill>
                  <a:srgbClr val="FF0000"/>
                </a:solidFill>
                <a:sym typeface="Symbol" panose="05050102010706020507" pitchFamily="18" charset="2"/>
              </a:rPr>
              <a:t>)</a:t>
            </a:r>
            <a:r>
              <a:rPr lang="en-US" altLang="zh-CN" sz="2400" dirty="0">
                <a:sym typeface="Symbol" panose="05050102010706020507" pitchFamily="18" charset="2"/>
              </a:rPr>
              <a:t>)</a:t>
            </a:r>
            <a:endParaRPr lang="en-US" altLang="zh-CN" sz="2400" dirty="0">
              <a:sym typeface="Symbol" panose="05050102010706020507" pitchFamily="18" charset="2"/>
            </a:endParaRPr>
          </a:p>
          <a:p>
            <a:pPr eaLnBrk="1" hangingPunct="1">
              <a:lnSpc>
                <a:spcPct val="90000"/>
              </a:lnSpc>
              <a:buFontTx/>
              <a:buNone/>
            </a:pPr>
            <a:r>
              <a:rPr lang="en-US" altLang="zh-CN" sz="2400" dirty="0">
                <a:sym typeface="Symbol" panose="05050102010706020507" pitchFamily="18" charset="2"/>
              </a:rPr>
              <a:t> </a:t>
            </a:r>
            <a:r>
              <a:rPr lang="en-US" altLang="zh-CN" sz="2400" i="1" dirty="0">
                <a:sym typeface="Symbol" panose="05050102010706020507" pitchFamily="18" charset="2"/>
              </a:rPr>
              <a:t>q</a:t>
            </a:r>
            <a:r>
              <a:rPr lang="en-US" altLang="zh-CN" sz="2400" dirty="0">
                <a:sym typeface="Symbol" panose="05050102010706020507" pitchFamily="18" charset="2"/>
              </a:rPr>
              <a:t>  (((</a:t>
            </a:r>
            <a:r>
              <a:rPr lang="en-US" altLang="zh-CN" sz="2400" u="sng" dirty="0">
                <a:solidFill>
                  <a:srgbClr val="FF0000"/>
                </a:solidFill>
                <a:sym typeface="Symbol" panose="05050102010706020507" pitchFamily="18" charset="2"/>
              </a:rPr>
              <a:t>¬</a:t>
            </a:r>
            <a:r>
              <a:rPr lang="en-US" altLang="zh-CN" sz="2400" i="1" u="sng" dirty="0">
                <a:solidFill>
                  <a:srgbClr val="FF0000"/>
                </a:solidFill>
                <a:sym typeface="Symbol" panose="05050102010706020507" pitchFamily="18" charset="2"/>
              </a:rPr>
              <a:t>p</a:t>
            </a:r>
            <a:r>
              <a:rPr lang="en-US" altLang="zh-CN" sz="2400" u="sng" dirty="0">
                <a:solidFill>
                  <a:srgbClr val="FF0000"/>
                </a:solidFill>
                <a:sym typeface="Symbol" panose="05050102010706020507" pitchFamily="18" charset="2"/>
              </a:rPr>
              <a:t> </a:t>
            </a:r>
            <a:r>
              <a:rPr lang="en-US" altLang="zh-CN" sz="2400" u="sng" dirty="0">
                <a:sym typeface="Symbol" panose="05050102010706020507" pitchFamily="18" charset="2"/>
              </a:rPr>
              <a:t> (</a:t>
            </a:r>
            <a:r>
              <a:rPr lang="en-US" altLang="zh-CN" sz="2400" i="1" u="sng" dirty="0">
                <a:sym typeface="Symbol" panose="05050102010706020507" pitchFamily="18" charset="2"/>
              </a:rPr>
              <a:t>p</a:t>
            </a:r>
            <a:r>
              <a:rPr lang="en-US" altLang="zh-CN" sz="2400" u="sng" dirty="0">
                <a:sym typeface="Symbol" panose="05050102010706020507" pitchFamily="18" charset="2"/>
              </a:rPr>
              <a:t>  </a:t>
            </a:r>
            <a:r>
              <a:rPr lang="en-US" altLang="zh-CN" sz="2400" i="1" u="sng" dirty="0">
                <a:sym typeface="Symbol" panose="05050102010706020507" pitchFamily="18" charset="2"/>
              </a:rPr>
              <a:t>r</a:t>
            </a:r>
            <a:r>
              <a:rPr lang="en-US" altLang="zh-CN" sz="2400" dirty="0">
                <a:sym typeface="Symbol" panose="05050102010706020507" pitchFamily="18" charset="2"/>
              </a:rPr>
              <a:t>))  (</a:t>
            </a:r>
            <a:r>
              <a:rPr lang="en-US" altLang="zh-CN" sz="2400" u="sng" dirty="0">
                <a:solidFill>
                  <a:srgbClr val="FF0000"/>
                </a:solidFill>
                <a:sym typeface="Symbol" panose="05050102010706020507" pitchFamily="18" charset="2"/>
              </a:rPr>
              <a:t>¬</a:t>
            </a:r>
            <a:r>
              <a:rPr lang="en-US" altLang="zh-CN" sz="2400" i="1" u="sng" dirty="0">
                <a:solidFill>
                  <a:srgbClr val="FF0000"/>
                </a:solidFill>
                <a:sym typeface="Symbol" panose="05050102010706020507" pitchFamily="18" charset="2"/>
              </a:rPr>
              <a:t>p</a:t>
            </a:r>
            <a:r>
              <a:rPr lang="en-US" altLang="zh-CN" sz="2400" u="sng" dirty="0">
                <a:solidFill>
                  <a:srgbClr val="FF0000"/>
                </a:solidFill>
                <a:sym typeface="Symbol" panose="05050102010706020507" pitchFamily="18" charset="2"/>
              </a:rPr>
              <a:t> </a:t>
            </a:r>
            <a:r>
              <a:rPr lang="en-US" altLang="zh-CN" sz="2400" dirty="0">
                <a:solidFill>
                  <a:srgbClr val="FF0000"/>
                </a:solidFill>
                <a:sym typeface="Symbol" panose="05050102010706020507" pitchFamily="18" charset="2"/>
              </a:rPr>
              <a:t> </a:t>
            </a:r>
            <a:r>
              <a:rPr lang="en-US" altLang="zh-CN" sz="2400" u="sng" dirty="0">
                <a:sym typeface="Symbol" panose="05050102010706020507" pitchFamily="18" charset="2"/>
              </a:rPr>
              <a:t>¬(</a:t>
            </a:r>
            <a:r>
              <a:rPr lang="en-US" altLang="zh-CN" sz="2400" i="1" u="sng" dirty="0">
                <a:sym typeface="Symbol" panose="05050102010706020507" pitchFamily="18" charset="2"/>
              </a:rPr>
              <a:t>p</a:t>
            </a:r>
            <a:r>
              <a:rPr lang="en-US" altLang="zh-CN" sz="2400" u="sng" dirty="0">
                <a:sym typeface="Symbol" panose="05050102010706020507" pitchFamily="18" charset="2"/>
              </a:rPr>
              <a:t>  </a:t>
            </a:r>
            <a:r>
              <a:rPr lang="en-US" altLang="zh-CN" sz="2400" i="1" u="sng" dirty="0">
                <a:sym typeface="Symbol" panose="05050102010706020507" pitchFamily="18" charset="2"/>
              </a:rPr>
              <a:t>r</a:t>
            </a:r>
            <a:r>
              <a:rPr lang="en-US" altLang="zh-CN" sz="2400" dirty="0">
                <a:sym typeface="Symbol" panose="05050102010706020507" pitchFamily="18" charset="2"/>
              </a:rPr>
              <a:t>)))</a:t>
            </a:r>
            <a:endParaRPr lang="en-US" altLang="zh-CN" sz="2400" i="1" dirty="0">
              <a:sym typeface="Symbol" panose="05050102010706020507" pitchFamily="18" charset="2"/>
            </a:endParaRPr>
          </a:p>
          <a:p>
            <a:pPr eaLnBrk="1" hangingPunct="1">
              <a:lnSpc>
                <a:spcPct val="90000"/>
              </a:lnSpc>
              <a:buFontTx/>
              <a:buNone/>
            </a:pPr>
            <a:r>
              <a:rPr lang="en-US" altLang="zh-CN" sz="2400" dirty="0">
                <a:sym typeface="Symbol" panose="05050102010706020507" pitchFamily="18" charset="2"/>
              </a:rPr>
              <a:t> </a:t>
            </a:r>
            <a:r>
              <a:rPr lang="en-US" altLang="zh-CN" sz="2400" i="1" dirty="0">
                <a:sym typeface="Symbol" panose="05050102010706020507" pitchFamily="18" charset="2"/>
              </a:rPr>
              <a:t>q</a:t>
            </a:r>
            <a:r>
              <a:rPr lang="en-US" altLang="zh-CN" sz="2400" dirty="0">
                <a:sym typeface="Symbol" panose="05050102010706020507" pitchFamily="18" charset="2"/>
              </a:rPr>
              <a:t>  (((</a:t>
            </a:r>
            <a:r>
              <a:rPr lang="en-US" altLang="zh-CN" sz="2400" u="sng" dirty="0">
                <a:sym typeface="Symbol" panose="05050102010706020507" pitchFamily="18" charset="2"/>
              </a:rPr>
              <a:t>¬</a:t>
            </a:r>
            <a:r>
              <a:rPr lang="en-US" altLang="zh-CN" sz="2400" i="1" u="sng" dirty="0">
                <a:sym typeface="Symbol" panose="05050102010706020507" pitchFamily="18" charset="2"/>
              </a:rPr>
              <a:t>p</a:t>
            </a:r>
            <a:r>
              <a:rPr lang="en-US" altLang="zh-CN" sz="2400" u="sng" dirty="0">
                <a:sym typeface="Symbol" panose="05050102010706020507" pitchFamily="18" charset="2"/>
              </a:rPr>
              <a:t>  </a:t>
            </a:r>
            <a:r>
              <a:rPr lang="en-US" altLang="zh-CN" sz="2400" i="1" u="sng" dirty="0">
                <a:sym typeface="Symbol" panose="05050102010706020507" pitchFamily="18" charset="2"/>
              </a:rPr>
              <a:t>p</a:t>
            </a:r>
            <a:r>
              <a:rPr lang="en-US" altLang="zh-CN" sz="2400" dirty="0">
                <a:sym typeface="Symbol" panose="05050102010706020507" pitchFamily="18" charset="2"/>
              </a:rPr>
              <a:t>)  </a:t>
            </a:r>
            <a:r>
              <a:rPr lang="en-US" altLang="zh-CN" sz="2400" i="1" dirty="0">
                <a:sym typeface="Symbol" panose="05050102010706020507" pitchFamily="18" charset="2"/>
              </a:rPr>
              <a:t>r</a:t>
            </a:r>
            <a:r>
              <a:rPr lang="en-US" altLang="zh-CN" sz="2400" dirty="0">
                <a:sym typeface="Symbol" panose="05050102010706020507" pitchFamily="18" charset="2"/>
              </a:rPr>
              <a:t>)  (¬</a:t>
            </a:r>
            <a:r>
              <a:rPr lang="en-US" altLang="zh-CN" sz="2400" i="1" dirty="0">
                <a:sym typeface="Symbol" panose="05050102010706020507" pitchFamily="18" charset="2"/>
              </a:rPr>
              <a:t>p</a:t>
            </a:r>
            <a:r>
              <a:rPr lang="en-US" altLang="zh-CN" sz="2400" dirty="0">
                <a:sym typeface="Symbol" panose="05050102010706020507" pitchFamily="18" charset="2"/>
              </a:rPr>
              <a:t>  ¬(</a:t>
            </a:r>
            <a:r>
              <a:rPr lang="en-US" altLang="zh-CN" sz="2400" i="1" dirty="0">
                <a:sym typeface="Symbol" panose="05050102010706020507" pitchFamily="18" charset="2"/>
              </a:rPr>
              <a:t>p</a:t>
            </a:r>
            <a:r>
              <a:rPr lang="en-US" altLang="zh-CN" sz="2400" dirty="0">
                <a:sym typeface="Symbol" panose="05050102010706020507" pitchFamily="18" charset="2"/>
              </a:rPr>
              <a:t>  </a:t>
            </a:r>
            <a:r>
              <a:rPr lang="en-US" altLang="zh-CN" sz="2400" i="1" dirty="0">
                <a:sym typeface="Symbol" panose="05050102010706020507" pitchFamily="18" charset="2"/>
              </a:rPr>
              <a:t>r</a:t>
            </a:r>
            <a:r>
              <a:rPr lang="en-US" altLang="zh-CN" sz="2400" dirty="0">
                <a:sym typeface="Symbol" panose="05050102010706020507" pitchFamily="18" charset="2"/>
              </a:rPr>
              <a:t>)))</a:t>
            </a:r>
            <a:endParaRPr lang="en-US" altLang="zh-CN" sz="2400" i="1" dirty="0">
              <a:sym typeface="Symbol" panose="05050102010706020507" pitchFamily="18" charset="2"/>
            </a:endParaRPr>
          </a:p>
          <a:p>
            <a:pPr eaLnBrk="1" hangingPunct="1">
              <a:lnSpc>
                <a:spcPct val="90000"/>
              </a:lnSpc>
              <a:buFontTx/>
              <a:buNone/>
            </a:pPr>
            <a:r>
              <a:rPr lang="en-US" altLang="zh-CN" sz="2400" dirty="0">
                <a:sym typeface="Symbol" panose="05050102010706020507" pitchFamily="18" charset="2"/>
              </a:rPr>
              <a:t> </a:t>
            </a:r>
            <a:r>
              <a:rPr lang="en-US" altLang="zh-CN" sz="2400" i="1" dirty="0">
                <a:sym typeface="Symbol" panose="05050102010706020507" pitchFamily="18" charset="2"/>
              </a:rPr>
              <a:t>q</a:t>
            </a:r>
            <a:r>
              <a:rPr lang="en-US" altLang="zh-CN" sz="2400" dirty="0">
                <a:sym typeface="Symbol" panose="05050102010706020507" pitchFamily="18" charset="2"/>
              </a:rPr>
              <a:t>  (</a:t>
            </a:r>
            <a:r>
              <a:rPr lang="en-US" altLang="zh-CN" sz="2400" u="sng" dirty="0">
                <a:solidFill>
                  <a:srgbClr val="FF0000"/>
                </a:solidFill>
                <a:sym typeface="Symbol" panose="05050102010706020507" pitchFamily="18" charset="2"/>
              </a:rPr>
              <a:t>(</a:t>
            </a:r>
            <a:r>
              <a:rPr lang="en-US" altLang="zh-CN" sz="2400" b="1" u="sng" dirty="0">
                <a:solidFill>
                  <a:srgbClr val="FF0000"/>
                </a:solidFill>
                <a:sym typeface="Symbol" panose="05050102010706020507" pitchFamily="18" charset="2"/>
              </a:rPr>
              <a:t>T</a:t>
            </a:r>
            <a:r>
              <a:rPr lang="en-US" altLang="zh-CN" sz="2400" u="sng" dirty="0">
                <a:solidFill>
                  <a:srgbClr val="FF0000"/>
                </a:solidFill>
                <a:sym typeface="Symbol" panose="05050102010706020507" pitchFamily="18" charset="2"/>
              </a:rPr>
              <a:t>  </a:t>
            </a:r>
            <a:r>
              <a:rPr lang="en-US" altLang="zh-CN" sz="2400" i="1" u="sng" dirty="0">
                <a:solidFill>
                  <a:srgbClr val="FF0000"/>
                </a:solidFill>
                <a:sym typeface="Symbol" panose="05050102010706020507" pitchFamily="18" charset="2"/>
              </a:rPr>
              <a:t>r</a:t>
            </a:r>
            <a:r>
              <a:rPr lang="en-US" altLang="zh-CN" sz="2400" u="sng" dirty="0">
                <a:solidFill>
                  <a:srgbClr val="FF0000"/>
                </a:solidFill>
                <a:sym typeface="Symbol" panose="05050102010706020507" pitchFamily="18" charset="2"/>
              </a:rPr>
              <a:t>)</a:t>
            </a:r>
            <a:r>
              <a:rPr lang="en-US" altLang="zh-CN" sz="2400" dirty="0">
                <a:sym typeface="Symbol" panose="05050102010706020507" pitchFamily="18" charset="2"/>
              </a:rPr>
              <a:t>  (¬</a:t>
            </a:r>
            <a:r>
              <a:rPr lang="en-US" altLang="zh-CN" sz="2400" i="1" dirty="0">
                <a:sym typeface="Symbol" panose="05050102010706020507" pitchFamily="18" charset="2"/>
              </a:rPr>
              <a:t>p</a:t>
            </a:r>
            <a:r>
              <a:rPr lang="en-US" altLang="zh-CN" sz="2400" dirty="0">
                <a:sym typeface="Symbol" panose="05050102010706020507" pitchFamily="18" charset="2"/>
              </a:rPr>
              <a:t>  ¬(</a:t>
            </a:r>
            <a:r>
              <a:rPr lang="en-US" altLang="zh-CN" sz="2400" i="1" dirty="0">
                <a:sym typeface="Symbol" panose="05050102010706020507" pitchFamily="18" charset="2"/>
              </a:rPr>
              <a:t>p</a:t>
            </a:r>
            <a:r>
              <a:rPr lang="en-US" altLang="zh-CN" sz="2400" dirty="0">
                <a:sym typeface="Symbol" panose="05050102010706020507" pitchFamily="18" charset="2"/>
              </a:rPr>
              <a:t>  </a:t>
            </a:r>
            <a:r>
              <a:rPr lang="en-US" altLang="zh-CN" sz="2400" i="1" dirty="0">
                <a:sym typeface="Symbol" panose="05050102010706020507" pitchFamily="18" charset="2"/>
              </a:rPr>
              <a:t>r</a:t>
            </a:r>
            <a:r>
              <a:rPr lang="en-US" altLang="zh-CN" sz="2400" dirty="0">
                <a:sym typeface="Symbol" panose="05050102010706020507" pitchFamily="18" charset="2"/>
              </a:rPr>
              <a:t>)))</a:t>
            </a:r>
            <a:endParaRPr lang="en-US" altLang="zh-CN" sz="2400" dirty="0">
              <a:sym typeface="Symbol" panose="05050102010706020507" pitchFamily="18" charset="2"/>
            </a:endParaRPr>
          </a:p>
          <a:p>
            <a:pPr eaLnBrk="1" hangingPunct="1">
              <a:lnSpc>
                <a:spcPct val="90000"/>
              </a:lnSpc>
              <a:buNone/>
            </a:pPr>
            <a:r>
              <a:rPr lang="en-US" altLang="zh-CN" sz="2400" dirty="0">
                <a:sym typeface="Symbol" panose="05050102010706020507" pitchFamily="18" charset="2"/>
              </a:rPr>
              <a:t></a:t>
            </a:r>
            <a:r>
              <a:rPr lang="en-US" altLang="zh-CN" sz="2400" i="1" dirty="0">
                <a:sym typeface="Symbol" panose="05050102010706020507" pitchFamily="18" charset="2"/>
              </a:rPr>
              <a:t> </a:t>
            </a:r>
            <a:r>
              <a:rPr lang="en-US" altLang="zh-CN" sz="2400" i="1" dirty="0">
                <a:sym typeface="Symbol" panose="05050102010706020507" pitchFamily="18" charset="2"/>
              </a:rPr>
              <a:t>q</a:t>
            </a:r>
            <a:r>
              <a:rPr lang="en-US" altLang="zh-CN" sz="2400" dirty="0">
                <a:sym typeface="Symbol" panose="05050102010706020507" pitchFamily="18" charset="2"/>
              </a:rPr>
              <a:t>  (</a:t>
            </a:r>
            <a:r>
              <a:rPr lang="en-US" altLang="zh-CN" sz="2400" b="1" dirty="0">
                <a:solidFill>
                  <a:srgbClr val="FF0000"/>
                </a:solidFill>
                <a:sym typeface="Symbol" panose="05050102010706020507" pitchFamily="18" charset="2"/>
              </a:rPr>
              <a:t>T</a:t>
            </a:r>
            <a:r>
              <a:rPr lang="en-US" altLang="zh-CN" sz="2400" dirty="0">
                <a:solidFill>
                  <a:srgbClr val="FF0000"/>
                </a:solidFill>
                <a:sym typeface="Symbol" panose="05050102010706020507" pitchFamily="18" charset="2"/>
              </a:rPr>
              <a:t> </a:t>
            </a:r>
            <a:r>
              <a:rPr lang="en-US" altLang="zh-CN" sz="2400" dirty="0">
                <a:sym typeface="Symbol" panose="05050102010706020507" pitchFamily="18" charset="2"/>
              </a:rPr>
              <a:t>(¬</a:t>
            </a:r>
            <a:r>
              <a:rPr lang="en-US" altLang="zh-CN" sz="2400" i="1" dirty="0">
                <a:sym typeface="Symbol" panose="05050102010706020507" pitchFamily="18" charset="2"/>
              </a:rPr>
              <a:t>p</a:t>
            </a:r>
            <a:r>
              <a:rPr lang="en-US" altLang="zh-CN" sz="2400" dirty="0">
                <a:sym typeface="Symbol" panose="05050102010706020507" pitchFamily="18" charset="2"/>
              </a:rPr>
              <a:t>  ¬(</a:t>
            </a:r>
            <a:r>
              <a:rPr lang="en-US" altLang="zh-CN" sz="2400" i="1" dirty="0">
                <a:sym typeface="Symbol" panose="05050102010706020507" pitchFamily="18" charset="2"/>
              </a:rPr>
              <a:t>p</a:t>
            </a:r>
            <a:r>
              <a:rPr lang="en-US" altLang="zh-CN" sz="2400" dirty="0">
                <a:sym typeface="Symbol" panose="05050102010706020507" pitchFamily="18" charset="2"/>
              </a:rPr>
              <a:t>  </a:t>
            </a:r>
            <a:r>
              <a:rPr lang="en-US" altLang="zh-CN" sz="2400" i="1" dirty="0">
                <a:sym typeface="Symbol" panose="05050102010706020507" pitchFamily="18" charset="2"/>
              </a:rPr>
              <a:t>r</a:t>
            </a:r>
            <a:r>
              <a:rPr lang="en-US" altLang="zh-CN" sz="2400" dirty="0">
                <a:sym typeface="Symbol" panose="05050102010706020507" pitchFamily="18" charset="2"/>
              </a:rPr>
              <a:t>)))</a:t>
            </a:r>
            <a:endParaRPr lang="en-US" altLang="zh-CN" sz="2400" dirty="0">
              <a:sym typeface="Symbol" panose="05050102010706020507" pitchFamily="18" charset="2"/>
            </a:endParaRPr>
          </a:p>
          <a:p>
            <a:pPr eaLnBrk="1" hangingPunct="1">
              <a:lnSpc>
                <a:spcPct val="90000"/>
              </a:lnSpc>
              <a:buNone/>
            </a:pPr>
            <a:r>
              <a:rPr lang="en-US" altLang="zh-CN" sz="2400" dirty="0">
                <a:latin typeface="Tahoma" panose="020B0604030504040204" pitchFamily="34" charset="0"/>
                <a:sym typeface="Symbol" panose="05050102010706020507" pitchFamily="18" charset="2"/>
              </a:rPr>
              <a:t></a:t>
            </a:r>
            <a:r>
              <a:rPr lang="en-US" altLang="zh-CN" sz="2400" i="1" dirty="0">
                <a:sym typeface="Symbol" panose="05050102010706020507" pitchFamily="18" charset="2"/>
              </a:rPr>
              <a:t>q</a:t>
            </a:r>
            <a:r>
              <a:rPr lang="en-US" altLang="zh-CN" sz="2400" dirty="0">
                <a:sym typeface="Symbol" panose="05050102010706020507" pitchFamily="18" charset="2"/>
              </a:rPr>
              <a:t>  (¬</a:t>
            </a:r>
            <a:r>
              <a:rPr lang="en-US" altLang="zh-CN" sz="2400" i="1" dirty="0">
                <a:sym typeface="Symbol" panose="05050102010706020507" pitchFamily="18" charset="2"/>
              </a:rPr>
              <a:t>p</a:t>
            </a:r>
            <a:r>
              <a:rPr lang="en-US" altLang="zh-CN" sz="2400" dirty="0">
                <a:sym typeface="Symbol" panose="05050102010706020507" pitchFamily="18" charset="2"/>
              </a:rPr>
              <a:t>  </a:t>
            </a:r>
            <a:r>
              <a:rPr lang="en-US" altLang="zh-CN" sz="2400" dirty="0">
                <a:solidFill>
                  <a:srgbClr val="FF0000"/>
                </a:solidFill>
                <a:sym typeface="Symbol" panose="05050102010706020507" pitchFamily="18" charset="2"/>
              </a:rPr>
              <a:t>¬(</a:t>
            </a:r>
            <a:r>
              <a:rPr lang="en-US" altLang="zh-CN" sz="2400" i="1" dirty="0">
                <a:solidFill>
                  <a:srgbClr val="FF0000"/>
                </a:solidFill>
                <a:sym typeface="Symbol" panose="05050102010706020507" pitchFamily="18" charset="2"/>
              </a:rPr>
              <a:t>p</a:t>
            </a:r>
            <a:r>
              <a:rPr lang="en-US" altLang="zh-CN" sz="2400" dirty="0">
                <a:solidFill>
                  <a:srgbClr val="FF0000"/>
                </a:solidFill>
                <a:sym typeface="Symbol" panose="05050102010706020507" pitchFamily="18" charset="2"/>
              </a:rPr>
              <a:t>  </a:t>
            </a:r>
            <a:r>
              <a:rPr lang="en-US" altLang="zh-CN" sz="2400" i="1" dirty="0">
                <a:solidFill>
                  <a:srgbClr val="FF0000"/>
                </a:solidFill>
                <a:sym typeface="Symbol" panose="05050102010706020507" pitchFamily="18" charset="2"/>
              </a:rPr>
              <a:t>r</a:t>
            </a:r>
            <a:r>
              <a:rPr lang="en-US" altLang="zh-CN" sz="2400" dirty="0">
                <a:solidFill>
                  <a:srgbClr val="FF0000"/>
                </a:solidFill>
                <a:sym typeface="Symbol" panose="05050102010706020507" pitchFamily="18" charset="2"/>
              </a:rPr>
              <a:t>)</a:t>
            </a:r>
            <a:r>
              <a:rPr lang="en-US" altLang="zh-CN" sz="2400" dirty="0">
                <a:sym typeface="Symbol" panose="05050102010706020507" pitchFamily="18" charset="2"/>
              </a:rPr>
              <a:t>)</a:t>
            </a:r>
            <a:endParaRPr lang="en-US" altLang="zh-CN" sz="2400" dirty="0">
              <a:sym typeface="Symbol" panose="05050102010706020507" pitchFamily="18" charset="2"/>
            </a:endParaRPr>
          </a:p>
          <a:p>
            <a:pPr eaLnBrk="1" hangingPunct="1">
              <a:lnSpc>
                <a:spcPct val="90000"/>
              </a:lnSpc>
              <a:buNone/>
            </a:pPr>
            <a:r>
              <a:rPr lang="en-US" altLang="zh-CN" sz="2400" dirty="0">
                <a:latin typeface="Tahoma" panose="020B0604030504040204" pitchFamily="34" charset="0"/>
                <a:sym typeface="Symbol" panose="05050102010706020507" pitchFamily="18" charset="2"/>
              </a:rPr>
              <a:t></a:t>
            </a:r>
            <a:r>
              <a:rPr lang="en-US" altLang="zh-CN" sz="2400" i="1" dirty="0">
                <a:sym typeface="Symbol" panose="05050102010706020507" pitchFamily="18" charset="2"/>
              </a:rPr>
              <a:t>q</a:t>
            </a:r>
            <a:r>
              <a:rPr lang="en-US" altLang="zh-CN" sz="2400" dirty="0">
                <a:sym typeface="Symbol" panose="05050102010706020507" pitchFamily="18" charset="2"/>
              </a:rPr>
              <a:t>  (</a:t>
            </a:r>
            <a:r>
              <a:rPr lang="en-US" altLang="zh-CN" sz="2400" dirty="0">
                <a:solidFill>
                  <a:schemeClr val="tx1"/>
                </a:solidFill>
                <a:sym typeface="Symbol" panose="05050102010706020507" pitchFamily="18" charset="2"/>
              </a:rPr>
              <a:t>¬</a:t>
            </a:r>
            <a:r>
              <a:rPr lang="en-US" altLang="zh-CN" sz="2400" i="1" dirty="0">
                <a:solidFill>
                  <a:schemeClr val="tx1"/>
                </a:solidFill>
                <a:sym typeface="Symbol" panose="05050102010706020507" pitchFamily="18" charset="2"/>
              </a:rPr>
              <a:t>p</a:t>
            </a:r>
            <a:r>
              <a:rPr lang="en-US" altLang="zh-CN" sz="2400" dirty="0">
                <a:sym typeface="Symbol" panose="05050102010706020507" pitchFamily="18" charset="2"/>
              </a:rPr>
              <a:t>  </a:t>
            </a:r>
            <a:r>
              <a:rPr lang="en-US" altLang="zh-CN" sz="2400" dirty="0">
                <a:latin typeface="Tahoma" panose="020B0604030504040204" pitchFamily="34" charset="0"/>
                <a:sym typeface="Symbol" panose="05050102010706020507" pitchFamily="18" charset="2"/>
              </a:rPr>
              <a:t> (</a:t>
            </a:r>
            <a:r>
              <a:rPr lang="en-US" altLang="zh-CN" sz="2400" dirty="0">
                <a:solidFill>
                  <a:srgbClr val="FF0000"/>
                </a:solidFill>
                <a:latin typeface="Tahoma" panose="020B0604030504040204" pitchFamily="34" charset="0"/>
                <a:sym typeface="Symbol" panose="05050102010706020507" pitchFamily="18" charset="2"/>
              </a:rPr>
              <a:t>¬</a:t>
            </a:r>
            <a:r>
              <a:rPr lang="en-US" altLang="zh-CN" sz="2400" i="1" dirty="0">
                <a:solidFill>
                  <a:srgbClr val="FF0000"/>
                </a:solidFill>
                <a:latin typeface="Tahoma" panose="020B0604030504040204" pitchFamily="34" charset="0"/>
                <a:sym typeface="Symbol" panose="05050102010706020507" pitchFamily="18" charset="2"/>
              </a:rPr>
              <a:t>p</a:t>
            </a:r>
            <a:r>
              <a:rPr lang="en-US" altLang="zh-CN" sz="2400" dirty="0">
                <a:latin typeface="Tahoma" panose="020B0604030504040204" pitchFamily="34" charset="0"/>
                <a:sym typeface="Symbol" panose="05050102010706020507" pitchFamily="18" charset="2"/>
              </a:rPr>
              <a:t>  </a:t>
            </a:r>
            <a:r>
              <a:rPr lang="en-US" altLang="zh-CN" sz="2400" dirty="0">
                <a:solidFill>
                  <a:srgbClr val="FF0000"/>
                </a:solidFill>
                <a:latin typeface="Tahoma" panose="020B0604030504040204" pitchFamily="34" charset="0"/>
                <a:sym typeface="Symbol" panose="05050102010706020507" pitchFamily="18" charset="2"/>
              </a:rPr>
              <a:t>¬</a:t>
            </a:r>
            <a:r>
              <a:rPr lang="en-US" altLang="zh-CN" sz="2400" i="1" dirty="0">
                <a:solidFill>
                  <a:srgbClr val="FF0000"/>
                </a:solidFill>
                <a:latin typeface="Tahoma" panose="020B0604030504040204" pitchFamily="34" charset="0"/>
                <a:sym typeface="Symbol" panose="05050102010706020507" pitchFamily="18" charset="2"/>
              </a:rPr>
              <a:t>r</a:t>
            </a:r>
            <a:r>
              <a:rPr lang="en-US" altLang="zh-CN" sz="2400" dirty="0">
                <a:latin typeface="Tahoma" panose="020B0604030504040204" pitchFamily="34" charset="0"/>
                <a:sym typeface="Symbol" panose="05050102010706020507" pitchFamily="18" charset="2"/>
              </a:rPr>
              <a:t>)</a:t>
            </a:r>
            <a:r>
              <a:rPr lang="en-US" altLang="zh-CN" sz="2400" dirty="0">
                <a:sym typeface="Symbol" panose="05050102010706020507" pitchFamily="18" charset="2"/>
              </a:rPr>
              <a:t>)</a:t>
            </a:r>
            <a:endParaRPr lang="en-US" altLang="zh-CN" sz="2400" dirty="0">
              <a:sym typeface="Symbol" panose="05050102010706020507" pitchFamily="18" charset="2"/>
            </a:endParaRPr>
          </a:p>
          <a:p>
            <a:pPr marL="0" indent="0">
              <a:buClrTx/>
              <a:buFontTx/>
              <a:buNone/>
            </a:pPr>
            <a:r>
              <a:rPr lang="en-US" altLang="zh-CN" sz="2400" dirty="0">
                <a:latin typeface="Tahoma" panose="020B0604030504040204" pitchFamily="34" charset="0"/>
                <a:sym typeface="Symbol" panose="05050102010706020507" pitchFamily="18" charset="2"/>
              </a:rPr>
              <a:t> </a:t>
            </a:r>
            <a:r>
              <a:rPr lang="en-US" altLang="zh-CN" sz="2400" i="1" dirty="0">
                <a:latin typeface="Tahoma" panose="020B0604030504040204" pitchFamily="34" charset="0"/>
                <a:sym typeface="Symbol" panose="05050102010706020507" pitchFamily="18" charset="2"/>
              </a:rPr>
              <a:t>q</a:t>
            </a:r>
            <a:r>
              <a:rPr lang="en-US" altLang="zh-CN" sz="2400" dirty="0">
                <a:latin typeface="Tahoma" panose="020B0604030504040204" pitchFamily="34" charset="0"/>
                <a:sym typeface="Symbol" panose="05050102010706020507" pitchFamily="18" charset="2"/>
              </a:rPr>
              <a:t>  (¬</a:t>
            </a:r>
            <a:r>
              <a:rPr lang="en-US" altLang="zh-CN" sz="2400" i="1" dirty="0">
                <a:latin typeface="Tahoma" panose="020B0604030504040204" pitchFamily="34" charset="0"/>
                <a:sym typeface="Symbol" panose="05050102010706020507" pitchFamily="18" charset="2"/>
              </a:rPr>
              <a:t>p</a:t>
            </a:r>
            <a:r>
              <a:rPr lang="en-US" altLang="zh-CN" sz="2400" dirty="0">
                <a:latin typeface="Tahoma" panose="020B0604030504040204" pitchFamily="34" charset="0"/>
                <a:sym typeface="Symbol" panose="05050102010706020507" pitchFamily="18" charset="2"/>
              </a:rPr>
              <a:t>  ¬</a:t>
            </a:r>
            <a:r>
              <a:rPr lang="en-US" altLang="zh-CN" sz="2400" i="1" dirty="0">
                <a:latin typeface="Tahoma" panose="020B0604030504040204" pitchFamily="34" charset="0"/>
                <a:sym typeface="Symbol" panose="05050102010706020507" pitchFamily="18" charset="2"/>
              </a:rPr>
              <a:t>r</a:t>
            </a:r>
            <a:r>
              <a:rPr lang="en-US" altLang="zh-CN" sz="2400" dirty="0">
                <a:latin typeface="Tahoma" panose="020B0604030504040204" pitchFamily="34" charset="0"/>
                <a:sym typeface="Symbol" panose="05050102010706020507" pitchFamily="18" charset="2"/>
              </a:rPr>
              <a:t>)</a:t>
            </a:r>
            <a:r>
              <a:rPr lang="en-US" altLang="zh-CN" sz="2400" i="1" dirty="0">
                <a:latin typeface="Tahoma" panose="020B0604030504040204" pitchFamily="34" charset="0"/>
                <a:sym typeface="Symbol" panose="05050102010706020507" pitchFamily="18" charset="2"/>
              </a:rPr>
              <a:t> </a:t>
            </a:r>
            <a:r>
              <a:rPr lang="en-US" altLang="zh-CN" sz="2400" dirty="0">
                <a:latin typeface="Tahoma" panose="020B0604030504040204" pitchFamily="34" charset="0"/>
                <a:sym typeface="Symbol" panose="05050102010706020507" pitchFamily="18" charset="2"/>
              </a:rPr>
              <a:t> (</a:t>
            </a:r>
            <a:r>
              <a:rPr lang="en-US" altLang="zh-CN" sz="2400" i="1" dirty="0">
                <a:latin typeface="Tahoma" panose="020B0604030504040204" pitchFamily="34" charset="0"/>
                <a:sym typeface="Symbol" panose="05050102010706020507" pitchFamily="18" charset="2"/>
              </a:rPr>
              <a:t>q</a:t>
            </a:r>
            <a:r>
              <a:rPr lang="en-US" altLang="zh-CN" sz="2400" dirty="0">
                <a:latin typeface="Tahoma" panose="020B0604030504040204" pitchFamily="34" charset="0"/>
                <a:sym typeface="Symbol" panose="05050102010706020507" pitchFamily="18" charset="2"/>
              </a:rPr>
              <a:t>  ¬</a:t>
            </a:r>
            <a:r>
              <a:rPr lang="en-US" altLang="zh-CN" sz="2400" i="1" dirty="0">
                <a:latin typeface="Tahoma" panose="020B0604030504040204" pitchFamily="34" charset="0"/>
                <a:sym typeface="Symbol" panose="05050102010706020507" pitchFamily="18" charset="2"/>
              </a:rPr>
              <a:t>p</a:t>
            </a:r>
            <a:r>
              <a:rPr lang="en-US" altLang="zh-CN" sz="2400" dirty="0">
                <a:latin typeface="Tahoma" panose="020B0604030504040204" pitchFamily="34" charset="0"/>
                <a:sym typeface="Symbol" panose="05050102010706020507" pitchFamily="18" charset="2"/>
              </a:rPr>
              <a:t>)  ¬</a:t>
            </a:r>
            <a:r>
              <a:rPr lang="en-US" altLang="zh-CN" sz="2400" i="1" dirty="0">
                <a:latin typeface="Tahoma" panose="020B0604030504040204" pitchFamily="34" charset="0"/>
                <a:sym typeface="Symbol" panose="05050102010706020507" pitchFamily="18" charset="2"/>
              </a:rPr>
              <a:t>r </a:t>
            </a:r>
            <a:r>
              <a:rPr lang="en-US" altLang="zh-CN" sz="2400" dirty="0">
                <a:latin typeface="Tahoma" panose="020B0604030504040204" pitchFamily="34" charset="0"/>
                <a:sym typeface="Symbol" panose="05050102010706020507" pitchFamily="18" charset="2"/>
              </a:rPr>
              <a:t></a:t>
            </a:r>
            <a:r>
              <a:rPr lang="en-US" altLang="zh-CN" sz="2400" i="1" dirty="0">
                <a:latin typeface="Tahoma" panose="020B0604030504040204" pitchFamily="34" charset="0"/>
                <a:sym typeface="Symbol" panose="05050102010706020507" pitchFamily="18" charset="2"/>
              </a:rPr>
              <a:t> </a:t>
            </a:r>
            <a:r>
              <a:rPr lang="en-US" altLang="zh-CN" sz="2400" dirty="0">
                <a:latin typeface="Tahoma" panose="020B0604030504040204" pitchFamily="34" charset="0"/>
                <a:sym typeface="Symbol" panose="05050102010706020507" pitchFamily="18" charset="2"/>
              </a:rPr>
              <a:t>¬</a:t>
            </a:r>
            <a:r>
              <a:rPr lang="en-US" altLang="zh-CN" sz="2400" i="1" dirty="0">
                <a:latin typeface="Tahoma" panose="020B0604030504040204" pitchFamily="34" charset="0"/>
                <a:sym typeface="Symbol" panose="05050102010706020507" pitchFamily="18" charset="2"/>
              </a:rPr>
              <a:t>p </a:t>
            </a:r>
            <a:r>
              <a:rPr lang="en-US" altLang="zh-CN" sz="2400" dirty="0">
                <a:latin typeface="Tahoma" panose="020B0604030504040204" pitchFamily="34" charset="0"/>
                <a:sym typeface="Symbol" panose="05050102010706020507" pitchFamily="18" charset="2"/>
              </a:rPr>
              <a:t> </a:t>
            </a:r>
            <a:r>
              <a:rPr lang="en-US" altLang="zh-CN" sz="2400" i="1" dirty="0">
                <a:latin typeface="Tahoma" panose="020B0604030504040204" pitchFamily="34" charset="0"/>
                <a:sym typeface="Symbol" panose="05050102010706020507" pitchFamily="18" charset="2"/>
              </a:rPr>
              <a:t>q</a:t>
            </a:r>
            <a:r>
              <a:rPr lang="en-US" altLang="zh-CN" sz="2400" dirty="0">
                <a:latin typeface="Tahoma" panose="020B0604030504040204" pitchFamily="34" charset="0"/>
                <a:sym typeface="Symbol" panose="05050102010706020507" pitchFamily="18" charset="2"/>
              </a:rPr>
              <a:t>  ¬</a:t>
            </a:r>
            <a:r>
              <a:rPr lang="en-US" altLang="zh-CN" sz="2400" i="1" dirty="0">
                <a:latin typeface="Tahoma" panose="020B0604030504040204" pitchFamily="34" charset="0"/>
                <a:sym typeface="Symbol" panose="05050102010706020507" pitchFamily="18" charset="2"/>
              </a:rPr>
              <a:t>r </a:t>
            </a:r>
            <a:endParaRPr lang="en-US" altLang="zh-CN" sz="2400" dirty="0">
              <a:latin typeface="Tahoma" panose="020B0604030504040204" pitchFamily="34" charset="0"/>
              <a:sym typeface="Symbol" panose="05050102010706020507" pitchFamily="18" charset="2"/>
            </a:endParaRPr>
          </a:p>
          <a:p>
            <a:pPr eaLnBrk="1" hangingPunct="1">
              <a:lnSpc>
                <a:spcPct val="90000"/>
              </a:lnSpc>
              <a:buNone/>
            </a:pPr>
            <a:endParaRPr lang="en-US" altLang="zh-CN" sz="2400" dirty="0">
              <a:sym typeface="Symbol" panose="05050102010706020507" pitchFamily="18" charset="2"/>
            </a:endParaRPr>
          </a:p>
          <a:p>
            <a:pPr eaLnBrk="1" hangingPunct="1">
              <a:lnSpc>
                <a:spcPct val="90000"/>
              </a:lnSpc>
              <a:buNone/>
            </a:pPr>
            <a:endParaRPr lang="en-US" altLang="zh-CN" sz="2400" dirty="0">
              <a:sym typeface="Symbol" panose="05050102010706020507" pitchFamily="18" charset="2"/>
            </a:endParaRPr>
          </a:p>
          <a:p>
            <a:pPr eaLnBrk="1" hangingPunct="1">
              <a:lnSpc>
                <a:spcPct val="90000"/>
              </a:lnSpc>
              <a:buNone/>
            </a:pPr>
            <a:endParaRPr lang="en-US" altLang="zh-CN" sz="2400" dirty="0">
              <a:sym typeface="Symbol" panose="05050102010706020507" pitchFamily="18" charset="2"/>
            </a:endParaRPr>
          </a:p>
          <a:p>
            <a:pPr eaLnBrk="1" hangingPunct="1">
              <a:lnSpc>
                <a:spcPct val="90000"/>
              </a:lnSpc>
              <a:buFontTx/>
              <a:buNone/>
            </a:pPr>
            <a:endParaRPr lang="en-US" altLang="zh-CN" sz="2400" dirty="0">
              <a:sym typeface="Symbol" panose="05050102010706020507" pitchFamily="18" charset="2"/>
            </a:endParaRPr>
          </a:p>
          <a:p>
            <a:pPr eaLnBrk="1" hangingPunct="1">
              <a:lnSpc>
                <a:spcPct val="90000"/>
              </a:lnSpc>
              <a:buFontTx/>
              <a:buNone/>
            </a:pPr>
            <a:r>
              <a:rPr lang="en-US" altLang="zh-CN" i="1" dirty="0">
                <a:sym typeface="Symbol" panose="05050102010706020507" pitchFamily="18" charset="2"/>
              </a:rPr>
              <a:t>	</a:t>
            </a:r>
            <a:endParaRPr lang="zh-CN" altLang="en-US" dirty="0"/>
          </a:p>
        </p:txBody>
      </p:sp>
      <p:sp>
        <p:nvSpPr>
          <p:cNvPr id="757764" name="Rectangle 4"/>
          <p:cNvSpPr>
            <a:spLocks noChangeArrowheads="1"/>
          </p:cNvSpPr>
          <p:nvPr/>
        </p:nvSpPr>
        <p:spPr bwMode="auto">
          <a:xfrm>
            <a:off x="3563620" y="394018"/>
            <a:ext cx="5329238" cy="457200"/>
          </a:xfrm>
          <a:prstGeom prst="rect">
            <a:avLst/>
          </a:prstGeom>
          <a:noFill/>
          <a:ln w="9525">
            <a:noFill/>
            <a:miter lim="800000"/>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1">
                <a:ln>
                  <a:noFill/>
                </a:ln>
                <a:solidFill>
                  <a:schemeClr val="tx2"/>
                </a:solidFill>
                <a:effectLst>
                  <a:outerShdw blurRad="38100" dist="38100" dir="2700000" algn="tl">
                    <a:srgbClr val="C0C0C0"/>
                  </a:outerShdw>
                </a:effectLst>
                <a:uLnTx/>
                <a:uFillTx/>
                <a:latin typeface="Tahoma" panose="020B0604030504040204" pitchFamily="34" charset="0"/>
                <a:ea typeface="宋体" pitchFamily="2" charset="-122"/>
                <a:cs typeface="+mn-cs"/>
                <a:sym typeface="Symbol" panose="05050102010706020507" pitchFamily="18" charset="2"/>
              </a:rPr>
              <a:t>(</a:t>
            </a:r>
            <a:r>
              <a:rPr kumimoji="0" lang="en-US" altLang="zh-CN" sz="2400" b="0" i="1" u="none" strike="noStrike" kern="1200" cap="none" spc="0" normalizeH="0" baseline="0" noProof="1">
                <a:ln>
                  <a:noFill/>
                </a:ln>
                <a:solidFill>
                  <a:schemeClr val="tx2"/>
                </a:solidFill>
                <a:effectLst>
                  <a:outerShdw blurRad="38100" dist="38100" dir="2700000" algn="tl">
                    <a:srgbClr val="C0C0C0"/>
                  </a:outerShdw>
                </a:effectLst>
                <a:uLnTx/>
                <a:uFillTx/>
                <a:latin typeface="Tahoma" panose="020B0604030504040204" pitchFamily="34" charset="0"/>
                <a:ea typeface="宋体" pitchFamily="2" charset="-122"/>
                <a:cs typeface="+mn-cs"/>
                <a:sym typeface="Symbol" panose="05050102010706020507" pitchFamily="18" charset="2"/>
              </a:rPr>
              <a:t>p </a:t>
            </a:r>
            <a:r>
              <a:rPr kumimoji="0" lang="en-US" altLang="zh-CN" sz="2400" b="0" i="0" u="none" strike="noStrike" kern="1200" cap="none" spc="0" normalizeH="0" baseline="0" noProof="1">
                <a:ln>
                  <a:noFill/>
                </a:ln>
                <a:solidFill>
                  <a:schemeClr val="tx2"/>
                </a:solidFill>
                <a:effectLst>
                  <a:outerShdw blurRad="38100" dist="38100" dir="2700000" algn="tl">
                    <a:srgbClr val="C0C0C0"/>
                  </a:outerShdw>
                </a:effectLst>
                <a:uLnTx/>
                <a:uFillTx/>
                <a:latin typeface="Tahoma" panose="020B0604030504040204" pitchFamily="34" charset="0"/>
                <a:ea typeface="宋体" pitchFamily="2" charset="-122"/>
                <a:cs typeface="+mn-cs"/>
                <a:sym typeface="Symbol" panose="05050102010706020507" pitchFamily="18" charset="2"/>
              </a:rPr>
              <a:t> ¬</a:t>
            </a:r>
            <a:r>
              <a:rPr kumimoji="0" lang="en-US" altLang="zh-CN" sz="2400" b="0" i="1" u="none" strike="noStrike" kern="1200" cap="none" spc="0" normalizeH="0" baseline="0" noProof="1">
                <a:ln>
                  <a:noFill/>
                </a:ln>
                <a:solidFill>
                  <a:schemeClr val="tx2"/>
                </a:solidFill>
                <a:effectLst>
                  <a:outerShdw blurRad="38100" dist="38100" dir="2700000" algn="tl">
                    <a:srgbClr val="C0C0C0"/>
                  </a:outerShdw>
                </a:effectLst>
                <a:uLnTx/>
                <a:uFillTx/>
                <a:latin typeface="Tahoma" panose="020B0604030504040204" pitchFamily="34" charset="0"/>
                <a:ea typeface="宋体" pitchFamily="2" charset="-122"/>
                <a:cs typeface="+mn-cs"/>
                <a:sym typeface="Symbol" panose="05050102010706020507" pitchFamily="18" charset="2"/>
              </a:rPr>
              <a:t>q</a:t>
            </a:r>
            <a:r>
              <a:rPr kumimoji="0" lang="en-US" altLang="zh-CN" sz="2400" b="0" i="0" u="none" strike="noStrike" kern="1200" cap="none" spc="0" normalizeH="0" baseline="0" noProof="1">
                <a:ln>
                  <a:noFill/>
                </a:ln>
                <a:solidFill>
                  <a:schemeClr val="tx2"/>
                </a:solidFill>
                <a:effectLst>
                  <a:outerShdw blurRad="38100" dist="38100" dir="2700000" algn="tl">
                    <a:srgbClr val="C0C0C0"/>
                  </a:outerShdw>
                </a:effectLst>
                <a:uLnTx/>
                <a:uFillTx/>
                <a:latin typeface="Tahoma" panose="020B0604030504040204" pitchFamily="34" charset="0"/>
                <a:ea typeface="宋体" pitchFamily="2" charset="-122"/>
                <a:cs typeface="+mn-cs"/>
                <a:sym typeface="Symbol" panose="05050102010706020507" pitchFamily="18" charset="2"/>
              </a:rPr>
              <a:t>)  (</a:t>
            </a:r>
            <a:r>
              <a:rPr kumimoji="0" lang="en-US" altLang="zh-CN" sz="2400" b="0" i="1" u="none" strike="noStrike" kern="1200" cap="none" spc="0" normalizeH="0" baseline="0" noProof="1">
                <a:ln>
                  <a:noFill/>
                </a:ln>
                <a:solidFill>
                  <a:schemeClr val="tx2"/>
                </a:solidFill>
                <a:effectLst>
                  <a:outerShdw blurRad="38100" dist="38100" dir="2700000" algn="tl">
                    <a:srgbClr val="C0C0C0"/>
                  </a:outerShdw>
                </a:effectLst>
                <a:uLnTx/>
                <a:uFillTx/>
                <a:latin typeface="Tahoma" panose="020B0604030504040204" pitchFamily="34" charset="0"/>
                <a:ea typeface="宋体" pitchFamily="2" charset="-122"/>
                <a:cs typeface="+mn-cs"/>
                <a:sym typeface="Symbol" panose="05050102010706020507" pitchFamily="18" charset="2"/>
              </a:rPr>
              <a:t>p</a:t>
            </a:r>
            <a:r>
              <a:rPr kumimoji="0" lang="en-US" altLang="zh-CN" sz="2400" b="0" i="0" u="none" strike="noStrike" kern="1200" cap="none" spc="0" normalizeH="0" baseline="0" noProof="1">
                <a:ln>
                  <a:noFill/>
                </a:ln>
                <a:solidFill>
                  <a:schemeClr val="tx2"/>
                </a:solidFill>
                <a:effectLst>
                  <a:outerShdw blurRad="38100" dist="38100" dir="2700000" algn="tl">
                    <a:srgbClr val="C0C0C0"/>
                  </a:outerShdw>
                </a:effectLst>
                <a:uLnTx/>
                <a:uFillTx/>
                <a:latin typeface="Tahoma" panose="020B0604030504040204" pitchFamily="34" charset="0"/>
                <a:ea typeface="宋体" pitchFamily="2" charset="-122"/>
                <a:cs typeface="+mn-cs"/>
                <a:sym typeface="Symbol" panose="05050102010706020507" pitchFamily="18" charset="2"/>
              </a:rPr>
              <a:t>  </a:t>
            </a:r>
            <a:r>
              <a:rPr kumimoji="0" lang="en-US" altLang="zh-CN" sz="2400" b="0" i="1" u="none" strike="noStrike" kern="1200" cap="none" spc="0" normalizeH="0" baseline="0" noProof="1">
                <a:ln>
                  <a:noFill/>
                </a:ln>
                <a:solidFill>
                  <a:schemeClr val="tx2"/>
                </a:solidFill>
                <a:effectLst>
                  <a:outerShdw blurRad="38100" dist="38100" dir="2700000" algn="tl">
                    <a:srgbClr val="C0C0C0"/>
                  </a:outerShdw>
                </a:effectLst>
                <a:uLnTx/>
                <a:uFillTx/>
                <a:latin typeface="Tahoma" panose="020B0604030504040204" pitchFamily="34" charset="0"/>
                <a:ea typeface="宋体" pitchFamily="2" charset="-122"/>
                <a:cs typeface="+mn-cs"/>
                <a:sym typeface="Symbol" panose="05050102010706020507" pitchFamily="18" charset="2"/>
              </a:rPr>
              <a:t>r</a:t>
            </a:r>
            <a:r>
              <a:rPr kumimoji="0" lang="en-US" altLang="zh-CN" sz="2400" b="0" i="0" u="none" strike="noStrike" kern="1200" cap="none" spc="0" normalizeH="0" baseline="0" noProof="1">
                <a:ln>
                  <a:noFill/>
                </a:ln>
                <a:solidFill>
                  <a:schemeClr val="tx2"/>
                </a:solidFill>
                <a:effectLst>
                  <a:outerShdw blurRad="38100" dist="38100" dir="2700000" algn="tl">
                    <a:srgbClr val="C0C0C0"/>
                  </a:outerShdw>
                </a:effectLst>
                <a:uLnTx/>
                <a:uFillTx/>
                <a:latin typeface="Tahoma" panose="020B0604030504040204" pitchFamily="34" charset="0"/>
                <a:ea typeface="宋体" pitchFamily="2" charset="-122"/>
                <a:cs typeface="+mn-cs"/>
                <a:sym typeface="Symbol" panose="05050102010706020507" pitchFamily="18" charset="2"/>
              </a:rPr>
              <a:t>)</a:t>
            </a:r>
            <a:r>
              <a:rPr kumimoji="0" lang="en-US" altLang="zh-CN" sz="2400" b="0" i="1" u="none" strike="noStrike" kern="1200" cap="none" spc="0" normalizeH="0" baseline="0" noProof="1">
                <a:ln>
                  <a:noFill/>
                </a:ln>
                <a:solidFill>
                  <a:schemeClr val="tx2"/>
                </a:solidFill>
                <a:effectLst>
                  <a:outerShdw blurRad="38100" dist="38100" dir="2700000" algn="tl">
                    <a:srgbClr val="C0C0C0"/>
                  </a:outerShdw>
                </a:effectLst>
                <a:uLnTx/>
                <a:uFillTx/>
                <a:latin typeface="Tahoma" panose="020B0604030504040204" pitchFamily="34" charset="0"/>
                <a:ea typeface="宋体" pitchFamily="2" charset="-122"/>
                <a:cs typeface="+mn-cs"/>
                <a:sym typeface="Symbol" panose="05050102010706020507" pitchFamily="18" charset="2"/>
              </a:rPr>
              <a:t> </a:t>
            </a:r>
            <a:r>
              <a:rPr kumimoji="0" lang="en-US" altLang="zh-CN" sz="2400" b="0" i="0" u="none" strike="noStrike" kern="1200" cap="none" spc="0" normalizeH="0" baseline="0" noProof="1">
                <a:ln>
                  <a:noFill/>
                </a:ln>
                <a:solidFill>
                  <a:schemeClr val="tx2"/>
                </a:solidFill>
                <a:effectLst>
                  <a:outerShdw blurRad="38100" dist="38100" dir="2700000" algn="tl">
                    <a:srgbClr val="C0C0C0"/>
                  </a:outerShdw>
                </a:effectLst>
                <a:uLnTx/>
                <a:uFillTx/>
                <a:latin typeface="Tahoma" panose="020B0604030504040204" pitchFamily="34" charset="0"/>
                <a:ea typeface="宋体" pitchFamily="2" charset="-122"/>
                <a:cs typeface="+mn-cs"/>
                <a:sym typeface="Symbol" panose="05050102010706020507" pitchFamily="18" charset="2"/>
              </a:rPr>
              <a:t>  ¬</a:t>
            </a:r>
            <a:r>
              <a:rPr kumimoji="0" lang="en-US" altLang="zh-CN" sz="2400" b="0" i="1" u="none" strike="noStrike" kern="1200" cap="none" spc="0" normalizeH="0" baseline="0" noProof="1">
                <a:ln>
                  <a:noFill/>
                </a:ln>
                <a:solidFill>
                  <a:schemeClr val="tx2"/>
                </a:solidFill>
                <a:effectLst>
                  <a:outerShdw blurRad="38100" dist="38100" dir="2700000" algn="tl">
                    <a:srgbClr val="C0C0C0"/>
                  </a:outerShdw>
                </a:effectLst>
                <a:uLnTx/>
                <a:uFillTx/>
                <a:latin typeface="Tahoma" panose="020B0604030504040204" pitchFamily="34" charset="0"/>
                <a:ea typeface="宋体" pitchFamily="2" charset="-122"/>
                <a:cs typeface="+mn-cs"/>
                <a:sym typeface="Symbol" panose="05050102010706020507" pitchFamily="18" charset="2"/>
              </a:rPr>
              <a:t>p </a:t>
            </a:r>
            <a:r>
              <a:rPr kumimoji="0" lang="en-US" altLang="zh-CN" sz="2400" b="0" i="0" u="none" strike="noStrike" kern="1200" cap="none" spc="0" normalizeH="0" baseline="0" noProof="1">
                <a:ln>
                  <a:noFill/>
                </a:ln>
                <a:solidFill>
                  <a:schemeClr val="tx2"/>
                </a:solidFill>
                <a:effectLst>
                  <a:outerShdw blurRad="38100" dist="38100" dir="2700000" algn="tl">
                    <a:srgbClr val="C0C0C0"/>
                  </a:outerShdw>
                </a:effectLst>
                <a:uLnTx/>
                <a:uFillTx/>
                <a:latin typeface="Tahoma" panose="020B0604030504040204" pitchFamily="34" charset="0"/>
                <a:ea typeface="宋体" pitchFamily="2" charset="-122"/>
                <a:cs typeface="+mn-cs"/>
                <a:sym typeface="Symbol" panose="05050102010706020507" pitchFamily="18" charset="2"/>
              </a:rPr>
              <a:t> </a:t>
            </a:r>
            <a:r>
              <a:rPr kumimoji="0" lang="en-US" altLang="zh-CN" sz="2400" b="0" i="1" u="none" strike="noStrike" kern="1200" cap="none" spc="0" normalizeH="0" baseline="0" noProof="1">
                <a:ln>
                  <a:noFill/>
                </a:ln>
                <a:solidFill>
                  <a:schemeClr val="tx2"/>
                </a:solidFill>
                <a:effectLst>
                  <a:outerShdw blurRad="38100" dist="38100" dir="2700000" algn="tl">
                    <a:srgbClr val="C0C0C0"/>
                  </a:outerShdw>
                </a:effectLst>
                <a:uLnTx/>
                <a:uFillTx/>
                <a:latin typeface="Tahoma" panose="020B0604030504040204" pitchFamily="34" charset="0"/>
                <a:ea typeface="宋体" pitchFamily="2" charset="-122"/>
                <a:cs typeface="+mn-cs"/>
                <a:sym typeface="Symbol" panose="05050102010706020507" pitchFamily="18" charset="2"/>
              </a:rPr>
              <a:t>q</a:t>
            </a:r>
            <a:r>
              <a:rPr kumimoji="0" lang="en-US" altLang="zh-CN" sz="2400" b="0" i="0" u="none" strike="noStrike" kern="1200" cap="none" spc="0" normalizeH="0" baseline="0" noProof="1">
                <a:ln>
                  <a:noFill/>
                </a:ln>
                <a:solidFill>
                  <a:schemeClr val="tx2"/>
                </a:solidFill>
                <a:effectLst>
                  <a:outerShdw blurRad="38100" dist="38100" dir="2700000" algn="tl">
                    <a:srgbClr val="C0C0C0"/>
                  </a:outerShdw>
                </a:effectLst>
                <a:uLnTx/>
                <a:uFillTx/>
                <a:latin typeface="Tahoma" panose="020B0604030504040204" pitchFamily="34" charset="0"/>
                <a:ea typeface="宋体" pitchFamily="2" charset="-122"/>
                <a:cs typeface="+mn-cs"/>
                <a:sym typeface="Symbol" panose="05050102010706020507" pitchFamily="18" charset="2"/>
              </a:rPr>
              <a:t>  ¬</a:t>
            </a:r>
            <a:r>
              <a:rPr kumimoji="0" lang="en-US" altLang="zh-CN" sz="2400" b="0" i="1" u="none" strike="noStrike" kern="1200" cap="none" spc="0" normalizeH="0" baseline="0" noProof="1">
                <a:ln>
                  <a:noFill/>
                </a:ln>
                <a:solidFill>
                  <a:schemeClr val="tx2"/>
                </a:solidFill>
                <a:effectLst>
                  <a:outerShdw blurRad="38100" dist="38100" dir="2700000" algn="tl">
                    <a:srgbClr val="C0C0C0"/>
                  </a:outerShdw>
                </a:effectLst>
                <a:uLnTx/>
                <a:uFillTx/>
                <a:latin typeface="Tahoma" panose="020B0604030504040204" pitchFamily="34" charset="0"/>
                <a:ea typeface="宋体" pitchFamily="2" charset="-122"/>
                <a:cs typeface="+mn-cs"/>
                <a:sym typeface="Symbol" panose="05050102010706020507" pitchFamily="18" charset="2"/>
              </a:rPr>
              <a:t>r</a:t>
            </a:r>
            <a:r>
              <a:rPr kumimoji="0" lang="en-US" altLang="zh-CN" sz="2400" b="0" i="0" u="none" strike="noStrike" kern="1200" cap="none" spc="0" normalizeH="0" baseline="0" noProof="1">
                <a:ln>
                  <a:noFill/>
                </a:ln>
                <a:solidFill>
                  <a:schemeClr val="tx2"/>
                </a:solidFill>
                <a:effectLst>
                  <a:outerShdw blurRad="38100" dist="38100" dir="2700000" algn="tl">
                    <a:srgbClr val="C0C0C0"/>
                  </a:outerShdw>
                </a:effectLst>
                <a:uLnTx/>
                <a:uFillTx/>
                <a:latin typeface="Tahoma" panose="020B0604030504040204" pitchFamily="34" charset="0"/>
                <a:ea typeface="宋体" pitchFamily="2" charset="-122"/>
                <a:cs typeface="+mn-cs"/>
                <a:sym typeface="Symbol" panose="05050102010706020507" pitchFamily="18" charset="2"/>
              </a:rPr>
              <a:t>.</a:t>
            </a:r>
            <a:endParaRPr kumimoji="0" lang="zh-CN" altLang="en-US" sz="2400" b="0" i="0" u="none" strike="noStrike" kern="1200" cap="none" spc="0" normalizeH="0" baseline="0" noProof="1">
              <a:ln>
                <a:noFill/>
              </a:ln>
              <a:solidFill>
                <a:schemeClr val="tx2"/>
              </a:solidFill>
              <a:effectLst>
                <a:outerShdw blurRad="38100" dist="38100" dir="2700000" algn="tl">
                  <a:srgbClr val="C0C0C0"/>
                </a:outerShdw>
              </a:effectLst>
              <a:uLnTx/>
              <a:uFillTx/>
              <a:latin typeface="Tahoma" panose="020B0604030504040204" pitchFamily="34" charset="0"/>
              <a:ea typeface="宋体" pitchFamily="2" charset="-122"/>
              <a:cs typeface="+mn-cs"/>
              <a:sym typeface="Symbol" panose="05050102010706020507" pitchFamily="18" charset="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990">
                                            <p:txEl>
                                              <p:charRg st="0" end="2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990">
                                            <p:txEl>
                                              <p:charRg st="22" end="4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1990">
                                            <p:txEl>
                                              <p:charRg st="44" end="79"/>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1990">
                                            <p:txEl>
                                              <p:charRg st="79" end="11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1990">
                                            <p:txEl>
                                              <p:charRg st="114" end="14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1990">
                                            <p:txEl>
                                              <p:charRg st="148" end="18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1990">
                                            <p:txEl>
                                              <p:charRg st="182" end="22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1990">
                                            <p:txEl>
                                              <p:charRg st="224" end="26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1990">
                                            <p:txEl>
                                              <p:charRg st="265" end="29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1990">
                                            <p:txEl>
                                              <p:charRg st="299" end="327"/>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1990">
                                            <p:txEl>
                                              <p:char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1990">
                                            <p:txEl>
                                              <p:char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1990">
                                            <p:txEl>
                                              <p:char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90" grpId="0" uiExpand="1"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7" name="灯片编号占位符 3"/>
          <p:cNvSpPr>
            <a:spLocks noGrp="1"/>
          </p:cNvSpPr>
          <p:nvPr>
            <p:ph type="sldNum" sz="quarter" idx="10"/>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r" eaLnBrk="1" hangingPunct="1">
              <a:buClrTx/>
              <a:buFontTx/>
            </a:pPr>
            <a:fld id="{9A0DB2DC-4C9A-4742-B13C-FB6460FD3503}" type="slidenum">
              <a:rPr lang="zh-CN" altLang="en-US" sz="1000" b="1" i="1" dirty="0">
                <a:solidFill>
                  <a:srgbClr val="009999"/>
                </a:solidFill>
                <a:latin typeface="Arial Narrow" panose="020B0606020202030204" pitchFamily="34" charset="0"/>
                <a:ea typeface="宋体" pitchFamily="2" charset="-122"/>
              </a:rPr>
            </a:fld>
            <a:endParaRPr lang="zh-CN" altLang="en-US" sz="1000" b="1" i="1" dirty="0">
              <a:solidFill>
                <a:srgbClr val="009999"/>
              </a:solidFill>
              <a:latin typeface="Arial Narrow" panose="020B0606020202030204" pitchFamily="34" charset="0"/>
              <a:ea typeface="宋体" pitchFamily="2" charset="-122"/>
            </a:endParaRPr>
          </a:p>
        </p:txBody>
      </p:sp>
      <p:sp>
        <p:nvSpPr>
          <p:cNvPr id="45058" name="日期占位符 4"/>
          <p:cNvSpPr>
            <a:spLocks noGrp="1"/>
          </p:cNvSpPr>
          <p:nvPr>
            <p:ph type="dt" sz="half" idx="11"/>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buClrTx/>
              <a:buFontTx/>
            </a:pPr>
            <a:fld id="{BB962C8B-B14F-4D97-AF65-F5344CB8AC3E}" type="datetime1">
              <a:rPr lang="zh-CN" altLang="en-US" sz="1000" b="1" i="1" dirty="0">
                <a:solidFill>
                  <a:srgbClr val="009999"/>
                </a:solidFill>
                <a:latin typeface="Arial Narrow" panose="020B0606020202030204" pitchFamily="34" charset="0"/>
                <a:ea typeface="宋体" pitchFamily="2" charset="-122"/>
              </a:rPr>
            </a:fld>
            <a:endParaRPr lang="zh-CN" altLang="en-US" sz="1000" b="1" i="1" dirty="0">
              <a:solidFill>
                <a:srgbClr val="009999"/>
              </a:solidFill>
              <a:latin typeface="Arial Narrow" panose="020B0606020202030204" pitchFamily="34" charset="0"/>
              <a:ea typeface="宋体" pitchFamily="2" charset="-122"/>
            </a:endParaRPr>
          </a:p>
        </p:txBody>
      </p:sp>
      <p:sp>
        <p:nvSpPr>
          <p:cNvPr id="45059" name="页脚占位符 5"/>
          <p:cNvSpPr>
            <a:spLocks noGrp="1"/>
          </p:cNvSpPr>
          <p:nvPr>
            <p:ph type="ftr" sz="quarter" idx="12"/>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buClrTx/>
              <a:buFontTx/>
            </a:pPr>
            <a:r>
              <a:rPr lang="en-US" altLang="zh-CN" sz="1200" b="1" i="1" dirty="0">
                <a:solidFill>
                  <a:srgbClr val="009999"/>
                </a:solidFill>
                <a:latin typeface="Arial Narrow" panose="020B0606020202030204" pitchFamily="34" charset="0"/>
              </a:rPr>
              <a:t>School of Computer Science, BUPT</a:t>
            </a:r>
            <a:endParaRPr lang="zh-CN" altLang="en-US" sz="1200" b="1" i="1" dirty="0">
              <a:solidFill>
                <a:srgbClr val="009999"/>
              </a:solidFill>
              <a:latin typeface="Arial Narrow" panose="020B0606020202030204" pitchFamily="34" charset="0"/>
              <a:ea typeface="宋体" pitchFamily="2" charset="-122"/>
            </a:endParaRPr>
          </a:p>
        </p:txBody>
      </p:sp>
      <p:sp>
        <p:nvSpPr>
          <p:cNvPr id="45060" name="Rectangle 2"/>
          <p:cNvSpPr>
            <a:spLocks noGrp="1"/>
          </p:cNvSpPr>
          <p:nvPr>
            <p:ph type="title"/>
          </p:nvPr>
        </p:nvSpPr>
        <p:spPr/>
        <p:txBody>
          <a:bodyPr vert="horz" wrap="square" lIns="91440" tIns="45720" rIns="91440" bIns="45720" anchor="b" anchorCtr="0"/>
          <a:p>
            <a:pPr eaLnBrk="1" hangingPunct="1"/>
            <a:r>
              <a:rPr lang="en-US" altLang="zh-CN" sz="4000" dirty="0"/>
              <a:t>Using De Morgan’s Laws</a:t>
            </a:r>
            <a:endParaRPr lang="en-US" altLang="zh-CN" sz="4000" dirty="0"/>
          </a:p>
        </p:txBody>
      </p:sp>
      <p:sp>
        <p:nvSpPr>
          <p:cNvPr id="45061" name="Rectangle 3"/>
          <p:cNvSpPr>
            <a:spLocks noGrp="1"/>
          </p:cNvSpPr>
          <p:nvPr>
            <p:ph idx="1"/>
          </p:nvPr>
        </p:nvSpPr>
        <p:spPr>
          <a:xfrm>
            <a:off x="395605" y="1268730"/>
            <a:ext cx="8735060" cy="4114800"/>
          </a:xfrm>
        </p:spPr>
        <p:txBody>
          <a:bodyPr vert="horz" wrap="square" lIns="91440" tIns="45720" rIns="91440" bIns="45720" anchor="t" anchorCtr="0"/>
          <a:p>
            <a:pPr eaLnBrk="1" hangingPunct="1"/>
            <a:r>
              <a:rPr lang="en-US" altLang="zh-CN" dirty="0">
                <a:latin typeface="Times New Roman" panose="02020503050405090304" pitchFamily="18" charset="0"/>
              </a:rPr>
              <a:t>Example 5</a:t>
            </a:r>
            <a:endParaRPr lang="en-US" altLang="zh-CN" dirty="0">
              <a:latin typeface="Times New Roman" panose="02020503050405090304" pitchFamily="18" charset="0"/>
            </a:endParaRPr>
          </a:p>
          <a:p>
            <a:pPr eaLnBrk="1" hangingPunct="1"/>
            <a:r>
              <a:rPr lang="en-US" altLang="zh-CN" dirty="0">
                <a:latin typeface="Times New Roman" panose="02020503050405090304" pitchFamily="18" charset="0"/>
              </a:rPr>
              <a:t>Use De Morgan’s laws to Express the negations of “Miguel has a cellphone and he has a laptop computer” and “Heather will go to the concert or Steve will go to the concert.”</a:t>
            </a:r>
            <a:endParaRPr lang="en-US" altLang="zh-CN" dirty="0">
              <a:latin typeface="Times New Roman" panose="02020503050405090304" pitchFamily="18" charset="0"/>
              <a:ea typeface="Times New Roman" panose="02020503050405090304" pitchFamily="18" charset="0"/>
            </a:endParaRPr>
          </a:p>
        </p:txBody>
      </p:sp>
    </p:spTree>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1" name="灯片编号占位符 3"/>
          <p:cNvSpPr>
            <a:spLocks noGrp="1"/>
          </p:cNvSpPr>
          <p:nvPr>
            <p:ph type="sldNum" sz="quarter" idx="10"/>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r" eaLnBrk="1" hangingPunct="1">
              <a:buClrTx/>
              <a:buFontTx/>
            </a:pPr>
            <a:fld id="{9A0DB2DC-4C9A-4742-B13C-FB6460FD3503}" type="slidenum">
              <a:rPr lang="zh-CN" altLang="en-US" sz="1000" b="1" i="1" dirty="0">
                <a:solidFill>
                  <a:srgbClr val="009999"/>
                </a:solidFill>
                <a:latin typeface="Arial Narrow" panose="020B0606020202030204" pitchFamily="34" charset="0"/>
                <a:ea typeface="宋体" pitchFamily="2" charset="-122"/>
              </a:rPr>
            </a:fld>
            <a:endParaRPr lang="zh-CN" altLang="en-US" sz="1000" b="1" i="1" dirty="0">
              <a:solidFill>
                <a:srgbClr val="009999"/>
              </a:solidFill>
              <a:latin typeface="Arial Narrow" panose="020B0606020202030204" pitchFamily="34" charset="0"/>
              <a:ea typeface="宋体" pitchFamily="2" charset="-122"/>
            </a:endParaRPr>
          </a:p>
        </p:txBody>
      </p:sp>
      <p:sp>
        <p:nvSpPr>
          <p:cNvPr id="46082" name="日期占位符 4"/>
          <p:cNvSpPr>
            <a:spLocks noGrp="1"/>
          </p:cNvSpPr>
          <p:nvPr>
            <p:ph type="dt" sz="half" idx="11"/>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buClrTx/>
              <a:buFontTx/>
            </a:pPr>
            <a:fld id="{BB962C8B-B14F-4D97-AF65-F5344CB8AC3E}" type="datetime1">
              <a:rPr lang="zh-CN" altLang="en-US" sz="1000" b="1" i="1" dirty="0">
                <a:solidFill>
                  <a:srgbClr val="009999"/>
                </a:solidFill>
                <a:latin typeface="Arial Narrow" panose="020B0606020202030204" pitchFamily="34" charset="0"/>
                <a:ea typeface="宋体" pitchFamily="2" charset="-122"/>
              </a:rPr>
            </a:fld>
            <a:endParaRPr lang="zh-CN" altLang="en-US" sz="1000" b="1" i="1" dirty="0">
              <a:solidFill>
                <a:srgbClr val="009999"/>
              </a:solidFill>
              <a:latin typeface="Arial Narrow" panose="020B0606020202030204" pitchFamily="34" charset="0"/>
              <a:ea typeface="宋体" pitchFamily="2" charset="-122"/>
            </a:endParaRPr>
          </a:p>
        </p:txBody>
      </p:sp>
      <p:sp>
        <p:nvSpPr>
          <p:cNvPr id="46083" name="页脚占位符 5"/>
          <p:cNvSpPr>
            <a:spLocks noGrp="1"/>
          </p:cNvSpPr>
          <p:nvPr>
            <p:ph type="ftr" sz="quarter" idx="12"/>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buClrTx/>
              <a:buFontTx/>
            </a:pPr>
            <a:r>
              <a:rPr lang="en-US" altLang="zh-CN" sz="1200" b="1" i="1" dirty="0">
                <a:solidFill>
                  <a:srgbClr val="009999"/>
                </a:solidFill>
                <a:latin typeface="Arial Narrow" panose="020B0606020202030204" pitchFamily="34" charset="0"/>
              </a:rPr>
              <a:t>School of Computer Science, BUPT</a:t>
            </a:r>
            <a:endParaRPr lang="zh-CN" altLang="en-US" sz="1200" b="1" i="1" dirty="0">
              <a:solidFill>
                <a:srgbClr val="009999"/>
              </a:solidFill>
              <a:latin typeface="Arial Narrow" panose="020B0606020202030204" pitchFamily="34" charset="0"/>
              <a:ea typeface="宋体" pitchFamily="2" charset="-122"/>
            </a:endParaRPr>
          </a:p>
        </p:txBody>
      </p:sp>
      <p:sp>
        <p:nvSpPr>
          <p:cNvPr id="46084" name="Rectangle 2"/>
          <p:cNvSpPr>
            <a:spLocks noGrp="1"/>
          </p:cNvSpPr>
          <p:nvPr>
            <p:ph type="title"/>
          </p:nvPr>
        </p:nvSpPr>
        <p:spPr/>
        <p:txBody>
          <a:bodyPr vert="horz" wrap="square" lIns="91440" tIns="45720" rIns="91440" bIns="45720" anchor="b" anchorCtr="0"/>
          <a:p>
            <a:pPr eaLnBrk="1" hangingPunct="1"/>
            <a:r>
              <a:rPr lang="en-US" altLang="zh-CN" dirty="0"/>
              <a:t>Example 8</a:t>
            </a:r>
            <a:endParaRPr lang="en-US" altLang="zh-CN" dirty="0"/>
          </a:p>
        </p:txBody>
      </p:sp>
      <p:sp>
        <p:nvSpPr>
          <p:cNvPr id="46085" name="Rectangle 3"/>
          <p:cNvSpPr>
            <a:spLocks noGrp="1"/>
          </p:cNvSpPr>
          <p:nvPr>
            <p:ph idx="1"/>
          </p:nvPr>
        </p:nvSpPr>
        <p:spPr/>
        <p:txBody>
          <a:bodyPr vert="horz" wrap="square" lIns="91440" tIns="45720" rIns="91440" bIns="45720" anchor="t" anchorCtr="0"/>
          <a:p>
            <a:pPr eaLnBrk="1" hangingPunct="1"/>
            <a:r>
              <a:rPr lang="en-US" altLang="zh-CN" dirty="0">
                <a:latin typeface="Times New Roman" panose="02020503050405090304" pitchFamily="18" charset="0"/>
              </a:rPr>
              <a:t>Show that                           is a tautology.</a:t>
            </a:r>
            <a:endParaRPr lang="en-US" altLang="zh-CN" dirty="0">
              <a:latin typeface="Times New Roman" panose="02020503050405090304" pitchFamily="18" charset="0"/>
              <a:ea typeface="Times New Roman" panose="02020503050405090304" pitchFamily="18" charset="0"/>
            </a:endParaRPr>
          </a:p>
        </p:txBody>
      </p:sp>
      <p:sp>
        <p:nvSpPr>
          <p:cNvPr id="759812" name="Rectangle 4"/>
          <p:cNvSpPr>
            <a:spLocks noChangeArrowheads="1"/>
          </p:cNvSpPr>
          <p:nvPr/>
        </p:nvSpPr>
        <p:spPr bwMode="auto">
          <a:xfrm>
            <a:off x="2915603" y="1340168"/>
            <a:ext cx="2667000" cy="457200"/>
          </a:xfrm>
          <a:prstGeom prst="rect">
            <a:avLst/>
          </a:prstGeom>
          <a:noFill/>
          <a:ln w="9525">
            <a:noFill/>
            <a:miter lim="800000"/>
          </a:ln>
          <a:effectLst/>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0" i="0" u="none" strike="noStrike" kern="1200" cap="none" spc="0" normalizeH="0" baseline="0" noProof="0" dirty="0">
                <a:ln>
                  <a:noFill/>
                </a:ln>
                <a:solidFill>
                  <a:schemeClr val="tx2"/>
                </a:solidFill>
                <a:effectLst>
                  <a:outerShdw blurRad="38100" dist="38100" dir="2700000" algn="tl">
                    <a:srgbClr val="C0C0C0"/>
                  </a:outerShdw>
                </a:effectLst>
                <a:uLnTx/>
                <a:uFillTx/>
                <a:latin typeface="Tahoma" panose="020B0604030504040204" pitchFamily="34" charset="0"/>
                <a:ea typeface="宋体" pitchFamily="2" charset="-122"/>
                <a:cs typeface="+mn-cs"/>
                <a:sym typeface="Symbol" panose="05050102010706020507" pitchFamily="18" charset="2"/>
              </a:rPr>
              <a:t>(</a:t>
            </a:r>
            <a:r>
              <a:rPr kumimoji="0" lang="en-US" altLang="zh-CN" sz="2400" b="0" i="1" u="none" strike="noStrike" kern="1200" cap="none" spc="0" normalizeH="0" baseline="0" noProof="0" dirty="0">
                <a:ln>
                  <a:noFill/>
                </a:ln>
                <a:solidFill>
                  <a:schemeClr val="tx2"/>
                </a:solidFill>
                <a:effectLst>
                  <a:outerShdw blurRad="38100" dist="38100" dir="2700000" algn="tl">
                    <a:srgbClr val="C0C0C0"/>
                  </a:outerShdw>
                </a:effectLst>
                <a:uLnTx/>
                <a:uFillTx/>
                <a:latin typeface="Tahoma" panose="020B0604030504040204" pitchFamily="34" charset="0"/>
                <a:ea typeface="宋体" pitchFamily="2" charset="-122"/>
                <a:cs typeface="+mn-cs"/>
                <a:sym typeface="Symbol" panose="05050102010706020507" pitchFamily="18" charset="2"/>
              </a:rPr>
              <a:t>p </a:t>
            </a:r>
            <a:r>
              <a:rPr kumimoji="0" lang="en-US" altLang="zh-CN" sz="2400" b="0" i="0" u="none" strike="noStrike" kern="1200" cap="none" spc="0" normalizeH="0" baseline="0" noProof="0" dirty="0">
                <a:ln>
                  <a:noFill/>
                </a:ln>
                <a:solidFill>
                  <a:schemeClr val="tx2"/>
                </a:solidFill>
                <a:effectLst>
                  <a:outerShdw blurRad="38100" dist="38100" dir="2700000" algn="tl">
                    <a:srgbClr val="C0C0C0"/>
                  </a:outerShdw>
                </a:effectLst>
                <a:uLnTx/>
                <a:uFillTx/>
                <a:latin typeface="Tahoma" panose="020B0604030504040204" pitchFamily="34" charset="0"/>
                <a:ea typeface="宋体" pitchFamily="2" charset="-122"/>
                <a:cs typeface="+mn-cs"/>
                <a:sym typeface="Symbol" panose="05050102010706020507" pitchFamily="18" charset="2"/>
              </a:rPr>
              <a:t> </a:t>
            </a:r>
            <a:r>
              <a:rPr kumimoji="0" lang="en-US" altLang="zh-CN" sz="2400" b="0" i="1" u="none" strike="noStrike" kern="1200" cap="none" spc="0" normalizeH="0" baseline="0" noProof="0" dirty="0">
                <a:ln>
                  <a:noFill/>
                </a:ln>
                <a:solidFill>
                  <a:schemeClr val="tx2"/>
                </a:solidFill>
                <a:effectLst>
                  <a:outerShdw blurRad="38100" dist="38100" dir="2700000" algn="tl">
                    <a:srgbClr val="C0C0C0"/>
                  </a:outerShdw>
                </a:effectLst>
                <a:uLnTx/>
                <a:uFillTx/>
                <a:latin typeface="Tahoma" panose="020B0604030504040204" pitchFamily="34" charset="0"/>
                <a:ea typeface="宋体" pitchFamily="2" charset="-122"/>
                <a:cs typeface="+mn-cs"/>
                <a:sym typeface="Symbol" panose="05050102010706020507" pitchFamily="18" charset="2"/>
              </a:rPr>
              <a:t>q</a:t>
            </a:r>
            <a:r>
              <a:rPr kumimoji="0" lang="en-US" altLang="zh-CN" sz="2400" b="0" i="0" u="none" strike="noStrike" kern="1200" cap="none" spc="0" normalizeH="0" baseline="0" noProof="0" dirty="0">
                <a:ln>
                  <a:noFill/>
                </a:ln>
                <a:solidFill>
                  <a:schemeClr val="tx2"/>
                </a:solidFill>
                <a:effectLst>
                  <a:outerShdw blurRad="38100" dist="38100" dir="2700000" algn="tl">
                    <a:srgbClr val="C0C0C0"/>
                  </a:outerShdw>
                </a:effectLst>
                <a:uLnTx/>
                <a:uFillTx/>
                <a:latin typeface="Tahoma" panose="020B0604030504040204" pitchFamily="34" charset="0"/>
                <a:ea typeface="宋体" pitchFamily="2" charset="-122"/>
                <a:cs typeface="+mn-cs"/>
                <a:sym typeface="Symbol" panose="05050102010706020507" pitchFamily="18" charset="2"/>
              </a:rPr>
              <a:t>)  (</a:t>
            </a:r>
            <a:r>
              <a:rPr kumimoji="0" lang="en-US" altLang="zh-CN" sz="2400" b="0" i="1" u="none" strike="noStrike" kern="1200" cap="none" spc="0" normalizeH="0" baseline="0" noProof="0" dirty="0">
                <a:ln>
                  <a:noFill/>
                </a:ln>
                <a:solidFill>
                  <a:schemeClr val="tx2"/>
                </a:solidFill>
                <a:effectLst>
                  <a:outerShdw blurRad="38100" dist="38100" dir="2700000" algn="tl">
                    <a:srgbClr val="C0C0C0"/>
                  </a:outerShdw>
                </a:effectLst>
                <a:uLnTx/>
                <a:uFillTx/>
                <a:latin typeface="Tahoma" panose="020B0604030504040204" pitchFamily="34" charset="0"/>
                <a:ea typeface="宋体" pitchFamily="2" charset="-122"/>
                <a:cs typeface="+mn-cs"/>
                <a:sym typeface="Symbol" panose="05050102010706020507" pitchFamily="18" charset="2"/>
              </a:rPr>
              <a:t>p</a:t>
            </a:r>
            <a:r>
              <a:rPr kumimoji="0" lang="en-US" altLang="zh-CN" sz="2400" b="0" i="0" u="none" strike="noStrike" kern="1200" cap="none" spc="0" normalizeH="0" baseline="0" noProof="0" dirty="0">
                <a:ln>
                  <a:noFill/>
                </a:ln>
                <a:solidFill>
                  <a:schemeClr val="tx2"/>
                </a:solidFill>
                <a:effectLst>
                  <a:outerShdw blurRad="38100" dist="38100" dir="2700000" algn="tl">
                    <a:srgbClr val="C0C0C0"/>
                  </a:outerShdw>
                </a:effectLst>
                <a:uLnTx/>
                <a:uFillTx/>
                <a:latin typeface="Tahoma" panose="020B0604030504040204" pitchFamily="34" charset="0"/>
                <a:ea typeface="宋体" pitchFamily="2" charset="-122"/>
                <a:cs typeface="+mn-cs"/>
                <a:sym typeface="Symbol" panose="05050102010706020507" pitchFamily="18" charset="2"/>
              </a:rPr>
              <a:t>  q)</a:t>
            </a:r>
            <a:r>
              <a:rPr kumimoji="0" lang="en-US" altLang="zh-CN" sz="2400" b="0" i="1" u="none" strike="noStrike" kern="1200" cap="none" spc="0" normalizeH="0" baseline="0" noProof="0" dirty="0">
                <a:ln>
                  <a:noFill/>
                </a:ln>
                <a:solidFill>
                  <a:schemeClr val="tx2"/>
                </a:solidFill>
                <a:effectLst>
                  <a:outerShdw blurRad="38100" dist="38100" dir="2700000" algn="tl">
                    <a:srgbClr val="C0C0C0"/>
                  </a:outerShdw>
                </a:effectLst>
                <a:uLnTx/>
                <a:uFillTx/>
                <a:latin typeface="Tahoma" panose="020B0604030504040204" pitchFamily="34" charset="0"/>
                <a:ea typeface="宋体" pitchFamily="2" charset="-122"/>
                <a:cs typeface="+mn-cs"/>
                <a:sym typeface="Symbol" panose="05050102010706020507" pitchFamily="18" charset="2"/>
              </a:rPr>
              <a:t> </a:t>
            </a:r>
            <a:r>
              <a:rPr kumimoji="0" lang="en-US" altLang="zh-CN" sz="2400" b="0" i="0" u="none" strike="noStrike" kern="1200" cap="none" spc="0" normalizeH="0" baseline="0" noProof="0" dirty="0">
                <a:ln>
                  <a:noFill/>
                </a:ln>
                <a:solidFill>
                  <a:schemeClr val="tx2"/>
                </a:solidFill>
                <a:effectLst>
                  <a:outerShdw blurRad="38100" dist="38100" dir="2700000" algn="tl">
                    <a:srgbClr val="C0C0C0"/>
                  </a:outerShdw>
                </a:effectLst>
                <a:uLnTx/>
                <a:uFillTx/>
                <a:latin typeface="Tahoma" panose="020B0604030504040204" pitchFamily="34" charset="0"/>
                <a:ea typeface="宋体" pitchFamily="2" charset="-122"/>
                <a:cs typeface="+mn-cs"/>
                <a:sym typeface="Symbol" panose="05050102010706020507" pitchFamily="18" charset="2"/>
              </a:rPr>
              <a:t> </a:t>
            </a:r>
            <a:endParaRPr kumimoji="0" lang="zh-CN" altLang="en-US" sz="2400" b="0" i="0" u="none" strike="noStrike" kern="1200" cap="none" spc="0" normalizeH="0" baseline="0" noProof="0" dirty="0">
              <a:ln>
                <a:noFill/>
              </a:ln>
              <a:solidFill>
                <a:schemeClr val="tx2"/>
              </a:solidFill>
              <a:effectLst>
                <a:outerShdw blurRad="38100" dist="38100" dir="2700000" algn="tl">
                  <a:srgbClr val="C0C0C0"/>
                </a:outerShdw>
              </a:effectLst>
              <a:uLnTx/>
              <a:uFillTx/>
              <a:latin typeface="Tahoma" panose="020B0604030504040204" pitchFamily="34" charset="0"/>
              <a:ea typeface="宋体" pitchFamily="2" charset="-122"/>
              <a:cs typeface="+mn-cs"/>
              <a:sym typeface="Symbol" panose="05050102010706020507" pitchFamily="18" charset="2"/>
            </a:endParaRPr>
          </a:p>
        </p:txBody>
      </p:sp>
      <p:pic>
        <p:nvPicPr>
          <p:cNvPr id="2" name="图片 1"/>
          <p:cNvPicPr>
            <a:picLocks noChangeAspect="1"/>
          </p:cNvPicPr>
          <p:nvPr>
            <p:custDataLst>
              <p:tags r:id="rId1"/>
            </p:custDataLst>
          </p:nvPr>
        </p:nvPicPr>
        <p:blipFill>
          <a:blip r:embed="rId2"/>
          <a:stretch>
            <a:fillRect/>
          </a:stretch>
        </p:blipFill>
        <p:spPr>
          <a:xfrm>
            <a:off x="784860" y="2146935"/>
            <a:ext cx="7856855" cy="3760470"/>
          </a:xfrm>
          <a:prstGeom prst="rect">
            <a:avLst/>
          </a:prstGeom>
          <a:noFill/>
          <a:ln w="9525">
            <a:noFill/>
          </a:ln>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5" name="标题 1"/>
          <p:cNvSpPr>
            <a:spLocks noGrp="1"/>
          </p:cNvSpPr>
          <p:nvPr>
            <p:ph type="title"/>
          </p:nvPr>
        </p:nvSpPr>
        <p:spPr>
          <a:xfrm>
            <a:off x="760730" y="-27305"/>
            <a:ext cx="8272145" cy="1143000"/>
          </a:xfrm>
        </p:spPr>
        <p:txBody>
          <a:bodyPr vert="horz" wrap="square" lIns="91440" tIns="45720" rIns="91440" bIns="45720" anchor="b" anchorCtr="0"/>
          <a:p>
            <a:r>
              <a:rPr lang="en-US" altLang="zh-CN" sz="4000" dirty="0"/>
              <a:t> Propositional Satisfiability</a:t>
            </a:r>
            <a:endParaRPr lang="en-US" altLang="zh-CN" sz="4000" dirty="0"/>
          </a:p>
        </p:txBody>
      </p:sp>
      <p:sp>
        <p:nvSpPr>
          <p:cNvPr id="47106" name="内容占位符 2"/>
          <p:cNvSpPr>
            <a:spLocks noGrp="1"/>
          </p:cNvSpPr>
          <p:nvPr>
            <p:ph idx="1"/>
          </p:nvPr>
        </p:nvSpPr>
        <p:spPr>
          <a:xfrm>
            <a:off x="683260" y="1268730"/>
            <a:ext cx="8266430" cy="4114800"/>
          </a:xfrm>
        </p:spPr>
        <p:txBody>
          <a:bodyPr vert="horz" wrap="square" lIns="91440" tIns="45720" rIns="91440" bIns="45720" anchor="t" anchorCtr="0"/>
          <a:p>
            <a:r>
              <a:rPr lang="en-US" altLang="zh-CN" dirty="0">
                <a:latin typeface="Times New Roman" panose="02020503050405090304" pitchFamily="18" charset="0"/>
              </a:rPr>
              <a:t>A compound proposition is </a:t>
            </a:r>
            <a:r>
              <a:rPr lang="en-US" altLang="zh-CN" b="1" dirty="0">
                <a:solidFill>
                  <a:srgbClr val="FF0000"/>
                </a:solidFill>
                <a:latin typeface="Times New Roman" panose="02020503050405090304" pitchFamily="18" charset="0"/>
              </a:rPr>
              <a:t>satisfiable</a:t>
            </a:r>
            <a:r>
              <a:rPr lang="en-US" altLang="zh-CN" b="1" dirty="0">
                <a:latin typeface="Times New Roman" panose="02020503050405090304" pitchFamily="18" charset="0"/>
              </a:rPr>
              <a:t> </a:t>
            </a:r>
            <a:r>
              <a:rPr lang="en-US" altLang="zh-CN" dirty="0">
                <a:latin typeface="Times New Roman" panose="02020503050405090304" pitchFamily="18" charset="0"/>
              </a:rPr>
              <a:t>if there is an assignment of truth values to its variables that</a:t>
            </a:r>
            <a:r>
              <a:rPr lang="en-US" altLang="zh-CN" b="1" dirty="0">
                <a:latin typeface="Times New Roman" panose="02020503050405090304" pitchFamily="18" charset="0"/>
              </a:rPr>
              <a:t> </a:t>
            </a:r>
            <a:r>
              <a:rPr lang="en-US" altLang="zh-CN" dirty="0">
                <a:latin typeface="Times New Roman" panose="02020503050405090304" pitchFamily="18" charset="0"/>
              </a:rPr>
              <a:t>makes it true. </a:t>
            </a:r>
            <a:endParaRPr lang="en-US" altLang="zh-CN" dirty="0">
              <a:latin typeface="Times New Roman" panose="02020503050405090304" pitchFamily="18" charset="0"/>
            </a:endParaRPr>
          </a:p>
          <a:p>
            <a:pPr lvl="1"/>
            <a:r>
              <a:rPr lang="en-US" altLang="zh-CN" dirty="0">
                <a:latin typeface="Times New Roman" panose="02020503050405090304" pitchFamily="18" charset="0"/>
              </a:rPr>
              <a:t>that is, when it is a </a:t>
            </a:r>
            <a:r>
              <a:rPr lang="en-US" altLang="zh-CN" dirty="0">
                <a:solidFill>
                  <a:srgbClr val="FF0000"/>
                </a:solidFill>
                <a:latin typeface="Times New Roman" panose="02020503050405090304" pitchFamily="18" charset="0"/>
              </a:rPr>
              <a:t>tautology</a:t>
            </a:r>
            <a:r>
              <a:rPr lang="en-US" altLang="zh-CN" dirty="0">
                <a:latin typeface="Times New Roman" panose="02020503050405090304" pitchFamily="18" charset="0"/>
              </a:rPr>
              <a:t> or a </a:t>
            </a:r>
            <a:r>
              <a:rPr lang="en-US" altLang="zh-CN" dirty="0">
                <a:solidFill>
                  <a:srgbClr val="FF0000"/>
                </a:solidFill>
                <a:latin typeface="Times New Roman" panose="02020503050405090304" pitchFamily="18" charset="0"/>
              </a:rPr>
              <a:t>contingency</a:t>
            </a:r>
            <a:endParaRPr lang="en-US" altLang="zh-CN" dirty="0">
              <a:latin typeface="Times New Roman" panose="02020503050405090304" pitchFamily="18" charset="0"/>
            </a:endParaRPr>
          </a:p>
          <a:p>
            <a:r>
              <a:rPr lang="en-US" altLang="zh-CN" dirty="0">
                <a:latin typeface="Times New Roman" panose="02020503050405090304" pitchFamily="18" charset="0"/>
              </a:rPr>
              <a:t>When no such assignments exists, that is, when the compound proposition is false for all assignments of truth values to its variables, the compound proposition is </a:t>
            </a:r>
            <a:r>
              <a:rPr lang="en-US" altLang="zh-CN" b="1" dirty="0">
                <a:solidFill>
                  <a:srgbClr val="FF0000"/>
                </a:solidFill>
                <a:latin typeface="Times New Roman" panose="02020503050405090304" pitchFamily="18" charset="0"/>
              </a:rPr>
              <a:t>unsatisfiable</a:t>
            </a:r>
            <a:r>
              <a:rPr lang="en-US" altLang="zh-CN" b="1" dirty="0">
                <a:latin typeface="Times New Roman" panose="02020503050405090304" pitchFamily="18" charset="0"/>
              </a:rPr>
              <a:t>.</a:t>
            </a:r>
            <a:endParaRPr lang="zh-CN" altLang="en-US" dirty="0">
              <a:latin typeface="Times New Roman" panose="02020503050405090304" pitchFamily="18" charset="0"/>
              <a:ea typeface="Times New Roman" panose="02020503050405090304" pitchFamily="18" charset="0"/>
            </a:endParaRPr>
          </a:p>
        </p:txBody>
      </p:sp>
      <p:sp>
        <p:nvSpPr>
          <p:cNvPr id="47107" name="灯片编号占位符 3"/>
          <p:cNvSpPr>
            <a:spLocks noGrp="1"/>
          </p:cNvSpPr>
          <p:nvPr>
            <p:ph type="sldNum" sz="quarter" idx="10"/>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r" eaLnBrk="1" hangingPunct="1">
              <a:buClrTx/>
              <a:buFontTx/>
            </a:pPr>
            <a:fld id="{9A0DB2DC-4C9A-4742-B13C-FB6460FD3503}" type="slidenum">
              <a:rPr lang="zh-CN" altLang="en-US" sz="1000" b="1" i="1" dirty="0">
                <a:solidFill>
                  <a:srgbClr val="009999"/>
                </a:solidFill>
                <a:latin typeface="Arial Narrow" panose="020B0606020202030204" pitchFamily="34" charset="0"/>
                <a:ea typeface="宋体" pitchFamily="2" charset="-122"/>
              </a:rPr>
            </a:fld>
            <a:endParaRPr lang="zh-CN" altLang="en-US" sz="1000" b="1" i="1" dirty="0">
              <a:solidFill>
                <a:srgbClr val="009999"/>
              </a:solidFill>
              <a:latin typeface="Arial Narrow" panose="020B0606020202030204" pitchFamily="34" charset="0"/>
              <a:ea typeface="宋体" pitchFamily="2" charset="-122"/>
            </a:endParaRPr>
          </a:p>
        </p:txBody>
      </p:sp>
      <p:sp>
        <p:nvSpPr>
          <p:cNvPr id="47108" name="日期占位符 4"/>
          <p:cNvSpPr>
            <a:spLocks noGrp="1"/>
          </p:cNvSpPr>
          <p:nvPr>
            <p:ph type="dt" sz="half" idx="11"/>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buClrTx/>
              <a:buFontTx/>
            </a:pPr>
            <a:fld id="{BB962C8B-B14F-4D97-AF65-F5344CB8AC3E}" type="datetime1">
              <a:rPr lang="zh-CN" altLang="en-US" sz="1000" b="1" i="1" dirty="0">
                <a:solidFill>
                  <a:srgbClr val="009999"/>
                </a:solidFill>
                <a:latin typeface="Arial Narrow" panose="020B0606020202030204" pitchFamily="34" charset="0"/>
                <a:ea typeface="宋体" pitchFamily="2" charset="-122"/>
              </a:rPr>
            </a:fld>
            <a:endParaRPr lang="zh-CN" altLang="en-US" sz="1000" b="1" i="1" dirty="0">
              <a:solidFill>
                <a:srgbClr val="009999"/>
              </a:solidFill>
              <a:latin typeface="Arial Narrow" panose="020B0606020202030204" pitchFamily="34" charset="0"/>
              <a:ea typeface="宋体" pitchFamily="2" charset="-122"/>
            </a:endParaRPr>
          </a:p>
        </p:txBody>
      </p:sp>
      <p:sp>
        <p:nvSpPr>
          <p:cNvPr id="47109" name="页脚占位符 5"/>
          <p:cNvSpPr>
            <a:spLocks noGrp="1"/>
          </p:cNvSpPr>
          <p:nvPr>
            <p:ph type="ftr" sz="quarter" idx="12"/>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buClrTx/>
              <a:buFontTx/>
            </a:pPr>
            <a:r>
              <a:rPr lang="en-US" altLang="zh-CN" sz="1200" b="1" i="1" dirty="0">
                <a:solidFill>
                  <a:srgbClr val="009999"/>
                </a:solidFill>
                <a:latin typeface="Arial Narrow" panose="020B0606020202030204" pitchFamily="34" charset="0"/>
              </a:rPr>
              <a:t>School of Computer Science, BUPT</a:t>
            </a:r>
            <a:endParaRPr lang="zh-CN" altLang="en-US" sz="1200" b="1" i="1" dirty="0">
              <a:solidFill>
                <a:srgbClr val="009999"/>
              </a:solidFill>
              <a:latin typeface="Arial Narrow" panose="020B0606020202030204" pitchFamily="34" charset="0"/>
              <a:ea typeface="宋体" pitchFamily="2" charset="-122"/>
            </a:endParaRPr>
          </a:p>
        </p:txBody>
      </p:sp>
    </p:spTree>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29" name="日期占位符 3"/>
          <p:cNvSpPr>
            <a:spLocks noGrp="1"/>
          </p:cNvSpPr>
          <p:nvPr>
            <p:ph type="dt" sz="half" idx="11"/>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buClrTx/>
              <a:buFontTx/>
            </a:pPr>
            <a:fld id="{BB962C8B-B14F-4D97-AF65-F5344CB8AC3E}" type="datetime1">
              <a:rPr lang="zh-CN" altLang="en-US" sz="1000" b="1" i="1" dirty="0">
                <a:solidFill>
                  <a:srgbClr val="009999"/>
                </a:solidFill>
                <a:latin typeface="Arial Narrow" panose="020B0606020202030204" pitchFamily="34" charset="0"/>
                <a:ea typeface="宋体" pitchFamily="2" charset="-122"/>
              </a:rPr>
            </a:fld>
            <a:endParaRPr lang="zh-CN" altLang="en-US" sz="1000" b="1" i="1" dirty="0">
              <a:solidFill>
                <a:srgbClr val="009999"/>
              </a:solidFill>
              <a:latin typeface="Arial Narrow" panose="020B0606020202030204" pitchFamily="34" charset="0"/>
              <a:ea typeface="宋体" pitchFamily="2" charset="-122"/>
            </a:endParaRPr>
          </a:p>
        </p:txBody>
      </p:sp>
      <p:sp>
        <p:nvSpPr>
          <p:cNvPr id="48130" name="文本框 6"/>
          <p:cNvSpPr txBox="1"/>
          <p:nvPr>
            <p:custDataLst>
              <p:tags r:id="rId1"/>
            </p:custDataLst>
          </p:nvPr>
        </p:nvSpPr>
        <p:spPr>
          <a:xfrm>
            <a:off x="814388" y="701675"/>
            <a:ext cx="8316912" cy="1136650"/>
          </a:xfrm>
          <a:prstGeom prst="rect">
            <a:avLst/>
          </a:prstGeom>
          <a:noFill/>
          <a:ln w="9525">
            <a:noFill/>
          </a:ln>
        </p:spPr>
        <p:txBody>
          <a:bodyPr anchor="ctr" anchorCtr="0"/>
          <a:p>
            <a:pPr lvl="1" indent="0" algn="l" rtl="0" eaLnBrk="0" fontAlgn="base" hangingPunct="0">
              <a:spcBef>
                <a:spcPct val="0"/>
              </a:spcBef>
              <a:spcAft>
                <a:spcPct val="0"/>
              </a:spcAft>
              <a:buClrTx/>
              <a:buFontTx/>
              <a:buNone/>
            </a:pPr>
            <a:r>
              <a:rPr lang="en-US" altLang="zh-CN" sz="2800" dirty="0">
                <a:solidFill>
                  <a:schemeClr val="tx1"/>
                </a:solidFill>
                <a:latin typeface="Times New Roman" panose="02020503050405090304" pitchFamily="18" charset="0"/>
                <a:ea typeface="宋体" pitchFamily="2" charset="-122"/>
              </a:rPr>
              <a:t>Which</a:t>
            </a:r>
            <a:r>
              <a:rPr lang="zh-CN" altLang="en-US" sz="2800" dirty="0">
                <a:solidFill>
                  <a:schemeClr val="tx1"/>
                </a:solidFill>
                <a:latin typeface="Times New Roman" panose="02020503050405090304" pitchFamily="18" charset="0"/>
                <a:ea typeface="宋体" pitchFamily="2" charset="-122"/>
              </a:rPr>
              <a:t> </a:t>
            </a:r>
            <a:r>
              <a:rPr lang="en-US" altLang="zh-CN" sz="2800" dirty="0">
                <a:solidFill>
                  <a:schemeClr val="tx1"/>
                </a:solidFill>
                <a:latin typeface="Times New Roman" panose="02020503050405090304" pitchFamily="18" charset="0"/>
                <a:ea typeface="宋体" pitchFamily="2" charset="-122"/>
              </a:rPr>
              <a:t>of</a:t>
            </a:r>
            <a:r>
              <a:rPr lang="zh-CN" altLang="en-US" sz="2800" dirty="0">
                <a:solidFill>
                  <a:schemeClr val="tx1"/>
                </a:solidFill>
                <a:latin typeface="Times New Roman" panose="02020503050405090304" pitchFamily="18" charset="0"/>
                <a:ea typeface="宋体" pitchFamily="2" charset="-122"/>
              </a:rPr>
              <a:t> </a:t>
            </a:r>
            <a:r>
              <a:rPr lang="en-US" altLang="zh-CN" sz="2800" dirty="0">
                <a:solidFill>
                  <a:schemeClr val="tx1"/>
                </a:solidFill>
                <a:latin typeface="Times New Roman" panose="02020503050405090304" pitchFamily="18" charset="0"/>
                <a:ea typeface="宋体" pitchFamily="2" charset="-122"/>
              </a:rPr>
              <a:t> the compound propositions are satisfiable?</a:t>
            </a:r>
            <a:endParaRPr lang="zh-CN" altLang="en-US" sz="2800" dirty="0">
              <a:solidFill>
                <a:schemeClr val="tx1"/>
              </a:solidFill>
              <a:latin typeface="Times New Roman" panose="02020503050405090304" pitchFamily="18" charset="0"/>
              <a:ea typeface="Times New Roman" panose="02020503050405090304" pitchFamily="18" charset="0"/>
            </a:endParaRPr>
          </a:p>
        </p:txBody>
      </p:sp>
      <p:sp>
        <p:nvSpPr>
          <p:cNvPr id="48131" name="文本框 7"/>
          <p:cNvSpPr txBox="1"/>
          <p:nvPr>
            <p:custDataLst>
              <p:tags r:id="rId2"/>
            </p:custDataLst>
          </p:nvPr>
        </p:nvSpPr>
        <p:spPr>
          <a:xfrm>
            <a:off x="1786890" y="2391093"/>
            <a:ext cx="6400800" cy="642937"/>
          </a:xfrm>
          <a:prstGeom prst="rect">
            <a:avLst/>
          </a:prstGeom>
          <a:noFill/>
          <a:ln w="9525">
            <a:noFill/>
          </a:ln>
        </p:spPr>
        <p:txBody>
          <a:bodyPr anchor="ctr" anchorCtr="0"/>
          <a:p>
            <a:pPr eaLnBrk="0" hangingPunct="0">
              <a:buClrTx/>
              <a:buFontTx/>
            </a:pPr>
            <a:r>
              <a:rPr lang="en-US" altLang="zh-CN" sz="2800" dirty="0">
                <a:latin typeface="Times New Roman" panose="02020503050405090304" pitchFamily="18" charset="0"/>
              </a:rPr>
              <a:t>(</a:t>
            </a:r>
            <a:r>
              <a:rPr lang="en-US" altLang="zh-CN" sz="2800" i="1" dirty="0">
                <a:latin typeface="Times New Roman" panose="02020503050405090304" pitchFamily="18" charset="0"/>
              </a:rPr>
              <a:t>p</a:t>
            </a:r>
            <a:r>
              <a:rPr lang="en-US" altLang="zh-CN" sz="2800" dirty="0">
                <a:latin typeface="Times New Roman" panose="02020503050405090304" pitchFamily="18" charset="0"/>
              </a:rPr>
              <a:t>∨</a:t>
            </a:r>
            <a:r>
              <a:rPr lang="en-US" altLang="zh-CN" sz="2800" dirty="0">
                <a:latin typeface="Tahoma" panose="020B0604030504040204" pitchFamily="34" charset="0"/>
                <a:sym typeface="Symbol" panose="05050102010706020507" pitchFamily="18" charset="2"/>
              </a:rPr>
              <a:t> ¬ </a:t>
            </a:r>
            <a:r>
              <a:rPr lang="en-US" altLang="zh-CN" sz="2800" i="1" dirty="0">
                <a:latin typeface="Times New Roman" panose="02020503050405090304" pitchFamily="18" charset="0"/>
              </a:rPr>
              <a:t>q</a:t>
            </a:r>
            <a:r>
              <a:rPr lang="en-US" altLang="zh-CN" sz="2800" dirty="0">
                <a:latin typeface="Times New Roman" panose="02020503050405090304" pitchFamily="18" charset="0"/>
              </a:rPr>
              <a:t>) ∧</a:t>
            </a:r>
            <a:r>
              <a:rPr lang="en-US" altLang="zh-CN" sz="2800" i="1" dirty="0">
                <a:latin typeface="Times New Roman" panose="02020503050405090304" pitchFamily="18" charset="0"/>
              </a:rPr>
              <a:t> </a:t>
            </a:r>
            <a:r>
              <a:rPr lang="en-US" altLang="zh-CN" sz="2800" dirty="0">
                <a:latin typeface="Times New Roman" panose="02020503050405090304" pitchFamily="18" charset="0"/>
              </a:rPr>
              <a:t>(</a:t>
            </a:r>
            <a:r>
              <a:rPr lang="en-US" altLang="zh-CN" sz="2800" i="1" dirty="0">
                <a:latin typeface="Times New Roman" panose="02020503050405090304" pitchFamily="18" charset="0"/>
              </a:rPr>
              <a:t>q</a:t>
            </a:r>
            <a:r>
              <a:rPr lang="en-US" altLang="zh-CN" sz="2800" dirty="0">
                <a:latin typeface="Times New Roman" panose="02020503050405090304" pitchFamily="18" charset="0"/>
              </a:rPr>
              <a:t>∨</a:t>
            </a:r>
            <a:r>
              <a:rPr lang="en-US" altLang="zh-CN" sz="2800" dirty="0">
                <a:latin typeface="Tahoma" panose="020B0604030504040204" pitchFamily="34" charset="0"/>
                <a:sym typeface="Symbol" panose="05050102010706020507" pitchFamily="18" charset="2"/>
              </a:rPr>
              <a:t> ¬ </a:t>
            </a:r>
            <a:r>
              <a:rPr lang="en-US" altLang="zh-CN" sz="2800" i="1" dirty="0">
                <a:latin typeface="Times New Roman" panose="02020503050405090304" pitchFamily="18" charset="0"/>
              </a:rPr>
              <a:t>r</a:t>
            </a:r>
            <a:r>
              <a:rPr lang="en-US" altLang="zh-CN" sz="2800" dirty="0">
                <a:latin typeface="Times New Roman" panose="02020503050405090304" pitchFamily="18" charset="0"/>
              </a:rPr>
              <a:t>) ∧(</a:t>
            </a:r>
            <a:r>
              <a:rPr lang="en-US" altLang="zh-CN" sz="2800" i="1" dirty="0">
                <a:latin typeface="Times New Roman" panose="02020503050405090304" pitchFamily="18" charset="0"/>
              </a:rPr>
              <a:t>r </a:t>
            </a:r>
            <a:r>
              <a:rPr lang="en-US" altLang="zh-CN" sz="2800" dirty="0">
                <a:latin typeface="Times New Roman" panose="02020503050405090304" pitchFamily="18" charset="0"/>
              </a:rPr>
              <a:t>∨</a:t>
            </a:r>
            <a:r>
              <a:rPr lang="en-US" altLang="zh-CN" sz="2800" dirty="0">
                <a:latin typeface="Tahoma" panose="020B0604030504040204" pitchFamily="34" charset="0"/>
                <a:sym typeface="Symbol" panose="05050102010706020507" pitchFamily="18" charset="2"/>
              </a:rPr>
              <a:t> ¬ </a:t>
            </a:r>
            <a:r>
              <a:rPr lang="en-US" altLang="zh-CN" sz="2800" i="1" dirty="0">
                <a:latin typeface="Times New Roman" panose="02020503050405090304" pitchFamily="18" charset="0"/>
              </a:rPr>
              <a:t>p</a:t>
            </a:r>
            <a:r>
              <a:rPr lang="en-US" altLang="zh-CN" sz="2800" dirty="0">
                <a:latin typeface="Times New Roman" panose="02020503050405090304" pitchFamily="18" charset="0"/>
              </a:rPr>
              <a:t>)</a:t>
            </a:r>
            <a:endParaRPr lang="zh-CN" altLang="en-US" sz="2600" dirty="0">
              <a:solidFill>
                <a:srgbClr val="000000"/>
              </a:solidFill>
              <a:latin typeface="微软雅黑" charset="-122"/>
              <a:ea typeface="微软雅黑" charset="-122"/>
              <a:sym typeface="微软雅黑" charset="-122"/>
            </a:endParaRPr>
          </a:p>
        </p:txBody>
      </p:sp>
      <p:sp>
        <p:nvSpPr>
          <p:cNvPr id="48132" name="文本框 8"/>
          <p:cNvSpPr txBox="1"/>
          <p:nvPr>
            <p:custDataLst>
              <p:tags r:id="rId3"/>
            </p:custDataLst>
          </p:nvPr>
        </p:nvSpPr>
        <p:spPr>
          <a:xfrm>
            <a:off x="1786890" y="3248343"/>
            <a:ext cx="6400800" cy="642937"/>
          </a:xfrm>
          <a:prstGeom prst="rect">
            <a:avLst/>
          </a:prstGeom>
          <a:noFill/>
          <a:ln w="9525">
            <a:noFill/>
          </a:ln>
        </p:spPr>
        <p:txBody>
          <a:bodyPr anchor="ctr" anchorCtr="0"/>
          <a:p>
            <a:pPr eaLnBrk="0" hangingPunct="0">
              <a:buClrTx/>
              <a:buFontTx/>
            </a:pPr>
            <a:r>
              <a:rPr lang="en-US" altLang="zh-CN" sz="2800" dirty="0">
                <a:latin typeface="Times New Roman" panose="02020503050405090304" pitchFamily="18" charset="0"/>
              </a:rPr>
              <a:t>(</a:t>
            </a:r>
            <a:r>
              <a:rPr lang="en-US" altLang="zh-CN" sz="2800" i="1" dirty="0">
                <a:latin typeface="Times New Roman" panose="02020503050405090304" pitchFamily="18" charset="0"/>
              </a:rPr>
              <a:t>p</a:t>
            </a:r>
            <a:r>
              <a:rPr lang="en-US" altLang="zh-CN" sz="2800" dirty="0">
                <a:latin typeface="Times New Roman" panose="02020503050405090304" pitchFamily="18" charset="0"/>
              </a:rPr>
              <a:t>∨</a:t>
            </a:r>
            <a:r>
              <a:rPr lang="en-US" altLang="zh-CN" sz="2800" i="1" dirty="0">
                <a:latin typeface="Times New Roman" panose="02020503050405090304" pitchFamily="18" charset="0"/>
              </a:rPr>
              <a:t>q</a:t>
            </a:r>
            <a:r>
              <a:rPr lang="en-US" altLang="zh-CN" sz="2800" dirty="0">
                <a:latin typeface="Times New Roman" panose="02020503050405090304" pitchFamily="18" charset="0"/>
              </a:rPr>
              <a:t>∨</a:t>
            </a:r>
            <a:r>
              <a:rPr lang="en-US" altLang="zh-CN" sz="2800" i="1" dirty="0">
                <a:latin typeface="Times New Roman" panose="02020503050405090304" pitchFamily="18" charset="0"/>
              </a:rPr>
              <a:t>r</a:t>
            </a:r>
            <a:r>
              <a:rPr lang="en-US" altLang="zh-CN" sz="2800" dirty="0">
                <a:latin typeface="Times New Roman" panose="02020503050405090304" pitchFamily="18" charset="0"/>
              </a:rPr>
              <a:t>) ∧</a:t>
            </a:r>
            <a:r>
              <a:rPr lang="en-US" altLang="zh-CN" sz="2800" i="1" dirty="0">
                <a:latin typeface="Times New Roman" panose="02020503050405090304" pitchFamily="18" charset="0"/>
              </a:rPr>
              <a:t> </a:t>
            </a:r>
            <a:r>
              <a:rPr lang="en-US" altLang="zh-CN" sz="2800" dirty="0">
                <a:latin typeface="Times New Roman" panose="02020503050405090304" pitchFamily="18" charset="0"/>
              </a:rPr>
              <a:t>(</a:t>
            </a:r>
            <a:r>
              <a:rPr lang="en-US" altLang="zh-CN" sz="2800" dirty="0">
                <a:latin typeface="Tahoma" panose="020B0604030504040204" pitchFamily="34" charset="0"/>
                <a:sym typeface="Symbol" panose="05050102010706020507" pitchFamily="18" charset="2"/>
              </a:rPr>
              <a:t>¬ </a:t>
            </a:r>
            <a:r>
              <a:rPr lang="en-US" altLang="zh-CN" sz="2800" i="1" dirty="0">
                <a:latin typeface="Times New Roman" panose="02020503050405090304" pitchFamily="18" charset="0"/>
              </a:rPr>
              <a:t>p</a:t>
            </a:r>
            <a:r>
              <a:rPr lang="en-US" altLang="zh-CN" sz="2800" dirty="0">
                <a:latin typeface="Times New Roman" panose="02020503050405090304" pitchFamily="18" charset="0"/>
              </a:rPr>
              <a:t>∨</a:t>
            </a:r>
            <a:r>
              <a:rPr lang="en-US" altLang="zh-CN" sz="2800" dirty="0">
                <a:latin typeface="Tahoma" panose="020B0604030504040204" pitchFamily="34" charset="0"/>
                <a:sym typeface="Symbol" panose="05050102010706020507" pitchFamily="18" charset="2"/>
              </a:rPr>
              <a:t> ¬ </a:t>
            </a:r>
            <a:r>
              <a:rPr lang="en-US" altLang="zh-CN" sz="2800" i="1" dirty="0">
                <a:latin typeface="Times New Roman" panose="02020503050405090304" pitchFamily="18" charset="0"/>
              </a:rPr>
              <a:t>q</a:t>
            </a:r>
            <a:r>
              <a:rPr lang="en-US" altLang="zh-CN" sz="2800" dirty="0">
                <a:latin typeface="Times New Roman" panose="02020503050405090304" pitchFamily="18" charset="0"/>
              </a:rPr>
              <a:t>∨</a:t>
            </a:r>
            <a:r>
              <a:rPr lang="en-US" altLang="zh-CN" sz="2800" dirty="0">
                <a:latin typeface="Tahoma" panose="020B0604030504040204" pitchFamily="34" charset="0"/>
                <a:sym typeface="Symbol" panose="05050102010706020507" pitchFamily="18" charset="2"/>
              </a:rPr>
              <a:t> ¬ </a:t>
            </a:r>
            <a:r>
              <a:rPr lang="en-US" altLang="zh-CN" sz="2800" i="1" dirty="0">
                <a:latin typeface="Times New Roman" panose="02020503050405090304" pitchFamily="18" charset="0"/>
              </a:rPr>
              <a:t>r</a:t>
            </a:r>
            <a:r>
              <a:rPr lang="en-US" altLang="zh-CN" sz="2800" dirty="0">
                <a:latin typeface="Times New Roman" panose="02020503050405090304" pitchFamily="18" charset="0"/>
              </a:rPr>
              <a:t>)</a:t>
            </a:r>
            <a:endParaRPr lang="zh-CN" altLang="en-US" sz="2600" dirty="0">
              <a:solidFill>
                <a:srgbClr val="000000"/>
              </a:solidFill>
              <a:latin typeface="微软雅黑" charset="-122"/>
              <a:ea typeface="微软雅黑" charset="-122"/>
              <a:sym typeface="微软雅黑" charset="-122"/>
            </a:endParaRPr>
          </a:p>
        </p:txBody>
      </p:sp>
      <p:sp>
        <p:nvSpPr>
          <p:cNvPr id="48133" name="文本框 9"/>
          <p:cNvSpPr txBox="1"/>
          <p:nvPr>
            <p:custDataLst>
              <p:tags r:id="rId4"/>
            </p:custDataLst>
          </p:nvPr>
        </p:nvSpPr>
        <p:spPr>
          <a:xfrm>
            <a:off x="1786890" y="4105593"/>
            <a:ext cx="7064375" cy="642937"/>
          </a:xfrm>
          <a:prstGeom prst="rect">
            <a:avLst/>
          </a:prstGeom>
          <a:noFill/>
          <a:ln w="9525">
            <a:noFill/>
          </a:ln>
        </p:spPr>
        <p:txBody>
          <a:bodyPr anchor="ctr" anchorCtr="0"/>
          <a:p>
            <a:pPr eaLnBrk="0" hangingPunct="0">
              <a:buClrTx/>
              <a:buFontTx/>
            </a:pPr>
            <a:r>
              <a:rPr lang="en-US" altLang="zh-CN" sz="2800" dirty="0">
                <a:latin typeface="Times New Roman" panose="02020503050405090304" pitchFamily="18" charset="0"/>
              </a:rPr>
              <a:t>(</a:t>
            </a:r>
            <a:r>
              <a:rPr lang="en-US" altLang="zh-CN" sz="2800" i="1" dirty="0">
                <a:latin typeface="Times New Roman" panose="02020503050405090304" pitchFamily="18" charset="0"/>
              </a:rPr>
              <a:t>p</a:t>
            </a:r>
            <a:r>
              <a:rPr lang="en-US" altLang="zh-CN" sz="2800" dirty="0">
                <a:latin typeface="Times New Roman" panose="02020503050405090304" pitchFamily="18" charset="0"/>
              </a:rPr>
              <a:t>∨</a:t>
            </a:r>
            <a:r>
              <a:rPr lang="en-US" altLang="zh-CN" sz="2800" dirty="0">
                <a:latin typeface="Tahoma" panose="020B0604030504040204" pitchFamily="34" charset="0"/>
                <a:sym typeface="Symbol" panose="05050102010706020507" pitchFamily="18" charset="2"/>
              </a:rPr>
              <a:t> ¬ </a:t>
            </a:r>
            <a:r>
              <a:rPr lang="en-US" altLang="zh-CN" sz="2800" i="1" dirty="0">
                <a:latin typeface="Times New Roman" panose="02020503050405090304" pitchFamily="18" charset="0"/>
              </a:rPr>
              <a:t>q</a:t>
            </a:r>
            <a:r>
              <a:rPr lang="en-US" altLang="zh-CN" sz="2800" dirty="0">
                <a:latin typeface="Times New Roman" panose="02020503050405090304" pitchFamily="18" charset="0"/>
              </a:rPr>
              <a:t>)∧(</a:t>
            </a:r>
            <a:r>
              <a:rPr lang="en-US" altLang="zh-CN" sz="2800" i="1" dirty="0">
                <a:latin typeface="Times New Roman" panose="02020503050405090304" pitchFamily="18" charset="0"/>
              </a:rPr>
              <a:t>q</a:t>
            </a:r>
            <a:r>
              <a:rPr lang="en-US" altLang="zh-CN" sz="2800" dirty="0">
                <a:latin typeface="Times New Roman" panose="02020503050405090304" pitchFamily="18" charset="0"/>
              </a:rPr>
              <a:t>∨</a:t>
            </a:r>
            <a:r>
              <a:rPr lang="en-US" altLang="zh-CN" sz="2800" dirty="0">
                <a:latin typeface="Tahoma" panose="020B0604030504040204" pitchFamily="34" charset="0"/>
                <a:sym typeface="Symbol" panose="05050102010706020507" pitchFamily="18" charset="2"/>
              </a:rPr>
              <a:t> ¬ </a:t>
            </a:r>
            <a:r>
              <a:rPr lang="en-US" altLang="zh-CN" sz="2800" i="1" dirty="0">
                <a:latin typeface="Times New Roman" panose="02020503050405090304" pitchFamily="18" charset="0"/>
              </a:rPr>
              <a:t>r</a:t>
            </a:r>
            <a:r>
              <a:rPr lang="en-US" altLang="zh-CN" sz="2800" dirty="0">
                <a:latin typeface="Times New Roman" panose="02020503050405090304" pitchFamily="18" charset="0"/>
              </a:rPr>
              <a:t>)∧(</a:t>
            </a:r>
            <a:r>
              <a:rPr lang="en-US" altLang="zh-CN" sz="2800" i="1" dirty="0">
                <a:latin typeface="Times New Roman" panose="02020503050405090304" pitchFamily="18" charset="0"/>
              </a:rPr>
              <a:t>r</a:t>
            </a:r>
            <a:r>
              <a:rPr lang="en-US" altLang="zh-CN" sz="2800" dirty="0">
                <a:latin typeface="Times New Roman" panose="02020503050405090304" pitchFamily="18" charset="0"/>
              </a:rPr>
              <a:t>∨</a:t>
            </a:r>
            <a:r>
              <a:rPr lang="en-US" altLang="zh-CN" sz="2800" dirty="0">
                <a:latin typeface="Tahoma" panose="020B0604030504040204" pitchFamily="34" charset="0"/>
                <a:sym typeface="Symbol" panose="05050102010706020507" pitchFamily="18" charset="2"/>
              </a:rPr>
              <a:t> ¬ </a:t>
            </a:r>
            <a:r>
              <a:rPr lang="en-US" altLang="zh-CN" sz="2800" i="1" dirty="0">
                <a:latin typeface="Times New Roman" panose="02020503050405090304" pitchFamily="18" charset="0"/>
              </a:rPr>
              <a:t>p</a:t>
            </a:r>
            <a:r>
              <a:rPr lang="en-US" altLang="zh-CN" sz="2800" dirty="0">
                <a:latin typeface="Times New Roman" panose="02020503050405090304" pitchFamily="18" charset="0"/>
              </a:rPr>
              <a:t>)∧(</a:t>
            </a:r>
            <a:r>
              <a:rPr lang="en-US" altLang="zh-CN" sz="2800" i="1" dirty="0">
                <a:latin typeface="Times New Roman" panose="02020503050405090304" pitchFamily="18" charset="0"/>
              </a:rPr>
              <a:t>p</a:t>
            </a:r>
            <a:r>
              <a:rPr lang="en-US" altLang="zh-CN" sz="2800" dirty="0">
                <a:latin typeface="Times New Roman" panose="02020503050405090304" pitchFamily="18" charset="0"/>
              </a:rPr>
              <a:t>∨</a:t>
            </a:r>
            <a:r>
              <a:rPr lang="en-US" altLang="zh-CN" sz="2800" i="1" dirty="0">
                <a:latin typeface="Times New Roman" panose="02020503050405090304" pitchFamily="18" charset="0"/>
              </a:rPr>
              <a:t>q</a:t>
            </a:r>
            <a:r>
              <a:rPr lang="en-US" altLang="zh-CN" sz="2800" dirty="0">
                <a:latin typeface="Times New Roman" panose="02020503050405090304" pitchFamily="18" charset="0"/>
              </a:rPr>
              <a:t>∨</a:t>
            </a:r>
            <a:r>
              <a:rPr lang="en-US" altLang="zh-CN" sz="2800" i="1" dirty="0">
                <a:latin typeface="Times New Roman" panose="02020503050405090304" pitchFamily="18" charset="0"/>
              </a:rPr>
              <a:t> r</a:t>
            </a:r>
            <a:r>
              <a:rPr lang="en-US" altLang="zh-CN" sz="2800" dirty="0">
                <a:latin typeface="Times New Roman" panose="02020503050405090304" pitchFamily="18" charset="0"/>
              </a:rPr>
              <a:t>) ∧(</a:t>
            </a:r>
            <a:r>
              <a:rPr lang="en-US" altLang="zh-CN" sz="2800" dirty="0">
                <a:latin typeface="Tahoma" panose="020B0604030504040204" pitchFamily="34" charset="0"/>
                <a:sym typeface="Symbol" panose="05050102010706020507" pitchFamily="18" charset="2"/>
              </a:rPr>
              <a:t>¬ </a:t>
            </a:r>
            <a:r>
              <a:rPr lang="en-US" altLang="zh-CN" sz="2800" i="1" dirty="0">
                <a:latin typeface="Times New Roman" panose="02020503050405090304" pitchFamily="18" charset="0"/>
              </a:rPr>
              <a:t>p</a:t>
            </a:r>
            <a:r>
              <a:rPr lang="en-US" altLang="zh-CN" sz="2800" dirty="0">
                <a:latin typeface="Times New Roman" panose="02020503050405090304" pitchFamily="18" charset="0"/>
              </a:rPr>
              <a:t>∨</a:t>
            </a:r>
            <a:r>
              <a:rPr lang="en-US" altLang="zh-CN" sz="2800" dirty="0">
                <a:latin typeface="Tahoma" panose="020B0604030504040204" pitchFamily="34" charset="0"/>
                <a:sym typeface="Symbol" panose="05050102010706020507" pitchFamily="18" charset="2"/>
              </a:rPr>
              <a:t> ¬ </a:t>
            </a:r>
            <a:r>
              <a:rPr lang="en-US" altLang="zh-CN" sz="2800" i="1" dirty="0">
                <a:latin typeface="Times New Roman" panose="02020503050405090304" pitchFamily="18" charset="0"/>
              </a:rPr>
              <a:t>q</a:t>
            </a:r>
            <a:r>
              <a:rPr lang="en-US" altLang="zh-CN" sz="2800" dirty="0">
                <a:latin typeface="Times New Roman" panose="02020503050405090304" pitchFamily="18" charset="0"/>
              </a:rPr>
              <a:t>∨</a:t>
            </a:r>
            <a:r>
              <a:rPr lang="en-US" altLang="zh-CN" sz="2800" dirty="0">
                <a:latin typeface="Tahoma" panose="020B0604030504040204" pitchFamily="34" charset="0"/>
                <a:sym typeface="Symbol" panose="05050102010706020507" pitchFamily="18" charset="2"/>
              </a:rPr>
              <a:t> ¬ </a:t>
            </a:r>
            <a:r>
              <a:rPr lang="en-US" altLang="zh-CN" sz="2800" i="1" dirty="0">
                <a:latin typeface="Times New Roman" panose="02020503050405090304" pitchFamily="18" charset="0"/>
              </a:rPr>
              <a:t>r</a:t>
            </a:r>
            <a:r>
              <a:rPr lang="en-US" altLang="zh-CN" sz="2800" dirty="0">
                <a:latin typeface="Times New Roman" panose="02020503050405090304" pitchFamily="18" charset="0"/>
              </a:rPr>
              <a:t>)</a:t>
            </a:r>
            <a:endParaRPr lang="zh-CN" altLang="en-US" sz="2600" dirty="0">
              <a:solidFill>
                <a:srgbClr val="000000"/>
              </a:solidFill>
              <a:latin typeface="微软雅黑" charset="-122"/>
              <a:ea typeface="微软雅黑" charset="-122"/>
              <a:sym typeface="微软雅黑" charset="-122"/>
            </a:endParaRPr>
          </a:p>
        </p:txBody>
      </p:sp>
      <p:sp>
        <p:nvSpPr>
          <p:cNvPr id="48134" name="矩形 11"/>
          <p:cNvSpPr>
            <a:spLocks noChangeAspect="1"/>
          </p:cNvSpPr>
          <p:nvPr>
            <p:custDataLst>
              <p:tags r:id="rId5"/>
            </p:custDataLst>
          </p:nvPr>
        </p:nvSpPr>
        <p:spPr>
          <a:xfrm>
            <a:off x="1072515" y="2454593"/>
            <a:ext cx="514350" cy="514350"/>
          </a:xfrm>
          <a:prstGeom prst="rect">
            <a:avLst/>
          </a:prstGeom>
          <a:solidFill>
            <a:srgbClr val="00FF00"/>
          </a:solidFill>
          <a:ln w="25400" cap="flat" cmpd="sng">
            <a:solidFill>
              <a:srgbClr val="000000"/>
            </a:solidFill>
            <a:prstDash val="solid"/>
            <a:miter/>
            <a:headEnd type="none" w="med" len="med"/>
            <a:tailEnd type="none" w="med" len="med"/>
          </a:ln>
        </p:spPr>
        <p:txBody>
          <a:bodyPr wrap="none" anchor="ctr" anchorCtr="1"/>
          <a:p>
            <a:pPr eaLnBrk="0" hangingPunct="0">
              <a:buClrTx/>
              <a:buFontTx/>
            </a:pPr>
            <a:r>
              <a:rPr lang="en-US" altLang="zh-CN" sz="1600" dirty="0">
                <a:solidFill>
                  <a:srgbClr val="FFFFFF"/>
                </a:solidFill>
                <a:latin typeface="微软雅黑" charset="-122"/>
                <a:ea typeface="微软雅黑" charset="-122"/>
                <a:sym typeface="微软雅黑" charset="-122"/>
              </a:rPr>
              <a:t>A</a:t>
            </a:r>
            <a:endParaRPr lang="zh-CN" altLang="en-US" sz="1600" dirty="0">
              <a:solidFill>
                <a:srgbClr val="FFFFFF"/>
              </a:solidFill>
              <a:latin typeface="微软雅黑" charset="-122"/>
              <a:ea typeface="微软雅黑" charset="-122"/>
              <a:sym typeface="微软雅黑" charset="-122"/>
            </a:endParaRPr>
          </a:p>
        </p:txBody>
      </p:sp>
      <p:sp>
        <p:nvSpPr>
          <p:cNvPr id="48135" name="矩形 12"/>
          <p:cNvSpPr>
            <a:spLocks noChangeAspect="1"/>
          </p:cNvSpPr>
          <p:nvPr>
            <p:custDataLst>
              <p:tags r:id="rId6"/>
            </p:custDataLst>
          </p:nvPr>
        </p:nvSpPr>
        <p:spPr>
          <a:xfrm>
            <a:off x="1072515" y="3311843"/>
            <a:ext cx="514350" cy="514350"/>
          </a:xfrm>
          <a:prstGeom prst="rect">
            <a:avLst/>
          </a:prstGeom>
          <a:solidFill>
            <a:srgbClr val="00FF00"/>
          </a:solidFill>
          <a:ln w="25400" cap="flat" cmpd="sng">
            <a:solidFill>
              <a:srgbClr val="000000"/>
            </a:solidFill>
            <a:prstDash val="solid"/>
            <a:miter/>
            <a:headEnd type="none" w="med" len="med"/>
            <a:tailEnd type="none" w="med" len="med"/>
          </a:ln>
        </p:spPr>
        <p:txBody>
          <a:bodyPr wrap="none" anchor="ctr" anchorCtr="1"/>
          <a:p>
            <a:pPr eaLnBrk="0" hangingPunct="0">
              <a:buClrTx/>
              <a:buFontTx/>
            </a:pPr>
            <a:r>
              <a:rPr lang="en-US" altLang="zh-CN" sz="1600" dirty="0">
                <a:solidFill>
                  <a:srgbClr val="FFFFFF"/>
                </a:solidFill>
                <a:latin typeface="微软雅黑" charset="-122"/>
                <a:ea typeface="微软雅黑" charset="-122"/>
                <a:sym typeface="微软雅黑" charset="-122"/>
              </a:rPr>
              <a:t>B</a:t>
            </a:r>
            <a:endParaRPr lang="zh-CN" altLang="en-US" sz="1600" dirty="0">
              <a:solidFill>
                <a:srgbClr val="FFFFFF"/>
              </a:solidFill>
              <a:latin typeface="微软雅黑" charset="-122"/>
              <a:ea typeface="微软雅黑" charset="-122"/>
              <a:sym typeface="微软雅黑" charset="-122"/>
            </a:endParaRPr>
          </a:p>
        </p:txBody>
      </p:sp>
      <p:sp>
        <p:nvSpPr>
          <p:cNvPr id="48136" name="矩形 13"/>
          <p:cNvSpPr>
            <a:spLocks noChangeAspect="1"/>
          </p:cNvSpPr>
          <p:nvPr>
            <p:custDataLst>
              <p:tags r:id="rId7"/>
            </p:custDataLst>
          </p:nvPr>
        </p:nvSpPr>
        <p:spPr>
          <a:xfrm>
            <a:off x="1072515" y="4169093"/>
            <a:ext cx="514350" cy="514350"/>
          </a:xfrm>
          <a:prstGeom prst="rect">
            <a:avLst/>
          </a:prstGeom>
          <a:solidFill>
            <a:srgbClr val="808080"/>
          </a:solidFill>
          <a:ln w="12700" cap="flat" cmpd="sng">
            <a:solidFill>
              <a:srgbClr val="000000"/>
            </a:solidFill>
            <a:prstDash val="solid"/>
            <a:miter/>
            <a:headEnd type="none" w="med" len="med"/>
            <a:tailEnd type="none" w="med" len="med"/>
          </a:ln>
        </p:spPr>
        <p:txBody>
          <a:bodyPr wrap="none" anchor="ctr" anchorCtr="1"/>
          <a:p>
            <a:pPr eaLnBrk="0" hangingPunct="0">
              <a:buClrTx/>
              <a:buFontTx/>
            </a:pPr>
            <a:r>
              <a:rPr lang="en-US" altLang="zh-CN" sz="1600" dirty="0">
                <a:solidFill>
                  <a:srgbClr val="FFFFFF"/>
                </a:solidFill>
                <a:latin typeface="微软雅黑" charset="-122"/>
                <a:ea typeface="微软雅黑" charset="-122"/>
                <a:sym typeface="微软雅黑" charset="-122"/>
              </a:rPr>
              <a:t>C</a:t>
            </a:r>
            <a:endParaRPr lang="zh-CN" altLang="en-US" sz="1600" dirty="0">
              <a:solidFill>
                <a:srgbClr val="FFFFFF"/>
              </a:solidFill>
              <a:latin typeface="微软雅黑" charset="-122"/>
              <a:ea typeface="微软雅黑" charset="-122"/>
              <a:sym typeface="微软雅黑" charset="-122"/>
            </a:endParaRPr>
          </a:p>
        </p:txBody>
      </p:sp>
      <p:sp>
        <p:nvSpPr>
          <p:cNvPr id="48137" name="矩形: 圆角 15"/>
          <p:cNvSpPr/>
          <p:nvPr>
            <p:custDataLst>
              <p:tags r:id="rId8"/>
            </p:custDataLst>
          </p:nvPr>
        </p:nvSpPr>
        <p:spPr>
          <a:xfrm>
            <a:off x="6227763" y="5661025"/>
            <a:ext cx="1543050" cy="411163"/>
          </a:xfrm>
          <a:prstGeom prst="roundRect">
            <a:avLst>
              <a:gd name="adj" fmla="val 16667"/>
            </a:avLst>
          </a:prstGeom>
          <a:solidFill>
            <a:srgbClr val="808080"/>
          </a:solidFill>
          <a:ln w="38100" cap="flat" cmpd="sng">
            <a:solidFill>
              <a:srgbClr val="000000"/>
            </a:solidFill>
            <a:prstDash val="solid"/>
            <a:miter/>
            <a:headEnd type="none" w="med" len="med"/>
            <a:tailEnd type="none" w="med" len="med"/>
          </a:ln>
        </p:spPr>
        <p:txBody>
          <a:bodyPr wrap="none" anchor="ctr" anchorCtr="1"/>
          <a:p>
            <a:pPr eaLnBrk="0" hangingPunct="0">
              <a:buClrTx/>
              <a:buFontTx/>
            </a:pPr>
            <a:r>
              <a:rPr lang="zh-CN" altLang="en-US" sz="1600" dirty="0">
                <a:solidFill>
                  <a:srgbClr val="FFFFFF"/>
                </a:solidFill>
                <a:latin typeface="微软雅黑" charset="-122"/>
                <a:ea typeface="微软雅黑" charset="-122"/>
                <a:sym typeface="微软雅黑" charset="-122"/>
              </a:rPr>
              <a:t>提交</a:t>
            </a:r>
            <a:endParaRPr lang="zh-CN" altLang="en-US" sz="1600" dirty="0">
              <a:solidFill>
                <a:srgbClr val="FFFFFF"/>
              </a:solidFill>
              <a:latin typeface="微软雅黑" charset="-122"/>
              <a:ea typeface="微软雅黑" charset="-122"/>
              <a:sym typeface="微软雅黑" charset="-122"/>
            </a:endParaRPr>
          </a:p>
        </p:txBody>
      </p:sp>
      <p:grpSp>
        <p:nvGrpSpPr>
          <p:cNvPr id="48138" name="组合 20"/>
          <p:cNvGrpSpPr/>
          <p:nvPr/>
        </p:nvGrpSpPr>
        <p:grpSpPr>
          <a:xfrm>
            <a:off x="0" y="0"/>
            <a:ext cx="9144000" cy="635000"/>
            <a:chOff x="108080" y="-103188"/>
            <a:chExt cx="9144000" cy="635000"/>
          </a:xfrm>
        </p:grpSpPr>
        <p:sp>
          <p:nvSpPr>
            <p:cNvPr id="48139" name="TitleBackground"/>
            <p:cNvSpPr/>
            <p:nvPr>
              <p:custDataLst>
                <p:tags r:id="rId9"/>
              </p:custDataLst>
            </p:nvPr>
          </p:nvSpPr>
          <p:spPr>
            <a:xfrm>
              <a:off x="108080" y="-103188"/>
              <a:ext cx="9144000" cy="635000"/>
            </a:xfrm>
            <a:prstGeom prst="rect">
              <a:avLst/>
            </a:prstGeom>
            <a:solidFill>
              <a:srgbClr val="F6F7F8"/>
            </a:solidFill>
            <a:ln w="9525">
              <a:noFill/>
            </a:ln>
          </p:spPr>
          <p:txBody>
            <a:bodyPr wrap="none" anchor="t" anchorCtr="0"/>
            <a:p>
              <a:pPr eaLnBrk="0" hangingPunct="0">
                <a:buClrTx/>
                <a:buFontTx/>
              </a:pPr>
              <a:endParaRPr lang="zh-CN" altLang="en-US" dirty="0">
                <a:latin typeface="Tahoma" panose="020B0604030504040204" pitchFamily="34" charset="0"/>
                <a:ea typeface="宋体" pitchFamily="2" charset="-122"/>
              </a:endParaRPr>
            </a:p>
          </p:txBody>
        </p:sp>
        <p:sp>
          <p:nvSpPr>
            <p:cNvPr id="48140" name="ColorBlock"/>
            <p:cNvSpPr/>
            <p:nvPr>
              <p:custDataLst>
                <p:tags r:id="rId10"/>
              </p:custDataLst>
            </p:nvPr>
          </p:nvSpPr>
          <p:spPr>
            <a:xfrm>
              <a:off x="108080" y="-103188"/>
              <a:ext cx="190500" cy="635000"/>
            </a:xfrm>
            <a:prstGeom prst="rect">
              <a:avLst/>
            </a:prstGeom>
            <a:solidFill>
              <a:srgbClr val="639EF4"/>
            </a:solidFill>
            <a:ln w="9525">
              <a:noFill/>
            </a:ln>
          </p:spPr>
          <p:txBody>
            <a:bodyPr wrap="none" anchor="t" anchorCtr="0"/>
            <a:p>
              <a:pPr eaLnBrk="0" hangingPunct="0">
                <a:buClrTx/>
                <a:buFontTx/>
              </a:pPr>
              <a:endParaRPr lang="zh-CN" altLang="en-US" dirty="0">
                <a:latin typeface="Tahoma" panose="020B0604030504040204" pitchFamily="34" charset="0"/>
                <a:ea typeface="宋体" pitchFamily="2" charset="-122"/>
              </a:endParaRPr>
            </a:p>
          </p:txBody>
        </p:sp>
        <p:sp>
          <p:nvSpPr>
            <p:cNvPr id="48141" name="TypeText"/>
            <p:cNvSpPr txBox="1"/>
            <p:nvPr>
              <p:custDataLst>
                <p:tags r:id="rId11"/>
              </p:custDataLst>
            </p:nvPr>
          </p:nvSpPr>
          <p:spPr>
            <a:xfrm>
              <a:off x="362080" y="-103188"/>
              <a:ext cx="1905000" cy="635000"/>
            </a:xfrm>
            <a:prstGeom prst="rect">
              <a:avLst/>
            </a:prstGeom>
            <a:noFill/>
            <a:ln w="9525">
              <a:noFill/>
            </a:ln>
          </p:spPr>
          <p:txBody>
            <a:bodyPr wrap="none" anchor="ctr" anchorCtr="0"/>
            <a:p>
              <a:pPr eaLnBrk="0" hangingPunct="0">
                <a:buClrTx/>
                <a:buFontTx/>
              </a:pPr>
              <a:r>
                <a:rPr lang="zh-CN" altLang="en-US" sz="2600" dirty="0">
                  <a:solidFill>
                    <a:srgbClr val="000000"/>
                  </a:solidFill>
                  <a:latin typeface="微软雅黑" charset="-122"/>
                  <a:ea typeface="微软雅黑" charset="-122"/>
                  <a:sym typeface="微软雅黑" charset="-122"/>
                </a:rPr>
                <a:t>多选题</a:t>
              </a:r>
              <a:endParaRPr lang="zh-CN" altLang="en-US" sz="2600" dirty="0">
                <a:solidFill>
                  <a:srgbClr val="000000"/>
                </a:solidFill>
                <a:latin typeface="微软雅黑" charset="-122"/>
                <a:ea typeface="微软雅黑" charset="-122"/>
                <a:sym typeface="微软雅黑" charset="-122"/>
              </a:endParaRPr>
            </a:p>
          </p:txBody>
        </p:sp>
        <p:sp>
          <p:nvSpPr>
            <p:cNvPr id="48142" name="TipText"/>
            <p:cNvSpPr txBox="1"/>
            <p:nvPr>
              <p:custDataLst>
                <p:tags r:id="rId12"/>
              </p:custDataLst>
            </p:nvPr>
          </p:nvSpPr>
          <p:spPr>
            <a:xfrm>
              <a:off x="1535560" y="6032"/>
              <a:ext cx="2286000" cy="508000"/>
            </a:xfrm>
            <a:prstGeom prst="rect">
              <a:avLst/>
            </a:prstGeom>
            <a:noFill/>
            <a:ln w="9525">
              <a:noFill/>
            </a:ln>
          </p:spPr>
          <p:txBody>
            <a:bodyPr wrap="none" anchor="ctr" anchorCtr="0"/>
            <a:p>
              <a:pPr eaLnBrk="0" hangingPunct="0">
                <a:buClrTx/>
                <a:buFontTx/>
              </a:pPr>
              <a:r>
                <a:rPr lang="en-US" altLang="zh-CN" sz="2000" dirty="0">
                  <a:solidFill>
                    <a:srgbClr val="808080"/>
                  </a:solidFill>
                  <a:latin typeface="微软雅黑" charset="-122"/>
                  <a:ea typeface="微软雅黑" charset="-122"/>
                  <a:sym typeface="微软雅黑" charset="-122"/>
                </a:rPr>
                <a:t>1</a:t>
              </a:r>
              <a:r>
                <a:rPr lang="zh-CN" altLang="en-US" sz="2000" dirty="0">
                  <a:solidFill>
                    <a:srgbClr val="808080"/>
                  </a:solidFill>
                  <a:latin typeface="微软雅黑" charset="-122"/>
                  <a:ea typeface="微软雅黑" charset="-122"/>
                  <a:sym typeface="微软雅黑" charset="-122"/>
                </a:rPr>
                <a:t>分</a:t>
              </a:r>
              <a:endParaRPr lang="zh-CN" altLang="en-US" sz="2000" dirty="0">
                <a:solidFill>
                  <a:srgbClr val="808080"/>
                </a:solidFill>
                <a:latin typeface="微软雅黑" charset="-122"/>
                <a:ea typeface="微软雅黑" charset="-122"/>
                <a:sym typeface="微软雅黑" charset="-122"/>
              </a:endParaRPr>
            </a:p>
          </p:txBody>
        </p:sp>
      </p:grpSp>
      <p:pic>
        <p:nvPicPr>
          <p:cNvPr id="48143" name="图片 5"/>
          <p:cNvPicPr/>
          <p:nvPr>
            <p:custDataLst>
              <p:tags r:id="rId13"/>
            </p:custDataLst>
          </p:nvPr>
        </p:nvPicPr>
        <p:blipFill>
          <a:blip r:embed="rId14"/>
          <a:stretch>
            <a:fillRect/>
          </a:stretch>
        </p:blipFill>
        <p:spPr>
          <a:xfrm>
            <a:off x="7594600" y="63500"/>
            <a:ext cx="1422400" cy="508000"/>
          </a:xfrm>
          <a:prstGeom prst="rect">
            <a:avLst/>
          </a:prstGeom>
          <a:noFill/>
          <a:ln w="9525">
            <a:noFill/>
          </a:ln>
        </p:spPr>
      </p:pic>
    </p:spTree>
    <p:custDataLst>
      <p:tags r:id="rId15"/>
    </p:custDataLst>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3" name="标题 1"/>
          <p:cNvSpPr>
            <a:spLocks noGrp="1"/>
          </p:cNvSpPr>
          <p:nvPr>
            <p:ph type="title"/>
          </p:nvPr>
        </p:nvSpPr>
        <p:spPr>
          <a:xfrm>
            <a:off x="828040" y="0"/>
            <a:ext cx="5290820" cy="1143000"/>
          </a:xfrm>
        </p:spPr>
        <p:txBody>
          <a:bodyPr vert="horz" wrap="square" lIns="91440" tIns="45720" rIns="91440" bIns="45720" anchor="b" anchorCtr="0"/>
          <a:p>
            <a:r>
              <a:rPr lang="en-US" altLang="zh-CN" sz="3600" b="1" dirty="0"/>
              <a:t>Applications of Satisfiability</a:t>
            </a:r>
            <a:endParaRPr lang="en-US" altLang="zh-CN" sz="3600" b="1" dirty="0"/>
          </a:p>
        </p:txBody>
      </p:sp>
      <p:sp>
        <p:nvSpPr>
          <p:cNvPr id="49154" name="内容占位符 2"/>
          <p:cNvSpPr>
            <a:spLocks noGrp="1"/>
          </p:cNvSpPr>
          <p:nvPr>
            <p:ph idx="1"/>
          </p:nvPr>
        </p:nvSpPr>
        <p:spPr>
          <a:xfrm>
            <a:off x="73343" y="1140460"/>
            <a:ext cx="8091487" cy="4114800"/>
          </a:xfrm>
        </p:spPr>
        <p:txBody>
          <a:bodyPr vert="horz" wrap="square" lIns="91440" tIns="45720" rIns="91440" bIns="45720" anchor="t" anchorCtr="0"/>
          <a:p>
            <a:r>
              <a:rPr lang="zh-CN" altLang="en-US" sz="2800" dirty="0">
                <a:latin typeface="Times New Roman" panose="02020503050405090304" pitchFamily="18" charset="0"/>
              </a:rPr>
              <a:t>EXAMPLE 10</a:t>
            </a:r>
            <a:r>
              <a:rPr lang="zh-CN" altLang="en-US" dirty="0">
                <a:latin typeface="Times New Roman" panose="02020503050405090304" pitchFamily="18" charset="0"/>
              </a:rPr>
              <a:t>  The n-Queens Problem</a:t>
            </a:r>
            <a:endParaRPr lang="zh-CN" altLang="en-US" dirty="0">
              <a:latin typeface="Times New Roman" panose="02020503050405090304" pitchFamily="18" charset="0"/>
            </a:endParaRPr>
          </a:p>
        </p:txBody>
      </p:sp>
      <p:sp>
        <p:nvSpPr>
          <p:cNvPr id="49155" name="日期占位符 3"/>
          <p:cNvSpPr>
            <a:spLocks noGrp="1"/>
          </p:cNvSpPr>
          <p:nvPr>
            <p:ph type="dt" sz="half" idx="11"/>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buClrTx/>
              <a:buFontTx/>
            </a:pPr>
            <a:fld id="{BB962C8B-B14F-4D97-AF65-F5344CB8AC3E}" type="datetime1">
              <a:rPr lang="zh-CN" altLang="en-US" sz="1000" b="1" i="1" dirty="0">
                <a:solidFill>
                  <a:srgbClr val="009999"/>
                </a:solidFill>
                <a:latin typeface="Arial Narrow" panose="020B0606020202030204" pitchFamily="34" charset="0"/>
                <a:ea typeface="宋体" pitchFamily="2" charset="-122"/>
              </a:rPr>
            </a:fld>
            <a:endParaRPr lang="zh-CN" altLang="en-US" sz="1000" b="1" i="1" dirty="0">
              <a:solidFill>
                <a:srgbClr val="009999"/>
              </a:solidFill>
              <a:latin typeface="Arial Narrow" panose="020B0606020202030204" pitchFamily="34" charset="0"/>
              <a:ea typeface="宋体" pitchFamily="2" charset="-122"/>
            </a:endParaRPr>
          </a:p>
        </p:txBody>
      </p:sp>
      <p:pic>
        <p:nvPicPr>
          <p:cNvPr id="49156" name="Picture 1"/>
          <p:cNvPicPr>
            <a:picLocks noChangeAspect="1"/>
          </p:cNvPicPr>
          <p:nvPr>
            <p:custDataLst>
              <p:tags r:id="rId1"/>
            </p:custDataLst>
          </p:nvPr>
        </p:nvPicPr>
        <p:blipFill>
          <a:blip r:embed="rId2"/>
          <a:stretch>
            <a:fillRect/>
          </a:stretch>
        </p:blipFill>
        <p:spPr>
          <a:xfrm>
            <a:off x="6803708" y="44450"/>
            <a:ext cx="2070100" cy="2101850"/>
          </a:xfrm>
          <a:prstGeom prst="rect">
            <a:avLst/>
          </a:prstGeom>
          <a:noFill/>
          <a:ln w="9525">
            <a:noFill/>
          </a:ln>
        </p:spPr>
      </p:pic>
      <p:grpSp>
        <p:nvGrpSpPr>
          <p:cNvPr id="2" name="组合 1"/>
          <p:cNvGrpSpPr/>
          <p:nvPr/>
        </p:nvGrpSpPr>
        <p:grpSpPr>
          <a:xfrm>
            <a:off x="57150" y="2060575"/>
            <a:ext cx="8899525" cy="3927475"/>
            <a:chOff x="410" y="4105"/>
            <a:chExt cx="14208" cy="6185"/>
          </a:xfrm>
        </p:grpSpPr>
        <p:pic>
          <p:nvPicPr>
            <p:cNvPr id="49157" name="图片 5"/>
            <p:cNvPicPr>
              <a:picLocks noChangeAspect="1"/>
            </p:cNvPicPr>
            <p:nvPr/>
          </p:nvPicPr>
          <p:blipFill>
            <a:blip r:embed="rId3"/>
            <a:stretch>
              <a:fillRect/>
            </a:stretch>
          </p:blipFill>
          <p:spPr>
            <a:xfrm>
              <a:off x="2045" y="4300"/>
              <a:ext cx="1455" cy="570"/>
            </a:xfrm>
            <a:prstGeom prst="rect">
              <a:avLst/>
            </a:prstGeom>
            <a:noFill/>
            <a:ln w="9525">
              <a:noFill/>
            </a:ln>
          </p:spPr>
        </p:pic>
        <p:pic>
          <p:nvPicPr>
            <p:cNvPr id="49158" name="图片 6"/>
            <p:cNvPicPr>
              <a:picLocks noChangeAspect="1"/>
            </p:cNvPicPr>
            <p:nvPr/>
          </p:nvPicPr>
          <p:blipFill>
            <a:blip r:embed="rId4"/>
            <a:stretch>
              <a:fillRect/>
            </a:stretch>
          </p:blipFill>
          <p:spPr>
            <a:xfrm>
              <a:off x="1753" y="4898"/>
              <a:ext cx="2790" cy="1005"/>
            </a:xfrm>
            <a:prstGeom prst="rect">
              <a:avLst/>
            </a:prstGeom>
            <a:noFill/>
            <a:ln w="9525">
              <a:noFill/>
            </a:ln>
          </p:spPr>
        </p:pic>
        <p:pic>
          <p:nvPicPr>
            <p:cNvPr id="49159" name="图片 8"/>
            <p:cNvPicPr>
              <a:picLocks noChangeAspect="1"/>
            </p:cNvPicPr>
            <p:nvPr/>
          </p:nvPicPr>
          <p:blipFill>
            <a:blip r:embed="rId5"/>
            <a:stretch>
              <a:fillRect/>
            </a:stretch>
          </p:blipFill>
          <p:spPr>
            <a:xfrm>
              <a:off x="1843" y="6968"/>
              <a:ext cx="4695" cy="1065"/>
            </a:xfrm>
            <a:prstGeom prst="rect">
              <a:avLst/>
            </a:prstGeom>
            <a:noFill/>
            <a:ln w="9525">
              <a:noFill/>
            </a:ln>
          </p:spPr>
        </p:pic>
        <p:pic>
          <p:nvPicPr>
            <p:cNvPr id="49160" name="图片 10"/>
            <p:cNvPicPr>
              <a:picLocks noChangeAspect="1"/>
            </p:cNvPicPr>
            <p:nvPr/>
          </p:nvPicPr>
          <p:blipFill>
            <a:blip r:embed="rId6"/>
            <a:stretch>
              <a:fillRect/>
            </a:stretch>
          </p:blipFill>
          <p:spPr>
            <a:xfrm>
              <a:off x="410" y="8593"/>
              <a:ext cx="6510" cy="1170"/>
            </a:xfrm>
            <a:prstGeom prst="rect">
              <a:avLst/>
            </a:prstGeom>
            <a:noFill/>
            <a:ln w="9525">
              <a:noFill/>
            </a:ln>
          </p:spPr>
        </p:pic>
        <p:pic>
          <p:nvPicPr>
            <p:cNvPr id="49161" name="图片 11"/>
            <p:cNvPicPr>
              <a:picLocks noChangeAspect="1"/>
            </p:cNvPicPr>
            <p:nvPr/>
          </p:nvPicPr>
          <p:blipFill>
            <a:blip r:embed="rId7"/>
            <a:stretch>
              <a:fillRect/>
            </a:stretch>
          </p:blipFill>
          <p:spPr>
            <a:xfrm>
              <a:off x="8070" y="8593"/>
              <a:ext cx="6330" cy="1080"/>
            </a:xfrm>
            <a:prstGeom prst="rect">
              <a:avLst/>
            </a:prstGeom>
            <a:noFill/>
            <a:ln w="9525">
              <a:noFill/>
            </a:ln>
          </p:spPr>
        </p:pic>
        <p:pic>
          <p:nvPicPr>
            <p:cNvPr id="49162" name="图片 12"/>
            <p:cNvPicPr>
              <a:picLocks noChangeAspect="1"/>
            </p:cNvPicPr>
            <p:nvPr/>
          </p:nvPicPr>
          <p:blipFill>
            <a:blip r:embed="rId8"/>
            <a:stretch>
              <a:fillRect/>
            </a:stretch>
          </p:blipFill>
          <p:spPr>
            <a:xfrm>
              <a:off x="2045" y="9805"/>
              <a:ext cx="4468" cy="485"/>
            </a:xfrm>
            <a:prstGeom prst="rect">
              <a:avLst/>
            </a:prstGeom>
            <a:noFill/>
            <a:ln w="9525">
              <a:noFill/>
            </a:ln>
          </p:spPr>
        </p:pic>
        <p:sp>
          <p:nvSpPr>
            <p:cNvPr id="49163" name="文本框 13"/>
            <p:cNvSpPr txBox="1"/>
            <p:nvPr/>
          </p:nvSpPr>
          <p:spPr>
            <a:xfrm>
              <a:off x="6828" y="8883"/>
              <a:ext cx="1242" cy="725"/>
            </a:xfrm>
            <a:prstGeom prst="rect">
              <a:avLst/>
            </a:prstGeom>
            <a:noFill/>
            <a:ln w="9525">
              <a:noFill/>
            </a:ln>
          </p:spPr>
          <p:txBody>
            <a:bodyPr anchor="t" anchorCtr="0">
              <a:spAutoFit/>
            </a:bodyPr>
            <a:p>
              <a:pPr>
                <a:buClrTx/>
                <a:buFontTx/>
              </a:pPr>
              <a:r>
                <a:rPr lang="en-US" altLang="zh-CN" sz="2000" dirty="0">
                  <a:latin typeface="Tahoma" panose="020B0604030504040204" pitchFamily="34" charset="0"/>
                </a:rPr>
                <a:t>and</a:t>
              </a:r>
              <a:r>
                <a:rPr lang="en-US" altLang="zh-CN" dirty="0">
                  <a:latin typeface="Tahoma" panose="020B0604030504040204" pitchFamily="34" charset="0"/>
                </a:rPr>
                <a:t> </a:t>
              </a:r>
              <a:endParaRPr lang="en-US" altLang="zh-CN" dirty="0">
                <a:latin typeface="Tahoma" panose="020B0604030504040204" pitchFamily="34" charset="0"/>
              </a:endParaRPr>
            </a:p>
          </p:txBody>
        </p:sp>
        <p:sp>
          <p:nvSpPr>
            <p:cNvPr id="49164" name="文本框 14"/>
            <p:cNvSpPr txBox="1"/>
            <p:nvPr/>
          </p:nvSpPr>
          <p:spPr>
            <a:xfrm>
              <a:off x="4765" y="4105"/>
              <a:ext cx="8093" cy="628"/>
            </a:xfrm>
            <a:prstGeom prst="rect">
              <a:avLst/>
            </a:prstGeom>
            <a:noFill/>
            <a:ln w="9525">
              <a:noFill/>
            </a:ln>
          </p:spPr>
          <p:txBody>
            <a:bodyPr anchor="t" anchorCtr="0">
              <a:spAutoFit/>
            </a:bodyPr>
            <a:p>
              <a:pPr>
                <a:buClrTx/>
                <a:buFontTx/>
              </a:pPr>
              <a:r>
                <a:rPr lang="zh-CN" altLang="en-US" sz="2000" dirty="0">
                  <a:latin typeface="Tahoma" panose="020B0604030504040204" pitchFamily="34" charset="0"/>
                  <a:ea typeface="宋体" pitchFamily="2" charset="-122"/>
                </a:rPr>
                <a:t>row i contains at least one queen</a:t>
              </a:r>
              <a:endParaRPr lang="zh-CN" altLang="en-US" sz="2000" dirty="0">
                <a:latin typeface="Tahoma" panose="020B0604030504040204" pitchFamily="34" charset="0"/>
                <a:ea typeface="宋体" pitchFamily="2" charset="-122"/>
              </a:endParaRPr>
            </a:p>
          </p:txBody>
        </p:sp>
        <p:sp>
          <p:nvSpPr>
            <p:cNvPr id="49165" name="文本框 15"/>
            <p:cNvSpPr txBox="1"/>
            <p:nvPr/>
          </p:nvSpPr>
          <p:spPr>
            <a:xfrm>
              <a:off x="4878" y="5070"/>
              <a:ext cx="8627" cy="628"/>
            </a:xfrm>
            <a:prstGeom prst="rect">
              <a:avLst/>
            </a:prstGeom>
            <a:noFill/>
            <a:ln w="9525">
              <a:noFill/>
            </a:ln>
          </p:spPr>
          <p:txBody>
            <a:bodyPr anchor="t" anchorCtr="0">
              <a:spAutoFit/>
            </a:bodyPr>
            <a:p>
              <a:pPr>
                <a:buClrTx/>
                <a:buFontTx/>
              </a:pPr>
              <a:r>
                <a:rPr lang="zh-CN" altLang="en-US" sz="2000" dirty="0">
                  <a:latin typeface="Tahoma" panose="020B0604030504040204" pitchFamily="34" charset="0"/>
                  <a:ea typeface="宋体" pitchFamily="2" charset="-122"/>
                </a:rPr>
                <a:t>every row contains at least one queen</a:t>
              </a:r>
              <a:endParaRPr lang="zh-CN" altLang="en-US" sz="2000" dirty="0">
                <a:latin typeface="Tahoma" panose="020B0604030504040204" pitchFamily="34" charset="0"/>
                <a:ea typeface="宋体" pitchFamily="2" charset="-122"/>
              </a:endParaRPr>
            </a:p>
          </p:txBody>
        </p:sp>
        <p:sp>
          <p:nvSpPr>
            <p:cNvPr id="49166" name="文本框 16"/>
            <p:cNvSpPr txBox="1"/>
            <p:nvPr/>
          </p:nvSpPr>
          <p:spPr>
            <a:xfrm>
              <a:off x="6628" y="6123"/>
              <a:ext cx="7990" cy="628"/>
            </a:xfrm>
            <a:prstGeom prst="rect">
              <a:avLst/>
            </a:prstGeom>
            <a:noFill/>
            <a:ln w="9525">
              <a:noFill/>
            </a:ln>
          </p:spPr>
          <p:txBody>
            <a:bodyPr anchor="t" anchorCtr="0">
              <a:spAutoFit/>
            </a:bodyPr>
            <a:p>
              <a:pPr>
                <a:buClrTx/>
                <a:buFontTx/>
              </a:pPr>
              <a:r>
                <a:rPr lang="zh-CN" altLang="en-US" sz="2000" dirty="0">
                  <a:latin typeface="Tahoma" panose="020B0604030504040204" pitchFamily="34" charset="0"/>
                  <a:ea typeface="宋体" pitchFamily="2" charset="-122"/>
                </a:rPr>
                <a:t>there is at most one queen in each row</a:t>
              </a:r>
              <a:endParaRPr lang="zh-CN" altLang="en-US" sz="2000" dirty="0">
                <a:latin typeface="Tahoma" panose="020B0604030504040204" pitchFamily="34" charset="0"/>
                <a:ea typeface="宋体" pitchFamily="2" charset="-122"/>
              </a:endParaRPr>
            </a:p>
          </p:txBody>
        </p:sp>
        <p:sp>
          <p:nvSpPr>
            <p:cNvPr id="49167" name="文本框 17"/>
            <p:cNvSpPr txBox="1"/>
            <p:nvPr/>
          </p:nvSpPr>
          <p:spPr>
            <a:xfrm>
              <a:off x="6705" y="7180"/>
              <a:ext cx="7905" cy="628"/>
            </a:xfrm>
            <a:prstGeom prst="rect">
              <a:avLst/>
            </a:prstGeom>
            <a:noFill/>
            <a:ln w="9525">
              <a:noFill/>
            </a:ln>
          </p:spPr>
          <p:txBody>
            <a:bodyPr wrap="square" anchor="t" anchorCtr="0">
              <a:spAutoFit/>
            </a:bodyPr>
            <a:p>
              <a:pPr>
                <a:buClrTx/>
                <a:buFontTx/>
              </a:pPr>
              <a:r>
                <a:rPr lang="zh-CN" altLang="en-US" sz="2000" dirty="0">
                  <a:latin typeface="Tahoma" panose="020B0604030504040204" pitchFamily="34" charset="0"/>
                  <a:ea typeface="宋体" pitchFamily="2" charset="-122"/>
                </a:rPr>
                <a:t>no column contains more than one queen</a:t>
              </a:r>
              <a:endParaRPr lang="zh-CN" altLang="en-US" sz="2000" dirty="0">
                <a:latin typeface="Tahoma" panose="020B0604030504040204" pitchFamily="34" charset="0"/>
                <a:ea typeface="宋体" pitchFamily="2" charset="-122"/>
              </a:endParaRPr>
            </a:p>
          </p:txBody>
        </p:sp>
        <p:sp>
          <p:nvSpPr>
            <p:cNvPr id="49168" name="文本框 18"/>
            <p:cNvSpPr txBox="1"/>
            <p:nvPr/>
          </p:nvSpPr>
          <p:spPr>
            <a:xfrm>
              <a:off x="5125" y="8033"/>
              <a:ext cx="6715" cy="628"/>
            </a:xfrm>
            <a:prstGeom prst="rect">
              <a:avLst/>
            </a:prstGeom>
            <a:noFill/>
            <a:ln w="9525">
              <a:noFill/>
            </a:ln>
          </p:spPr>
          <p:txBody>
            <a:bodyPr anchor="t" anchorCtr="0">
              <a:spAutoFit/>
            </a:bodyPr>
            <a:p>
              <a:pPr>
                <a:buClrTx/>
                <a:buFontTx/>
              </a:pPr>
              <a:r>
                <a:rPr lang="zh-CN" altLang="en-US" sz="2000" dirty="0">
                  <a:latin typeface="Tahoma" panose="020B0604030504040204" pitchFamily="34" charset="0"/>
                  <a:ea typeface="宋体" pitchFamily="2" charset="-122"/>
                </a:rPr>
                <a:t>no diagonal contains two queens</a:t>
              </a:r>
              <a:endParaRPr lang="zh-CN" altLang="en-US" sz="2000" dirty="0">
                <a:latin typeface="Tahoma" panose="020B0604030504040204" pitchFamily="34" charset="0"/>
                <a:ea typeface="宋体" pitchFamily="2" charset="-122"/>
              </a:endParaRPr>
            </a:p>
          </p:txBody>
        </p:sp>
        <p:graphicFrame>
          <p:nvGraphicFramePr>
            <p:cNvPr id="49169" name="对象 2">
              <a:hlinkClick r:id="" action="ppaction://ole?verb="/>
            </p:cNvPr>
            <p:cNvGraphicFramePr>
              <a:graphicFrameLocks noChangeAspect="1"/>
            </p:cNvGraphicFramePr>
            <p:nvPr/>
          </p:nvGraphicFramePr>
          <p:xfrm>
            <a:off x="1753" y="6015"/>
            <a:ext cx="4617" cy="845"/>
          </p:xfrm>
          <a:graphic>
            <a:graphicData uri="http://schemas.openxmlformats.org/presentationml/2006/ole">
              <mc:AlternateContent xmlns:mc="http://schemas.openxmlformats.org/markup-compatibility/2006">
                <mc:Choice xmlns:v="urn:schemas-microsoft-com:vml" Requires="v">
                  <p:oleObj spid="_x0000_s3077" name="" r:id="rId9" imgW="2082800" imgH="381000" progId="Equation.KSEE3">
                    <p:embed/>
                  </p:oleObj>
                </mc:Choice>
                <mc:Fallback>
                  <p:oleObj name="" r:id="rId9" imgW="2082800" imgH="381000" progId="Equation.KSEE3">
                    <p:embed/>
                    <p:pic>
                      <p:nvPicPr>
                        <p:cNvPr id="0" name="图片 3076"/>
                        <p:cNvPicPr/>
                        <p:nvPr/>
                      </p:nvPicPr>
                      <p:blipFill>
                        <a:blip r:embed="rId10"/>
                        <a:stretch>
                          <a:fillRect/>
                        </a:stretch>
                      </p:blipFill>
                      <p:spPr>
                        <a:xfrm>
                          <a:off x="1753" y="6015"/>
                          <a:ext cx="4617" cy="845"/>
                        </a:xfrm>
                        <a:prstGeom prst="rect">
                          <a:avLst/>
                        </a:prstGeom>
                        <a:noFill/>
                        <a:ln w="38100">
                          <a:noFill/>
                          <a:miter/>
                        </a:ln>
                      </p:spPr>
                    </p:pic>
                  </p:oleObj>
                </mc:Fallback>
              </mc:AlternateContent>
            </a:graphicData>
          </a:graphic>
        </p:graphicFrame>
      </p:grpSp>
    </p:spTree>
  </p:cSld>
  <p:clrMapOvr>
    <a:masterClrMapping/>
  </p:clrMapOvr>
  <p:transition spd="slow"/>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内容占位符 2"/>
          <p:cNvSpPr>
            <a:spLocks noGrp="1"/>
          </p:cNvSpPr>
          <p:nvPr>
            <p:ph idx="1"/>
          </p:nvPr>
        </p:nvSpPr>
        <p:spPr>
          <a:xfrm>
            <a:off x="755333" y="908685"/>
            <a:ext cx="8512175" cy="544513"/>
          </a:xfrm>
        </p:spPr>
        <p:txBody>
          <a:bodyPr vert="horz" wrap="square" lIns="91440" tIns="45720" rIns="91440" bIns="45720" anchor="t" anchorCtr="0"/>
          <a:p>
            <a:pPr algn="just"/>
            <a:r>
              <a:rPr lang="zh-CN" altLang="en-US" sz="2400" b="1" dirty="0">
                <a:latin typeface="Times New Roman" panose="02020503050405090304" pitchFamily="18" charset="0"/>
              </a:rPr>
              <a:t>E</a:t>
            </a:r>
            <a:r>
              <a:rPr lang="en-US" altLang="zh-CN" sz="2400" b="1" dirty="0">
                <a:latin typeface="Times New Roman" panose="02020503050405090304" pitchFamily="18" charset="0"/>
              </a:rPr>
              <a:t>xample:</a:t>
            </a:r>
            <a:r>
              <a:rPr lang="zh-CN" altLang="en-US" sz="2400" b="1" dirty="0">
                <a:latin typeface="Times New Roman" panose="02020503050405090304" pitchFamily="18" charset="0"/>
              </a:rPr>
              <a:t> Sudoku</a:t>
            </a:r>
            <a:endParaRPr lang="zh-CN" altLang="en-US" sz="2400" b="1" dirty="0">
              <a:latin typeface="Times New Roman" panose="02020503050405090304" pitchFamily="18" charset="0"/>
            </a:endParaRPr>
          </a:p>
        </p:txBody>
      </p:sp>
      <p:sp>
        <p:nvSpPr>
          <p:cNvPr id="38915"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38916"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38917"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zh-CN" altLang="en-US" sz="1200" b="1" i="1" dirty="0">
              <a:solidFill>
                <a:srgbClr val="009999"/>
              </a:solidFill>
              <a:latin typeface="Arial Narrow" panose="020B0606020202030204" pitchFamily="34" charset="0"/>
            </a:endParaRPr>
          </a:p>
        </p:txBody>
      </p:sp>
      <p:pic>
        <p:nvPicPr>
          <p:cNvPr id="38918" name="Picture 2"/>
          <p:cNvPicPr>
            <a:picLocks noChangeAspect="1"/>
          </p:cNvPicPr>
          <p:nvPr/>
        </p:nvPicPr>
        <p:blipFill>
          <a:blip r:embed="rId1"/>
          <a:srcRect r="25314" b="13351"/>
          <a:stretch>
            <a:fillRect/>
          </a:stretch>
        </p:blipFill>
        <p:spPr>
          <a:xfrm>
            <a:off x="6484938" y="715963"/>
            <a:ext cx="2255837" cy="2171700"/>
          </a:xfrm>
          <a:prstGeom prst="rect">
            <a:avLst/>
          </a:prstGeom>
          <a:noFill/>
          <a:ln w="9525">
            <a:noFill/>
          </a:ln>
        </p:spPr>
      </p:pic>
      <p:sp>
        <p:nvSpPr>
          <p:cNvPr id="38919" name="标题 1"/>
          <p:cNvSpPr>
            <a:spLocks noGrp="1"/>
          </p:cNvSpPr>
          <p:nvPr>
            <p:ph type="title"/>
          </p:nvPr>
        </p:nvSpPr>
        <p:spPr>
          <a:xfrm>
            <a:off x="755015" y="159385"/>
            <a:ext cx="8234045" cy="631825"/>
          </a:xfrm>
        </p:spPr>
        <p:txBody>
          <a:bodyPr vert="horz" wrap="square" lIns="91440" tIns="45720" rIns="91440" bIns="45720" anchor="b" anchorCtr="0"/>
          <a:p>
            <a:pPr eaLnBrk="1" hangingPunct="1"/>
            <a:r>
              <a:rPr lang="en-US" altLang="zh-CN" sz="3600" b="0" dirty="0">
                <a:latin typeface="Copperplate Gothic Bold" panose="020E0705020206020404" pitchFamily="34" charset="0"/>
              </a:rPr>
              <a:t>Applications of Satisfiability</a:t>
            </a:r>
            <a:endParaRPr lang="en-US" altLang="zh-CN" sz="3600" b="0" dirty="0">
              <a:latin typeface="Copperplate Gothic Bold" panose="020E0705020206020404" pitchFamily="34" charset="0"/>
            </a:endParaRPr>
          </a:p>
        </p:txBody>
      </p:sp>
      <p:sp>
        <p:nvSpPr>
          <p:cNvPr id="9" name="文本框 14"/>
          <p:cNvSpPr txBox="1">
            <a:spLocks noChangeArrowheads="1"/>
          </p:cNvSpPr>
          <p:nvPr/>
        </p:nvSpPr>
        <p:spPr bwMode="auto">
          <a:xfrm>
            <a:off x="496570" y="1764030"/>
            <a:ext cx="5716588"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itchFamily="2" charset="-122"/>
              </a:defRPr>
            </a:lvl9pPr>
          </a:lstStyle>
          <a:p>
            <a:pPr marL="0" marR="0" lvl="1" indent="-285750" algn="just" defTabSz="914400" rtl="0" eaLnBrk="0" fontAlgn="base" latinLnBrk="0" hangingPunct="0">
              <a:lnSpc>
                <a:spcPct val="100000"/>
              </a:lnSpc>
              <a:spcBef>
                <a:spcPct val="20000"/>
              </a:spcBef>
              <a:spcAft>
                <a:spcPct val="0"/>
              </a:spcAft>
              <a:buClr>
                <a:schemeClr val="hlink"/>
              </a:buClr>
              <a:buSzPct val="55000"/>
              <a:buFont typeface="Wingdings" panose="05000000000000000000" pitchFamily="2" charset="2"/>
              <a:buChar char="n"/>
              <a:defRPr/>
            </a:pPr>
            <a:r>
              <a:rPr kumimoji="0" lang="en-US" altLang="zh-CN" sz="2000" b="1"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For each cell with a given value, we assert </a:t>
            </a:r>
            <a:r>
              <a:rPr kumimoji="0" lang="en-US" altLang="zh-CN" sz="2000" b="1" i="1" u="none" strike="noStrike" kern="1200" cap="none" spc="0" normalizeH="0" baseline="0" noProof="0" dirty="0">
                <a:ln>
                  <a:noFill/>
                </a:ln>
                <a:solidFill>
                  <a:srgbClr val="FF0000"/>
                </a:solidFill>
                <a:effectLst/>
                <a:uLnTx/>
                <a:uFillTx/>
                <a:latin typeface="Times New Roman" panose="02020503050405090304" pitchFamily="18" charset="0"/>
                <a:ea typeface="+mn-ea"/>
                <a:cs typeface="Times New Roman" panose="02020503050405090304" pitchFamily="18" charset="0"/>
              </a:rPr>
              <a:t>p(</a:t>
            </a:r>
            <a:r>
              <a:rPr kumimoji="0" lang="en-US" altLang="zh-CN" sz="2000" b="1" i="1" u="none" strike="noStrike" kern="1200" cap="none" spc="0" normalizeH="0" baseline="0" noProof="0" dirty="0" err="1">
                <a:ln>
                  <a:noFill/>
                </a:ln>
                <a:solidFill>
                  <a:srgbClr val="FF0000"/>
                </a:solidFill>
                <a:effectLst/>
                <a:uLnTx/>
                <a:uFillTx/>
                <a:latin typeface="Times New Roman" panose="02020503050405090304" pitchFamily="18" charset="0"/>
                <a:ea typeface="+mn-ea"/>
                <a:cs typeface="Times New Roman" panose="02020503050405090304" pitchFamily="18" charset="0"/>
              </a:rPr>
              <a:t>i,j,n</a:t>
            </a:r>
            <a:r>
              <a:rPr kumimoji="0" lang="en-US" altLang="zh-CN" sz="2000" b="1" i="1" u="none" strike="noStrike" kern="1200" cap="none" spc="0" normalizeH="0" baseline="0" noProof="0" dirty="0">
                <a:ln>
                  <a:noFill/>
                </a:ln>
                <a:solidFill>
                  <a:srgbClr val="FF0000"/>
                </a:solidFill>
                <a:effectLst/>
                <a:uLnTx/>
                <a:uFillTx/>
                <a:latin typeface="Times New Roman" panose="02020503050405090304" pitchFamily="18" charset="0"/>
                <a:ea typeface="+mn-ea"/>
                <a:cs typeface="Times New Roman" panose="02020503050405090304" pitchFamily="18" charset="0"/>
              </a:rPr>
              <a:t>)</a:t>
            </a:r>
            <a:r>
              <a:rPr kumimoji="0" lang="en-US" altLang="zh-CN" sz="2000" b="1"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 when the cell in row </a:t>
            </a:r>
            <a:r>
              <a:rPr kumimoji="0" lang="en-US" altLang="zh-CN" sz="2000" b="1" i="0" u="none" strike="noStrike" kern="1200" cap="none" spc="0" normalizeH="0" baseline="0" noProof="0" dirty="0" err="1">
                <a:ln>
                  <a:noFill/>
                </a:ln>
                <a:solidFill>
                  <a:schemeClr val="tx1"/>
                </a:solidFill>
                <a:effectLst/>
                <a:uLnTx/>
                <a:uFillTx/>
                <a:latin typeface="Times New Roman" panose="02020503050405090304" pitchFamily="18" charset="0"/>
                <a:ea typeface="+mn-ea"/>
                <a:cs typeface="Times New Roman" panose="02020503050405090304" pitchFamily="18" charset="0"/>
              </a:rPr>
              <a:t>i</a:t>
            </a:r>
            <a:r>
              <a:rPr kumimoji="0" lang="en-US" altLang="zh-CN" sz="2000" b="1"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 and column j has the given value n.</a:t>
            </a:r>
            <a:endParaRPr kumimoji="0" lang="zh-CN" altLang="en-US" sz="2000" b="1"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endParaRPr>
          </a:p>
        </p:txBody>
      </p:sp>
      <p:sp>
        <p:nvSpPr>
          <p:cNvPr id="10" name="文本框 15"/>
          <p:cNvSpPr txBox="1">
            <a:spLocks noChangeArrowheads="1"/>
          </p:cNvSpPr>
          <p:nvPr/>
        </p:nvSpPr>
        <p:spPr bwMode="auto">
          <a:xfrm>
            <a:off x="533400" y="2887663"/>
            <a:ext cx="54784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itchFamily="2" charset="-122"/>
              </a:defRPr>
            </a:lvl9pPr>
          </a:lstStyle>
          <a:p>
            <a:pPr marL="0" marR="0" lvl="1" indent="-285750" algn="just" defTabSz="914400" rtl="0" eaLnBrk="0" fontAlgn="base" latinLnBrk="0" hangingPunct="0">
              <a:lnSpc>
                <a:spcPct val="100000"/>
              </a:lnSpc>
              <a:spcBef>
                <a:spcPct val="20000"/>
              </a:spcBef>
              <a:spcAft>
                <a:spcPct val="0"/>
              </a:spcAft>
              <a:buClr>
                <a:schemeClr val="hlink"/>
              </a:buClr>
              <a:buSzPct val="55000"/>
              <a:buFont typeface="Wingdings" panose="05000000000000000000" pitchFamily="2" charset="2"/>
              <a:buChar char="n"/>
              <a:defRPr/>
            </a:pPr>
            <a:r>
              <a:rPr kumimoji="0" lang="en-US" altLang="zh-CN" sz="2000" b="1"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Assert that every row contains every number</a:t>
            </a:r>
            <a:endParaRPr kumimoji="0" lang="zh-CN" altLang="en-US" sz="2000" b="1"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endParaRPr>
          </a:p>
        </p:txBody>
      </p:sp>
      <p:sp>
        <p:nvSpPr>
          <p:cNvPr id="11" name="文本框 16"/>
          <p:cNvSpPr txBox="1">
            <a:spLocks noChangeArrowheads="1"/>
          </p:cNvSpPr>
          <p:nvPr/>
        </p:nvSpPr>
        <p:spPr bwMode="auto">
          <a:xfrm>
            <a:off x="539750" y="3395663"/>
            <a:ext cx="61198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itchFamily="2" charset="-122"/>
              </a:defRPr>
            </a:lvl9pPr>
          </a:lstStyle>
          <a:p>
            <a:pPr marL="0" marR="0" lvl="1" indent="-285750" algn="just" defTabSz="914400" rtl="0" eaLnBrk="0" fontAlgn="base" latinLnBrk="0" hangingPunct="0">
              <a:lnSpc>
                <a:spcPct val="100000"/>
              </a:lnSpc>
              <a:spcBef>
                <a:spcPct val="20000"/>
              </a:spcBef>
              <a:spcAft>
                <a:spcPct val="0"/>
              </a:spcAft>
              <a:buClr>
                <a:schemeClr val="hlink"/>
              </a:buClr>
              <a:buSzPct val="55000"/>
              <a:buFont typeface="Wingdings" panose="05000000000000000000" pitchFamily="2" charset="2"/>
              <a:buChar char="n"/>
              <a:defRPr/>
            </a:pPr>
            <a:r>
              <a:rPr kumimoji="0" lang="en-US" altLang="zh-CN" sz="2000" b="1"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Assert that every column contains every number</a:t>
            </a:r>
            <a:endParaRPr kumimoji="0" lang="zh-CN" altLang="en-US" sz="2000" b="1"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endParaRPr>
          </a:p>
        </p:txBody>
      </p:sp>
      <p:sp>
        <p:nvSpPr>
          <p:cNvPr id="12" name="文本框 17"/>
          <p:cNvSpPr txBox="1">
            <a:spLocks noChangeArrowheads="1"/>
          </p:cNvSpPr>
          <p:nvPr/>
        </p:nvSpPr>
        <p:spPr bwMode="auto">
          <a:xfrm>
            <a:off x="539750" y="3917950"/>
            <a:ext cx="73453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itchFamily="2" charset="-122"/>
              </a:defRPr>
            </a:lvl9pPr>
          </a:lstStyle>
          <a:p>
            <a:pPr marL="0" marR="0" lvl="1" indent="-252095" algn="just" defTabSz="914400" rtl="0" eaLnBrk="0" fontAlgn="base" latinLnBrk="0" hangingPunct="0">
              <a:lnSpc>
                <a:spcPct val="100000"/>
              </a:lnSpc>
              <a:spcBef>
                <a:spcPts val="0"/>
              </a:spcBef>
              <a:spcAft>
                <a:spcPct val="0"/>
              </a:spcAft>
              <a:buClr>
                <a:schemeClr val="hlink"/>
              </a:buClr>
              <a:buSzPct val="55000"/>
              <a:buFont typeface="Wingdings" panose="05000000000000000000" pitchFamily="2" charset="2"/>
              <a:buChar char="n"/>
              <a:defRPr/>
            </a:pPr>
            <a:r>
              <a:rPr kumimoji="0" lang="en-US" altLang="zh-CN" sz="2000" b="1"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Assert that each of nine blocks (3*3) contains every number</a:t>
            </a:r>
            <a:endParaRPr kumimoji="0" lang="zh-CN" altLang="en-US" sz="2000" b="1"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endParaRPr>
          </a:p>
        </p:txBody>
      </p:sp>
      <p:sp>
        <p:nvSpPr>
          <p:cNvPr id="13" name="文本框 18"/>
          <p:cNvSpPr txBox="1">
            <a:spLocks noChangeArrowheads="1"/>
          </p:cNvSpPr>
          <p:nvPr/>
        </p:nvSpPr>
        <p:spPr bwMode="auto">
          <a:xfrm>
            <a:off x="549275" y="5027613"/>
            <a:ext cx="7623175" cy="1014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itchFamily="2" charset="-122"/>
              </a:defRPr>
            </a:lvl9pPr>
          </a:lstStyle>
          <a:p>
            <a:pPr marL="0" marR="0" lvl="1" indent="-285750" algn="just" defTabSz="914400" rtl="0" eaLnBrk="0" fontAlgn="base" latinLnBrk="0" hangingPunct="0">
              <a:lnSpc>
                <a:spcPct val="100000"/>
              </a:lnSpc>
              <a:spcBef>
                <a:spcPct val="20000"/>
              </a:spcBef>
              <a:spcAft>
                <a:spcPct val="0"/>
              </a:spcAft>
              <a:buClr>
                <a:schemeClr val="hlink"/>
              </a:buClr>
              <a:buSzPct val="55000"/>
              <a:buFont typeface="Wingdings" panose="05000000000000000000" pitchFamily="2" charset="2"/>
              <a:buChar char="n"/>
              <a:defRPr/>
            </a:pPr>
            <a:r>
              <a:rPr kumimoji="0" lang="en-US" altLang="zh-CN" sz="2000" b="1"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Assert that no cell contains more than one number, we take the conjunction over all values of </a:t>
            </a:r>
            <a:r>
              <a:rPr kumimoji="0" lang="en-US" altLang="zh-CN" sz="2000" b="1" i="1"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n,n’,</a:t>
            </a:r>
            <a:r>
              <a:rPr kumimoji="0" lang="en-US" altLang="zh-CN" sz="2000" b="1" i="1" u="none" strike="noStrike" kern="1200" cap="none" spc="0" normalizeH="0" baseline="0" noProof="0" dirty="0" err="1">
                <a:ln>
                  <a:noFill/>
                </a:ln>
                <a:solidFill>
                  <a:schemeClr val="tx1"/>
                </a:solidFill>
                <a:effectLst/>
                <a:uLnTx/>
                <a:uFillTx/>
                <a:latin typeface="Times New Roman" panose="02020503050405090304" pitchFamily="18" charset="0"/>
                <a:ea typeface="+mn-ea"/>
                <a:cs typeface="Times New Roman" panose="02020503050405090304" pitchFamily="18" charset="0"/>
              </a:rPr>
              <a:t>i</a:t>
            </a:r>
            <a:r>
              <a:rPr kumimoji="0" lang="en-US" altLang="zh-CN" sz="2000" b="1" i="1"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 and j </a:t>
            </a:r>
            <a:r>
              <a:rPr kumimoji="0" lang="en-US" altLang="zh-CN" sz="2000" b="1"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where each variable ranges from 1 to 9 and </a:t>
            </a:r>
            <a:r>
              <a:rPr kumimoji="0" lang="en-US" altLang="zh-CN" sz="2000" b="1" i="0" u="none" strike="noStrike" kern="1200" cap="none" spc="0" normalizeH="0" baseline="0" noProof="0" dirty="0" err="1">
                <a:ln>
                  <a:noFill/>
                </a:ln>
                <a:solidFill>
                  <a:schemeClr val="tx1"/>
                </a:solidFill>
                <a:effectLst/>
                <a:uLnTx/>
                <a:uFillTx/>
                <a:latin typeface="Times New Roman" panose="02020503050405090304" pitchFamily="18" charset="0"/>
                <a:ea typeface="+mn-ea"/>
                <a:cs typeface="Times New Roman" panose="02020503050405090304" pitchFamily="18" charset="0"/>
              </a:rPr>
              <a:t>n≠n</a:t>
            </a:r>
            <a:r>
              <a:rPr kumimoji="0" lang="en-US" altLang="zh-CN" sz="2000" b="1"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 of </a:t>
            </a:r>
            <a:r>
              <a:rPr kumimoji="0" lang="en-US" altLang="zh-CN" sz="2000" b="1" i="1"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p(</a:t>
            </a:r>
            <a:r>
              <a:rPr kumimoji="0" lang="en-US" altLang="zh-CN" sz="2000" b="1" i="1" u="none" strike="noStrike" kern="1200" cap="none" spc="0" normalizeH="0" baseline="0" noProof="0" dirty="0" err="1">
                <a:ln>
                  <a:noFill/>
                </a:ln>
                <a:solidFill>
                  <a:schemeClr val="tx1"/>
                </a:solidFill>
                <a:effectLst/>
                <a:uLnTx/>
                <a:uFillTx/>
                <a:latin typeface="Times New Roman" panose="02020503050405090304" pitchFamily="18" charset="0"/>
                <a:ea typeface="+mn-ea"/>
                <a:cs typeface="Times New Roman" panose="02020503050405090304" pitchFamily="18" charset="0"/>
              </a:rPr>
              <a:t>i,j,n</a:t>
            </a:r>
            <a:r>
              <a:rPr kumimoji="0" lang="en-US" altLang="zh-CN" sz="2000" b="1" i="1"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)-&gt;</a:t>
            </a:r>
            <a:r>
              <a:rPr kumimoji="0" lang="en-US" altLang="zh-CN" sz="2000" b="1" i="1"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charset="0"/>
              </a:rPr>
              <a:t></a:t>
            </a:r>
            <a:r>
              <a:rPr kumimoji="0" lang="en-US" altLang="zh-CN" sz="2000" b="1" i="1"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p(</a:t>
            </a:r>
            <a:r>
              <a:rPr kumimoji="0" lang="en-US" altLang="zh-CN" sz="2000" b="1" i="1" u="none" strike="noStrike" kern="1200" cap="none" spc="0" normalizeH="0" baseline="0" noProof="0" dirty="0" err="1">
                <a:ln>
                  <a:noFill/>
                </a:ln>
                <a:solidFill>
                  <a:schemeClr val="tx1"/>
                </a:solidFill>
                <a:effectLst/>
                <a:uLnTx/>
                <a:uFillTx/>
                <a:latin typeface="Times New Roman" panose="02020503050405090304" pitchFamily="18" charset="0"/>
                <a:ea typeface="+mn-ea"/>
                <a:cs typeface="Times New Roman" panose="02020503050405090304" pitchFamily="18" charset="0"/>
              </a:rPr>
              <a:t>i,j,n</a:t>
            </a:r>
            <a:r>
              <a:rPr kumimoji="0" lang="en-US" altLang="zh-CN" sz="2000" b="1" i="1"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a:t>
            </a:r>
            <a:endParaRPr kumimoji="0" lang="zh-CN" altLang="en-US" sz="2000" b="1" i="1"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endParaRPr>
          </a:p>
        </p:txBody>
      </p:sp>
      <p:pic>
        <p:nvPicPr>
          <p:cNvPr id="2" name="图片 1"/>
          <p:cNvPicPr>
            <a:picLocks noChangeAspect="1"/>
          </p:cNvPicPr>
          <p:nvPr/>
        </p:nvPicPr>
        <p:blipFill>
          <a:blip r:embed="rId2"/>
          <a:stretch>
            <a:fillRect/>
          </a:stretch>
        </p:blipFill>
        <p:spPr>
          <a:xfrm>
            <a:off x="6213475" y="2808288"/>
            <a:ext cx="1462088" cy="573087"/>
          </a:xfrm>
          <a:prstGeom prst="rect">
            <a:avLst/>
          </a:prstGeom>
          <a:noFill/>
          <a:ln w="9525">
            <a:noFill/>
          </a:ln>
        </p:spPr>
      </p:pic>
      <p:pic>
        <p:nvPicPr>
          <p:cNvPr id="3" name="图片 2"/>
          <p:cNvPicPr>
            <a:picLocks noChangeAspect="1"/>
          </p:cNvPicPr>
          <p:nvPr/>
        </p:nvPicPr>
        <p:blipFill>
          <a:blip r:embed="rId3"/>
          <a:stretch>
            <a:fillRect/>
          </a:stretch>
        </p:blipFill>
        <p:spPr>
          <a:xfrm>
            <a:off x="6173788" y="3424238"/>
            <a:ext cx="1501775" cy="576262"/>
          </a:xfrm>
          <a:prstGeom prst="rect">
            <a:avLst/>
          </a:prstGeom>
          <a:noFill/>
          <a:ln w="9525">
            <a:noFill/>
          </a:ln>
        </p:spPr>
      </p:pic>
      <p:pic>
        <p:nvPicPr>
          <p:cNvPr id="4" name="图片 3"/>
          <p:cNvPicPr>
            <a:picLocks noChangeAspect="1"/>
          </p:cNvPicPr>
          <p:nvPr/>
        </p:nvPicPr>
        <p:blipFill>
          <a:blip r:embed="rId4"/>
          <a:stretch>
            <a:fillRect/>
          </a:stretch>
        </p:blipFill>
        <p:spPr>
          <a:xfrm>
            <a:off x="6016625" y="4351338"/>
            <a:ext cx="2801938" cy="630237"/>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Rectangle 6"/>
          <p:cNvSpPr>
            <a:spLocks noGrp="1"/>
          </p:cNvSpPr>
          <p:nvPr>
            <p:ph type="ctrTitle"/>
          </p:nvPr>
        </p:nvSpPr>
        <p:spPr>
          <a:xfrm>
            <a:off x="990600" y="228600"/>
            <a:ext cx="7772400" cy="304800"/>
          </a:xfrm>
        </p:spPr>
        <p:txBody>
          <a:bodyPr vert="horz" wrap="square" lIns="91440" tIns="45720" rIns="91440" bIns="45720" anchor="b" anchorCtr="0"/>
          <a:p>
            <a:pPr algn="r" eaLnBrk="1" hangingPunct="1">
              <a:buClrTx/>
              <a:buSzTx/>
              <a:buFontTx/>
            </a:pPr>
            <a:r>
              <a:rPr lang="en-US" altLang="zh-CN" sz="2000" dirty="0">
                <a:solidFill>
                  <a:schemeClr val="hlink"/>
                </a:solidFill>
                <a:latin typeface="Copperplate Gothic Bold" panose="020E0705020206020404" pitchFamily="34" charset="0"/>
                <a:ea typeface="+mj-ea"/>
                <a:cs typeface="+mj-cs"/>
              </a:rPr>
              <a:t>Discrete Mathematical Structures</a:t>
            </a:r>
            <a:endParaRPr lang="en-US" altLang="zh-CN" sz="2000" dirty="0">
              <a:solidFill>
                <a:schemeClr val="hlink"/>
              </a:solidFill>
              <a:latin typeface="Copperplate Gothic Bold" panose="020E0705020206020404" pitchFamily="34" charset="0"/>
              <a:ea typeface="+mj-ea"/>
              <a:cs typeface="+mj-cs"/>
            </a:endParaRPr>
          </a:p>
        </p:txBody>
      </p:sp>
      <p:sp>
        <p:nvSpPr>
          <p:cNvPr id="5123" name="Rectangle 7"/>
          <p:cNvSpPr>
            <a:spLocks noGrp="1"/>
          </p:cNvSpPr>
          <p:nvPr>
            <p:ph type="subTitle" idx="1"/>
          </p:nvPr>
        </p:nvSpPr>
        <p:spPr>
          <a:xfrm>
            <a:off x="1371600" y="3886200"/>
            <a:ext cx="6400800" cy="1905000"/>
          </a:xfrm>
        </p:spPr>
        <p:txBody>
          <a:bodyPr vert="horz" wrap="square" lIns="91440" tIns="45720" rIns="91440" bIns="45720" anchor="t" anchorCtr="0"/>
          <a:p>
            <a:pPr algn="r" eaLnBrk="1" hangingPunct="1">
              <a:buSzPct val="60000"/>
            </a:pPr>
            <a:endParaRPr lang="en-US" altLang="zh-CN" sz="1800" dirty="0">
              <a:solidFill>
                <a:srgbClr val="009999"/>
              </a:solidFill>
              <a:latin typeface="+mn-lt"/>
              <a:ea typeface="+mn-ea"/>
              <a:cs typeface="+mn-cs"/>
            </a:endParaRPr>
          </a:p>
          <a:p>
            <a:pPr algn="r" eaLnBrk="1" hangingPunct="1">
              <a:buSzPct val="60000"/>
            </a:pPr>
            <a:endParaRPr lang="en-US" altLang="zh-CN" sz="1800" dirty="0">
              <a:solidFill>
                <a:srgbClr val="009999"/>
              </a:solidFill>
              <a:latin typeface="+mn-lt"/>
              <a:ea typeface="+mn-ea"/>
              <a:cs typeface="+mn-cs"/>
            </a:endParaRPr>
          </a:p>
          <a:p>
            <a:pPr algn="r" eaLnBrk="1" hangingPunct="1">
              <a:buSzPct val="60000"/>
            </a:pPr>
            <a:endParaRPr lang="en-US" altLang="zh-CN" sz="1800" dirty="0">
              <a:solidFill>
                <a:srgbClr val="009999"/>
              </a:solidFill>
              <a:latin typeface="+mn-lt"/>
              <a:ea typeface="+mn-ea"/>
              <a:cs typeface="+mn-cs"/>
            </a:endParaRPr>
          </a:p>
        </p:txBody>
      </p:sp>
      <p:sp>
        <p:nvSpPr>
          <p:cNvPr id="5124" name="Rectangle 12"/>
          <p:cNvSpPr/>
          <p:nvPr/>
        </p:nvSpPr>
        <p:spPr>
          <a:xfrm>
            <a:off x="923290" y="1988820"/>
            <a:ext cx="7046595" cy="1143000"/>
          </a:xfrm>
          <a:prstGeom prst="rect">
            <a:avLst/>
          </a:prstGeom>
          <a:noFill/>
          <a:ln w="9525">
            <a:noFill/>
          </a:ln>
        </p:spPr>
        <p:txBody>
          <a:bodyPr anchor="b"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0" lvl="0" indent="0" eaLnBrk="1" hangingPunct="1">
              <a:spcBef>
                <a:spcPct val="0"/>
              </a:spcBef>
              <a:buClrTx/>
              <a:buSzTx/>
              <a:buFontTx/>
              <a:buNone/>
            </a:pPr>
            <a:r>
              <a:rPr lang="en-US" altLang="zh-CN" sz="4400" dirty="0">
                <a:solidFill>
                  <a:schemeClr val="tx2"/>
                </a:solidFill>
                <a:latin typeface="Copperplate Gothic Bold" panose="020E0705020206020404" pitchFamily="34" charset="0"/>
                <a:sym typeface="+mn-ea"/>
              </a:rPr>
              <a:t>Normal Form(</a:t>
            </a:r>
            <a:r>
              <a:rPr lang="zh-CN" altLang="en-US" sz="4400" dirty="0">
                <a:solidFill>
                  <a:schemeClr val="tx2"/>
                </a:solidFill>
                <a:latin typeface="Copperplate Gothic Bold" panose="020E0705020206020404" pitchFamily="34" charset="0"/>
                <a:sym typeface="+mn-ea"/>
              </a:rPr>
              <a:t>范式</a:t>
            </a:r>
            <a:r>
              <a:rPr lang="en-US" altLang="zh-CN" sz="4400" dirty="0">
                <a:solidFill>
                  <a:schemeClr val="tx2"/>
                </a:solidFill>
                <a:latin typeface="Copperplate Gothic Bold" panose="020E0705020206020404" pitchFamily="34" charset="0"/>
                <a:sym typeface="+mn-ea"/>
              </a:rPr>
              <a:t>)</a:t>
            </a:r>
            <a:endParaRPr lang="zh-CN" altLang="en-US" sz="4400" dirty="0">
              <a:solidFill>
                <a:schemeClr val="tx2"/>
              </a:solidFill>
              <a:latin typeface="Copperplate Gothic Bold" panose="020E0705020206020404" pitchFamily="34" charset="0"/>
              <a:ea typeface="Times New Roman" panose="02020503050405090304" pitchFamily="18"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40963"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40964"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zh-CN" altLang="en-US" sz="1200" b="1" i="1" dirty="0">
              <a:solidFill>
                <a:srgbClr val="009999"/>
              </a:solidFill>
              <a:latin typeface="Arial Narrow" panose="020B0606020202030204" pitchFamily="34" charset="0"/>
            </a:endParaRPr>
          </a:p>
        </p:txBody>
      </p:sp>
      <p:sp>
        <p:nvSpPr>
          <p:cNvPr id="40965" name="Rectangle 2"/>
          <p:cNvSpPr>
            <a:spLocks noGrp="1"/>
          </p:cNvSpPr>
          <p:nvPr>
            <p:ph type="title"/>
          </p:nvPr>
        </p:nvSpPr>
        <p:spPr/>
        <p:txBody>
          <a:bodyPr vert="horz" wrap="square" lIns="91440" tIns="45720" rIns="91440" bIns="45720" anchor="b" anchorCtr="0"/>
          <a:p>
            <a:pPr eaLnBrk="1" hangingPunct="1"/>
            <a:r>
              <a:rPr lang="en-US" altLang="zh-CN" sz="3600" b="0" dirty="0">
                <a:latin typeface="Copperplate Gothic Bold" panose="020E0705020206020404" pitchFamily="34" charset="0"/>
              </a:rPr>
              <a:t>Outline</a:t>
            </a:r>
            <a:endParaRPr lang="zh-CN" altLang="en-US" sz="3600" b="0" dirty="0">
              <a:latin typeface="Copperplate Gothic Bold" panose="020E0705020206020404" pitchFamily="34" charset="0"/>
            </a:endParaRPr>
          </a:p>
        </p:txBody>
      </p:sp>
      <p:sp>
        <p:nvSpPr>
          <p:cNvPr id="40966" name="Rectangle 3"/>
          <p:cNvSpPr>
            <a:spLocks noGrp="1"/>
          </p:cNvSpPr>
          <p:nvPr>
            <p:ph idx="1"/>
          </p:nvPr>
        </p:nvSpPr>
        <p:spPr>
          <a:xfrm>
            <a:off x="539750" y="1125538"/>
            <a:ext cx="8275638" cy="4691062"/>
          </a:xfrm>
        </p:spPr>
        <p:txBody>
          <a:bodyPr vert="horz" wrap="square" lIns="91440" tIns="45720" rIns="91440" bIns="45720" anchor="t" anchorCtr="0"/>
          <a:p>
            <a:pPr eaLnBrk="1" hangingPunct="1">
              <a:lnSpc>
                <a:spcPct val="130000"/>
              </a:lnSpc>
              <a:spcBef>
                <a:spcPts val="1200"/>
              </a:spcBef>
            </a:pPr>
            <a:r>
              <a:rPr lang="zh-CN" altLang="en-US" sz="2400" dirty="0">
                <a:latin typeface="微软雅黑" charset="-122"/>
                <a:ea typeface="微软雅黑" charset="-122"/>
              </a:rPr>
              <a:t>简单析取式</a:t>
            </a:r>
            <a:endParaRPr lang="en-US" altLang="zh-CN" sz="2400" dirty="0">
              <a:latin typeface="微软雅黑" charset="-122"/>
              <a:ea typeface="微软雅黑" charset="-122"/>
            </a:endParaRPr>
          </a:p>
          <a:p>
            <a:pPr eaLnBrk="1" hangingPunct="1">
              <a:lnSpc>
                <a:spcPct val="130000"/>
              </a:lnSpc>
              <a:spcBef>
                <a:spcPts val="1200"/>
              </a:spcBef>
            </a:pPr>
            <a:r>
              <a:rPr lang="zh-CN" altLang="en-US" sz="2400" dirty="0">
                <a:latin typeface="微软雅黑" charset="-122"/>
                <a:ea typeface="微软雅黑" charset="-122"/>
              </a:rPr>
              <a:t>简单合取式</a:t>
            </a:r>
            <a:endParaRPr lang="en-US" altLang="zh-CN" sz="2400" dirty="0">
              <a:latin typeface="微软雅黑" charset="-122"/>
              <a:ea typeface="微软雅黑" charset="-122"/>
            </a:endParaRPr>
          </a:p>
          <a:p>
            <a:pPr eaLnBrk="1" hangingPunct="1">
              <a:lnSpc>
                <a:spcPct val="130000"/>
              </a:lnSpc>
              <a:spcBef>
                <a:spcPts val="1200"/>
              </a:spcBef>
            </a:pPr>
            <a:r>
              <a:rPr lang="zh-CN" altLang="en-US" sz="2400" dirty="0">
                <a:latin typeface="微软雅黑" charset="-122"/>
                <a:ea typeface="微软雅黑" charset="-122"/>
              </a:rPr>
              <a:t>析取范式</a:t>
            </a:r>
            <a:r>
              <a:rPr lang="en-US" altLang="zh-CN" sz="2400" dirty="0">
                <a:latin typeface="微软雅黑" charset="-122"/>
                <a:ea typeface="微软雅黑" charset="-122"/>
              </a:rPr>
              <a:t>DNF</a:t>
            </a:r>
            <a:endParaRPr lang="en-US" altLang="zh-CN" sz="2400" dirty="0">
              <a:latin typeface="微软雅黑" charset="-122"/>
              <a:ea typeface="微软雅黑" charset="-122"/>
            </a:endParaRPr>
          </a:p>
          <a:p>
            <a:pPr eaLnBrk="1" hangingPunct="1">
              <a:lnSpc>
                <a:spcPct val="130000"/>
              </a:lnSpc>
              <a:spcBef>
                <a:spcPts val="1200"/>
              </a:spcBef>
            </a:pPr>
            <a:r>
              <a:rPr lang="zh-CN" altLang="en-US" sz="2400" dirty="0">
                <a:latin typeface="微软雅黑" charset="-122"/>
                <a:ea typeface="微软雅黑" charset="-122"/>
              </a:rPr>
              <a:t>合取范式</a:t>
            </a:r>
            <a:r>
              <a:rPr lang="en-US" altLang="zh-CN" sz="2400" dirty="0">
                <a:latin typeface="微软雅黑" charset="-122"/>
                <a:ea typeface="微软雅黑" charset="-122"/>
              </a:rPr>
              <a:t>CNF</a:t>
            </a:r>
            <a:endParaRPr lang="en-US" altLang="zh-CN" sz="2400" dirty="0">
              <a:latin typeface="微软雅黑" charset="-122"/>
              <a:ea typeface="微软雅黑" charset="-122"/>
            </a:endParaRPr>
          </a:p>
          <a:p>
            <a:pPr eaLnBrk="1" hangingPunct="1">
              <a:lnSpc>
                <a:spcPct val="130000"/>
              </a:lnSpc>
              <a:spcBef>
                <a:spcPts val="1200"/>
              </a:spcBef>
            </a:pPr>
            <a:r>
              <a:rPr lang="zh-CN" altLang="en-US" sz="2400" dirty="0">
                <a:latin typeface="微软雅黑" charset="-122"/>
                <a:ea typeface="微软雅黑" charset="-122"/>
              </a:rPr>
              <a:t>主析取范式</a:t>
            </a:r>
            <a:r>
              <a:rPr lang="en-US" altLang="zh-CN" sz="2400" dirty="0">
                <a:latin typeface="微软雅黑" charset="-122"/>
                <a:ea typeface="微软雅黑" charset="-122"/>
              </a:rPr>
              <a:t>PDNF</a:t>
            </a:r>
            <a:endParaRPr lang="en-US" altLang="zh-CN" sz="2400" dirty="0">
              <a:latin typeface="微软雅黑" charset="-122"/>
              <a:ea typeface="微软雅黑" charset="-122"/>
            </a:endParaRPr>
          </a:p>
          <a:p>
            <a:pPr eaLnBrk="1" hangingPunct="1">
              <a:lnSpc>
                <a:spcPct val="130000"/>
              </a:lnSpc>
              <a:spcBef>
                <a:spcPts val="1200"/>
              </a:spcBef>
            </a:pPr>
            <a:r>
              <a:rPr lang="zh-CN" altLang="en-US" sz="2400" dirty="0">
                <a:latin typeface="微软雅黑" charset="-122"/>
                <a:ea typeface="微软雅黑" charset="-122"/>
              </a:rPr>
              <a:t>主合取范式</a:t>
            </a:r>
            <a:r>
              <a:rPr lang="en-US" altLang="zh-CN" sz="2400" dirty="0">
                <a:latin typeface="微软雅黑" charset="-122"/>
                <a:ea typeface="微软雅黑" charset="-122"/>
              </a:rPr>
              <a:t>PCNF</a:t>
            </a:r>
            <a:endParaRPr lang="zh-CN" altLang="en-US" sz="2400" dirty="0">
              <a:latin typeface="微软雅黑" charset="-122"/>
              <a:ea typeface="微软雅黑"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1" name="灯片编号占位符 3"/>
          <p:cNvSpPr>
            <a:spLocks noGrp="1"/>
          </p:cNvSpPr>
          <p:nvPr>
            <p:ph type="sldNum" sz="quarter" idx="10"/>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r" eaLnBrk="1" hangingPunct="1">
              <a:buClrTx/>
              <a:buFontTx/>
            </a:pPr>
            <a:fld id="{9A0DB2DC-4C9A-4742-B13C-FB6460FD3503}" type="slidenum">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51202" name="日期占位符 4"/>
          <p:cNvSpPr>
            <a:spLocks noGrp="1"/>
          </p:cNvSpPr>
          <p:nvPr>
            <p:ph type="dt" sz="half" idx="11"/>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buClrTx/>
              <a:buFontTx/>
            </a:pPr>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51203" name="页脚占位符 5"/>
          <p:cNvSpPr>
            <a:spLocks noGrp="1"/>
          </p:cNvSpPr>
          <p:nvPr>
            <p:ph type="ftr" sz="quarter" idx="12"/>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buClrTx/>
              <a:buFontTx/>
            </a:pPr>
            <a:r>
              <a:rPr lang="en-US" altLang="zh-CN" sz="1200" b="1" i="1" dirty="0">
                <a:solidFill>
                  <a:srgbClr val="009999"/>
                </a:solidFill>
                <a:latin typeface="Arial Narrow" panose="020B0606020202030204" pitchFamily="34" charset="0"/>
              </a:rPr>
              <a:t>School of Computer Science, BUPT</a:t>
            </a:r>
            <a:endParaRPr lang="zh-CN" altLang="en-US" sz="1200" b="1" i="1" dirty="0">
              <a:solidFill>
                <a:srgbClr val="009999"/>
              </a:solidFill>
              <a:latin typeface="Arial Narrow" panose="020B0606020202030204" pitchFamily="34" charset="0"/>
            </a:endParaRPr>
          </a:p>
        </p:txBody>
      </p:sp>
      <p:sp>
        <p:nvSpPr>
          <p:cNvPr id="51204" name="Rectangle 2"/>
          <p:cNvSpPr>
            <a:spLocks noGrp="1"/>
          </p:cNvSpPr>
          <p:nvPr>
            <p:ph type="title"/>
          </p:nvPr>
        </p:nvSpPr>
        <p:spPr/>
        <p:txBody>
          <a:bodyPr vert="horz" wrap="square" lIns="91440" tIns="45720" rIns="91440" bIns="45720" anchor="b" anchorCtr="0"/>
          <a:p>
            <a:pPr eaLnBrk="1" hangingPunct="1"/>
            <a:r>
              <a:rPr lang="zh-CN" altLang="en-US" dirty="0">
                <a:latin typeface="宋体" pitchFamily="2" charset="-122"/>
              </a:rPr>
              <a:t>简单析取式和简单合取式</a:t>
            </a:r>
            <a:r>
              <a:rPr lang="zh-CN" altLang="en-US" dirty="0"/>
              <a:t> </a:t>
            </a:r>
            <a:endParaRPr lang="zh-CN" altLang="en-US" dirty="0"/>
          </a:p>
        </p:txBody>
      </p:sp>
      <p:sp>
        <p:nvSpPr>
          <p:cNvPr id="51205" name="Rectangle 3"/>
          <p:cNvSpPr>
            <a:spLocks noGrp="1"/>
          </p:cNvSpPr>
          <p:nvPr>
            <p:ph idx="1"/>
          </p:nvPr>
        </p:nvSpPr>
        <p:spPr>
          <a:xfrm>
            <a:off x="899478" y="1412558"/>
            <a:ext cx="7772400" cy="4114800"/>
          </a:xfrm>
        </p:spPr>
        <p:txBody>
          <a:bodyPr vert="horz" wrap="square" lIns="91440" tIns="45720" rIns="91440" bIns="45720" anchor="t" anchorCtr="0"/>
          <a:p>
            <a:pPr eaLnBrk="1" hangingPunct="1">
              <a:lnSpc>
                <a:spcPct val="90000"/>
              </a:lnSpc>
            </a:pPr>
            <a:r>
              <a:rPr lang="zh-CN" altLang="en-US" sz="2400" dirty="0"/>
              <a:t>仅有有限个命题变元或其否定的析取构成的析取式称为</a:t>
            </a:r>
            <a:r>
              <a:rPr lang="zh-CN" altLang="en-US" sz="2400" dirty="0">
                <a:solidFill>
                  <a:srgbClr val="FF0000"/>
                </a:solidFill>
              </a:rPr>
              <a:t>简单析取式</a:t>
            </a:r>
            <a:r>
              <a:rPr lang="zh-CN" altLang="en-US" sz="2400" dirty="0">
                <a:solidFill>
                  <a:srgbClr val="FF0000"/>
                </a:solidFill>
              </a:rPr>
              <a:t>，或基本和</a:t>
            </a:r>
            <a:r>
              <a:rPr lang="zh-CN" altLang="en-US" sz="2400" b="1" dirty="0">
                <a:solidFill>
                  <a:srgbClr val="FF0000"/>
                </a:solidFill>
                <a:sym typeface="+mn-ea"/>
              </a:rPr>
              <a:t>（</a:t>
            </a:r>
            <a:r>
              <a:rPr lang="en-US" altLang="zh-CN" sz="2400" dirty="0">
                <a:solidFill>
                  <a:srgbClr val="FF0000"/>
                </a:solidFill>
                <a:sym typeface="+mn-ea"/>
              </a:rPr>
              <a:t>sum</a:t>
            </a:r>
            <a:r>
              <a:rPr lang="zh-CN" altLang="en-US" sz="2400" b="1" dirty="0">
                <a:solidFill>
                  <a:srgbClr val="FF0000"/>
                </a:solidFill>
                <a:sym typeface="+mn-ea"/>
              </a:rPr>
              <a:t>）</a:t>
            </a:r>
            <a:r>
              <a:rPr lang="zh-CN" altLang="en-US" sz="2400" dirty="0"/>
              <a:t>。</a:t>
            </a:r>
            <a:endParaRPr lang="zh-CN" altLang="en-US" sz="2400" dirty="0"/>
          </a:p>
          <a:p>
            <a:pPr lvl="1" eaLnBrk="1" hangingPunct="1">
              <a:lnSpc>
                <a:spcPct val="90000"/>
              </a:lnSpc>
            </a:pPr>
            <a:r>
              <a:rPr lang="zh-CN" altLang="en-US" sz="2000" dirty="0"/>
              <a:t>例如：</a:t>
            </a:r>
            <a:r>
              <a:rPr lang="en-US" altLang="zh-CN" sz="2000" dirty="0">
                <a:latin typeface="Times New Roman" panose="02020503050405090304" pitchFamily="18" charset="0"/>
                <a:sym typeface="Symbol" panose="05050102010706020507" pitchFamily="18" charset="2"/>
              </a:rPr>
              <a:t>¬</a:t>
            </a:r>
            <a:r>
              <a:rPr lang="en-US" altLang="zh-CN" sz="2000" dirty="0"/>
              <a:t>P</a:t>
            </a:r>
            <a:r>
              <a:rPr lang="en-US" altLang="zh-CN" sz="2000" dirty="0">
                <a:latin typeface="Times New Roman" panose="02020503050405090304" pitchFamily="18" charset="0"/>
                <a:sym typeface="Symbol" panose="05050102010706020507" pitchFamily="18" charset="2"/>
              </a:rPr>
              <a:t></a:t>
            </a:r>
            <a:r>
              <a:rPr lang="en-US" altLang="zh-CN" sz="2000" dirty="0"/>
              <a:t>Q</a:t>
            </a:r>
            <a:r>
              <a:rPr lang="en-US" altLang="zh-CN" sz="2000" dirty="0">
                <a:latin typeface="Times New Roman" panose="02020503050405090304" pitchFamily="18" charset="0"/>
                <a:sym typeface="Symbol" panose="05050102010706020507" pitchFamily="18" charset="2"/>
              </a:rPr>
              <a:t></a:t>
            </a:r>
            <a:r>
              <a:rPr lang="en-US" altLang="zh-CN" sz="2000" dirty="0"/>
              <a:t>R</a:t>
            </a:r>
            <a:r>
              <a:rPr lang="en-US" altLang="zh-CN" sz="2000" dirty="0">
                <a:latin typeface="Times New Roman" panose="02020503050405090304" pitchFamily="18" charset="0"/>
              </a:rPr>
              <a:t>，</a:t>
            </a:r>
            <a:r>
              <a:rPr lang="en-US" altLang="zh-CN" sz="2000" dirty="0">
                <a:latin typeface="Times New Roman" panose="02020503050405090304" pitchFamily="18" charset="0"/>
                <a:sym typeface="Symbol" panose="05050102010706020507" pitchFamily="18" charset="2"/>
              </a:rPr>
              <a:t>¬</a:t>
            </a:r>
            <a:r>
              <a:rPr lang="en-US" altLang="zh-CN" sz="2000" dirty="0"/>
              <a:t>P</a:t>
            </a:r>
            <a:r>
              <a:rPr lang="en-US" altLang="zh-CN" sz="2000" dirty="0">
                <a:latin typeface="Times New Roman" panose="02020503050405090304" pitchFamily="18" charset="0"/>
                <a:sym typeface="Symbol" panose="05050102010706020507" pitchFamily="18" charset="2"/>
              </a:rPr>
              <a:t>¬</a:t>
            </a:r>
            <a:r>
              <a:rPr lang="en-US" altLang="zh-CN" sz="2000" dirty="0"/>
              <a:t>Q</a:t>
            </a:r>
            <a:r>
              <a:rPr lang="en-US" altLang="zh-CN" sz="2000" dirty="0">
                <a:latin typeface="Times New Roman" panose="02020503050405090304" pitchFamily="18" charset="0"/>
                <a:sym typeface="Symbol" panose="05050102010706020507" pitchFamily="18" charset="2"/>
              </a:rPr>
              <a:t></a:t>
            </a:r>
            <a:r>
              <a:rPr lang="en-US" altLang="zh-CN" sz="2000" dirty="0"/>
              <a:t>P</a:t>
            </a:r>
            <a:r>
              <a:rPr lang="zh-CN" altLang="en-US" sz="2000" dirty="0">
                <a:latin typeface="Times New Roman" panose="02020503050405090304" pitchFamily="18" charset="0"/>
              </a:rPr>
              <a:t>是简单析取式</a:t>
            </a:r>
            <a:endParaRPr lang="zh-CN" altLang="en-US" sz="2000" dirty="0"/>
          </a:p>
          <a:p>
            <a:pPr eaLnBrk="1" hangingPunct="1">
              <a:lnSpc>
                <a:spcPct val="90000"/>
              </a:lnSpc>
            </a:pPr>
            <a:r>
              <a:rPr lang="zh-CN" altLang="en-US" sz="2400" dirty="0"/>
              <a:t>而仅有有限个命题变元或其否定的合取构成的合取式称为</a:t>
            </a:r>
            <a:r>
              <a:rPr lang="zh-CN" altLang="en-US" sz="2400" dirty="0">
                <a:solidFill>
                  <a:srgbClr val="FF0000"/>
                </a:solidFill>
              </a:rPr>
              <a:t>简单合取式，或基本积</a:t>
            </a:r>
            <a:r>
              <a:rPr lang="zh-CN" altLang="en-US" sz="2400" b="1" dirty="0">
                <a:solidFill>
                  <a:srgbClr val="FF0000"/>
                </a:solidFill>
                <a:sym typeface="+mn-ea"/>
              </a:rPr>
              <a:t>（</a:t>
            </a:r>
            <a:r>
              <a:rPr lang="en-US" altLang="zh-CN" sz="2400" dirty="0">
                <a:solidFill>
                  <a:srgbClr val="FF0000"/>
                </a:solidFill>
                <a:sym typeface="+mn-ea"/>
              </a:rPr>
              <a:t>Product</a:t>
            </a:r>
            <a:r>
              <a:rPr lang="zh-CN" altLang="en-US" sz="2400" b="1" dirty="0">
                <a:solidFill>
                  <a:srgbClr val="FF0000"/>
                </a:solidFill>
                <a:sym typeface="+mn-ea"/>
              </a:rPr>
              <a:t>）</a:t>
            </a:r>
            <a:r>
              <a:rPr lang="zh-CN" altLang="en-US" sz="2400" dirty="0"/>
              <a:t>。</a:t>
            </a:r>
            <a:endParaRPr lang="zh-CN" altLang="en-US" sz="2400" dirty="0"/>
          </a:p>
          <a:p>
            <a:pPr lvl="1" eaLnBrk="1" hangingPunct="1">
              <a:lnSpc>
                <a:spcPct val="90000"/>
              </a:lnSpc>
            </a:pPr>
            <a:r>
              <a:rPr lang="zh-CN" altLang="en-US" sz="2000" dirty="0">
                <a:latin typeface="Times New Roman" panose="02020503050405090304" pitchFamily="18" charset="0"/>
                <a:sym typeface="Symbol" panose="05050102010706020507" pitchFamily="18" charset="2"/>
              </a:rPr>
              <a:t>例如：</a:t>
            </a:r>
            <a:r>
              <a:rPr lang="en-US" altLang="zh-CN" sz="2000" dirty="0">
                <a:latin typeface="Times New Roman" panose="02020503050405090304" pitchFamily="18" charset="0"/>
                <a:sym typeface="Symbol" panose="05050102010706020507" pitchFamily="18" charset="2"/>
              </a:rPr>
              <a:t>¬</a:t>
            </a:r>
            <a:r>
              <a:rPr lang="en-US" altLang="zh-CN" sz="2000" dirty="0"/>
              <a:t>P</a:t>
            </a:r>
            <a:r>
              <a:rPr lang="en-US" altLang="zh-CN" sz="2000" dirty="0">
                <a:latin typeface="Times New Roman" panose="02020503050405090304" pitchFamily="18" charset="0"/>
                <a:sym typeface="Symbol" panose="05050102010706020507" pitchFamily="18" charset="2"/>
              </a:rPr>
              <a:t></a:t>
            </a:r>
            <a:r>
              <a:rPr lang="en-US" altLang="zh-CN" sz="2000" dirty="0"/>
              <a:t>R</a:t>
            </a:r>
            <a:r>
              <a:rPr lang="en-US" altLang="zh-CN" sz="2000" dirty="0">
                <a:latin typeface="Times New Roman" panose="02020503050405090304" pitchFamily="18" charset="0"/>
              </a:rPr>
              <a:t>，</a:t>
            </a:r>
            <a:r>
              <a:rPr lang="en-US" altLang="zh-CN" sz="2000" dirty="0"/>
              <a:t>Q</a:t>
            </a:r>
            <a:r>
              <a:rPr lang="en-US" altLang="zh-CN" sz="2000" dirty="0">
                <a:latin typeface="Times New Roman" panose="02020503050405090304" pitchFamily="18" charset="0"/>
                <a:sym typeface="Symbol" panose="05050102010706020507" pitchFamily="18" charset="2"/>
              </a:rPr>
              <a:t></a:t>
            </a:r>
            <a:r>
              <a:rPr lang="en-US" altLang="zh-CN" sz="2000" dirty="0"/>
              <a:t>R</a:t>
            </a:r>
            <a:r>
              <a:rPr lang="en-US" altLang="zh-CN" sz="2000" dirty="0">
                <a:latin typeface="Times New Roman" panose="02020503050405090304" pitchFamily="18" charset="0"/>
                <a:sym typeface="Symbol" panose="05050102010706020507" pitchFamily="18" charset="2"/>
              </a:rPr>
              <a:t>¬</a:t>
            </a:r>
            <a:r>
              <a:rPr lang="en-US" altLang="zh-CN" sz="2000" dirty="0"/>
              <a:t>Q</a:t>
            </a:r>
            <a:r>
              <a:rPr lang="zh-CN" altLang="en-US" sz="2000" dirty="0">
                <a:latin typeface="Times New Roman" panose="02020503050405090304" pitchFamily="18" charset="0"/>
              </a:rPr>
              <a:t>是简单合取式。</a:t>
            </a:r>
            <a:endParaRPr lang="zh-CN" altLang="en-US" sz="2000" dirty="0"/>
          </a:p>
          <a:p>
            <a:pPr eaLnBrk="1" hangingPunct="1">
              <a:lnSpc>
                <a:spcPct val="90000"/>
              </a:lnSpc>
            </a:pPr>
            <a:r>
              <a:rPr lang="en-US" altLang="zh-CN" sz="2400" dirty="0"/>
              <a:t>P</a:t>
            </a:r>
            <a:r>
              <a:rPr lang="en-US" altLang="zh-CN" sz="2400" dirty="0">
                <a:latin typeface="Times New Roman" panose="02020503050405090304" pitchFamily="18" charset="0"/>
              </a:rPr>
              <a:t>，</a:t>
            </a:r>
            <a:r>
              <a:rPr lang="en-US" altLang="zh-CN" sz="2400" dirty="0">
                <a:latin typeface="Times New Roman" panose="02020503050405090304" pitchFamily="18" charset="0"/>
                <a:sym typeface="Symbol" panose="05050102010706020507" pitchFamily="18" charset="2"/>
              </a:rPr>
              <a:t>¬</a:t>
            </a:r>
            <a:r>
              <a:rPr lang="en-US" altLang="zh-CN" sz="2400" dirty="0"/>
              <a:t>Q</a:t>
            </a:r>
            <a:r>
              <a:rPr lang="zh-CN" altLang="en-US" sz="2400" dirty="0">
                <a:latin typeface="Times New Roman" panose="02020503050405090304" pitchFamily="18" charset="0"/>
              </a:rPr>
              <a:t>一个变项本身可以看作简单析取式也可以看作简单合取式。</a:t>
            </a:r>
            <a:endParaRPr lang="zh-CN" altLang="en-US" sz="2400" dirty="0">
              <a:latin typeface="宋体" pitchFamily="2" charset="-122"/>
            </a:endParaRPr>
          </a:p>
          <a:p>
            <a:pPr eaLnBrk="1" hangingPunct="1">
              <a:lnSpc>
                <a:spcPct val="90000"/>
              </a:lnSpc>
            </a:pPr>
            <a:r>
              <a:rPr lang="zh-CN" altLang="en-US" sz="2400" dirty="0">
                <a:latin typeface="宋体" pitchFamily="2" charset="-122"/>
              </a:rPr>
              <a:t>而</a:t>
            </a:r>
            <a:r>
              <a:rPr lang="en-US" altLang="zh-CN" sz="2400" dirty="0">
                <a:latin typeface="Times New Roman" panose="02020503050405090304" pitchFamily="18" charset="0"/>
                <a:sym typeface="Symbol" panose="05050102010706020507" pitchFamily="18" charset="2"/>
              </a:rPr>
              <a:t>¬</a:t>
            </a:r>
            <a:r>
              <a:rPr lang="en-US" altLang="zh-CN" sz="2400" dirty="0"/>
              <a:t>P</a:t>
            </a:r>
            <a:r>
              <a:rPr lang="en-US" altLang="zh-CN" sz="2400" dirty="0">
                <a:latin typeface="Times New Roman" panose="02020503050405090304" pitchFamily="18" charset="0"/>
                <a:sym typeface="Symbol" panose="05050102010706020507" pitchFamily="18" charset="2"/>
              </a:rPr>
              <a:t></a:t>
            </a:r>
            <a:r>
              <a:rPr lang="en-US" altLang="zh-CN" sz="2400" dirty="0">
                <a:latin typeface="宋体" pitchFamily="2" charset="-122"/>
              </a:rPr>
              <a:t>（</a:t>
            </a:r>
            <a:r>
              <a:rPr lang="en-US" altLang="zh-CN" sz="2400" dirty="0"/>
              <a:t>Q </a:t>
            </a:r>
            <a:r>
              <a:rPr lang="en-US" altLang="zh-CN" sz="2400" dirty="0">
                <a:latin typeface="Times New Roman" panose="02020503050405090304" pitchFamily="18" charset="0"/>
                <a:sym typeface="Symbol" panose="05050102010706020507" pitchFamily="18" charset="2"/>
              </a:rPr>
              <a:t> </a:t>
            </a:r>
            <a:r>
              <a:rPr lang="en-US" altLang="zh-CN" sz="2400" dirty="0"/>
              <a:t>R</a:t>
            </a:r>
            <a:r>
              <a:rPr lang="en-US" altLang="zh-CN" sz="2400" dirty="0">
                <a:latin typeface="宋体" pitchFamily="2" charset="-122"/>
              </a:rPr>
              <a:t>），（</a:t>
            </a:r>
            <a:r>
              <a:rPr lang="en-US" altLang="zh-CN" sz="2400" dirty="0"/>
              <a:t>P</a:t>
            </a:r>
            <a:r>
              <a:rPr lang="en-US" altLang="zh-CN" sz="2400" dirty="0">
                <a:latin typeface="Times New Roman" panose="02020503050405090304" pitchFamily="18" charset="0"/>
                <a:sym typeface="Symbol" panose="05050102010706020507" pitchFamily="18" charset="2"/>
              </a:rPr>
              <a:t></a:t>
            </a:r>
            <a:r>
              <a:rPr lang="en-US" altLang="zh-CN" sz="2400" dirty="0"/>
              <a:t>Q</a:t>
            </a:r>
            <a:r>
              <a:rPr lang="en-US" altLang="zh-CN" sz="2400" dirty="0">
                <a:latin typeface="宋体" pitchFamily="2" charset="-122"/>
              </a:rPr>
              <a:t>）</a:t>
            </a:r>
            <a:r>
              <a:rPr lang="en-US" altLang="zh-CN" sz="2400" dirty="0">
                <a:latin typeface="Times New Roman" panose="02020503050405090304" pitchFamily="18" charset="0"/>
                <a:sym typeface="Symbol" panose="05050102010706020507" pitchFamily="18" charset="2"/>
              </a:rPr>
              <a:t>¬</a:t>
            </a:r>
            <a:r>
              <a:rPr lang="en-US" altLang="zh-CN" sz="2400" dirty="0"/>
              <a:t>R</a:t>
            </a:r>
            <a:r>
              <a:rPr lang="zh-CN" altLang="en-US" sz="2400" dirty="0">
                <a:latin typeface="宋体" pitchFamily="2" charset="-122"/>
              </a:rPr>
              <a:t>不是简单析取式。</a:t>
            </a:r>
            <a:r>
              <a:rPr lang="zh-CN" altLang="en-US" sz="2400" dirty="0"/>
              <a:t> </a:t>
            </a:r>
            <a:endParaRPr lang="zh-CN" altLang="en-US" sz="2400" dirty="0"/>
          </a:p>
        </p:txBody>
      </p:sp>
    </p:spTree>
  </p:cSld>
  <p:clrMapOvr>
    <a:masterClrMapping/>
  </p:clrMapOvr>
  <p:transition spd="slow"/>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5" name="灯片编号占位符 3"/>
          <p:cNvSpPr>
            <a:spLocks noGrp="1"/>
          </p:cNvSpPr>
          <p:nvPr>
            <p:ph type="sldNum" sz="quarter" idx="10"/>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r" eaLnBrk="1" hangingPunct="1">
              <a:buClrTx/>
              <a:buFontTx/>
            </a:pPr>
            <a:fld id="{9A0DB2DC-4C9A-4742-B13C-FB6460FD3503}" type="slidenum">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52226" name="日期占位符 4"/>
          <p:cNvSpPr>
            <a:spLocks noGrp="1"/>
          </p:cNvSpPr>
          <p:nvPr>
            <p:ph type="dt" sz="half" idx="11"/>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buClrTx/>
              <a:buFontTx/>
            </a:pPr>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52227" name="页脚占位符 5"/>
          <p:cNvSpPr>
            <a:spLocks noGrp="1"/>
          </p:cNvSpPr>
          <p:nvPr>
            <p:ph type="ftr" sz="quarter" idx="12"/>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buClrTx/>
              <a:buFontTx/>
            </a:pPr>
            <a:r>
              <a:rPr lang="en-US" altLang="zh-CN" sz="1200" b="1" i="1" dirty="0">
                <a:solidFill>
                  <a:srgbClr val="009999"/>
                </a:solidFill>
                <a:latin typeface="Arial Narrow" panose="020B0606020202030204" pitchFamily="34" charset="0"/>
              </a:rPr>
              <a:t>School of Computer Science, BUPT</a:t>
            </a:r>
            <a:endParaRPr lang="zh-CN" altLang="en-US" sz="1200" b="1" i="1" dirty="0">
              <a:solidFill>
                <a:srgbClr val="009999"/>
              </a:solidFill>
              <a:latin typeface="Arial Narrow" panose="020B0606020202030204" pitchFamily="34" charset="0"/>
            </a:endParaRPr>
          </a:p>
        </p:txBody>
      </p:sp>
      <p:sp>
        <p:nvSpPr>
          <p:cNvPr id="52228" name="Rectangle 2"/>
          <p:cNvSpPr>
            <a:spLocks noGrp="1"/>
          </p:cNvSpPr>
          <p:nvPr>
            <p:ph type="title"/>
          </p:nvPr>
        </p:nvSpPr>
        <p:spPr/>
        <p:txBody>
          <a:bodyPr vert="horz" wrap="square" lIns="91440" tIns="45720" rIns="91440" bIns="45720" anchor="b" anchorCtr="0"/>
          <a:p>
            <a:pPr eaLnBrk="1" hangingPunct="1"/>
            <a:r>
              <a:rPr lang="zh-CN" altLang="en-US" sz="3200" dirty="0"/>
              <a:t>析取范式</a:t>
            </a:r>
            <a:r>
              <a:rPr lang="en-US" altLang="zh-CN" sz="3200" dirty="0"/>
              <a:t>(disjunctive normal form)</a:t>
            </a:r>
            <a:endParaRPr lang="en-US" altLang="zh-CN" sz="3200" dirty="0"/>
          </a:p>
        </p:txBody>
      </p:sp>
      <p:sp>
        <p:nvSpPr>
          <p:cNvPr id="52229" name="Rectangle 3"/>
          <p:cNvSpPr>
            <a:spLocks noGrp="1"/>
          </p:cNvSpPr>
          <p:nvPr>
            <p:ph idx="1"/>
          </p:nvPr>
        </p:nvSpPr>
        <p:spPr>
          <a:xfrm>
            <a:off x="612775" y="1412875"/>
            <a:ext cx="8534400" cy="4114800"/>
          </a:xfrm>
        </p:spPr>
        <p:txBody>
          <a:bodyPr vert="horz" wrap="square" lIns="91440" tIns="45720" rIns="91440" bIns="45720" anchor="t" anchorCtr="0"/>
          <a:p>
            <a:pPr eaLnBrk="1" hangingPunct="1"/>
            <a:r>
              <a:rPr lang="zh-CN" altLang="en-US" dirty="0"/>
              <a:t>析取范式：由有限个</a:t>
            </a:r>
            <a:r>
              <a:rPr lang="zh-CN" altLang="en-US" dirty="0">
                <a:solidFill>
                  <a:srgbClr val="FF0000"/>
                </a:solidFill>
              </a:rPr>
              <a:t>简单合取式（基本积）</a:t>
            </a:r>
            <a:r>
              <a:rPr lang="zh-CN" altLang="en-US" dirty="0"/>
              <a:t>的</a:t>
            </a:r>
            <a:r>
              <a:rPr lang="zh-CN" altLang="en-US" b="1" dirty="0"/>
              <a:t>析取</a:t>
            </a:r>
            <a:r>
              <a:rPr lang="zh-CN" altLang="en-US" dirty="0"/>
              <a:t>构成的析取式称为</a:t>
            </a:r>
            <a:r>
              <a:rPr lang="zh-CN" altLang="en-US" b="1" dirty="0"/>
              <a:t>析取范式</a:t>
            </a:r>
            <a:r>
              <a:rPr lang="en-US" altLang="zh-CN" b="1" dirty="0">
                <a:sym typeface="+mn-ea"/>
              </a:rPr>
              <a:t>DNF</a:t>
            </a:r>
            <a:r>
              <a:rPr lang="zh-CN" altLang="en-US" dirty="0"/>
              <a:t>。</a:t>
            </a:r>
            <a:endParaRPr lang="zh-CN" altLang="en-US" dirty="0"/>
          </a:p>
          <a:p>
            <a:pPr eaLnBrk="1" hangingPunct="1"/>
            <a:r>
              <a:rPr lang="zh-CN" altLang="en-US" dirty="0">
                <a:latin typeface="宋体" pitchFamily="2" charset="-122"/>
              </a:rPr>
              <a:t>例</a:t>
            </a:r>
            <a:endParaRPr lang="zh-CN" altLang="en-US" dirty="0">
              <a:latin typeface="宋体" pitchFamily="2" charset="-122"/>
            </a:endParaRPr>
          </a:p>
          <a:p>
            <a:pPr lvl="1" eaLnBrk="1" hangingPunct="1"/>
            <a:r>
              <a:rPr lang="en-US" altLang="zh-CN" dirty="0"/>
              <a:t>P</a:t>
            </a:r>
            <a:r>
              <a:rPr lang="en-US" altLang="zh-CN" dirty="0">
                <a:latin typeface="Times New Roman" panose="02020503050405090304" pitchFamily="18" charset="0"/>
                <a:sym typeface="Symbol" panose="05050102010706020507" pitchFamily="18" charset="2"/>
              </a:rPr>
              <a:t></a:t>
            </a:r>
            <a:r>
              <a:rPr lang="en-US" altLang="zh-CN" dirty="0">
                <a:latin typeface="宋体" pitchFamily="2" charset="-122"/>
              </a:rPr>
              <a:t>（</a:t>
            </a:r>
            <a:r>
              <a:rPr lang="en-US" altLang="zh-CN" dirty="0"/>
              <a:t>P</a:t>
            </a:r>
            <a:r>
              <a:rPr lang="en-US" altLang="zh-CN" dirty="0">
                <a:latin typeface="Times New Roman" panose="02020503050405090304" pitchFamily="18" charset="0"/>
                <a:sym typeface="Symbol" panose="05050102010706020507" pitchFamily="18" charset="2"/>
              </a:rPr>
              <a:t></a:t>
            </a:r>
            <a:r>
              <a:rPr lang="en-US" altLang="zh-CN" dirty="0"/>
              <a:t>Q</a:t>
            </a:r>
            <a:r>
              <a:rPr lang="en-US" altLang="zh-CN" dirty="0">
                <a:latin typeface="宋体" pitchFamily="2" charset="-122"/>
              </a:rPr>
              <a:t>）</a:t>
            </a:r>
            <a:r>
              <a:rPr lang="en-US" altLang="zh-CN" dirty="0">
                <a:latin typeface="Times New Roman" panose="02020503050405090304" pitchFamily="18" charset="0"/>
                <a:sym typeface="Symbol" panose="05050102010706020507" pitchFamily="18" charset="2"/>
              </a:rPr>
              <a:t></a:t>
            </a:r>
            <a:r>
              <a:rPr lang="en-US" altLang="zh-CN" dirty="0">
                <a:latin typeface="宋体" pitchFamily="2" charset="-122"/>
              </a:rPr>
              <a:t>（</a:t>
            </a:r>
            <a:r>
              <a:rPr lang="en-US" altLang="zh-CN" dirty="0">
                <a:latin typeface="Times New Roman" panose="02020503050405090304" pitchFamily="18" charset="0"/>
                <a:sym typeface="Symbol" panose="05050102010706020507" pitchFamily="18" charset="2"/>
              </a:rPr>
              <a:t>¬</a:t>
            </a:r>
            <a:r>
              <a:rPr lang="en-US" altLang="zh-CN" dirty="0"/>
              <a:t>P</a:t>
            </a:r>
            <a:r>
              <a:rPr lang="en-US" altLang="zh-CN" dirty="0">
                <a:latin typeface="Times New Roman" panose="02020503050405090304" pitchFamily="18" charset="0"/>
                <a:sym typeface="Symbol" panose="05050102010706020507" pitchFamily="18" charset="2"/>
              </a:rPr>
              <a:t>¬</a:t>
            </a:r>
            <a:r>
              <a:rPr lang="en-US" altLang="zh-CN" dirty="0"/>
              <a:t>Q</a:t>
            </a:r>
            <a:r>
              <a:rPr lang="en-US" altLang="zh-CN" dirty="0">
                <a:latin typeface="Times New Roman" panose="02020503050405090304" pitchFamily="18" charset="0"/>
                <a:sym typeface="Symbol" panose="05050102010706020507" pitchFamily="18" charset="2"/>
              </a:rPr>
              <a:t>¬</a:t>
            </a:r>
            <a:r>
              <a:rPr lang="en-US" altLang="zh-CN" dirty="0"/>
              <a:t>R</a:t>
            </a:r>
            <a:r>
              <a:rPr lang="en-US" altLang="zh-CN" dirty="0">
                <a:latin typeface="宋体" pitchFamily="2" charset="-122"/>
              </a:rPr>
              <a:t>）</a:t>
            </a:r>
            <a:r>
              <a:rPr lang="zh-CN" altLang="en-US" dirty="0">
                <a:latin typeface="宋体" pitchFamily="2" charset="-122"/>
              </a:rPr>
              <a:t>是析取范式</a:t>
            </a:r>
            <a:r>
              <a:rPr lang="zh-CN" altLang="en-US" dirty="0"/>
              <a:t> </a:t>
            </a:r>
            <a:endParaRPr lang="zh-CN" altLang="en-US" dirty="0"/>
          </a:p>
          <a:p>
            <a:pPr lvl="1" eaLnBrk="1" hangingPunct="1"/>
            <a:r>
              <a:rPr lang="en-US" altLang="zh-CN" dirty="0">
                <a:latin typeface="宋体" pitchFamily="2" charset="-122"/>
              </a:rPr>
              <a:t>P</a:t>
            </a:r>
            <a:r>
              <a:rPr lang="en-US" altLang="zh-CN" dirty="0">
                <a:latin typeface="Times New Roman" panose="02020503050405090304" pitchFamily="18" charset="0"/>
                <a:sym typeface="Symbol" panose="05050102010706020507" pitchFamily="18" charset="2"/>
              </a:rPr>
              <a:t></a:t>
            </a:r>
            <a:r>
              <a:rPr lang="en-US" altLang="zh-CN" dirty="0">
                <a:latin typeface="宋体" pitchFamily="2" charset="-122"/>
              </a:rPr>
              <a:t>Q</a:t>
            </a:r>
            <a:r>
              <a:rPr lang="en-US" altLang="zh-CN" dirty="0">
                <a:latin typeface="Times New Roman" panose="02020503050405090304" pitchFamily="18" charset="0"/>
                <a:sym typeface="Symbol" panose="05050102010706020507" pitchFamily="18" charset="2"/>
              </a:rPr>
              <a:t></a:t>
            </a:r>
            <a:r>
              <a:rPr lang="en-US" altLang="zh-CN" dirty="0">
                <a:latin typeface="宋体" pitchFamily="2" charset="-122"/>
              </a:rPr>
              <a:t>R</a:t>
            </a:r>
            <a:r>
              <a:rPr lang="zh-CN" altLang="en-US" dirty="0">
                <a:latin typeface="宋体" pitchFamily="2" charset="-122"/>
              </a:rPr>
              <a:t>是析取范式，是三个简单合取范式的析取 </a:t>
            </a:r>
            <a:endParaRPr lang="zh-CN" altLang="en-US" dirty="0">
              <a:latin typeface="宋体" pitchFamily="2" charset="-122"/>
            </a:endParaRPr>
          </a:p>
        </p:txBody>
      </p:sp>
    </p:spTree>
  </p:cSld>
  <p:clrMapOvr>
    <a:masterClrMapping/>
  </p:clrMapOvr>
  <p:transition spd="slow"/>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49" name="灯片编号占位符 3"/>
          <p:cNvSpPr>
            <a:spLocks noGrp="1"/>
          </p:cNvSpPr>
          <p:nvPr>
            <p:ph type="sldNum" sz="quarter" idx="10"/>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r" eaLnBrk="1" hangingPunct="1">
              <a:buClrTx/>
              <a:buFontTx/>
            </a:pPr>
            <a:fld id="{9A0DB2DC-4C9A-4742-B13C-FB6460FD3503}" type="slidenum">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53250" name="日期占位符 4"/>
          <p:cNvSpPr>
            <a:spLocks noGrp="1"/>
          </p:cNvSpPr>
          <p:nvPr>
            <p:ph type="dt" sz="half" idx="11"/>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buClrTx/>
              <a:buFontTx/>
            </a:pPr>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53251" name="页脚占位符 5"/>
          <p:cNvSpPr>
            <a:spLocks noGrp="1"/>
          </p:cNvSpPr>
          <p:nvPr>
            <p:ph type="ftr" sz="quarter" idx="12"/>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buClrTx/>
              <a:buFontTx/>
            </a:pPr>
            <a:r>
              <a:rPr lang="en-US" altLang="zh-CN" sz="1200" b="1" i="1" dirty="0">
                <a:solidFill>
                  <a:srgbClr val="009999"/>
                </a:solidFill>
                <a:latin typeface="Arial Narrow" panose="020B0606020202030204" pitchFamily="34" charset="0"/>
              </a:rPr>
              <a:t>School of Computer Science, BUPT</a:t>
            </a:r>
            <a:endParaRPr lang="zh-CN" altLang="en-US" sz="1200" b="1" i="1" dirty="0">
              <a:solidFill>
                <a:srgbClr val="009999"/>
              </a:solidFill>
              <a:latin typeface="Arial Narrow" panose="020B0606020202030204" pitchFamily="34" charset="0"/>
            </a:endParaRPr>
          </a:p>
        </p:txBody>
      </p:sp>
      <p:sp>
        <p:nvSpPr>
          <p:cNvPr id="53252" name="Rectangle 2"/>
          <p:cNvSpPr>
            <a:spLocks noGrp="1"/>
          </p:cNvSpPr>
          <p:nvPr>
            <p:ph type="title"/>
          </p:nvPr>
        </p:nvSpPr>
        <p:spPr>
          <a:xfrm>
            <a:off x="828040" y="116840"/>
            <a:ext cx="8014970" cy="911860"/>
          </a:xfrm>
        </p:spPr>
        <p:txBody>
          <a:bodyPr vert="horz" wrap="square" lIns="91440" tIns="45720" rIns="91440" bIns="45720" anchor="b" anchorCtr="0"/>
          <a:p>
            <a:pPr eaLnBrk="1" hangingPunct="1"/>
            <a:r>
              <a:rPr lang="zh-CN" altLang="en-US" sz="3200" dirty="0">
                <a:latin typeface="宋体" pitchFamily="2" charset="-122"/>
              </a:rPr>
              <a:t>合取范式</a:t>
            </a:r>
            <a:r>
              <a:rPr lang="en-US" altLang="zh-CN" sz="3200" dirty="0"/>
              <a:t>(conjunctive normal form)</a:t>
            </a:r>
            <a:endParaRPr lang="zh-CN" altLang="en-US" sz="3200" dirty="0"/>
          </a:p>
        </p:txBody>
      </p:sp>
      <p:sp>
        <p:nvSpPr>
          <p:cNvPr id="53253" name="Rectangle 3"/>
          <p:cNvSpPr>
            <a:spLocks noGrp="1"/>
          </p:cNvSpPr>
          <p:nvPr>
            <p:ph idx="1"/>
          </p:nvPr>
        </p:nvSpPr>
        <p:spPr>
          <a:xfrm>
            <a:off x="827723" y="1412558"/>
            <a:ext cx="7772400" cy="4359275"/>
          </a:xfrm>
        </p:spPr>
        <p:txBody>
          <a:bodyPr vert="horz" wrap="square" lIns="91440" tIns="45720" rIns="91440" bIns="45720" anchor="t" anchorCtr="0"/>
          <a:p>
            <a:pPr eaLnBrk="1" hangingPunct="1"/>
            <a:r>
              <a:rPr lang="zh-CN" altLang="en-US" dirty="0">
                <a:latin typeface="宋体" pitchFamily="2" charset="-122"/>
              </a:rPr>
              <a:t>由有限个</a:t>
            </a:r>
            <a:r>
              <a:rPr lang="zh-CN" altLang="en-US" dirty="0">
                <a:solidFill>
                  <a:srgbClr val="FF0000"/>
                </a:solidFill>
                <a:latin typeface="宋体" pitchFamily="2" charset="-122"/>
              </a:rPr>
              <a:t>简单析取式（基本和）</a:t>
            </a:r>
            <a:r>
              <a:rPr lang="zh-CN" altLang="en-US" dirty="0">
                <a:latin typeface="宋体" pitchFamily="2" charset="-122"/>
              </a:rPr>
              <a:t>的</a:t>
            </a:r>
            <a:r>
              <a:rPr lang="zh-CN" altLang="en-US" b="1" dirty="0">
                <a:latin typeface="宋体" pitchFamily="2" charset="-122"/>
              </a:rPr>
              <a:t>合取</a:t>
            </a:r>
            <a:r>
              <a:rPr lang="zh-CN" altLang="en-US" dirty="0">
                <a:latin typeface="宋体" pitchFamily="2" charset="-122"/>
              </a:rPr>
              <a:t>构成的合取式称为</a:t>
            </a:r>
            <a:r>
              <a:rPr lang="zh-CN" altLang="en-US" b="1" dirty="0">
                <a:latin typeface="宋体" pitchFamily="2" charset="-122"/>
              </a:rPr>
              <a:t>合取范式</a:t>
            </a:r>
            <a:r>
              <a:rPr lang="en-US" altLang="zh-CN" b="1" dirty="0">
                <a:sym typeface="+mn-ea"/>
              </a:rPr>
              <a:t>CNF</a:t>
            </a:r>
            <a:r>
              <a:rPr lang="zh-CN" altLang="en-US" dirty="0">
                <a:latin typeface="宋体" pitchFamily="2" charset="-122"/>
              </a:rPr>
              <a:t>。</a:t>
            </a:r>
            <a:r>
              <a:rPr lang="zh-CN" altLang="en-US" dirty="0"/>
              <a:t> </a:t>
            </a:r>
            <a:endParaRPr lang="zh-CN" altLang="en-US" dirty="0"/>
          </a:p>
          <a:p>
            <a:pPr eaLnBrk="1" hangingPunct="1"/>
            <a:r>
              <a:rPr lang="zh-CN" altLang="en-US" dirty="0">
                <a:latin typeface="宋体" pitchFamily="2" charset="-122"/>
              </a:rPr>
              <a:t>例：</a:t>
            </a:r>
            <a:endParaRPr lang="zh-CN" altLang="en-US" dirty="0">
              <a:latin typeface="宋体" pitchFamily="2" charset="-122"/>
            </a:endParaRPr>
          </a:p>
          <a:p>
            <a:pPr lvl="1" eaLnBrk="1" hangingPunct="1"/>
            <a:r>
              <a:rPr lang="zh-CN" altLang="en-US" dirty="0">
                <a:latin typeface="宋体" pitchFamily="2" charset="-122"/>
              </a:rPr>
              <a:t>（</a:t>
            </a:r>
            <a:r>
              <a:rPr lang="en-US" altLang="zh-CN" dirty="0"/>
              <a:t>P</a:t>
            </a:r>
            <a:r>
              <a:rPr lang="en-US" altLang="zh-CN" dirty="0">
                <a:latin typeface="Times New Roman" panose="02020503050405090304" pitchFamily="18" charset="0"/>
                <a:sym typeface="Symbol" panose="05050102010706020507" pitchFamily="18" charset="2"/>
              </a:rPr>
              <a:t></a:t>
            </a:r>
            <a:r>
              <a:rPr lang="en-US" altLang="zh-CN" dirty="0"/>
              <a:t>Q</a:t>
            </a:r>
            <a:r>
              <a:rPr lang="en-US" altLang="zh-CN" dirty="0">
                <a:latin typeface="宋体" pitchFamily="2" charset="-122"/>
              </a:rPr>
              <a:t>）</a:t>
            </a:r>
            <a:r>
              <a:rPr lang="en-US" altLang="zh-CN" dirty="0">
                <a:latin typeface="Times New Roman" panose="02020503050405090304" pitchFamily="18" charset="0"/>
                <a:sym typeface="Symbol" panose="05050102010706020507" pitchFamily="18" charset="2"/>
              </a:rPr>
              <a:t>¬</a:t>
            </a:r>
            <a:r>
              <a:rPr lang="en-US" altLang="zh-CN" dirty="0"/>
              <a:t>Q</a:t>
            </a:r>
            <a:r>
              <a:rPr lang="en-US" altLang="zh-CN" dirty="0">
                <a:latin typeface="Times New Roman" panose="02020503050405090304" pitchFamily="18" charset="0"/>
                <a:sym typeface="Symbol" panose="05050102010706020507" pitchFamily="18" charset="2"/>
              </a:rPr>
              <a:t></a:t>
            </a:r>
            <a:r>
              <a:rPr lang="en-US" altLang="zh-CN" dirty="0">
                <a:latin typeface="宋体" pitchFamily="2" charset="-122"/>
              </a:rPr>
              <a:t>（</a:t>
            </a:r>
            <a:r>
              <a:rPr lang="en-US" altLang="zh-CN" dirty="0"/>
              <a:t>Q</a:t>
            </a:r>
            <a:r>
              <a:rPr lang="en-US" altLang="zh-CN" dirty="0">
                <a:latin typeface="Times New Roman" panose="02020503050405090304" pitchFamily="18" charset="0"/>
                <a:sym typeface="Symbol" panose="05050102010706020507" pitchFamily="18" charset="2"/>
              </a:rPr>
              <a:t>¬</a:t>
            </a:r>
            <a:r>
              <a:rPr lang="en-US" altLang="zh-CN" dirty="0"/>
              <a:t>R</a:t>
            </a:r>
            <a:r>
              <a:rPr lang="en-US" altLang="zh-CN" dirty="0">
                <a:latin typeface="Times New Roman" panose="02020503050405090304" pitchFamily="18" charset="0"/>
                <a:sym typeface="Symbol" panose="05050102010706020507" pitchFamily="18" charset="2"/>
              </a:rPr>
              <a:t></a:t>
            </a:r>
            <a:r>
              <a:rPr lang="en-US" altLang="zh-CN" dirty="0"/>
              <a:t>S</a:t>
            </a:r>
            <a:r>
              <a:rPr lang="en-US" altLang="zh-CN" dirty="0">
                <a:latin typeface="宋体" pitchFamily="2" charset="-122"/>
              </a:rPr>
              <a:t>）</a:t>
            </a:r>
            <a:r>
              <a:rPr lang="zh-CN" altLang="en-US" dirty="0">
                <a:latin typeface="宋体" pitchFamily="2" charset="-122"/>
              </a:rPr>
              <a:t>是合取范式</a:t>
            </a:r>
            <a:endParaRPr lang="zh-CN" altLang="en-US" dirty="0"/>
          </a:p>
          <a:p>
            <a:pPr lvl="1" eaLnBrk="1" hangingPunct="1"/>
            <a:r>
              <a:rPr lang="en-US" altLang="zh-CN" dirty="0">
                <a:latin typeface="宋体" pitchFamily="2" charset="-122"/>
              </a:rPr>
              <a:t>P</a:t>
            </a:r>
            <a:r>
              <a:rPr lang="en-US" altLang="zh-CN" dirty="0">
                <a:latin typeface="Times New Roman" panose="02020503050405090304" pitchFamily="18" charset="0"/>
                <a:sym typeface="Symbol" panose="05050102010706020507" pitchFamily="18" charset="2"/>
              </a:rPr>
              <a:t></a:t>
            </a:r>
            <a:r>
              <a:rPr lang="en-US" altLang="zh-CN" dirty="0">
                <a:latin typeface="宋体" pitchFamily="2" charset="-122"/>
              </a:rPr>
              <a:t>Q</a:t>
            </a:r>
            <a:r>
              <a:rPr lang="en-US" altLang="zh-CN" dirty="0">
                <a:latin typeface="Times New Roman" panose="02020503050405090304" pitchFamily="18" charset="0"/>
                <a:sym typeface="Symbol" panose="05050102010706020507" pitchFamily="18" charset="2"/>
              </a:rPr>
              <a:t></a:t>
            </a:r>
            <a:r>
              <a:rPr lang="en-US" altLang="zh-CN" dirty="0">
                <a:latin typeface="宋体" pitchFamily="2" charset="-122"/>
              </a:rPr>
              <a:t>R</a:t>
            </a:r>
            <a:r>
              <a:rPr lang="zh-CN" altLang="en-US" dirty="0">
                <a:latin typeface="宋体" pitchFamily="2" charset="-122"/>
              </a:rPr>
              <a:t>是合取范式，是一个简单析取范式的合取</a:t>
            </a:r>
            <a:endParaRPr lang="zh-CN" altLang="en-US" dirty="0">
              <a:latin typeface="宋体" pitchFamily="2" charset="-122"/>
            </a:endParaRPr>
          </a:p>
        </p:txBody>
      </p:sp>
    </p:spTree>
  </p:cSld>
  <p:clrMapOvr>
    <a:masterClrMapping/>
  </p:clrMapOvr>
  <p:transition spd="slow"/>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3" name="灯片编号占位符 3"/>
          <p:cNvSpPr>
            <a:spLocks noGrp="1"/>
          </p:cNvSpPr>
          <p:nvPr>
            <p:ph type="sldNum" sz="quarter" idx="10"/>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r" eaLnBrk="1" hangingPunct="1">
              <a:buClrTx/>
              <a:buFontTx/>
            </a:pPr>
            <a:fld id="{9A0DB2DC-4C9A-4742-B13C-FB6460FD3503}" type="slidenum">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54274" name="日期占位符 4"/>
          <p:cNvSpPr>
            <a:spLocks noGrp="1"/>
          </p:cNvSpPr>
          <p:nvPr>
            <p:ph type="dt" sz="half" idx="11"/>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buClrTx/>
              <a:buFontTx/>
            </a:pPr>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54275" name="页脚占位符 5"/>
          <p:cNvSpPr>
            <a:spLocks noGrp="1"/>
          </p:cNvSpPr>
          <p:nvPr>
            <p:ph type="ftr" sz="quarter" idx="12"/>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buClrTx/>
              <a:buFontTx/>
            </a:pPr>
            <a:r>
              <a:rPr lang="en-US" altLang="zh-CN" sz="1200" b="1" i="1" dirty="0">
                <a:solidFill>
                  <a:srgbClr val="009999"/>
                </a:solidFill>
                <a:latin typeface="Arial Narrow" panose="020B0606020202030204" pitchFamily="34" charset="0"/>
              </a:rPr>
              <a:t>School of Computer Science, BUPT</a:t>
            </a:r>
            <a:endParaRPr lang="zh-CN" altLang="en-US" sz="1200" b="1" i="1" dirty="0">
              <a:solidFill>
                <a:srgbClr val="009999"/>
              </a:solidFill>
              <a:latin typeface="Arial Narrow" panose="020B0606020202030204" pitchFamily="34" charset="0"/>
            </a:endParaRPr>
          </a:p>
        </p:txBody>
      </p:sp>
      <p:sp>
        <p:nvSpPr>
          <p:cNvPr id="54276" name="Rectangle 2"/>
          <p:cNvSpPr>
            <a:spLocks noGrp="1"/>
          </p:cNvSpPr>
          <p:nvPr>
            <p:ph type="title"/>
          </p:nvPr>
        </p:nvSpPr>
        <p:spPr/>
        <p:txBody>
          <a:bodyPr vert="horz" wrap="square" lIns="91440" tIns="45720" rIns="91440" bIns="45720" anchor="b" anchorCtr="0"/>
          <a:p>
            <a:pPr eaLnBrk="1" hangingPunct="1"/>
            <a:r>
              <a:rPr lang="zh-CN" altLang="en-US" dirty="0">
                <a:latin typeface="宋体" pitchFamily="2" charset="-122"/>
              </a:rPr>
              <a:t>范式的存在性</a:t>
            </a:r>
            <a:r>
              <a:rPr lang="zh-CN" altLang="en-US" dirty="0"/>
              <a:t>定理</a:t>
            </a:r>
            <a:endParaRPr lang="zh-CN" altLang="en-US" dirty="0"/>
          </a:p>
        </p:txBody>
      </p:sp>
      <p:sp>
        <p:nvSpPr>
          <p:cNvPr id="54277" name="Rectangle 3"/>
          <p:cNvSpPr>
            <a:spLocks noGrp="1"/>
          </p:cNvSpPr>
          <p:nvPr>
            <p:ph idx="1"/>
          </p:nvPr>
        </p:nvSpPr>
        <p:spPr>
          <a:xfrm>
            <a:off x="611505" y="1052830"/>
            <a:ext cx="8190865" cy="4114800"/>
          </a:xfrm>
        </p:spPr>
        <p:txBody>
          <a:bodyPr vert="horz" wrap="square" lIns="91440" tIns="45720" rIns="91440" bIns="45720" anchor="t" anchorCtr="0"/>
          <a:p>
            <a:pPr eaLnBrk="1" hangingPunct="1">
              <a:lnSpc>
                <a:spcPct val="90000"/>
              </a:lnSpc>
            </a:pPr>
            <a:r>
              <a:rPr lang="zh-CN" altLang="en-US" sz="2800" b="1" dirty="0">
                <a:latin typeface="宋体" pitchFamily="2" charset="-122"/>
                <a:sym typeface="+mn-ea"/>
              </a:rPr>
              <a:t>存在性定理：</a:t>
            </a:r>
            <a:endParaRPr lang="en-US" altLang="zh-CN" sz="2800" b="1" dirty="0">
              <a:latin typeface="宋体" pitchFamily="2" charset="-122"/>
            </a:endParaRPr>
          </a:p>
          <a:p>
            <a:pPr lvl="1" eaLnBrk="1" hangingPunct="1">
              <a:lnSpc>
                <a:spcPct val="90000"/>
              </a:lnSpc>
            </a:pPr>
            <a:r>
              <a:rPr lang="zh-CN" altLang="en-US" sz="2400" dirty="0">
                <a:latin typeface="宋体" pitchFamily="2" charset="-122"/>
              </a:rPr>
              <a:t>任意一个命题公式均存在一个与之等值的析取范式和合取范式</a:t>
            </a:r>
            <a:r>
              <a:rPr lang="zh-CN" altLang="en-US" sz="2400" dirty="0"/>
              <a:t> </a:t>
            </a:r>
            <a:endParaRPr lang="zh-CN" altLang="en-US" sz="2400" dirty="0"/>
          </a:p>
          <a:p>
            <a:pPr eaLnBrk="1" hangingPunct="1">
              <a:lnSpc>
                <a:spcPct val="90000"/>
              </a:lnSpc>
            </a:pPr>
            <a:r>
              <a:rPr lang="zh-CN" altLang="en-US" sz="2800" dirty="0"/>
              <a:t>证明：</a:t>
            </a:r>
            <a:endParaRPr lang="zh-CN" altLang="en-US" sz="2800" dirty="0"/>
          </a:p>
          <a:p>
            <a:pPr lvl="1" eaLnBrk="1" hangingPunct="1">
              <a:lnSpc>
                <a:spcPct val="90000"/>
              </a:lnSpc>
            </a:pPr>
            <a:r>
              <a:rPr lang="zh-CN" altLang="en-US" sz="2400" dirty="0"/>
              <a:t>对于任意公式，可用下面的方法构造出与其等价的析取范式和合取范式</a:t>
            </a:r>
            <a:endParaRPr lang="zh-CN" altLang="en-US" sz="2400" dirty="0"/>
          </a:p>
          <a:p>
            <a:pPr lvl="1" eaLnBrk="1" hangingPunct="1">
              <a:lnSpc>
                <a:spcPct val="90000"/>
              </a:lnSpc>
            </a:pPr>
            <a:r>
              <a:rPr lang="zh-CN" altLang="en-US" sz="2400" dirty="0"/>
              <a:t>第一步： 利用等价式，消去公式中的联结符</a:t>
            </a:r>
            <a:r>
              <a:rPr lang="zh-CN" altLang="en-US" sz="2400" dirty="0">
                <a:latin typeface="Times New Roman" panose="02020503050405090304" pitchFamily="18" charset="0"/>
                <a:sym typeface="Symbol" panose="05050102010706020507" pitchFamily="18" charset="2"/>
              </a:rPr>
              <a:t>和</a:t>
            </a:r>
            <a:endParaRPr lang="zh-CN" altLang="en-US" sz="2400" dirty="0"/>
          </a:p>
          <a:p>
            <a:pPr lvl="2" eaLnBrk="1" hangingPunct="1">
              <a:lnSpc>
                <a:spcPct val="90000"/>
              </a:lnSpc>
            </a:pPr>
            <a:r>
              <a:rPr lang="zh-CN" altLang="en-US" sz="2000" dirty="0"/>
              <a:t>  ⑴  </a:t>
            </a:r>
            <a:r>
              <a:rPr lang="en-US" altLang="zh-CN" sz="2000" dirty="0"/>
              <a:t>P </a:t>
            </a:r>
            <a:r>
              <a:rPr lang="zh-CN" altLang="en-US" sz="2000" dirty="0">
                <a:latin typeface="Times New Roman" panose="02020503050405090304" pitchFamily="18" charset="0"/>
                <a:sym typeface="Symbol" panose="05050102010706020507" pitchFamily="18" charset="2"/>
              </a:rPr>
              <a:t></a:t>
            </a:r>
            <a:r>
              <a:rPr lang="en-US" altLang="zh-CN" sz="2000" dirty="0"/>
              <a:t> Q </a:t>
            </a:r>
            <a:r>
              <a:rPr lang="zh-CN" altLang="en-US" sz="2000" dirty="0">
                <a:latin typeface="Times New Roman" panose="02020503050405090304" pitchFamily="18" charset="0"/>
                <a:sym typeface="Symbol" panose="05050102010706020507" pitchFamily="18" charset="2"/>
              </a:rPr>
              <a:t></a:t>
            </a:r>
            <a:r>
              <a:rPr lang="zh-CN" altLang="en-US" sz="2000" dirty="0">
                <a:sym typeface="Symbol" panose="05050102010706020507" pitchFamily="18" charset="2"/>
              </a:rPr>
              <a:t> </a:t>
            </a:r>
            <a:r>
              <a:rPr lang="en-US" altLang="zh-CN" sz="2000" dirty="0">
                <a:sym typeface="Symbol" panose="05050102010706020507" pitchFamily="18" charset="2"/>
              </a:rPr>
              <a:t>¬</a:t>
            </a:r>
            <a:r>
              <a:rPr lang="en-US" altLang="zh-CN" sz="2000" dirty="0"/>
              <a:t> P </a:t>
            </a:r>
            <a:r>
              <a:rPr lang="zh-CN" altLang="en-US" sz="2000" dirty="0">
                <a:latin typeface="Times New Roman" panose="02020503050405090304" pitchFamily="18" charset="0"/>
                <a:sym typeface="Symbol" panose="05050102010706020507" pitchFamily="18" charset="2"/>
              </a:rPr>
              <a:t></a:t>
            </a:r>
            <a:r>
              <a:rPr lang="en-US" altLang="zh-CN" sz="2000" dirty="0"/>
              <a:t> Q</a:t>
            </a:r>
            <a:endParaRPr lang="en-US" altLang="zh-CN" sz="2000" dirty="0"/>
          </a:p>
          <a:p>
            <a:pPr lvl="2" eaLnBrk="1" hangingPunct="1">
              <a:lnSpc>
                <a:spcPct val="90000"/>
              </a:lnSpc>
            </a:pPr>
            <a:r>
              <a:rPr lang="en-US" altLang="zh-CN" sz="2000" dirty="0"/>
              <a:t>  ⑵  P </a:t>
            </a:r>
            <a:r>
              <a:rPr lang="zh-CN" altLang="en-US" sz="2000" dirty="0">
                <a:latin typeface="Times New Roman" panose="02020503050405090304" pitchFamily="18" charset="0"/>
                <a:sym typeface="Symbol" panose="05050102010706020507" pitchFamily="18" charset="2"/>
              </a:rPr>
              <a:t></a:t>
            </a:r>
            <a:r>
              <a:rPr lang="en-US" altLang="zh-CN" sz="2000" dirty="0"/>
              <a:t> Q </a:t>
            </a:r>
            <a:r>
              <a:rPr lang="zh-CN" altLang="en-US" sz="2000" dirty="0">
                <a:latin typeface="Times New Roman" panose="02020503050405090304" pitchFamily="18" charset="0"/>
                <a:sym typeface="Symbol" panose="05050102010706020507" pitchFamily="18" charset="2"/>
              </a:rPr>
              <a:t></a:t>
            </a:r>
            <a:r>
              <a:rPr lang="en-US" altLang="zh-CN" sz="2000" dirty="0"/>
              <a:t> （P </a:t>
            </a:r>
            <a:r>
              <a:rPr lang="zh-CN" altLang="en-US" sz="2000" dirty="0">
                <a:latin typeface="Times New Roman" panose="02020503050405090304" pitchFamily="18" charset="0"/>
                <a:sym typeface="Symbol" panose="05050102010706020507" pitchFamily="18" charset="2"/>
              </a:rPr>
              <a:t></a:t>
            </a:r>
            <a:r>
              <a:rPr lang="en-US" altLang="zh-CN" sz="2000" dirty="0"/>
              <a:t> Q）</a:t>
            </a:r>
            <a:r>
              <a:rPr lang="zh-CN" altLang="en-US" sz="2000" dirty="0">
                <a:latin typeface="Times New Roman" panose="02020503050405090304" pitchFamily="18" charset="0"/>
              </a:rPr>
              <a:t> </a:t>
            </a:r>
            <a:r>
              <a:rPr lang="zh-CN" altLang="en-US" sz="2000" dirty="0">
                <a:latin typeface="Times New Roman" panose="02020503050405090304" pitchFamily="18" charset="0"/>
                <a:sym typeface="Symbol" panose="05050102010706020507" pitchFamily="18" charset="2"/>
              </a:rPr>
              <a:t></a:t>
            </a:r>
            <a:r>
              <a:rPr lang="en-US" altLang="zh-CN" sz="2000" dirty="0"/>
              <a:t>（Q</a:t>
            </a:r>
            <a:r>
              <a:rPr lang="zh-CN" altLang="en-US" sz="2000" dirty="0">
                <a:latin typeface="Times New Roman" panose="02020503050405090304" pitchFamily="18" charset="0"/>
              </a:rPr>
              <a:t> </a:t>
            </a:r>
            <a:r>
              <a:rPr lang="zh-CN" altLang="en-US" sz="2000" dirty="0">
                <a:latin typeface="Times New Roman" panose="02020503050405090304" pitchFamily="18" charset="0"/>
                <a:sym typeface="Symbol" panose="05050102010706020507" pitchFamily="18" charset="2"/>
              </a:rPr>
              <a:t></a:t>
            </a:r>
            <a:r>
              <a:rPr lang="zh-CN" altLang="en-US" sz="2000" dirty="0">
                <a:latin typeface="Times New Roman" panose="02020503050405090304" pitchFamily="18" charset="0"/>
              </a:rPr>
              <a:t> </a:t>
            </a:r>
            <a:r>
              <a:rPr lang="en-US" altLang="zh-CN" sz="2000" dirty="0"/>
              <a:t>P</a:t>
            </a:r>
            <a:r>
              <a:rPr lang="zh-CN" altLang="en-US" sz="2000" dirty="0">
                <a:latin typeface="Times New Roman" panose="02020503050405090304" pitchFamily="18" charset="0"/>
              </a:rPr>
              <a:t> </a:t>
            </a:r>
            <a:r>
              <a:rPr lang="en-US" altLang="zh-CN" sz="2000" dirty="0"/>
              <a:t>）</a:t>
            </a:r>
            <a:endParaRPr lang="en-US" altLang="zh-CN" sz="2000" dirty="0"/>
          </a:p>
          <a:p>
            <a:pPr lvl="1" eaLnBrk="1" hangingPunct="1">
              <a:lnSpc>
                <a:spcPct val="90000"/>
              </a:lnSpc>
            </a:pPr>
            <a:r>
              <a:rPr lang="zh-CN" altLang="en-US" sz="2400" dirty="0"/>
              <a:t>第二步：利用德摩根律将公式中的联结符</a:t>
            </a:r>
            <a:r>
              <a:rPr lang="en-US" altLang="zh-CN" sz="2400" dirty="0">
                <a:sym typeface="Symbol" panose="05050102010706020507" pitchFamily="18" charset="2"/>
              </a:rPr>
              <a:t>¬</a:t>
            </a:r>
            <a:r>
              <a:rPr lang="zh-CN" altLang="en-US" sz="2400" dirty="0"/>
              <a:t>移到命题变元之前，用双重否定律消去两个连续的联结符</a:t>
            </a:r>
            <a:r>
              <a:rPr lang="en-US" altLang="zh-CN" sz="2400" dirty="0">
                <a:sym typeface="Symbol" panose="05050102010706020507" pitchFamily="18" charset="2"/>
              </a:rPr>
              <a:t>¬</a:t>
            </a:r>
            <a:endParaRPr lang="zh-CN" altLang="en-US" sz="2400" dirty="0"/>
          </a:p>
          <a:p>
            <a:pPr lvl="1" eaLnBrk="1" hangingPunct="1">
              <a:lnSpc>
                <a:spcPct val="90000"/>
              </a:lnSpc>
            </a:pPr>
            <a:r>
              <a:rPr lang="zh-CN" altLang="en-US" sz="2400" dirty="0"/>
              <a:t>第三步：用分配律将公式化为</a:t>
            </a:r>
            <a:r>
              <a:rPr lang="zh-CN" altLang="en-US" sz="2400" b="1" dirty="0">
                <a:solidFill>
                  <a:srgbClr val="FF0000"/>
                </a:solidFill>
              </a:rPr>
              <a:t>基本积的析取</a:t>
            </a:r>
            <a:r>
              <a:rPr lang="zh-CN" altLang="en-US" sz="2400" dirty="0"/>
              <a:t>或</a:t>
            </a:r>
            <a:r>
              <a:rPr lang="zh-CN" altLang="en-US" sz="2400" b="1" dirty="0">
                <a:solidFill>
                  <a:srgbClr val="FF0000"/>
                </a:solidFill>
              </a:rPr>
              <a:t>基本和的合取</a:t>
            </a:r>
            <a:r>
              <a:rPr lang="zh-CN" altLang="en-US" sz="2400" dirty="0"/>
              <a:t>。</a:t>
            </a:r>
            <a:endParaRPr lang="zh-CN" altLang="en-US" sz="2400" dirty="0"/>
          </a:p>
          <a:p>
            <a:pPr eaLnBrk="1" hangingPunct="1">
              <a:lnSpc>
                <a:spcPct val="90000"/>
              </a:lnSpc>
            </a:pPr>
            <a:endParaRPr lang="zh-CN" altLang="en-US" sz="2400" dirty="0"/>
          </a:p>
        </p:txBody>
      </p:sp>
    </p:spTree>
  </p:cSld>
  <p:clrMapOvr>
    <a:masterClrMapping/>
  </p:clrMapOvr>
  <p:transition spd="slow"/>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46083"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46084"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zh-CN" altLang="en-US" sz="1200" b="1" i="1" dirty="0">
              <a:solidFill>
                <a:srgbClr val="009999"/>
              </a:solidFill>
              <a:latin typeface="Arial Narrow" panose="020B0606020202030204" pitchFamily="34" charset="0"/>
            </a:endParaRPr>
          </a:p>
        </p:txBody>
      </p:sp>
      <p:sp>
        <p:nvSpPr>
          <p:cNvPr id="37893" name="Rectangle 2"/>
          <p:cNvSpPr>
            <a:spLocks noGrp="1" noChangeArrowheads="1"/>
          </p:cNvSpPr>
          <p:nvPr>
            <p:ph type="title"/>
          </p:nvPr>
        </p:nvSpPr>
        <p:spPr>
          <a:xfrm>
            <a:off x="661035" y="404495"/>
            <a:ext cx="8116888" cy="514350"/>
          </a:xfrm>
        </p:spPr>
        <p:txBody>
          <a:bodyPr vert="horz" wrap="square" lIns="91440" tIns="45720" rIns="91440" bIns="45720" numCol="1" anchor="ctr" anchorCtr="0" compatLnSpc="1"/>
          <a:lstStyle/>
          <a:p>
            <a:pPr marL="342900" marR="0" lvl="0" indent="-342900" algn="just"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0" lang="zh-CN" altLang="en-US" sz="2400" b="1" i="0" u="none" strike="noStrike" kern="0" cap="none" spc="0" normalizeH="0" baseline="0" noProof="0" dirty="0">
                <a:ln>
                  <a:noFill/>
                </a:ln>
                <a:solidFill>
                  <a:schemeClr val="tx1"/>
                </a:solidFill>
                <a:effectLst/>
                <a:uLnTx/>
                <a:uFillTx/>
                <a:latin typeface="Times New Roman" panose="02020503050405090304" pitchFamily="18" charset="0"/>
                <a:ea typeface="+mn-ea"/>
                <a:cs typeface="+mn-cs"/>
              </a:rPr>
              <a:t>例</a:t>
            </a:r>
            <a:r>
              <a:rPr kumimoji="0" lang="en-US" altLang="zh-CN" sz="2400" b="1" i="0" u="none" strike="noStrike" kern="0" cap="none" spc="0" normalizeH="0" baseline="0" noProof="0" dirty="0">
                <a:ln>
                  <a:noFill/>
                </a:ln>
                <a:solidFill>
                  <a:schemeClr val="tx1"/>
                </a:solidFill>
                <a:effectLst/>
                <a:uLnTx/>
                <a:uFillTx/>
                <a:latin typeface="Times New Roman" panose="02020503050405090304" pitchFamily="18" charset="0"/>
                <a:ea typeface="+mn-ea"/>
                <a:cs typeface="+mn-cs"/>
              </a:rPr>
              <a:t>:</a:t>
            </a:r>
            <a:r>
              <a:rPr kumimoji="0" lang="zh-CN" altLang="en-US" sz="2400" b="1" i="0" u="none" strike="noStrike" kern="0" cap="none" spc="0" normalizeH="0" baseline="0" noProof="0" dirty="0">
                <a:ln>
                  <a:noFill/>
                </a:ln>
                <a:solidFill>
                  <a:schemeClr val="tx1"/>
                </a:solidFill>
                <a:effectLst/>
                <a:uLnTx/>
                <a:uFillTx/>
                <a:latin typeface="Times New Roman" panose="02020503050405090304" pitchFamily="18" charset="0"/>
                <a:ea typeface="+mn-ea"/>
                <a:cs typeface="+mn-cs"/>
              </a:rPr>
              <a:t>求公式 </a:t>
            </a:r>
            <a:r>
              <a:rPr kumimoji="0" lang="en-US" altLang="zh-CN" sz="2400" b="1" i="0" u="none" strike="noStrike" kern="0" cap="none" spc="0" normalizeH="0" baseline="0" noProof="0" dirty="0">
                <a:ln>
                  <a:noFill/>
                </a:ln>
                <a:solidFill>
                  <a:schemeClr val="tx1"/>
                </a:solidFill>
                <a:effectLst/>
                <a:uLnTx/>
                <a:uFillTx/>
                <a:latin typeface="Times New Roman" panose="02020503050405090304" pitchFamily="18" charset="0"/>
                <a:ea typeface="+mn-ea"/>
                <a:cs typeface="+mn-cs"/>
              </a:rPr>
              <a:t>(P</a:t>
            </a:r>
            <a:r>
              <a:rPr kumimoji="0" lang="zh-CN" altLang="en-US" sz="2400" b="1" i="0" u="none" strike="noStrike" kern="0" cap="none" spc="0" normalizeH="0" baseline="0" noProof="0" dirty="0">
                <a:ln>
                  <a:noFill/>
                </a:ln>
                <a:solidFill>
                  <a:schemeClr val="tx1"/>
                </a:solidFill>
                <a:effectLst/>
                <a:uLnTx/>
                <a:uFillTx/>
                <a:latin typeface="Times New Roman" panose="02020503050405090304" pitchFamily="18" charset="0"/>
                <a:ea typeface="+mn-ea"/>
                <a:cs typeface="+mn-cs"/>
                <a:sym typeface="Symbol" panose="05050102010706020507" pitchFamily="18" charset="2"/>
              </a:rPr>
              <a:t></a:t>
            </a:r>
            <a:r>
              <a:rPr kumimoji="0" lang="en-US" altLang="zh-CN" sz="2400" b="1" i="0" u="none" strike="noStrike" kern="0" cap="none" spc="0" normalizeH="0" baseline="0" noProof="0" dirty="0">
                <a:ln>
                  <a:noFill/>
                </a:ln>
                <a:solidFill>
                  <a:schemeClr val="tx1"/>
                </a:solidFill>
                <a:effectLst/>
                <a:uLnTx/>
                <a:uFillTx/>
                <a:latin typeface="Times New Roman" panose="02020503050405090304" pitchFamily="18" charset="0"/>
                <a:ea typeface="+mn-ea"/>
                <a:cs typeface="+mn-cs"/>
              </a:rPr>
              <a:t>Q)</a:t>
            </a:r>
            <a:r>
              <a:rPr kumimoji="0" lang="zh-CN" altLang="en-US" sz="2400" b="1" i="0" u="none" strike="noStrike" kern="0" cap="none" spc="0" normalizeH="0" baseline="0" noProof="0" dirty="0">
                <a:ln>
                  <a:noFill/>
                </a:ln>
                <a:solidFill>
                  <a:schemeClr val="tx1"/>
                </a:solidFill>
                <a:effectLst/>
                <a:uLnTx/>
                <a:uFillTx/>
                <a:latin typeface="Times New Roman" panose="02020503050405090304" pitchFamily="18" charset="0"/>
                <a:ea typeface="+mn-ea"/>
                <a:cs typeface="+mn-cs"/>
                <a:sym typeface="Symbol" panose="05050102010706020507" pitchFamily="18" charset="2"/>
              </a:rPr>
              <a:t></a:t>
            </a:r>
            <a:r>
              <a:rPr kumimoji="0" lang="en-US" altLang="zh-CN" sz="2400" b="1" i="0" u="none" strike="noStrike" kern="0" cap="none" spc="0" normalizeH="0" baseline="0" noProof="0" dirty="0">
                <a:ln>
                  <a:noFill/>
                </a:ln>
                <a:solidFill>
                  <a:schemeClr val="tx1"/>
                </a:solidFill>
                <a:effectLst/>
                <a:uLnTx/>
                <a:uFillTx/>
                <a:latin typeface="Times New Roman" panose="02020503050405090304" pitchFamily="18" charset="0"/>
                <a:ea typeface="+mn-ea"/>
                <a:cs typeface="+mn-cs"/>
              </a:rPr>
              <a:t>R</a:t>
            </a:r>
            <a:r>
              <a:rPr kumimoji="0" lang="zh-CN" altLang="en-US" sz="2400" b="1" i="0" u="none" strike="noStrike" kern="0" cap="none" spc="0" normalizeH="0" baseline="0" noProof="0" dirty="0">
                <a:ln>
                  <a:noFill/>
                </a:ln>
                <a:solidFill>
                  <a:schemeClr val="tx1"/>
                </a:solidFill>
                <a:effectLst/>
                <a:uLnTx/>
                <a:uFillTx/>
                <a:latin typeface="Times New Roman" panose="02020503050405090304" pitchFamily="18" charset="0"/>
                <a:ea typeface="+mn-ea"/>
                <a:cs typeface="+mn-cs"/>
              </a:rPr>
              <a:t>的析取范式和合取范式</a:t>
            </a:r>
            <a:endParaRPr kumimoji="0" lang="zh-CN" altLang="en-US" sz="2400" b="1" i="0" u="none" strike="noStrike" kern="0" cap="none" spc="0" normalizeH="0" baseline="0" noProof="0" dirty="0">
              <a:ln>
                <a:noFill/>
              </a:ln>
              <a:solidFill>
                <a:schemeClr val="tx1"/>
              </a:solidFill>
              <a:effectLst/>
              <a:uLnTx/>
              <a:uFillTx/>
              <a:latin typeface="Times New Roman" panose="02020503050405090304" pitchFamily="18" charset="0"/>
              <a:ea typeface="+mn-ea"/>
              <a:cs typeface="+mn-cs"/>
            </a:endParaRPr>
          </a:p>
        </p:txBody>
      </p:sp>
      <p:sp>
        <p:nvSpPr>
          <p:cNvPr id="53254" name="Rectangle 3"/>
          <p:cNvSpPr>
            <a:spLocks noGrp="1" noChangeArrowheads="1"/>
          </p:cNvSpPr>
          <p:nvPr>
            <p:ph idx="1"/>
          </p:nvPr>
        </p:nvSpPr>
        <p:spPr>
          <a:xfrm>
            <a:off x="611188" y="1340168"/>
            <a:ext cx="8324850" cy="3470275"/>
          </a:xfrm>
        </p:spPr>
        <p:txBody>
          <a:bodyPr vert="horz" wrap="square" lIns="91440" tIns="45720" rIns="91440" bIns="45720" numCol="1" anchor="t" anchorCtr="0" compatLnSpc="1"/>
          <a:lstStyle/>
          <a:p>
            <a:pPr marL="342900" marR="0" lvl="0" indent="-342900" algn="just"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Char char="n"/>
              <a:defRPr/>
            </a:pPr>
            <a:r>
              <a:rPr kumimoji="1" lang="zh-CN" altLang="en-US" sz="2000" b="1" i="0" u="none" strike="noStrike" kern="0" cap="none" spc="0" normalizeH="0" baseline="0" noProof="1">
                <a:ln>
                  <a:noFill/>
                </a:ln>
                <a:solidFill>
                  <a:schemeClr val="tx1"/>
                </a:solidFill>
                <a:effectLst/>
                <a:uLnTx/>
                <a:uFillTx/>
                <a:latin typeface="+mn-lt"/>
                <a:ea typeface="+mn-ea"/>
                <a:cs typeface="+mn-cs"/>
              </a:rPr>
              <a:t>解</a:t>
            </a:r>
            <a:r>
              <a:rPr kumimoji="1" lang="en-US" altLang="zh-CN" sz="2000" b="1" i="0" u="none" strike="noStrike" kern="0" cap="none" spc="0" normalizeH="0" baseline="0" noProof="1">
                <a:ln>
                  <a:noFill/>
                </a:ln>
                <a:solidFill>
                  <a:schemeClr val="tx1"/>
                </a:solidFill>
                <a:effectLst/>
                <a:uLnTx/>
                <a:uFillTx/>
                <a:latin typeface="+mn-lt"/>
                <a:ea typeface="+mn-ea"/>
                <a:cs typeface="+mn-cs"/>
              </a:rPr>
              <a:t>1:</a:t>
            </a:r>
            <a:endParaRPr kumimoji="1" lang="zh-CN" altLang="en-US" sz="2000" b="1" i="0" u="none" strike="noStrike" kern="0" cap="none" spc="0" normalizeH="0" baseline="0" noProof="1">
              <a:ln>
                <a:noFill/>
              </a:ln>
              <a:solidFill>
                <a:schemeClr val="tx1"/>
              </a:solidFill>
              <a:effectLst/>
              <a:uLnTx/>
              <a:uFillTx/>
              <a:latin typeface="+mn-lt"/>
              <a:ea typeface="+mn-ea"/>
              <a:cs typeface="+mn-cs"/>
            </a:endParaRPr>
          </a:p>
          <a:p>
            <a:pPr marL="742950" marR="0" lvl="1" indent="-285750" algn="just" defTabSz="914400" rtl="0" eaLnBrk="1" fontAlgn="base" latinLnBrk="0" hangingPunct="1">
              <a:lnSpc>
                <a:spcPct val="100000"/>
              </a:lnSpc>
              <a:spcBef>
                <a:spcPts val="600"/>
              </a:spcBef>
              <a:spcAft>
                <a:spcPct val="0"/>
              </a:spcAft>
              <a:buClr>
                <a:schemeClr val="hlink"/>
              </a:buClr>
              <a:buSzPct val="55000"/>
              <a:buFont typeface="Wingdings" panose="05000000000000000000" pitchFamily="2" charset="2"/>
              <a:buChar char="n"/>
              <a:defRPr/>
            </a:pPr>
            <a:r>
              <a:rPr kumimoji="1" lang="en-US" altLang="zh-CN" sz="24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(P</a:t>
            </a:r>
            <a:r>
              <a:rPr kumimoji="1" lang="zh-CN" altLang="en-US" sz="20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4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Q)</a:t>
            </a:r>
            <a:r>
              <a:rPr kumimoji="1" lang="zh-CN" altLang="en-US" sz="20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4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R</a:t>
            </a:r>
            <a:r>
              <a:rPr kumimoji="1" lang="zh-CN" altLang="en-US" sz="20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4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charset="0"/>
              </a:rPr>
              <a:t></a:t>
            </a:r>
            <a:r>
              <a:rPr kumimoji="1" lang="en-US" altLang="zh-CN" sz="24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(P</a:t>
            </a:r>
            <a:r>
              <a:rPr kumimoji="1" lang="zh-CN" altLang="en-US" sz="20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4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Q)</a:t>
            </a:r>
            <a:r>
              <a:rPr kumimoji="1" lang="zh-CN" altLang="en-US" sz="20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4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 R </a:t>
            </a:r>
            <a:endParaRPr kumimoji="1" lang="en-US" altLang="zh-CN" sz="24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endParaRPr>
          </a:p>
          <a:p>
            <a:pPr marL="457200" marR="0" lvl="1" indent="0" algn="just" defTabSz="914400" rtl="0" eaLnBrk="1" fontAlgn="base" latinLnBrk="0" hangingPunct="1">
              <a:lnSpc>
                <a:spcPct val="100000"/>
              </a:lnSpc>
              <a:spcBef>
                <a:spcPts val="600"/>
              </a:spcBef>
              <a:spcAft>
                <a:spcPct val="0"/>
              </a:spcAft>
              <a:buClr>
                <a:schemeClr val="hlink"/>
              </a:buClr>
              <a:buSzPct val="55000"/>
              <a:buFont typeface="Wingdings" panose="05000000000000000000" pitchFamily="2" charset="2"/>
              <a:buNone/>
              <a:defRPr/>
            </a:pPr>
            <a:r>
              <a:rPr kumimoji="1" lang="en-US" altLang="zh-CN" sz="24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		 </a:t>
            </a:r>
            <a:r>
              <a:rPr kumimoji="1" lang="zh-CN" altLang="en-US" sz="20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4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 (</a:t>
            </a:r>
            <a:r>
              <a:rPr kumimoji="1" lang="en-US" altLang="zh-CN" sz="2400">
                <a:ln>
                  <a:noFill/>
                </a:ln>
                <a:effectLst/>
                <a:uLnTx/>
                <a:uFillTx/>
                <a:latin typeface="Times New Roman" panose="02020503050405090304" pitchFamily="18" charset="0"/>
                <a:cs typeface="Times New Roman" panose="02020503050405090304" pitchFamily="18" charset="0"/>
                <a:sym typeface="Symbol" panose="05050102010706020507" charset="0"/>
              </a:rPr>
              <a:t></a:t>
            </a:r>
            <a:r>
              <a:rPr kumimoji="1" lang="en-US" altLang="zh-CN" sz="24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P</a:t>
            </a:r>
            <a:r>
              <a:rPr kumimoji="1" lang="zh-CN" altLang="en-US" sz="24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400">
                <a:ln>
                  <a:noFill/>
                </a:ln>
                <a:effectLst/>
                <a:uLnTx/>
                <a:uFillTx/>
                <a:latin typeface="Times New Roman" panose="02020503050405090304" pitchFamily="18" charset="0"/>
                <a:cs typeface="Times New Roman" panose="02020503050405090304" pitchFamily="18" charset="0"/>
                <a:sym typeface="Symbol" panose="05050102010706020507" charset="0"/>
              </a:rPr>
              <a:t></a:t>
            </a:r>
            <a:r>
              <a:rPr kumimoji="1" lang="en-US" altLang="zh-CN" sz="24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Q)</a:t>
            </a:r>
            <a:r>
              <a:rPr kumimoji="1" lang="zh-CN" altLang="en-US" sz="20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4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R</a:t>
            </a:r>
            <a:r>
              <a:rPr kumimoji="1" lang="zh-CN" altLang="en-US" sz="24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（析取范式）</a:t>
            </a:r>
            <a:endParaRPr kumimoji="1" lang="en-US" altLang="zh-CN" sz="24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endParaRPr>
          </a:p>
          <a:p>
            <a:pPr marL="457200" marR="0" lvl="1" indent="0" algn="just" defTabSz="914400" rtl="0" eaLnBrk="1" fontAlgn="base" latinLnBrk="0" hangingPunct="1">
              <a:lnSpc>
                <a:spcPct val="100000"/>
              </a:lnSpc>
              <a:spcBef>
                <a:spcPts val="600"/>
              </a:spcBef>
              <a:spcAft>
                <a:spcPct val="0"/>
              </a:spcAft>
              <a:buClr>
                <a:schemeClr val="hlink"/>
              </a:buClr>
              <a:buSzPct val="55000"/>
              <a:buFont typeface="Wingdings" panose="05000000000000000000" pitchFamily="2" charset="2"/>
              <a:buNone/>
              <a:defRPr/>
            </a:pPr>
            <a:r>
              <a:rPr kumimoji="1" lang="zh-CN" altLang="en-US" sz="20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                       </a:t>
            </a:r>
            <a:r>
              <a:rPr kumimoji="1" lang="en-US" altLang="zh-CN" sz="20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 (</a:t>
            </a:r>
            <a:r>
              <a:rPr kumimoji="1" lang="en-US" altLang="zh-CN" sz="2400">
                <a:ln>
                  <a:noFill/>
                </a:ln>
                <a:effectLst/>
                <a:uLnTx/>
                <a:uFillTx/>
                <a:latin typeface="Times New Roman" panose="02020503050405090304" pitchFamily="18" charset="0"/>
                <a:cs typeface="Times New Roman" panose="02020503050405090304" pitchFamily="18" charset="0"/>
                <a:sym typeface="Symbol" panose="05050102010706020507" charset="0"/>
              </a:rPr>
              <a:t></a:t>
            </a:r>
            <a:r>
              <a:rPr kumimoji="1" lang="en-US" altLang="zh-CN" sz="24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P</a:t>
            </a:r>
            <a:r>
              <a:rPr kumimoji="1" lang="zh-CN" altLang="en-US" sz="20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4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R)</a:t>
            </a:r>
            <a:r>
              <a:rPr kumimoji="1" lang="zh-CN" altLang="en-US" sz="24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4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400">
                <a:ln>
                  <a:noFill/>
                </a:ln>
                <a:effectLst/>
                <a:uLnTx/>
                <a:uFillTx/>
                <a:latin typeface="Times New Roman" panose="02020503050405090304" pitchFamily="18" charset="0"/>
                <a:cs typeface="Times New Roman" panose="02020503050405090304" pitchFamily="18" charset="0"/>
                <a:sym typeface="Symbol" panose="05050102010706020507" charset="0"/>
              </a:rPr>
              <a:t></a:t>
            </a:r>
            <a:r>
              <a:rPr kumimoji="1" lang="en-US" altLang="zh-CN" sz="24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Q</a:t>
            </a:r>
            <a:r>
              <a:rPr kumimoji="1" lang="zh-CN" altLang="en-US" sz="20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4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R) </a:t>
            </a:r>
            <a:r>
              <a:rPr kumimoji="1" lang="zh-CN" altLang="en-US" sz="24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（合取范式）</a:t>
            </a:r>
            <a:endParaRPr kumimoji="1" lang="en-US" altLang="zh-CN" sz="24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endParaRPr>
          </a:p>
          <a:p>
            <a:pPr marL="342900" marR="0" lvl="1" indent="-342900" algn="just"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Char char="n"/>
              <a:defRPr/>
            </a:pPr>
            <a:r>
              <a:rPr kumimoji="1" lang="zh-CN" altLang="en-US" sz="2000" b="1" i="0" u="none" strike="noStrike" kern="0" cap="none" spc="0" normalizeH="0" baseline="0" noProof="1">
                <a:ln>
                  <a:noFill/>
                </a:ln>
                <a:solidFill>
                  <a:schemeClr val="tx1"/>
                </a:solidFill>
                <a:effectLst/>
                <a:uLnTx/>
                <a:uFillTx/>
                <a:latin typeface="+mn-lt"/>
                <a:ea typeface="+mn-ea"/>
                <a:cs typeface="+mn-cs"/>
              </a:rPr>
              <a:t>解</a:t>
            </a:r>
            <a:r>
              <a:rPr kumimoji="1" lang="en-US" altLang="zh-CN" sz="2000" b="1" i="0" u="none" strike="noStrike" kern="0" cap="none" spc="0" normalizeH="0" baseline="0" noProof="1">
                <a:ln>
                  <a:noFill/>
                </a:ln>
                <a:solidFill>
                  <a:schemeClr val="tx1"/>
                </a:solidFill>
                <a:effectLst/>
                <a:uLnTx/>
                <a:uFillTx/>
                <a:latin typeface="+mn-lt"/>
                <a:ea typeface="+mn-ea"/>
                <a:cs typeface="+mn-cs"/>
              </a:rPr>
              <a:t>2:</a:t>
            </a:r>
            <a:endParaRPr kumimoji="1" lang="zh-CN" altLang="en-US" sz="2000" b="1" i="0" u="none" strike="noStrike" kern="0" cap="none" spc="0" normalizeH="0" baseline="0" noProof="1">
              <a:ln>
                <a:noFill/>
              </a:ln>
              <a:solidFill>
                <a:schemeClr val="tx1"/>
              </a:solidFill>
              <a:effectLst/>
              <a:uLnTx/>
              <a:uFillTx/>
              <a:latin typeface="+mn-lt"/>
              <a:ea typeface="+mn-ea"/>
              <a:cs typeface="+mn-cs"/>
            </a:endParaRPr>
          </a:p>
          <a:p>
            <a:pPr marL="742950" marR="0" lvl="1" indent="-285750" algn="just" defTabSz="914400" rtl="0" eaLnBrk="1" fontAlgn="base" latinLnBrk="0" hangingPunct="1">
              <a:lnSpc>
                <a:spcPct val="100000"/>
              </a:lnSpc>
              <a:spcBef>
                <a:spcPts val="600"/>
              </a:spcBef>
              <a:spcAft>
                <a:spcPct val="0"/>
              </a:spcAft>
              <a:buClr>
                <a:schemeClr val="hlink"/>
              </a:buClr>
              <a:buSzPct val="55000"/>
              <a:buFont typeface="Wingdings" panose="05000000000000000000" pitchFamily="2" charset="2"/>
              <a:buChar char="n"/>
              <a:defRPr/>
            </a:pPr>
            <a:r>
              <a:rPr kumimoji="1" lang="en-US" altLang="zh-CN" sz="24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(P</a:t>
            </a:r>
            <a:r>
              <a:rPr kumimoji="1" lang="zh-CN" altLang="en-US" sz="20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4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Q)</a:t>
            </a:r>
            <a:r>
              <a:rPr kumimoji="1" lang="zh-CN" altLang="en-US" sz="20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4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R</a:t>
            </a:r>
            <a:r>
              <a:rPr kumimoji="1" lang="zh-CN" altLang="en-US" sz="20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4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400">
                <a:ln>
                  <a:noFill/>
                </a:ln>
                <a:effectLst/>
                <a:uLnTx/>
                <a:uFillTx/>
                <a:latin typeface="Times New Roman" panose="02020503050405090304" pitchFamily="18" charset="0"/>
                <a:cs typeface="Times New Roman" panose="02020503050405090304" pitchFamily="18" charset="0"/>
                <a:sym typeface="Symbol" panose="05050102010706020507" charset="0"/>
              </a:rPr>
              <a:t></a:t>
            </a:r>
            <a:r>
              <a:rPr kumimoji="1" lang="en-US" altLang="zh-CN" sz="24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P</a:t>
            </a:r>
            <a:r>
              <a:rPr kumimoji="1" lang="zh-CN" altLang="en-US" sz="20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4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R)</a:t>
            </a:r>
            <a:r>
              <a:rPr kumimoji="1" lang="zh-CN" altLang="en-US" sz="24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4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400">
                <a:ln>
                  <a:noFill/>
                </a:ln>
                <a:effectLst/>
                <a:uLnTx/>
                <a:uFillTx/>
                <a:latin typeface="Times New Roman" panose="02020503050405090304" pitchFamily="18" charset="0"/>
                <a:cs typeface="Times New Roman" panose="02020503050405090304" pitchFamily="18" charset="0"/>
                <a:sym typeface="Symbol" panose="05050102010706020507" charset="0"/>
              </a:rPr>
              <a:t></a:t>
            </a:r>
            <a:r>
              <a:rPr kumimoji="1" lang="en-US" altLang="zh-CN" sz="24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Q</a:t>
            </a:r>
            <a:r>
              <a:rPr kumimoji="1" lang="zh-CN" altLang="en-US" sz="20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4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R)</a:t>
            </a:r>
            <a:endParaRPr kumimoji="1" lang="en-US" altLang="zh-CN" sz="24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endParaRPr>
          </a:p>
          <a:p>
            <a:pPr marL="457200" marR="0" lvl="1" indent="0" algn="just" defTabSz="914400" rtl="0" eaLnBrk="1" fontAlgn="base" latinLnBrk="0" hangingPunct="1">
              <a:lnSpc>
                <a:spcPct val="100000"/>
              </a:lnSpc>
              <a:spcBef>
                <a:spcPts val="600"/>
              </a:spcBef>
              <a:spcAft>
                <a:spcPct val="0"/>
              </a:spcAft>
              <a:buClr>
                <a:schemeClr val="hlink"/>
              </a:buClr>
              <a:buSzPct val="55000"/>
              <a:buFont typeface="Wingdings" panose="05000000000000000000" pitchFamily="2" charset="2"/>
              <a:buNone/>
              <a:defRPr/>
            </a:pPr>
            <a:r>
              <a:rPr kumimoji="1" lang="en-US" altLang="zh-CN" sz="24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	             </a:t>
            </a:r>
            <a:r>
              <a:rPr kumimoji="1" lang="zh-CN" altLang="en-US" sz="20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0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400">
                <a:ln>
                  <a:noFill/>
                </a:ln>
                <a:effectLst/>
                <a:uLnTx/>
                <a:uFillTx/>
                <a:latin typeface="Times New Roman" panose="02020503050405090304" pitchFamily="18" charset="0"/>
                <a:cs typeface="Times New Roman" panose="02020503050405090304" pitchFamily="18" charset="0"/>
                <a:sym typeface="Symbol" panose="05050102010706020507" charset="0"/>
              </a:rPr>
              <a:t></a:t>
            </a:r>
            <a:r>
              <a:rPr kumimoji="1" lang="en-US" altLang="zh-CN" sz="24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P</a:t>
            </a:r>
            <a:r>
              <a:rPr kumimoji="1" lang="zh-CN" altLang="en-US" sz="20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4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R)</a:t>
            </a:r>
            <a:r>
              <a:rPr kumimoji="1" lang="zh-CN" altLang="en-US" sz="24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4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400">
                <a:ln>
                  <a:noFill/>
                </a:ln>
                <a:effectLst/>
                <a:uLnTx/>
                <a:uFillTx/>
                <a:latin typeface="Times New Roman" panose="02020503050405090304" pitchFamily="18" charset="0"/>
                <a:cs typeface="Times New Roman" panose="02020503050405090304" pitchFamily="18" charset="0"/>
                <a:sym typeface="Symbol" panose="05050102010706020507" charset="0"/>
              </a:rPr>
              <a:t></a:t>
            </a:r>
            <a:r>
              <a:rPr kumimoji="1" lang="en-US" altLang="zh-CN" sz="24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Q))</a:t>
            </a:r>
            <a:r>
              <a:rPr kumimoji="1" lang="zh-CN" altLang="en-US" sz="20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0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400">
                <a:ln>
                  <a:noFill/>
                </a:ln>
                <a:effectLst/>
                <a:uLnTx/>
                <a:uFillTx/>
                <a:latin typeface="Times New Roman" panose="02020503050405090304" pitchFamily="18" charset="0"/>
                <a:cs typeface="Times New Roman" panose="02020503050405090304" pitchFamily="18" charset="0"/>
                <a:sym typeface="Symbol" panose="05050102010706020507" charset="0"/>
              </a:rPr>
              <a:t></a:t>
            </a:r>
            <a:r>
              <a:rPr kumimoji="1" lang="en-US" altLang="zh-CN" sz="24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P</a:t>
            </a:r>
            <a:r>
              <a:rPr kumimoji="1" lang="zh-CN" altLang="en-US" sz="20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4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R)</a:t>
            </a:r>
            <a:r>
              <a:rPr kumimoji="1" lang="zh-CN" altLang="en-US" sz="24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4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R))</a:t>
            </a:r>
            <a:endParaRPr kumimoji="1" lang="en-US" altLang="zh-CN" sz="24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endParaRPr>
          </a:p>
          <a:p>
            <a:pPr marL="457200" marR="0" lvl="1" indent="0" algn="just" defTabSz="914400" rtl="0" eaLnBrk="1" fontAlgn="base" latinLnBrk="0" hangingPunct="1">
              <a:lnSpc>
                <a:spcPct val="100000"/>
              </a:lnSpc>
              <a:spcBef>
                <a:spcPts val="600"/>
              </a:spcBef>
              <a:spcAft>
                <a:spcPct val="0"/>
              </a:spcAft>
              <a:buClr>
                <a:schemeClr val="hlink"/>
              </a:buClr>
              <a:buSzPct val="55000"/>
              <a:buFont typeface="Wingdings" panose="05000000000000000000" pitchFamily="2" charset="2"/>
              <a:buNone/>
              <a:defRPr/>
            </a:pPr>
            <a:r>
              <a:rPr kumimoji="1" lang="en-US" altLang="zh-CN" sz="24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                   </a:t>
            </a:r>
            <a:r>
              <a:rPr kumimoji="1" lang="zh-CN" altLang="en-US" sz="20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0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400">
                <a:ln>
                  <a:noFill/>
                </a:ln>
                <a:effectLst/>
                <a:uLnTx/>
                <a:uFillTx/>
                <a:latin typeface="Times New Roman" panose="02020503050405090304" pitchFamily="18" charset="0"/>
                <a:cs typeface="Times New Roman" panose="02020503050405090304" pitchFamily="18" charset="0"/>
                <a:sym typeface="Symbol" panose="05050102010706020507" charset="0"/>
              </a:rPr>
              <a:t></a:t>
            </a:r>
            <a:r>
              <a:rPr kumimoji="1" lang="en-US" altLang="zh-CN" sz="24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P</a:t>
            </a:r>
            <a:r>
              <a:rPr kumimoji="1" lang="zh-CN" altLang="en-US" sz="24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400">
                <a:ln>
                  <a:noFill/>
                </a:ln>
                <a:effectLst/>
                <a:uLnTx/>
                <a:uFillTx/>
                <a:latin typeface="Times New Roman" panose="02020503050405090304" pitchFamily="18" charset="0"/>
                <a:cs typeface="Times New Roman" panose="02020503050405090304" pitchFamily="18" charset="0"/>
                <a:sym typeface="Symbol" panose="05050102010706020507" charset="0"/>
              </a:rPr>
              <a:t></a:t>
            </a:r>
            <a:r>
              <a:rPr kumimoji="1" lang="en-US" altLang="zh-CN" sz="24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Q)</a:t>
            </a:r>
            <a:r>
              <a:rPr kumimoji="1" lang="zh-CN" altLang="en-US" sz="20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0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4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R</a:t>
            </a:r>
            <a:r>
              <a:rPr kumimoji="1" lang="zh-CN" altLang="en-US" sz="24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400">
                <a:ln>
                  <a:noFill/>
                </a:ln>
                <a:effectLst/>
                <a:uLnTx/>
                <a:uFillTx/>
                <a:latin typeface="Times New Roman" panose="02020503050405090304" pitchFamily="18" charset="0"/>
                <a:cs typeface="Times New Roman" panose="02020503050405090304" pitchFamily="18" charset="0"/>
                <a:sym typeface="Symbol" panose="05050102010706020507" charset="0"/>
              </a:rPr>
              <a:t></a:t>
            </a:r>
            <a:r>
              <a:rPr kumimoji="1" lang="en-US" altLang="zh-CN" sz="24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Q)</a:t>
            </a:r>
            <a:r>
              <a:rPr kumimoji="1" lang="zh-CN" altLang="en-US" sz="20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0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400">
                <a:ln>
                  <a:noFill/>
                </a:ln>
                <a:effectLst/>
                <a:uLnTx/>
                <a:uFillTx/>
                <a:latin typeface="Times New Roman" panose="02020503050405090304" pitchFamily="18" charset="0"/>
                <a:cs typeface="Times New Roman" panose="02020503050405090304" pitchFamily="18" charset="0"/>
                <a:sym typeface="Symbol" panose="05050102010706020507" charset="0"/>
              </a:rPr>
              <a:t></a:t>
            </a:r>
            <a:r>
              <a:rPr kumimoji="1" lang="en-US" altLang="zh-CN" sz="24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P</a:t>
            </a:r>
            <a:r>
              <a:rPr kumimoji="1" lang="zh-CN" altLang="en-US" sz="24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4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R)</a:t>
            </a:r>
            <a:r>
              <a:rPr kumimoji="1" lang="zh-CN" altLang="en-US" sz="20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4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R </a:t>
            </a:r>
            <a:r>
              <a:rPr kumimoji="1" lang="zh-CN" altLang="en-US" sz="24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（析取范式）</a:t>
            </a:r>
            <a:endParaRPr kumimoji="1" lang="zh-CN" altLang="en-US" sz="24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endParaRPr>
          </a:p>
        </p:txBody>
      </p:sp>
      <p:sp>
        <p:nvSpPr>
          <p:cNvPr id="2" name="矩形 1"/>
          <p:cNvSpPr/>
          <p:nvPr/>
        </p:nvSpPr>
        <p:spPr>
          <a:xfrm>
            <a:off x="2268538" y="5430838"/>
            <a:ext cx="4337050" cy="423863"/>
          </a:xfrm>
          <a:prstGeom prst="rect">
            <a:avLst/>
          </a:prstGeom>
          <a:solidFill>
            <a:srgbClr val="FF9966"/>
          </a:solidFill>
        </p:spPr>
        <p:txBody>
          <a:bodyPr wrap="none">
            <a:spAutoFit/>
          </a:bodyPr>
          <a:lstStyle/>
          <a:p>
            <a:pPr marL="457200" marR="0" lvl="1" indent="0" algn="just" defTabSz="914400" rtl="0" eaLnBrk="1" fontAlgn="base" latinLnBrk="0" hangingPunct="1">
              <a:lnSpc>
                <a:spcPct val="90000"/>
              </a:lnSpc>
              <a:spcBef>
                <a:spcPct val="0"/>
              </a:spcBef>
              <a:spcAft>
                <a:spcPct val="0"/>
              </a:spcAft>
              <a:buClrTx/>
              <a:buSzTx/>
              <a:buFontTx/>
              <a:buNone/>
              <a:defRPr/>
            </a:pPr>
            <a:r>
              <a:rPr kumimoji="1" lang="zh-CN" altLang="en-US" sz="2400" b="1" i="0" u="none" strike="noStrike" kern="1200" cap="none" spc="0" normalizeH="0" baseline="0" noProof="1">
                <a:ln>
                  <a:noFill/>
                </a:ln>
                <a:solidFill>
                  <a:schemeClr val="tx1"/>
                </a:solidFill>
                <a:effectLst/>
                <a:uLnTx/>
                <a:uFillTx/>
                <a:latin typeface="+mn-ea"/>
                <a:ea typeface="+mn-ea"/>
                <a:cs typeface="Times New Roman" panose="02020503050405090304" pitchFamily="18" charset="0"/>
              </a:rPr>
              <a:t>析取（合取）范式不唯一！</a:t>
            </a:r>
            <a:endParaRPr kumimoji="1" lang="zh-CN" altLang="en-US" sz="2400" b="1" i="0" u="none" strike="noStrike" kern="1200" cap="none" spc="0" normalizeH="0" baseline="0" noProof="1">
              <a:ln>
                <a:noFill/>
              </a:ln>
              <a:solidFill>
                <a:schemeClr val="tx1"/>
              </a:solidFill>
              <a:effectLst/>
              <a:uLnTx/>
              <a:uFillTx/>
              <a:latin typeface="+mn-ea"/>
              <a:ea typeface="+mn-ea"/>
              <a:cs typeface="Times New Roman" panose="0202050305040509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1" name="灯片编号占位符 3"/>
          <p:cNvSpPr>
            <a:spLocks noGrp="1"/>
          </p:cNvSpPr>
          <p:nvPr>
            <p:ph type="sldNum" sz="quarter" idx="10"/>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r" eaLnBrk="1" hangingPunct="1">
              <a:buClrTx/>
              <a:buFontTx/>
            </a:pPr>
            <a:fld id="{9A0DB2DC-4C9A-4742-B13C-FB6460FD3503}" type="slidenum">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56322" name="日期占位符 4"/>
          <p:cNvSpPr>
            <a:spLocks noGrp="1"/>
          </p:cNvSpPr>
          <p:nvPr>
            <p:ph type="dt" sz="half" idx="11"/>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buClrTx/>
              <a:buFontTx/>
            </a:pPr>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56323" name="页脚占位符 5"/>
          <p:cNvSpPr>
            <a:spLocks noGrp="1"/>
          </p:cNvSpPr>
          <p:nvPr>
            <p:ph type="ftr" sz="quarter" idx="12"/>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buClrTx/>
              <a:buFontTx/>
            </a:pPr>
            <a:r>
              <a:rPr lang="en-US" altLang="zh-CN" sz="1200" b="1" i="1" dirty="0">
                <a:solidFill>
                  <a:srgbClr val="009999"/>
                </a:solidFill>
                <a:latin typeface="Arial Narrow" panose="020B0606020202030204" pitchFamily="34" charset="0"/>
              </a:rPr>
              <a:t>School of Computer Science, BUPT</a:t>
            </a:r>
            <a:endParaRPr lang="zh-CN" altLang="en-US" sz="1200" b="1" i="1" dirty="0">
              <a:solidFill>
                <a:srgbClr val="009999"/>
              </a:solidFill>
              <a:latin typeface="Arial Narrow" panose="020B0606020202030204" pitchFamily="34" charset="0"/>
            </a:endParaRPr>
          </a:p>
        </p:txBody>
      </p:sp>
      <p:sp>
        <p:nvSpPr>
          <p:cNvPr id="56324" name="Rectangle 2"/>
          <p:cNvSpPr>
            <a:spLocks noGrp="1"/>
          </p:cNvSpPr>
          <p:nvPr>
            <p:ph type="title"/>
          </p:nvPr>
        </p:nvSpPr>
        <p:spPr/>
        <p:txBody>
          <a:bodyPr vert="horz" wrap="square" lIns="91440" tIns="45720" rIns="91440" bIns="45720" anchor="b" anchorCtr="0"/>
          <a:p>
            <a:pPr eaLnBrk="1" hangingPunct="1"/>
            <a:r>
              <a:rPr lang="zh-CN" altLang="en-US" b="1" dirty="0">
                <a:latin typeface="Times New Roman" panose="02020503050405090304" pitchFamily="18" charset="0"/>
              </a:rPr>
              <a:t>极小项</a:t>
            </a:r>
            <a:endParaRPr lang="zh-CN" altLang="en-US" b="1" dirty="0">
              <a:latin typeface="Times New Roman" panose="02020503050405090304" pitchFamily="18" charset="0"/>
            </a:endParaRPr>
          </a:p>
        </p:txBody>
      </p:sp>
      <p:sp>
        <p:nvSpPr>
          <p:cNvPr id="56325" name="Rectangle 3"/>
          <p:cNvSpPr>
            <a:spLocks noGrp="1"/>
          </p:cNvSpPr>
          <p:nvPr>
            <p:ph idx="1"/>
          </p:nvPr>
        </p:nvSpPr>
        <p:spPr/>
        <p:txBody>
          <a:bodyPr vert="horz" wrap="square" lIns="91440" tIns="45720" rIns="91440" bIns="45720" anchor="t" anchorCtr="0"/>
          <a:p>
            <a:pPr algn="just" eaLnBrk="1" hangingPunct="1"/>
            <a:r>
              <a:rPr lang="zh-CN" altLang="en-US" sz="3200" dirty="0">
                <a:latin typeface="宋体" pitchFamily="2" charset="-122"/>
              </a:rPr>
              <a:t>如公式中共有</a:t>
            </a:r>
            <a:r>
              <a:rPr lang="en-US" altLang="zh-CN" sz="3200" dirty="0">
                <a:latin typeface="Times New Roman" panose="02020503050405090304" pitchFamily="18" charset="0"/>
              </a:rPr>
              <a:t>N</a:t>
            </a:r>
            <a:r>
              <a:rPr lang="zh-CN" altLang="en-US" sz="3200" dirty="0">
                <a:latin typeface="宋体" pitchFamily="2" charset="-122"/>
              </a:rPr>
              <a:t>个命题变项</a:t>
            </a:r>
            <a:r>
              <a:rPr lang="en-US" altLang="zh-CN" sz="3200" dirty="0">
                <a:latin typeface="Times New Roman" panose="02020503050405090304" pitchFamily="18" charset="0"/>
              </a:rPr>
              <a:t>P</a:t>
            </a:r>
            <a:r>
              <a:rPr lang="en-US" altLang="zh-CN" sz="3200" baseline="-25000" dirty="0">
                <a:latin typeface="Times New Roman" panose="02020503050405090304" pitchFamily="18" charset="0"/>
              </a:rPr>
              <a:t>1</a:t>
            </a:r>
            <a:r>
              <a:rPr lang="en-US" altLang="zh-CN" sz="3200" dirty="0">
                <a:latin typeface="宋体" pitchFamily="2" charset="-122"/>
              </a:rPr>
              <a:t>，</a:t>
            </a:r>
            <a:r>
              <a:rPr lang="en-US" altLang="zh-CN" sz="3200" dirty="0">
                <a:latin typeface="Times New Roman" panose="02020503050405090304" pitchFamily="18" charset="0"/>
              </a:rPr>
              <a:t>……</a:t>
            </a:r>
            <a:r>
              <a:rPr lang="en-US" altLang="zh-CN" sz="3200" dirty="0">
                <a:latin typeface="宋体" pitchFamily="2" charset="-122"/>
              </a:rPr>
              <a:t>，</a:t>
            </a:r>
            <a:r>
              <a:rPr lang="en-US" altLang="zh-CN" sz="3200" dirty="0">
                <a:latin typeface="Times New Roman" panose="02020503050405090304" pitchFamily="18" charset="0"/>
              </a:rPr>
              <a:t>P</a:t>
            </a:r>
            <a:r>
              <a:rPr lang="en-US" altLang="zh-CN" sz="3200" baseline="-30000" dirty="0">
                <a:latin typeface="Times New Roman" panose="02020503050405090304" pitchFamily="18" charset="0"/>
              </a:rPr>
              <a:t>n</a:t>
            </a:r>
            <a:r>
              <a:rPr lang="zh-CN" altLang="en-US" sz="3200" dirty="0">
                <a:latin typeface="宋体" pitchFamily="2" charset="-122"/>
              </a:rPr>
              <a:t>这</a:t>
            </a:r>
            <a:r>
              <a:rPr lang="en-US" altLang="zh-CN" sz="3200" dirty="0">
                <a:latin typeface="Times New Roman" panose="02020503050405090304" pitchFamily="18" charset="0"/>
              </a:rPr>
              <a:t>N</a:t>
            </a:r>
            <a:r>
              <a:rPr lang="zh-CN" altLang="en-US" sz="3200" dirty="0">
                <a:latin typeface="宋体" pitchFamily="2" charset="-122"/>
              </a:rPr>
              <a:t>个变项的合取式中，每个变项</a:t>
            </a:r>
            <a:r>
              <a:rPr lang="en-US" altLang="zh-CN" sz="3200" dirty="0">
                <a:latin typeface="Times New Roman" panose="02020503050405090304" pitchFamily="18" charset="0"/>
              </a:rPr>
              <a:t>P</a:t>
            </a:r>
            <a:r>
              <a:rPr lang="en-US" altLang="zh-CN" sz="3200" baseline="-30000" dirty="0">
                <a:latin typeface="Times New Roman" panose="02020503050405090304" pitchFamily="18" charset="0"/>
              </a:rPr>
              <a:t>i</a:t>
            </a:r>
            <a:r>
              <a:rPr lang="zh-CN" altLang="en-US" sz="3200" dirty="0">
                <a:latin typeface="宋体" pitchFamily="2" charset="-122"/>
              </a:rPr>
              <a:t>或其否定</a:t>
            </a:r>
            <a:r>
              <a:rPr lang="en-US" altLang="zh-CN" sz="3200" dirty="0">
                <a:latin typeface="Times New Roman" panose="02020503050405090304" pitchFamily="18" charset="0"/>
                <a:sym typeface="Symbol" panose="05050102010706020507" pitchFamily="18" charset="2"/>
              </a:rPr>
              <a:t>¬</a:t>
            </a:r>
            <a:r>
              <a:rPr lang="en-US" altLang="zh-CN" sz="3200" dirty="0">
                <a:latin typeface="Times New Roman" panose="02020503050405090304" pitchFamily="18" charset="0"/>
              </a:rPr>
              <a:t>P</a:t>
            </a:r>
            <a:r>
              <a:rPr lang="en-US" altLang="zh-CN" sz="3200" baseline="-30000" dirty="0">
                <a:latin typeface="Times New Roman" panose="02020503050405090304" pitchFamily="18" charset="0"/>
              </a:rPr>
              <a:t>i</a:t>
            </a:r>
            <a:r>
              <a:rPr lang="en-US" altLang="zh-CN" sz="3200" dirty="0">
                <a:latin typeface="宋体" pitchFamily="2" charset="-122"/>
              </a:rPr>
              <a:t>，</a:t>
            </a:r>
            <a:r>
              <a:rPr lang="zh-CN" altLang="en-US" sz="3200" dirty="0">
                <a:solidFill>
                  <a:srgbClr val="FF0000"/>
                </a:solidFill>
                <a:latin typeface="宋体" pitchFamily="2" charset="-122"/>
              </a:rPr>
              <a:t>均出现且两者仅出现一个</a:t>
            </a:r>
            <a:r>
              <a:rPr lang="zh-CN" altLang="en-US" sz="3200" dirty="0">
                <a:latin typeface="宋体" pitchFamily="2" charset="-122"/>
              </a:rPr>
              <a:t>，并且按命题变项的下标排列（字母按字典序列）这样的简单合取式称为</a:t>
            </a:r>
            <a:r>
              <a:rPr lang="zh-CN" altLang="en-US" sz="3200" dirty="0">
                <a:solidFill>
                  <a:srgbClr val="FF0000"/>
                </a:solidFill>
                <a:latin typeface="宋体" pitchFamily="2" charset="-122"/>
              </a:rPr>
              <a:t>极小项</a:t>
            </a:r>
            <a:r>
              <a:rPr lang="zh-CN" altLang="en-US" sz="3200" dirty="0">
                <a:latin typeface="宋体" pitchFamily="2" charset="-122"/>
              </a:rPr>
              <a:t>，又称</a:t>
            </a:r>
            <a:r>
              <a:rPr lang="zh-CN" altLang="en-US" sz="3200" dirty="0">
                <a:solidFill>
                  <a:srgbClr val="FF0000"/>
                </a:solidFill>
                <a:latin typeface="宋体" pitchFamily="2" charset="-122"/>
              </a:rPr>
              <a:t>布尔合取</a:t>
            </a:r>
            <a:r>
              <a:rPr lang="zh-CN" altLang="en-US" sz="3200" dirty="0">
                <a:latin typeface="宋体" pitchFamily="2" charset="-122"/>
              </a:rPr>
              <a:t>。</a:t>
            </a:r>
            <a:endParaRPr lang="zh-CN" altLang="en-US" sz="3200" dirty="0">
              <a:latin typeface="宋体" pitchFamily="2" charset="-122"/>
            </a:endParaRPr>
          </a:p>
          <a:p>
            <a:pPr algn="just" eaLnBrk="1" hangingPunct="1"/>
            <a:r>
              <a:rPr lang="zh-CN" altLang="en-US" sz="3200" dirty="0">
                <a:latin typeface="Times New Roman" panose="02020503050405090304" pitchFamily="18" charset="0"/>
                <a:sym typeface="+mn-ea"/>
              </a:rPr>
              <a:t>例如：公式中出现</a:t>
            </a:r>
            <a:r>
              <a:rPr lang="en-US" altLang="zh-CN" sz="3200" dirty="0">
                <a:sym typeface="+mn-ea"/>
              </a:rPr>
              <a:t>P</a:t>
            </a:r>
            <a:r>
              <a:rPr lang="en-US" altLang="zh-CN" sz="3200" dirty="0">
                <a:latin typeface="Times New Roman" panose="02020503050405090304" pitchFamily="18" charset="0"/>
                <a:sym typeface="+mn-ea"/>
              </a:rPr>
              <a:t>，</a:t>
            </a:r>
            <a:r>
              <a:rPr lang="en-US" altLang="zh-CN" sz="3200" dirty="0">
                <a:sym typeface="+mn-ea"/>
              </a:rPr>
              <a:t>Q</a:t>
            </a:r>
            <a:r>
              <a:rPr lang="en-US" altLang="zh-CN" sz="3200" dirty="0">
                <a:latin typeface="Times New Roman" panose="02020503050405090304" pitchFamily="18" charset="0"/>
                <a:sym typeface="+mn-ea"/>
              </a:rPr>
              <a:t>，</a:t>
            </a:r>
            <a:r>
              <a:rPr lang="en-US" altLang="zh-CN" sz="3200" dirty="0">
                <a:sym typeface="+mn-ea"/>
              </a:rPr>
              <a:t>R</a:t>
            </a:r>
            <a:r>
              <a:rPr lang="zh-CN" altLang="en-US" sz="3200" dirty="0">
                <a:latin typeface="Times New Roman" panose="02020503050405090304" pitchFamily="18" charset="0"/>
                <a:sym typeface="+mn-ea"/>
              </a:rPr>
              <a:t>三个命题变项</a:t>
            </a:r>
            <a:endParaRPr lang="zh-CN" altLang="en-US" sz="3200" dirty="0"/>
          </a:p>
          <a:p>
            <a:pPr lvl="1" algn="just" eaLnBrk="1" hangingPunct="1"/>
            <a:r>
              <a:rPr lang="en-US" altLang="zh-CN" sz="3200" dirty="0">
                <a:sym typeface="+mn-ea"/>
              </a:rPr>
              <a:t>P</a:t>
            </a:r>
            <a:r>
              <a:rPr lang="en-US" altLang="zh-CN" sz="3200" dirty="0">
                <a:latin typeface="Times New Roman" panose="02020503050405090304" pitchFamily="18" charset="0"/>
                <a:sym typeface="Symbol" panose="05050102010706020507" pitchFamily="18" charset="2"/>
              </a:rPr>
              <a:t>¬</a:t>
            </a:r>
            <a:r>
              <a:rPr lang="en-US" altLang="zh-CN" sz="3200" dirty="0">
                <a:sym typeface="+mn-ea"/>
              </a:rPr>
              <a:t>Q</a:t>
            </a:r>
            <a:r>
              <a:rPr lang="en-US" altLang="zh-CN" sz="3200" dirty="0">
                <a:latin typeface="Times New Roman" panose="02020503050405090304" pitchFamily="18" charset="0"/>
                <a:sym typeface="Symbol" panose="05050102010706020507" pitchFamily="18" charset="2"/>
              </a:rPr>
              <a:t></a:t>
            </a:r>
            <a:r>
              <a:rPr lang="en-US" altLang="zh-CN" sz="3200" dirty="0">
                <a:sym typeface="+mn-ea"/>
              </a:rPr>
              <a:t>R</a:t>
            </a:r>
            <a:r>
              <a:rPr lang="en-US" altLang="zh-CN" sz="3200" dirty="0">
                <a:latin typeface="Times New Roman" panose="02020503050405090304" pitchFamily="18" charset="0"/>
                <a:sym typeface="+mn-ea"/>
              </a:rPr>
              <a:t>，</a:t>
            </a:r>
            <a:r>
              <a:rPr lang="en-US" altLang="zh-CN" sz="3200" dirty="0">
                <a:latin typeface="Times New Roman" panose="02020503050405090304" pitchFamily="18" charset="0"/>
                <a:sym typeface="Symbol" panose="05050102010706020507" pitchFamily="18" charset="2"/>
              </a:rPr>
              <a:t>¬</a:t>
            </a:r>
            <a:r>
              <a:rPr lang="en-US" altLang="zh-CN" sz="3200" dirty="0">
                <a:sym typeface="+mn-ea"/>
              </a:rPr>
              <a:t>P</a:t>
            </a:r>
            <a:r>
              <a:rPr lang="en-US" altLang="zh-CN" sz="3200" dirty="0">
                <a:latin typeface="Times New Roman" panose="02020503050405090304" pitchFamily="18" charset="0"/>
                <a:sym typeface="Symbol" panose="05050102010706020507" pitchFamily="18" charset="2"/>
              </a:rPr>
              <a:t></a:t>
            </a:r>
            <a:r>
              <a:rPr lang="en-US" altLang="zh-CN" sz="3200" dirty="0">
                <a:sym typeface="+mn-ea"/>
              </a:rPr>
              <a:t>Q</a:t>
            </a:r>
            <a:r>
              <a:rPr lang="en-US" altLang="zh-CN" sz="3200" dirty="0">
                <a:latin typeface="Times New Roman" panose="02020503050405090304" pitchFamily="18" charset="0"/>
                <a:sym typeface="Symbol" panose="05050102010706020507" pitchFamily="18" charset="2"/>
              </a:rPr>
              <a:t>¬</a:t>
            </a:r>
            <a:r>
              <a:rPr lang="en-US" altLang="zh-CN" sz="3200" dirty="0">
                <a:sym typeface="+mn-ea"/>
              </a:rPr>
              <a:t>R</a:t>
            </a:r>
            <a:r>
              <a:rPr lang="zh-CN" altLang="en-US" sz="3200" dirty="0">
                <a:latin typeface="Times New Roman" panose="02020503050405090304" pitchFamily="18" charset="0"/>
                <a:sym typeface="+mn-ea"/>
              </a:rPr>
              <a:t>是极小项</a:t>
            </a:r>
            <a:endParaRPr lang="zh-CN" altLang="en-US" sz="3200" dirty="0"/>
          </a:p>
          <a:p>
            <a:pPr lvl="1" algn="just" eaLnBrk="1" hangingPunct="1"/>
            <a:r>
              <a:rPr lang="en-US" altLang="zh-CN" sz="3200" dirty="0">
                <a:sym typeface="+mn-ea"/>
              </a:rPr>
              <a:t>P</a:t>
            </a:r>
            <a:r>
              <a:rPr lang="en-US" altLang="zh-CN" sz="3200" dirty="0">
                <a:latin typeface="Times New Roman" panose="02020503050405090304" pitchFamily="18" charset="0"/>
                <a:sym typeface="Symbol" panose="05050102010706020507" pitchFamily="18" charset="2"/>
              </a:rPr>
              <a:t>¬</a:t>
            </a:r>
            <a:r>
              <a:rPr lang="en-US" altLang="zh-CN" sz="3200" dirty="0">
                <a:sym typeface="+mn-ea"/>
              </a:rPr>
              <a:t>Q</a:t>
            </a:r>
            <a:r>
              <a:rPr lang="zh-CN" altLang="en-US" sz="3200" dirty="0">
                <a:latin typeface="Times New Roman" panose="02020503050405090304" pitchFamily="18" charset="0"/>
                <a:sym typeface="+mn-ea"/>
              </a:rPr>
              <a:t>不是极小项，其中没出现</a:t>
            </a:r>
            <a:r>
              <a:rPr lang="en-US" altLang="zh-CN" sz="3200" dirty="0">
                <a:sym typeface="+mn-ea"/>
              </a:rPr>
              <a:t>R</a:t>
            </a:r>
            <a:endParaRPr lang="en-US" altLang="zh-CN" sz="3200" dirty="0"/>
          </a:p>
          <a:p>
            <a:pPr lvl="1" eaLnBrk="1" hangingPunct="1"/>
            <a:r>
              <a:rPr lang="en-US" altLang="zh-CN" sz="3200" dirty="0">
                <a:sym typeface="+mn-ea"/>
              </a:rPr>
              <a:t>P</a:t>
            </a:r>
            <a:r>
              <a:rPr lang="en-US" altLang="zh-CN" sz="3200" dirty="0">
                <a:latin typeface="Times New Roman" panose="02020503050405090304" pitchFamily="18" charset="0"/>
                <a:sym typeface="Symbol" panose="05050102010706020507" pitchFamily="18" charset="2"/>
              </a:rPr>
              <a:t>¬</a:t>
            </a:r>
            <a:r>
              <a:rPr lang="en-US" altLang="zh-CN" sz="3200" dirty="0">
                <a:sym typeface="+mn-ea"/>
              </a:rPr>
              <a:t>Q</a:t>
            </a:r>
            <a:r>
              <a:rPr lang="en-US" altLang="zh-CN" sz="3200" dirty="0">
                <a:latin typeface="Times New Roman" panose="02020503050405090304" pitchFamily="18" charset="0"/>
                <a:sym typeface="Symbol" panose="05050102010706020507" pitchFamily="18" charset="2"/>
              </a:rPr>
              <a:t>¬</a:t>
            </a:r>
            <a:r>
              <a:rPr lang="en-US" altLang="zh-CN" sz="3200" dirty="0">
                <a:sym typeface="+mn-ea"/>
              </a:rPr>
              <a:t> P</a:t>
            </a:r>
            <a:r>
              <a:rPr lang="zh-CN" altLang="en-US" sz="3200" dirty="0">
                <a:latin typeface="宋体" pitchFamily="2" charset="-122"/>
                <a:sym typeface="+mn-ea"/>
              </a:rPr>
              <a:t>不是极小项，</a:t>
            </a:r>
            <a:r>
              <a:rPr lang="en-US" altLang="zh-CN" sz="3200" dirty="0">
                <a:sym typeface="+mn-ea"/>
              </a:rPr>
              <a:t>P</a:t>
            </a:r>
            <a:r>
              <a:rPr lang="en-US" altLang="zh-CN" sz="3200" dirty="0">
                <a:latin typeface="宋体" pitchFamily="2" charset="-122"/>
                <a:sym typeface="+mn-ea"/>
              </a:rPr>
              <a:t>，</a:t>
            </a:r>
            <a:r>
              <a:rPr lang="en-US" altLang="zh-CN" sz="3200" dirty="0">
                <a:latin typeface="Times New Roman" panose="02020503050405090304" pitchFamily="18" charset="0"/>
                <a:sym typeface="Symbol" panose="05050102010706020507" pitchFamily="18" charset="2"/>
              </a:rPr>
              <a:t>¬</a:t>
            </a:r>
            <a:r>
              <a:rPr lang="en-US" altLang="zh-CN" sz="3200" dirty="0">
                <a:sym typeface="+mn-ea"/>
              </a:rPr>
              <a:t>P</a:t>
            </a:r>
            <a:r>
              <a:rPr lang="zh-CN" altLang="en-US" sz="3200" dirty="0">
                <a:latin typeface="宋体" pitchFamily="2" charset="-122"/>
                <a:sym typeface="+mn-ea"/>
              </a:rPr>
              <a:t>同时出现</a:t>
            </a:r>
            <a:r>
              <a:rPr lang="zh-CN" altLang="en-US" sz="3200" dirty="0">
                <a:sym typeface="+mn-ea"/>
              </a:rPr>
              <a:t> </a:t>
            </a:r>
            <a:endParaRPr lang="zh-CN" altLang="en-US" sz="3200" dirty="0"/>
          </a:p>
          <a:p>
            <a:pPr eaLnBrk="1" hangingPunct="1"/>
            <a:endParaRPr lang="zh-CN" altLang="en-US" sz="3200" dirty="0"/>
          </a:p>
        </p:txBody>
      </p:sp>
    </p:spTree>
  </p:cSld>
  <p:clrMapOvr>
    <a:masterClrMapping/>
  </p:clrMapOvr>
  <p:transition spd="slow"/>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69" name="灯片编号占位符 3"/>
          <p:cNvSpPr>
            <a:spLocks noGrp="1"/>
          </p:cNvSpPr>
          <p:nvPr>
            <p:ph type="sldNum" sz="quarter" idx="10"/>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r" eaLnBrk="1" hangingPunct="1">
              <a:buClrTx/>
              <a:buFontTx/>
            </a:pPr>
            <a:fld id="{9A0DB2DC-4C9A-4742-B13C-FB6460FD3503}" type="slidenum">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58370" name="日期占位符 4"/>
          <p:cNvSpPr>
            <a:spLocks noGrp="1"/>
          </p:cNvSpPr>
          <p:nvPr>
            <p:ph type="dt" sz="half" idx="11"/>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buClrTx/>
              <a:buFontTx/>
            </a:pPr>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58371" name="页脚占位符 5"/>
          <p:cNvSpPr>
            <a:spLocks noGrp="1"/>
          </p:cNvSpPr>
          <p:nvPr>
            <p:ph type="ftr" sz="quarter" idx="12"/>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buClrTx/>
              <a:buFontTx/>
            </a:pPr>
            <a:r>
              <a:rPr lang="en-US" altLang="zh-CN" sz="1200" b="1" i="1" dirty="0">
                <a:solidFill>
                  <a:srgbClr val="009999"/>
                </a:solidFill>
                <a:latin typeface="Arial Narrow" panose="020B0606020202030204" pitchFamily="34" charset="0"/>
              </a:rPr>
              <a:t>School of Computer Science, BUPT</a:t>
            </a:r>
            <a:endParaRPr lang="zh-CN" altLang="en-US" sz="1200" b="1" i="1" dirty="0">
              <a:solidFill>
                <a:srgbClr val="009999"/>
              </a:solidFill>
              <a:latin typeface="Arial Narrow" panose="020B0606020202030204" pitchFamily="34" charset="0"/>
            </a:endParaRPr>
          </a:p>
        </p:txBody>
      </p:sp>
      <p:sp>
        <p:nvSpPr>
          <p:cNvPr id="58372" name="Rectangle 2"/>
          <p:cNvSpPr>
            <a:spLocks noGrp="1"/>
          </p:cNvSpPr>
          <p:nvPr>
            <p:ph type="title"/>
          </p:nvPr>
        </p:nvSpPr>
        <p:spPr/>
        <p:txBody>
          <a:bodyPr vert="horz" wrap="square" lIns="91440" tIns="45720" rIns="91440" bIns="45720" anchor="b" anchorCtr="0"/>
          <a:p>
            <a:pPr eaLnBrk="1" hangingPunct="1"/>
            <a:r>
              <a:rPr lang="zh-CN" altLang="en-US" b="1" dirty="0">
                <a:latin typeface="宋体" pitchFamily="2" charset="-122"/>
              </a:rPr>
              <a:t>极小项和赋值的一一对应</a:t>
            </a:r>
            <a:r>
              <a:rPr lang="zh-CN" altLang="en-US" dirty="0"/>
              <a:t> </a:t>
            </a:r>
            <a:endParaRPr lang="zh-CN" altLang="en-US" dirty="0"/>
          </a:p>
        </p:txBody>
      </p:sp>
      <p:sp>
        <p:nvSpPr>
          <p:cNvPr id="58373" name="Rectangle 3"/>
          <p:cNvSpPr>
            <a:spLocks noGrp="1"/>
          </p:cNvSpPr>
          <p:nvPr>
            <p:ph idx="1"/>
          </p:nvPr>
        </p:nvSpPr>
        <p:spPr>
          <a:xfrm>
            <a:off x="647700" y="1268413"/>
            <a:ext cx="7772400" cy="4114800"/>
          </a:xfrm>
        </p:spPr>
        <p:txBody>
          <a:bodyPr vert="horz" wrap="square" lIns="91440" tIns="45720" rIns="91440" bIns="45720" anchor="t" anchorCtr="0"/>
          <a:p>
            <a:pPr algn="just" eaLnBrk="1" hangingPunct="1">
              <a:lnSpc>
                <a:spcPct val="90000"/>
              </a:lnSpc>
            </a:pPr>
            <a:r>
              <a:rPr lang="zh-CN" altLang="en-US" dirty="0">
                <a:latin typeface="Times New Roman" panose="02020503050405090304" pitchFamily="18" charset="0"/>
              </a:rPr>
              <a:t>每一个极小项只有一个赋值使其为真，其余  </a:t>
            </a:r>
            <a:r>
              <a:rPr lang="zh-CN" altLang="en-US" dirty="0"/>
              <a:t>2</a:t>
            </a:r>
            <a:r>
              <a:rPr lang="en-US" altLang="zh-CN" baseline="30000" dirty="0"/>
              <a:t>n</a:t>
            </a:r>
            <a:r>
              <a:rPr lang="en-US" altLang="zh-CN" dirty="0"/>
              <a:t>-1</a:t>
            </a:r>
            <a:r>
              <a:rPr lang="zh-CN" altLang="en-US" dirty="0">
                <a:latin typeface="Times New Roman" panose="02020503050405090304" pitchFamily="18" charset="0"/>
              </a:rPr>
              <a:t>个赋值使其为假。</a:t>
            </a:r>
            <a:endParaRPr lang="zh-CN" altLang="en-US" dirty="0"/>
          </a:p>
          <a:p>
            <a:pPr eaLnBrk="1" hangingPunct="1">
              <a:lnSpc>
                <a:spcPct val="90000"/>
              </a:lnSpc>
            </a:pPr>
            <a:r>
              <a:rPr lang="zh-CN" altLang="en-US" dirty="0">
                <a:latin typeface="宋体" pitchFamily="2" charset="-122"/>
              </a:rPr>
              <a:t>例如：</a:t>
            </a:r>
            <a:endParaRPr lang="zh-CN" altLang="en-US" dirty="0">
              <a:latin typeface="宋体" pitchFamily="2" charset="-122"/>
            </a:endParaRPr>
          </a:p>
          <a:p>
            <a:pPr lvl="1" eaLnBrk="1" hangingPunct="1">
              <a:lnSpc>
                <a:spcPct val="90000"/>
              </a:lnSpc>
            </a:pPr>
            <a:r>
              <a:rPr lang="zh-CN" altLang="en-US" dirty="0">
                <a:latin typeface="宋体" pitchFamily="2" charset="-122"/>
              </a:rPr>
              <a:t>公式中出现</a:t>
            </a:r>
            <a:r>
              <a:rPr lang="en-US" altLang="zh-CN" dirty="0"/>
              <a:t>P</a:t>
            </a:r>
            <a:r>
              <a:rPr lang="en-US" altLang="zh-CN" dirty="0">
                <a:latin typeface="宋体" pitchFamily="2" charset="-122"/>
              </a:rPr>
              <a:t>，</a:t>
            </a:r>
            <a:r>
              <a:rPr lang="en-US" altLang="zh-CN" dirty="0"/>
              <a:t>Q</a:t>
            </a:r>
            <a:r>
              <a:rPr lang="en-US" altLang="zh-CN" dirty="0">
                <a:latin typeface="宋体" pitchFamily="2" charset="-122"/>
              </a:rPr>
              <a:t>，</a:t>
            </a:r>
            <a:r>
              <a:rPr lang="en-US" altLang="zh-CN" dirty="0"/>
              <a:t>R</a:t>
            </a:r>
            <a:r>
              <a:rPr lang="zh-CN" altLang="en-US" dirty="0">
                <a:latin typeface="宋体" pitchFamily="2" charset="-122"/>
              </a:rPr>
              <a:t>三个不同的赋值。极小项</a:t>
            </a:r>
            <a:r>
              <a:rPr lang="en-US" altLang="zh-CN" dirty="0">
                <a:latin typeface="Times New Roman" panose="02020503050405090304" pitchFamily="18" charset="0"/>
                <a:sym typeface="Symbol" panose="05050102010706020507" pitchFamily="18" charset="2"/>
              </a:rPr>
              <a:t>¬</a:t>
            </a:r>
            <a:r>
              <a:rPr lang="en-US" altLang="zh-CN" dirty="0"/>
              <a:t>P</a:t>
            </a:r>
            <a:r>
              <a:rPr lang="en-US" altLang="zh-CN" dirty="0">
                <a:latin typeface="Times New Roman" panose="02020503050405090304" pitchFamily="18" charset="0"/>
                <a:sym typeface="Symbol" panose="05050102010706020507" pitchFamily="18" charset="2"/>
              </a:rPr>
              <a:t></a:t>
            </a:r>
            <a:r>
              <a:rPr lang="en-US" altLang="zh-CN" dirty="0"/>
              <a:t>Q</a:t>
            </a:r>
            <a:r>
              <a:rPr lang="en-US" altLang="zh-CN" dirty="0">
                <a:latin typeface="Times New Roman" panose="02020503050405090304" pitchFamily="18" charset="0"/>
                <a:sym typeface="Symbol" panose="05050102010706020507" pitchFamily="18" charset="2"/>
              </a:rPr>
              <a:t>¬</a:t>
            </a:r>
            <a:r>
              <a:rPr lang="en-US" altLang="zh-CN" dirty="0"/>
              <a:t>R</a:t>
            </a:r>
            <a:r>
              <a:rPr lang="en-US" altLang="zh-CN" dirty="0">
                <a:latin typeface="宋体" pitchFamily="2" charset="-122"/>
              </a:rPr>
              <a:t>，</a:t>
            </a:r>
            <a:r>
              <a:rPr lang="zh-CN" altLang="en-US" dirty="0">
                <a:latin typeface="宋体" pitchFamily="2" charset="-122"/>
              </a:rPr>
              <a:t>赋值</a:t>
            </a:r>
            <a:r>
              <a:rPr lang="zh-CN" altLang="en-US" dirty="0"/>
              <a:t>010</a:t>
            </a:r>
            <a:r>
              <a:rPr lang="zh-CN" altLang="en-US" dirty="0">
                <a:latin typeface="宋体" pitchFamily="2" charset="-122"/>
              </a:rPr>
              <a:t>使其为真，其余</a:t>
            </a:r>
            <a:r>
              <a:rPr lang="zh-CN" altLang="en-US" dirty="0"/>
              <a:t>2</a:t>
            </a:r>
            <a:r>
              <a:rPr lang="zh-CN" altLang="en-US" baseline="30000" dirty="0"/>
              <a:t>3</a:t>
            </a:r>
            <a:r>
              <a:rPr lang="zh-CN" altLang="en-US" dirty="0"/>
              <a:t>-1=7</a:t>
            </a:r>
            <a:r>
              <a:rPr lang="zh-CN" altLang="en-US" dirty="0">
                <a:latin typeface="宋体" pitchFamily="2" charset="-122"/>
              </a:rPr>
              <a:t>个赋值使其为假。这样极小项与赋值建立了一一对应关系。</a:t>
            </a:r>
            <a:endParaRPr lang="zh-CN" altLang="en-US" dirty="0">
              <a:latin typeface="宋体" pitchFamily="2" charset="-122"/>
            </a:endParaRPr>
          </a:p>
          <a:p>
            <a:pPr lvl="1" eaLnBrk="1" hangingPunct="1">
              <a:lnSpc>
                <a:spcPct val="90000"/>
              </a:lnSpc>
            </a:pPr>
            <a:r>
              <a:rPr lang="zh-CN" altLang="en-US" dirty="0">
                <a:latin typeface="宋体" pitchFamily="2" charset="-122"/>
              </a:rPr>
              <a:t>而</a:t>
            </a:r>
            <a:r>
              <a:rPr lang="en-US" altLang="zh-CN" dirty="0">
                <a:latin typeface="Times New Roman" panose="02020503050405090304" pitchFamily="18" charset="0"/>
                <a:sym typeface="Symbol" panose="05050102010706020507" pitchFamily="18" charset="2"/>
              </a:rPr>
              <a:t>¬</a:t>
            </a:r>
            <a:r>
              <a:rPr lang="en-US" altLang="zh-CN" dirty="0"/>
              <a:t>P</a:t>
            </a:r>
            <a:r>
              <a:rPr lang="en-US" altLang="zh-CN" dirty="0">
                <a:latin typeface="Times New Roman" panose="02020503050405090304" pitchFamily="18" charset="0"/>
                <a:sym typeface="Symbol" panose="05050102010706020507" pitchFamily="18" charset="2"/>
              </a:rPr>
              <a:t></a:t>
            </a:r>
            <a:r>
              <a:rPr lang="en-US" altLang="zh-CN" dirty="0"/>
              <a:t>Q</a:t>
            </a:r>
            <a:r>
              <a:rPr lang="zh-CN" altLang="en-US" dirty="0">
                <a:latin typeface="宋体" pitchFamily="2" charset="-122"/>
              </a:rPr>
              <a:t>不是极小项，有两个赋值</a:t>
            </a:r>
            <a:r>
              <a:rPr lang="zh-CN" altLang="en-US" dirty="0"/>
              <a:t>010</a:t>
            </a:r>
            <a:r>
              <a:rPr lang="zh-CN" altLang="en-US" dirty="0">
                <a:latin typeface="宋体" pitchFamily="2" charset="-122"/>
              </a:rPr>
              <a:t>，</a:t>
            </a:r>
            <a:r>
              <a:rPr lang="zh-CN" altLang="en-US" dirty="0"/>
              <a:t>011</a:t>
            </a:r>
            <a:r>
              <a:rPr lang="zh-CN" altLang="en-US" dirty="0">
                <a:latin typeface="宋体" pitchFamily="2" charset="-122"/>
              </a:rPr>
              <a:t>使其为真，其余</a:t>
            </a:r>
            <a:r>
              <a:rPr lang="zh-CN" altLang="en-US" dirty="0"/>
              <a:t>6</a:t>
            </a:r>
            <a:r>
              <a:rPr lang="zh-CN" altLang="en-US" dirty="0">
                <a:latin typeface="宋体" pitchFamily="2" charset="-122"/>
              </a:rPr>
              <a:t>个赋值使其为假。</a:t>
            </a:r>
            <a:r>
              <a:rPr lang="zh-CN" altLang="en-US" dirty="0"/>
              <a:t> </a:t>
            </a:r>
            <a:endParaRPr lang="zh-CN" altLang="en-US" dirty="0"/>
          </a:p>
        </p:txBody>
      </p:sp>
    </p:spTree>
  </p:cSld>
  <p:clrMapOvr>
    <a:masterClrMapping/>
  </p:clrMapOvr>
  <p:transition spd="slow"/>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3" name="灯片编号占位符 3"/>
          <p:cNvSpPr>
            <a:spLocks noGrp="1"/>
          </p:cNvSpPr>
          <p:nvPr>
            <p:ph type="sldNum" sz="quarter" idx="10"/>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r" eaLnBrk="1" hangingPunct="1">
              <a:buClrTx/>
              <a:buFontTx/>
            </a:pPr>
            <a:fld id="{9A0DB2DC-4C9A-4742-B13C-FB6460FD3503}" type="slidenum">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59394" name="日期占位符 4"/>
          <p:cNvSpPr>
            <a:spLocks noGrp="1"/>
          </p:cNvSpPr>
          <p:nvPr>
            <p:ph type="dt" sz="half" idx="11"/>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buClrTx/>
              <a:buFontTx/>
            </a:pPr>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59395" name="页脚占位符 5"/>
          <p:cNvSpPr>
            <a:spLocks noGrp="1"/>
          </p:cNvSpPr>
          <p:nvPr>
            <p:ph type="ftr" sz="quarter" idx="12"/>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buClrTx/>
              <a:buFontTx/>
            </a:pPr>
            <a:r>
              <a:rPr lang="en-US" altLang="zh-CN" sz="1200" b="1" i="1" dirty="0">
                <a:solidFill>
                  <a:srgbClr val="009999"/>
                </a:solidFill>
                <a:latin typeface="Arial Narrow" panose="020B0606020202030204" pitchFamily="34" charset="0"/>
              </a:rPr>
              <a:t>School of Computer Science, BUPT</a:t>
            </a:r>
            <a:endParaRPr lang="zh-CN" altLang="en-US" sz="1200" b="1" i="1" dirty="0">
              <a:solidFill>
                <a:srgbClr val="009999"/>
              </a:solidFill>
              <a:latin typeface="Arial Narrow" panose="020B0606020202030204" pitchFamily="34" charset="0"/>
            </a:endParaRPr>
          </a:p>
        </p:txBody>
      </p:sp>
      <p:sp>
        <p:nvSpPr>
          <p:cNvPr id="59396" name="Rectangle 2"/>
          <p:cNvSpPr>
            <a:spLocks noGrp="1"/>
          </p:cNvSpPr>
          <p:nvPr>
            <p:ph type="title"/>
          </p:nvPr>
        </p:nvSpPr>
        <p:spPr/>
        <p:txBody>
          <a:bodyPr vert="horz" wrap="square" lIns="91440" tIns="45720" rIns="91440" bIns="45720" anchor="b" anchorCtr="0"/>
          <a:p>
            <a:pPr eaLnBrk="1" hangingPunct="1"/>
            <a:r>
              <a:rPr lang="zh-CN" altLang="en-US" b="1" dirty="0">
                <a:latin typeface="Times New Roman" panose="02020503050405090304" pitchFamily="18" charset="0"/>
              </a:rPr>
              <a:t>极小项的记法</a:t>
            </a:r>
            <a:endParaRPr lang="zh-CN" altLang="en-US" b="1" dirty="0">
              <a:latin typeface="Times New Roman" panose="02020503050405090304" pitchFamily="18" charset="0"/>
            </a:endParaRPr>
          </a:p>
        </p:txBody>
      </p:sp>
      <p:sp>
        <p:nvSpPr>
          <p:cNvPr id="59397" name="Rectangle 3"/>
          <p:cNvSpPr>
            <a:spLocks noGrp="1"/>
          </p:cNvSpPr>
          <p:nvPr>
            <p:ph idx="1"/>
          </p:nvPr>
        </p:nvSpPr>
        <p:spPr>
          <a:xfrm>
            <a:off x="395605" y="1340485"/>
            <a:ext cx="3429000" cy="4114800"/>
          </a:xfrm>
        </p:spPr>
        <p:txBody>
          <a:bodyPr vert="horz" wrap="square" lIns="91440" tIns="45720" rIns="91440" bIns="45720" anchor="t" anchorCtr="0"/>
          <a:p>
            <a:pPr algn="just" eaLnBrk="1" hangingPunct="1"/>
            <a:r>
              <a:rPr lang="zh-CN" altLang="en-US" sz="2400" dirty="0">
                <a:latin typeface="宋体" pitchFamily="2" charset="-122"/>
              </a:rPr>
              <a:t>公式共有</a:t>
            </a:r>
            <a:r>
              <a:rPr lang="zh-CN" altLang="en-US" sz="2400" dirty="0"/>
              <a:t>2</a:t>
            </a:r>
            <a:r>
              <a:rPr lang="en-US" altLang="zh-CN" sz="2400" baseline="30000" dirty="0"/>
              <a:t>n</a:t>
            </a:r>
            <a:r>
              <a:rPr lang="zh-CN" altLang="en-US" sz="2400" dirty="0">
                <a:latin typeface="宋体" pitchFamily="2" charset="-122"/>
              </a:rPr>
              <a:t>个赋值，每个赋值对应一个极小项。</a:t>
            </a:r>
            <a:endParaRPr lang="zh-CN" altLang="en-US" sz="2400" dirty="0">
              <a:latin typeface="宋体" pitchFamily="2" charset="-122"/>
            </a:endParaRPr>
          </a:p>
          <a:p>
            <a:pPr algn="just" eaLnBrk="1" hangingPunct="1"/>
            <a:r>
              <a:rPr lang="zh-CN" altLang="en-US" sz="2400" dirty="0">
                <a:latin typeface="宋体" pitchFamily="2" charset="-122"/>
              </a:rPr>
              <a:t>如极小项对应赋值</a:t>
            </a:r>
            <a:r>
              <a:rPr lang="en-US" altLang="zh-CN" sz="2400" dirty="0"/>
              <a:t>a</a:t>
            </a:r>
            <a:r>
              <a:rPr lang="en-US" altLang="zh-CN" sz="2400" baseline="-30000" dirty="0"/>
              <a:t>1</a:t>
            </a:r>
            <a:r>
              <a:rPr lang="en-US" altLang="zh-CN" sz="2400" dirty="0"/>
              <a:t>a</a:t>
            </a:r>
            <a:r>
              <a:rPr lang="en-US" altLang="zh-CN" sz="2400" baseline="-30000" dirty="0"/>
              <a:t>2</a:t>
            </a:r>
            <a:r>
              <a:rPr lang="en-US" altLang="zh-CN" sz="2400" dirty="0"/>
              <a:t>a</a:t>
            </a:r>
            <a:r>
              <a:rPr lang="en-US" altLang="zh-CN" sz="2400" baseline="-30000" dirty="0"/>
              <a:t>3</a:t>
            </a:r>
            <a:r>
              <a:rPr lang="en-US" altLang="zh-CN" sz="2400" dirty="0">
                <a:latin typeface="宋体" pitchFamily="2" charset="-122"/>
              </a:rPr>
              <a:t>，</a:t>
            </a:r>
            <a:r>
              <a:rPr lang="zh-CN" altLang="en-US" sz="2400" dirty="0">
                <a:latin typeface="宋体" pitchFamily="2" charset="-122"/>
              </a:rPr>
              <a:t>把其看作二进数，化为十进数为</a:t>
            </a:r>
            <a:r>
              <a:rPr lang="en-US" altLang="zh-CN" sz="2400" dirty="0"/>
              <a:t>k</a:t>
            </a:r>
            <a:r>
              <a:rPr lang="en-US" altLang="zh-CN" sz="2400" baseline="-30000" dirty="0"/>
              <a:t>0</a:t>
            </a:r>
            <a:r>
              <a:rPr lang="en-US" altLang="zh-CN" sz="2400" dirty="0"/>
              <a:t> </a:t>
            </a:r>
            <a:r>
              <a:rPr lang="en-US" altLang="zh-CN" sz="2400" dirty="0">
                <a:latin typeface="Times New Roman" panose="02020503050405090304" pitchFamily="18" charset="0"/>
                <a:sym typeface="Symbol" panose="05050102010706020507" pitchFamily="18" charset="2"/>
              </a:rPr>
              <a:t></a:t>
            </a:r>
            <a:r>
              <a:rPr lang="en-US" altLang="zh-CN" sz="2400" dirty="0"/>
              <a:t> k </a:t>
            </a:r>
            <a:r>
              <a:rPr lang="en-US" altLang="zh-CN" sz="2400" dirty="0">
                <a:latin typeface="Times New Roman" panose="02020503050405090304" pitchFamily="18" charset="0"/>
                <a:sym typeface="Symbol" panose="05050102010706020507" pitchFamily="18" charset="2"/>
              </a:rPr>
              <a:t></a:t>
            </a:r>
            <a:r>
              <a:rPr lang="en-US" altLang="zh-CN" sz="2400" dirty="0"/>
              <a:t> 2</a:t>
            </a:r>
            <a:r>
              <a:rPr lang="en-US" altLang="zh-CN" sz="2400" baseline="30000" dirty="0"/>
              <a:t>n</a:t>
            </a:r>
            <a:r>
              <a:rPr lang="en-US" altLang="zh-CN" sz="2400" dirty="0"/>
              <a:t>-1,</a:t>
            </a:r>
            <a:r>
              <a:rPr lang="zh-CN" altLang="en-US" sz="2400" dirty="0">
                <a:latin typeface="宋体" pitchFamily="2" charset="-122"/>
              </a:rPr>
              <a:t>则该极小项记作</a:t>
            </a:r>
            <a:r>
              <a:rPr lang="en-US" altLang="zh-CN" sz="2400" dirty="0"/>
              <a:t>m</a:t>
            </a:r>
            <a:r>
              <a:rPr lang="en-US" altLang="zh-CN" sz="2400" baseline="-30000" dirty="0"/>
              <a:t>a1a2a3</a:t>
            </a:r>
            <a:r>
              <a:rPr lang="en-US" altLang="zh-CN" sz="2400" dirty="0"/>
              <a:t>,</a:t>
            </a:r>
            <a:r>
              <a:rPr lang="zh-CN" altLang="en-US" sz="2400" dirty="0">
                <a:latin typeface="宋体" pitchFamily="2" charset="-122"/>
              </a:rPr>
              <a:t>也记作</a:t>
            </a:r>
            <a:r>
              <a:rPr lang="en-US" altLang="zh-CN" sz="2400" dirty="0"/>
              <a:t>m</a:t>
            </a:r>
            <a:r>
              <a:rPr lang="en-US" altLang="zh-CN" sz="2400" baseline="-30000" dirty="0"/>
              <a:t>k</a:t>
            </a:r>
            <a:r>
              <a:rPr lang="en-US" altLang="zh-CN" sz="2800" dirty="0"/>
              <a:t> </a:t>
            </a:r>
            <a:endParaRPr lang="zh-CN" altLang="en-US" sz="2800" dirty="0"/>
          </a:p>
        </p:txBody>
      </p:sp>
      <p:grpSp>
        <p:nvGrpSpPr>
          <p:cNvPr id="59398" name="Group 4"/>
          <p:cNvGrpSpPr/>
          <p:nvPr/>
        </p:nvGrpSpPr>
        <p:grpSpPr>
          <a:xfrm>
            <a:off x="4067810" y="1412558"/>
            <a:ext cx="4702175" cy="3960812"/>
            <a:chOff x="-3" y="-3"/>
            <a:chExt cx="2985" cy="3842"/>
          </a:xfrm>
        </p:grpSpPr>
        <p:grpSp>
          <p:nvGrpSpPr>
            <p:cNvPr id="59399" name="Group 5"/>
            <p:cNvGrpSpPr/>
            <p:nvPr/>
          </p:nvGrpSpPr>
          <p:grpSpPr>
            <a:xfrm>
              <a:off x="0" y="0"/>
              <a:ext cx="2979" cy="3836"/>
              <a:chOff x="0" y="0"/>
              <a:chExt cx="2979" cy="3836"/>
            </a:xfrm>
          </p:grpSpPr>
          <p:grpSp>
            <p:nvGrpSpPr>
              <p:cNvPr id="59400" name="Group 6"/>
              <p:cNvGrpSpPr/>
              <p:nvPr/>
            </p:nvGrpSpPr>
            <p:grpSpPr>
              <a:xfrm>
                <a:off x="0" y="0"/>
                <a:ext cx="777" cy="422"/>
                <a:chOff x="0" y="0"/>
                <a:chExt cx="777" cy="422"/>
              </a:xfrm>
            </p:grpSpPr>
            <p:sp>
              <p:nvSpPr>
                <p:cNvPr id="59401" name="Rectangle 7"/>
                <p:cNvSpPr/>
                <p:nvPr/>
              </p:nvSpPr>
              <p:spPr>
                <a:xfrm>
                  <a:off x="43" y="0"/>
                  <a:ext cx="691" cy="422"/>
                </a:xfrm>
                <a:prstGeom prst="rect">
                  <a:avLst/>
                </a:prstGeom>
                <a:noFill/>
                <a:ln w="9525">
                  <a:noFill/>
                </a:ln>
              </p:spPr>
              <p:txBody>
                <a:bodyPr anchor="t" anchorCtr="0"/>
                <a:p>
                  <a:pPr algn="ctr">
                    <a:buClrTx/>
                    <a:buFontTx/>
                  </a:pPr>
                  <a:r>
                    <a:rPr lang="zh-CN" altLang="en-US" sz="1400" dirty="0">
                      <a:latin typeface="宋体" pitchFamily="2" charset="-122"/>
                    </a:rPr>
                    <a:t>极小项</a:t>
                  </a:r>
                  <a:endParaRPr lang="zh-CN" altLang="en-US" sz="1400" dirty="0">
                    <a:latin typeface="Times New Roman" panose="02020503050405090304" pitchFamily="18" charset="0"/>
                  </a:endParaRPr>
                </a:p>
                <a:p>
                  <a:pPr algn="ctr">
                    <a:buClrTx/>
                    <a:buFontTx/>
                  </a:pPr>
                  <a:endParaRPr lang="zh-CN" altLang="en-US" sz="1400" dirty="0">
                    <a:latin typeface="Times New Roman" panose="02020503050405090304" pitchFamily="18" charset="0"/>
                  </a:endParaRPr>
                </a:p>
              </p:txBody>
            </p:sp>
            <p:sp>
              <p:nvSpPr>
                <p:cNvPr id="59402" name="Rectangle 8"/>
                <p:cNvSpPr/>
                <p:nvPr/>
              </p:nvSpPr>
              <p:spPr>
                <a:xfrm>
                  <a:off x="0" y="0"/>
                  <a:ext cx="777" cy="422"/>
                </a:xfrm>
                <a:prstGeom prst="rect">
                  <a:avLst/>
                </a:prstGeom>
                <a:noFill/>
                <a:ln w="7" cap="flat" cmpd="sng">
                  <a:solidFill>
                    <a:srgbClr val="A0A0A0"/>
                  </a:solidFill>
                  <a:prstDash val="solid"/>
                  <a:miter/>
                  <a:headEnd type="none" w="med" len="med"/>
                  <a:tailEnd type="none" w="med" len="med"/>
                </a:ln>
              </p:spPr>
              <p:txBody>
                <a:bodyPr wrap="none" anchor="t" anchorCtr="0"/>
                <a:p>
                  <a:pPr>
                    <a:buClrTx/>
                    <a:buFontTx/>
                  </a:pPr>
                  <a:endParaRPr lang="zh-CN" altLang="en-US" dirty="0">
                    <a:latin typeface="Tahoma" panose="020B0604030504040204" pitchFamily="34" charset="0"/>
                  </a:endParaRPr>
                </a:p>
              </p:txBody>
            </p:sp>
          </p:grpSp>
          <p:grpSp>
            <p:nvGrpSpPr>
              <p:cNvPr id="59403" name="Group 9"/>
              <p:cNvGrpSpPr/>
              <p:nvPr/>
            </p:nvGrpSpPr>
            <p:grpSpPr>
              <a:xfrm>
                <a:off x="777" y="0"/>
                <a:ext cx="806" cy="422"/>
                <a:chOff x="777" y="0"/>
                <a:chExt cx="806" cy="422"/>
              </a:xfrm>
            </p:grpSpPr>
            <p:sp>
              <p:nvSpPr>
                <p:cNvPr id="59404" name="Rectangle 10"/>
                <p:cNvSpPr/>
                <p:nvPr/>
              </p:nvSpPr>
              <p:spPr>
                <a:xfrm>
                  <a:off x="820" y="0"/>
                  <a:ext cx="720" cy="422"/>
                </a:xfrm>
                <a:prstGeom prst="rect">
                  <a:avLst/>
                </a:prstGeom>
                <a:noFill/>
                <a:ln w="9525">
                  <a:noFill/>
                </a:ln>
              </p:spPr>
              <p:txBody>
                <a:bodyPr anchor="t" anchorCtr="0"/>
                <a:p>
                  <a:pPr algn="ctr">
                    <a:buClrTx/>
                    <a:buFontTx/>
                  </a:pPr>
                  <a:r>
                    <a:rPr lang="zh-CN" altLang="en-US" sz="1400" dirty="0">
                      <a:latin typeface="宋体" pitchFamily="2" charset="-122"/>
                    </a:rPr>
                    <a:t>对应的赋值</a:t>
                  </a:r>
                  <a:endParaRPr lang="zh-CN" altLang="en-US" sz="1000" dirty="0">
                    <a:latin typeface="Times New Roman" panose="02020503050405090304" pitchFamily="18" charset="0"/>
                  </a:endParaRPr>
                </a:p>
                <a:p>
                  <a:pPr algn="ctr">
                    <a:buClrTx/>
                    <a:buFontTx/>
                  </a:pPr>
                  <a:endParaRPr lang="zh-CN" altLang="en-US" dirty="0">
                    <a:latin typeface="Times New Roman" panose="02020503050405090304" pitchFamily="18" charset="0"/>
                  </a:endParaRPr>
                </a:p>
              </p:txBody>
            </p:sp>
            <p:sp>
              <p:nvSpPr>
                <p:cNvPr id="59405" name="Rectangle 11"/>
                <p:cNvSpPr/>
                <p:nvPr/>
              </p:nvSpPr>
              <p:spPr>
                <a:xfrm>
                  <a:off x="777" y="0"/>
                  <a:ext cx="806" cy="422"/>
                </a:xfrm>
                <a:prstGeom prst="rect">
                  <a:avLst/>
                </a:prstGeom>
                <a:noFill/>
                <a:ln w="7" cap="flat" cmpd="sng">
                  <a:solidFill>
                    <a:srgbClr val="A0A0A0"/>
                  </a:solidFill>
                  <a:prstDash val="solid"/>
                  <a:miter/>
                  <a:headEnd type="none" w="med" len="med"/>
                  <a:tailEnd type="none" w="med" len="med"/>
                </a:ln>
              </p:spPr>
              <p:txBody>
                <a:bodyPr wrap="none" anchor="t" anchorCtr="0"/>
                <a:p>
                  <a:pPr>
                    <a:buClrTx/>
                    <a:buFontTx/>
                  </a:pPr>
                  <a:endParaRPr lang="zh-CN" altLang="en-US" dirty="0">
                    <a:latin typeface="Tahoma" panose="020B0604030504040204" pitchFamily="34" charset="0"/>
                  </a:endParaRPr>
                </a:p>
              </p:txBody>
            </p:sp>
          </p:grpSp>
          <p:grpSp>
            <p:nvGrpSpPr>
              <p:cNvPr id="59406" name="Group 12"/>
              <p:cNvGrpSpPr/>
              <p:nvPr/>
            </p:nvGrpSpPr>
            <p:grpSpPr>
              <a:xfrm>
                <a:off x="1583" y="0"/>
                <a:ext cx="662" cy="422"/>
                <a:chOff x="1583" y="0"/>
                <a:chExt cx="662" cy="422"/>
              </a:xfrm>
            </p:grpSpPr>
            <p:sp>
              <p:nvSpPr>
                <p:cNvPr id="59407" name="Rectangle 13"/>
                <p:cNvSpPr/>
                <p:nvPr/>
              </p:nvSpPr>
              <p:spPr>
                <a:xfrm>
                  <a:off x="1626" y="0"/>
                  <a:ext cx="576" cy="422"/>
                </a:xfrm>
                <a:prstGeom prst="rect">
                  <a:avLst/>
                </a:prstGeom>
                <a:noFill/>
                <a:ln w="9525">
                  <a:noFill/>
                </a:ln>
              </p:spPr>
              <p:txBody>
                <a:bodyPr anchor="t" anchorCtr="0"/>
                <a:p>
                  <a:pPr algn="ctr">
                    <a:buClrTx/>
                    <a:buFontTx/>
                  </a:pPr>
                  <a:r>
                    <a:rPr lang="zh-CN" altLang="en-US" sz="1400" dirty="0">
                      <a:latin typeface="宋体" pitchFamily="2" charset="-122"/>
                    </a:rPr>
                    <a:t>十进制数</a:t>
                  </a:r>
                  <a:endParaRPr lang="zh-CN" altLang="en-US" sz="1000" dirty="0">
                    <a:latin typeface="Times New Roman" panose="02020503050405090304" pitchFamily="18" charset="0"/>
                  </a:endParaRPr>
                </a:p>
                <a:p>
                  <a:pPr algn="ctr">
                    <a:buClrTx/>
                    <a:buFontTx/>
                  </a:pPr>
                  <a:endParaRPr lang="zh-CN" altLang="en-US" dirty="0">
                    <a:latin typeface="Times New Roman" panose="02020503050405090304" pitchFamily="18" charset="0"/>
                  </a:endParaRPr>
                </a:p>
              </p:txBody>
            </p:sp>
            <p:sp>
              <p:nvSpPr>
                <p:cNvPr id="59408" name="Rectangle 14"/>
                <p:cNvSpPr/>
                <p:nvPr/>
              </p:nvSpPr>
              <p:spPr>
                <a:xfrm>
                  <a:off x="1583" y="0"/>
                  <a:ext cx="662" cy="422"/>
                </a:xfrm>
                <a:prstGeom prst="rect">
                  <a:avLst/>
                </a:prstGeom>
                <a:noFill/>
                <a:ln w="7" cap="flat" cmpd="sng">
                  <a:solidFill>
                    <a:srgbClr val="A0A0A0"/>
                  </a:solidFill>
                  <a:prstDash val="solid"/>
                  <a:miter/>
                  <a:headEnd type="none" w="med" len="med"/>
                  <a:tailEnd type="none" w="med" len="med"/>
                </a:ln>
              </p:spPr>
              <p:txBody>
                <a:bodyPr wrap="none" anchor="t" anchorCtr="0"/>
                <a:p>
                  <a:pPr>
                    <a:buClrTx/>
                    <a:buFontTx/>
                  </a:pPr>
                  <a:endParaRPr lang="zh-CN" altLang="en-US" dirty="0">
                    <a:latin typeface="Tahoma" panose="020B0604030504040204" pitchFamily="34" charset="0"/>
                  </a:endParaRPr>
                </a:p>
              </p:txBody>
            </p:sp>
          </p:grpSp>
          <p:grpSp>
            <p:nvGrpSpPr>
              <p:cNvPr id="59409" name="Group 15"/>
              <p:cNvGrpSpPr/>
              <p:nvPr/>
            </p:nvGrpSpPr>
            <p:grpSpPr>
              <a:xfrm>
                <a:off x="2245" y="0"/>
                <a:ext cx="734" cy="422"/>
                <a:chOff x="2245" y="0"/>
                <a:chExt cx="734" cy="422"/>
              </a:xfrm>
            </p:grpSpPr>
            <p:sp>
              <p:nvSpPr>
                <p:cNvPr id="59410" name="Rectangle 16"/>
                <p:cNvSpPr/>
                <p:nvPr/>
              </p:nvSpPr>
              <p:spPr>
                <a:xfrm>
                  <a:off x="2288" y="0"/>
                  <a:ext cx="648" cy="422"/>
                </a:xfrm>
                <a:prstGeom prst="rect">
                  <a:avLst/>
                </a:prstGeom>
                <a:noFill/>
                <a:ln w="9525">
                  <a:noFill/>
                </a:ln>
              </p:spPr>
              <p:txBody>
                <a:bodyPr anchor="t" anchorCtr="0"/>
                <a:p>
                  <a:pPr algn="ctr">
                    <a:buClrTx/>
                    <a:buFontTx/>
                  </a:pPr>
                  <a:r>
                    <a:rPr lang="zh-CN" altLang="en-US" sz="1400" dirty="0">
                      <a:latin typeface="宋体" pitchFamily="2" charset="-122"/>
                    </a:rPr>
                    <a:t>记法</a:t>
                  </a:r>
                  <a:endParaRPr lang="zh-CN" altLang="en-US" sz="1000" dirty="0">
                    <a:latin typeface="Times New Roman" panose="02020503050405090304" pitchFamily="18" charset="0"/>
                  </a:endParaRPr>
                </a:p>
                <a:p>
                  <a:pPr algn="ctr">
                    <a:buClrTx/>
                    <a:buFontTx/>
                  </a:pPr>
                  <a:endParaRPr lang="zh-CN" altLang="en-US" dirty="0">
                    <a:latin typeface="Times New Roman" panose="02020503050405090304" pitchFamily="18" charset="0"/>
                  </a:endParaRPr>
                </a:p>
              </p:txBody>
            </p:sp>
            <p:sp>
              <p:nvSpPr>
                <p:cNvPr id="59411" name="Rectangle 17"/>
                <p:cNvSpPr/>
                <p:nvPr/>
              </p:nvSpPr>
              <p:spPr>
                <a:xfrm>
                  <a:off x="2245" y="0"/>
                  <a:ext cx="734" cy="422"/>
                </a:xfrm>
                <a:prstGeom prst="rect">
                  <a:avLst/>
                </a:prstGeom>
                <a:noFill/>
                <a:ln w="7" cap="flat" cmpd="sng">
                  <a:solidFill>
                    <a:srgbClr val="A0A0A0"/>
                  </a:solidFill>
                  <a:prstDash val="solid"/>
                  <a:miter/>
                  <a:headEnd type="none" w="med" len="med"/>
                  <a:tailEnd type="none" w="med" len="med"/>
                </a:ln>
              </p:spPr>
              <p:txBody>
                <a:bodyPr wrap="none" anchor="t" anchorCtr="0"/>
                <a:p>
                  <a:pPr>
                    <a:buClrTx/>
                    <a:buFontTx/>
                  </a:pPr>
                  <a:endParaRPr lang="zh-CN" altLang="en-US" dirty="0">
                    <a:latin typeface="Tahoma" panose="020B0604030504040204" pitchFamily="34" charset="0"/>
                  </a:endParaRPr>
                </a:p>
              </p:txBody>
            </p:sp>
          </p:grpSp>
          <p:grpSp>
            <p:nvGrpSpPr>
              <p:cNvPr id="59412" name="Group 18"/>
              <p:cNvGrpSpPr/>
              <p:nvPr/>
            </p:nvGrpSpPr>
            <p:grpSpPr>
              <a:xfrm>
                <a:off x="0" y="422"/>
                <a:ext cx="777" cy="460"/>
                <a:chOff x="0" y="422"/>
                <a:chExt cx="777" cy="460"/>
              </a:xfrm>
            </p:grpSpPr>
            <p:sp>
              <p:nvSpPr>
                <p:cNvPr id="59413" name="Rectangle 19"/>
                <p:cNvSpPr/>
                <p:nvPr/>
              </p:nvSpPr>
              <p:spPr>
                <a:xfrm>
                  <a:off x="43" y="422"/>
                  <a:ext cx="691" cy="460"/>
                </a:xfrm>
                <a:prstGeom prst="rect">
                  <a:avLst/>
                </a:prstGeom>
                <a:noFill/>
                <a:ln w="9525">
                  <a:noFill/>
                </a:ln>
              </p:spPr>
              <p:txBody>
                <a:bodyPr anchor="t" anchorCtr="0"/>
                <a:p>
                  <a:pPr algn="ctr">
                    <a:buClrTx/>
                    <a:buFontTx/>
                  </a:pPr>
                  <a:r>
                    <a:rPr lang="en-US" altLang="zh-CN" sz="1400" dirty="0">
                      <a:latin typeface="Times New Roman" panose="02020503050405090304" pitchFamily="18" charset="0"/>
                      <a:sym typeface="Symbol" panose="05050102010706020507" pitchFamily="18" charset="2"/>
                    </a:rPr>
                    <a:t>¬</a:t>
                  </a:r>
                  <a:r>
                    <a:rPr lang="en-US" altLang="zh-CN" sz="1400" dirty="0">
                      <a:latin typeface="Times New Roman" panose="02020503050405090304" pitchFamily="18" charset="0"/>
                    </a:rPr>
                    <a:t>P</a:t>
                  </a:r>
                  <a:r>
                    <a:rPr lang="en-US" altLang="zh-CN" sz="1400" dirty="0">
                      <a:latin typeface="Times New Roman" panose="02020503050405090304" pitchFamily="18" charset="0"/>
                      <a:sym typeface="Symbol" panose="05050102010706020507" pitchFamily="18" charset="2"/>
                    </a:rPr>
                    <a:t>¬</a:t>
                  </a:r>
                  <a:r>
                    <a:rPr lang="en-US" altLang="zh-CN" sz="1400" dirty="0">
                      <a:latin typeface="Times New Roman" panose="02020503050405090304" pitchFamily="18" charset="0"/>
                    </a:rPr>
                    <a:t>Q</a:t>
                  </a:r>
                  <a:r>
                    <a:rPr lang="en-US" altLang="zh-CN" sz="1400" dirty="0">
                      <a:latin typeface="Times New Roman" panose="02020503050405090304" pitchFamily="18" charset="0"/>
                      <a:sym typeface="Symbol" panose="05050102010706020507" pitchFamily="18" charset="2"/>
                    </a:rPr>
                    <a:t>¬</a:t>
                  </a:r>
                  <a:r>
                    <a:rPr lang="en-US" altLang="zh-CN" sz="1400" dirty="0">
                      <a:latin typeface="Times New Roman" panose="02020503050405090304" pitchFamily="18" charset="0"/>
                    </a:rPr>
                    <a:t>R</a:t>
                  </a:r>
                  <a:endParaRPr lang="en-US" altLang="zh-CN" sz="1000" dirty="0">
                    <a:latin typeface="Times New Roman" panose="02020503050405090304" pitchFamily="18" charset="0"/>
                    <a:sym typeface="Symbol" panose="05050102010706020507" pitchFamily="18" charset="2"/>
                  </a:endParaRPr>
                </a:p>
                <a:p>
                  <a:pPr algn="ctr">
                    <a:buClrTx/>
                    <a:buFontTx/>
                  </a:pPr>
                  <a:endParaRPr lang="en-US" altLang="zh-CN" sz="1400" dirty="0">
                    <a:latin typeface="Times New Roman" panose="02020503050405090304" pitchFamily="18" charset="0"/>
                    <a:sym typeface="Symbol" panose="05050102010706020507" pitchFamily="18" charset="2"/>
                  </a:endParaRPr>
                </a:p>
              </p:txBody>
            </p:sp>
            <p:sp>
              <p:nvSpPr>
                <p:cNvPr id="59414" name="Rectangle 20"/>
                <p:cNvSpPr/>
                <p:nvPr/>
              </p:nvSpPr>
              <p:spPr>
                <a:xfrm>
                  <a:off x="0" y="422"/>
                  <a:ext cx="777" cy="460"/>
                </a:xfrm>
                <a:prstGeom prst="rect">
                  <a:avLst/>
                </a:prstGeom>
                <a:noFill/>
                <a:ln w="7" cap="flat" cmpd="sng">
                  <a:solidFill>
                    <a:srgbClr val="A0A0A0"/>
                  </a:solidFill>
                  <a:prstDash val="solid"/>
                  <a:miter/>
                  <a:headEnd type="none" w="med" len="med"/>
                  <a:tailEnd type="none" w="med" len="med"/>
                </a:ln>
              </p:spPr>
              <p:txBody>
                <a:bodyPr wrap="none" anchor="t" anchorCtr="0"/>
                <a:p>
                  <a:pPr>
                    <a:buClrTx/>
                    <a:buFontTx/>
                  </a:pPr>
                  <a:endParaRPr lang="zh-CN" altLang="en-US" dirty="0">
                    <a:latin typeface="Tahoma" panose="020B0604030504040204" pitchFamily="34" charset="0"/>
                  </a:endParaRPr>
                </a:p>
              </p:txBody>
            </p:sp>
          </p:grpSp>
          <p:grpSp>
            <p:nvGrpSpPr>
              <p:cNvPr id="59415" name="Group 21"/>
              <p:cNvGrpSpPr/>
              <p:nvPr/>
            </p:nvGrpSpPr>
            <p:grpSpPr>
              <a:xfrm>
                <a:off x="777" y="422"/>
                <a:ext cx="806" cy="460"/>
                <a:chOff x="777" y="422"/>
                <a:chExt cx="806" cy="460"/>
              </a:xfrm>
            </p:grpSpPr>
            <p:sp>
              <p:nvSpPr>
                <p:cNvPr id="59416" name="Rectangle 22"/>
                <p:cNvSpPr/>
                <p:nvPr/>
              </p:nvSpPr>
              <p:spPr>
                <a:xfrm>
                  <a:off x="820" y="422"/>
                  <a:ext cx="720" cy="460"/>
                </a:xfrm>
                <a:prstGeom prst="rect">
                  <a:avLst/>
                </a:prstGeom>
                <a:noFill/>
                <a:ln w="9525">
                  <a:noFill/>
                </a:ln>
              </p:spPr>
              <p:txBody>
                <a:bodyPr anchor="t" anchorCtr="0"/>
                <a:p>
                  <a:pPr algn="ctr">
                    <a:buClrTx/>
                    <a:buFontTx/>
                  </a:pPr>
                  <a:r>
                    <a:rPr lang="zh-CN" altLang="en-US" sz="1400" dirty="0">
                      <a:latin typeface="Times New Roman" panose="02020503050405090304" pitchFamily="18" charset="0"/>
                    </a:rPr>
                    <a:t>000</a:t>
                  </a:r>
                  <a:endParaRPr lang="zh-CN" altLang="en-US" sz="1000" dirty="0">
                    <a:latin typeface="Times New Roman" panose="02020503050405090304" pitchFamily="18" charset="0"/>
                  </a:endParaRPr>
                </a:p>
                <a:p>
                  <a:pPr algn="ctr">
                    <a:buClrTx/>
                    <a:buFontTx/>
                  </a:pPr>
                  <a:endParaRPr lang="zh-CN" altLang="en-US" dirty="0">
                    <a:latin typeface="Times New Roman" panose="02020503050405090304" pitchFamily="18" charset="0"/>
                  </a:endParaRPr>
                </a:p>
              </p:txBody>
            </p:sp>
            <p:sp>
              <p:nvSpPr>
                <p:cNvPr id="59417" name="Rectangle 23"/>
                <p:cNvSpPr/>
                <p:nvPr/>
              </p:nvSpPr>
              <p:spPr>
                <a:xfrm>
                  <a:off x="777" y="422"/>
                  <a:ext cx="806" cy="460"/>
                </a:xfrm>
                <a:prstGeom prst="rect">
                  <a:avLst/>
                </a:prstGeom>
                <a:noFill/>
                <a:ln w="7" cap="flat" cmpd="sng">
                  <a:solidFill>
                    <a:srgbClr val="A0A0A0"/>
                  </a:solidFill>
                  <a:prstDash val="solid"/>
                  <a:miter/>
                  <a:headEnd type="none" w="med" len="med"/>
                  <a:tailEnd type="none" w="med" len="med"/>
                </a:ln>
              </p:spPr>
              <p:txBody>
                <a:bodyPr wrap="none" anchor="t" anchorCtr="0"/>
                <a:p>
                  <a:pPr>
                    <a:buClrTx/>
                    <a:buFontTx/>
                  </a:pPr>
                  <a:endParaRPr lang="zh-CN" altLang="en-US" dirty="0">
                    <a:latin typeface="Tahoma" panose="020B0604030504040204" pitchFamily="34" charset="0"/>
                  </a:endParaRPr>
                </a:p>
              </p:txBody>
            </p:sp>
          </p:grpSp>
          <p:grpSp>
            <p:nvGrpSpPr>
              <p:cNvPr id="59418" name="Group 24"/>
              <p:cNvGrpSpPr/>
              <p:nvPr/>
            </p:nvGrpSpPr>
            <p:grpSpPr>
              <a:xfrm>
                <a:off x="1583" y="422"/>
                <a:ext cx="662" cy="460"/>
                <a:chOff x="1583" y="422"/>
                <a:chExt cx="662" cy="460"/>
              </a:xfrm>
            </p:grpSpPr>
            <p:sp>
              <p:nvSpPr>
                <p:cNvPr id="59419" name="Rectangle 25"/>
                <p:cNvSpPr/>
                <p:nvPr/>
              </p:nvSpPr>
              <p:spPr>
                <a:xfrm>
                  <a:off x="1626" y="422"/>
                  <a:ext cx="576" cy="460"/>
                </a:xfrm>
                <a:prstGeom prst="rect">
                  <a:avLst/>
                </a:prstGeom>
                <a:noFill/>
                <a:ln w="9525">
                  <a:noFill/>
                </a:ln>
              </p:spPr>
              <p:txBody>
                <a:bodyPr anchor="t" anchorCtr="0"/>
                <a:p>
                  <a:pPr algn="ctr">
                    <a:buClrTx/>
                    <a:buFontTx/>
                  </a:pPr>
                  <a:r>
                    <a:rPr lang="zh-CN" altLang="en-US" sz="1400" dirty="0">
                      <a:latin typeface="Times New Roman" panose="02020503050405090304" pitchFamily="18" charset="0"/>
                    </a:rPr>
                    <a:t>0</a:t>
                  </a:r>
                  <a:endParaRPr lang="zh-CN" altLang="en-US" sz="1000" dirty="0">
                    <a:latin typeface="Times New Roman" panose="02020503050405090304" pitchFamily="18" charset="0"/>
                  </a:endParaRPr>
                </a:p>
                <a:p>
                  <a:pPr algn="ctr">
                    <a:buClrTx/>
                    <a:buFontTx/>
                  </a:pPr>
                  <a:endParaRPr lang="zh-CN" altLang="en-US" dirty="0">
                    <a:latin typeface="Times New Roman" panose="02020503050405090304" pitchFamily="18" charset="0"/>
                  </a:endParaRPr>
                </a:p>
              </p:txBody>
            </p:sp>
            <p:sp>
              <p:nvSpPr>
                <p:cNvPr id="59420" name="Rectangle 26"/>
                <p:cNvSpPr/>
                <p:nvPr/>
              </p:nvSpPr>
              <p:spPr>
                <a:xfrm>
                  <a:off x="1583" y="422"/>
                  <a:ext cx="662" cy="460"/>
                </a:xfrm>
                <a:prstGeom prst="rect">
                  <a:avLst/>
                </a:prstGeom>
                <a:noFill/>
                <a:ln w="7" cap="flat" cmpd="sng">
                  <a:solidFill>
                    <a:srgbClr val="A0A0A0"/>
                  </a:solidFill>
                  <a:prstDash val="solid"/>
                  <a:miter/>
                  <a:headEnd type="none" w="med" len="med"/>
                  <a:tailEnd type="none" w="med" len="med"/>
                </a:ln>
              </p:spPr>
              <p:txBody>
                <a:bodyPr wrap="none" anchor="t" anchorCtr="0"/>
                <a:p>
                  <a:pPr>
                    <a:buClrTx/>
                    <a:buFontTx/>
                  </a:pPr>
                  <a:endParaRPr lang="zh-CN" altLang="en-US" dirty="0">
                    <a:latin typeface="Tahoma" panose="020B0604030504040204" pitchFamily="34" charset="0"/>
                  </a:endParaRPr>
                </a:p>
              </p:txBody>
            </p:sp>
          </p:grpSp>
          <p:grpSp>
            <p:nvGrpSpPr>
              <p:cNvPr id="59421" name="Group 27"/>
              <p:cNvGrpSpPr/>
              <p:nvPr/>
            </p:nvGrpSpPr>
            <p:grpSpPr>
              <a:xfrm>
                <a:off x="2245" y="422"/>
                <a:ext cx="734" cy="460"/>
                <a:chOff x="2245" y="422"/>
                <a:chExt cx="734" cy="460"/>
              </a:xfrm>
            </p:grpSpPr>
            <p:sp>
              <p:nvSpPr>
                <p:cNvPr id="59422" name="Rectangle 28"/>
                <p:cNvSpPr/>
                <p:nvPr/>
              </p:nvSpPr>
              <p:spPr>
                <a:xfrm>
                  <a:off x="2288" y="422"/>
                  <a:ext cx="648" cy="460"/>
                </a:xfrm>
                <a:prstGeom prst="rect">
                  <a:avLst/>
                </a:prstGeom>
                <a:noFill/>
                <a:ln w="9525">
                  <a:noFill/>
                </a:ln>
              </p:spPr>
              <p:txBody>
                <a:bodyPr anchor="t" anchorCtr="0"/>
                <a:p>
                  <a:pPr algn="ctr">
                    <a:buClrTx/>
                    <a:buFontTx/>
                  </a:pPr>
                  <a:r>
                    <a:rPr lang="en-US" altLang="zh-CN" sz="1400" dirty="0">
                      <a:latin typeface="Times New Roman" panose="02020503050405090304" pitchFamily="18" charset="0"/>
                    </a:rPr>
                    <a:t>m</a:t>
                  </a:r>
                  <a:r>
                    <a:rPr lang="en-US" altLang="zh-CN" sz="1400" baseline="-30000" dirty="0">
                      <a:latin typeface="Times New Roman" panose="02020503050405090304" pitchFamily="18" charset="0"/>
                    </a:rPr>
                    <a:t>000</a:t>
                  </a:r>
                  <a:r>
                    <a:rPr lang="zh-CN" altLang="en-US" sz="1400" dirty="0">
                      <a:latin typeface="宋体" pitchFamily="2" charset="-122"/>
                    </a:rPr>
                    <a:t>或</a:t>
                  </a:r>
                  <a:r>
                    <a:rPr lang="en-US" altLang="zh-CN" sz="1400" dirty="0">
                      <a:latin typeface="Times New Roman" panose="02020503050405090304" pitchFamily="18" charset="0"/>
                    </a:rPr>
                    <a:t>m</a:t>
                  </a:r>
                  <a:r>
                    <a:rPr lang="en-US" altLang="zh-CN" sz="1400" baseline="-30000" dirty="0">
                      <a:latin typeface="Times New Roman" panose="02020503050405090304" pitchFamily="18" charset="0"/>
                    </a:rPr>
                    <a:t>0</a:t>
                  </a:r>
                  <a:endParaRPr lang="en-US" altLang="zh-CN" sz="1000" dirty="0">
                    <a:latin typeface="Times New Roman" panose="02020503050405090304" pitchFamily="18" charset="0"/>
                  </a:endParaRPr>
                </a:p>
                <a:p>
                  <a:pPr algn="ctr">
                    <a:buClrTx/>
                    <a:buFontTx/>
                  </a:pPr>
                  <a:endParaRPr lang="en-US" altLang="zh-CN" dirty="0">
                    <a:latin typeface="Times New Roman" panose="02020503050405090304" pitchFamily="18" charset="0"/>
                  </a:endParaRPr>
                </a:p>
              </p:txBody>
            </p:sp>
            <p:sp>
              <p:nvSpPr>
                <p:cNvPr id="59423" name="Rectangle 29"/>
                <p:cNvSpPr/>
                <p:nvPr/>
              </p:nvSpPr>
              <p:spPr>
                <a:xfrm>
                  <a:off x="2245" y="422"/>
                  <a:ext cx="734" cy="460"/>
                </a:xfrm>
                <a:prstGeom prst="rect">
                  <a:avLst/>
                </a:prstGeom>
                <a:noFill/>
                <a:ln w="7" cap="flat" cmpd="sng">
                  <a:solidFill>
                    <a:srgbClr val="A0A0A0"/>
                  </a:solidFill>
                  <a:prstDash val="solid"/>
                  <a:miter/>
                  <a:headEnd type="none" w="med" len="med"/>
                  <a:tailEnd type="none" w="med" len="med"/>
                </a:ln>
              </p:spPr>
              <p:txBody>
                <a:bodyPr wrap="none" anchor="t" anchorCtr="0"/>
                <a:p>
                  <a:pPr>
                    <a:buClrTx/>
                    <a:buFontTx/>
                  </a:pPr>
                  <a:endParaRPr lang="zh-CN" altLang="en-US" dirty="0">
                    <a:latin typeface="Tahoma" panose="020B0604030504040204" pitchFamily="34" charset="0"/>
                  </a:endParaRPr>
                </a:p>
              </p:txBody>
            </p:sp>
          </p:grpSp>
          <p:grpSp>
            <p:nvGrpSpPr>
              <p:cNvPr id="59424" name="Group 30"/>
              <p:cNvGrpSpPr/>
              <p:nvPr/>
            </p:nvGrpSpPr>
            <p:grpSpPr>
              <a:xfrm>
                <a:off x="0" y="882"/>
                <a:ext cx="777" cy="422"/>
                <a:chOff x="0" y="882"/>
                <a:chExt cx="777" cy="422"/>
              </a:xfrm>
            </p:grpSpPr>
            <p:sp>
              <p:nvSpPr>
                <p:cNvPr id="59425" name="Rectangle 31"/>
                <p:cNvSpPr/>
                <p:nvPr/>
              </p:nvSpPr>
              <p:spPr>
                <a:xfrm>
                  <a:off x="43" y="882"/>
                  <a:ext cx="691" cy="422"/>
                </a:xfrm>
                <a:prstGeom prst="rect">
                  <a:avLst/>
                </a:prstGeom>
                <a:noFill/>
                <a:ln w="9525">
                  <a:noFill/>
                </a:ln>
              </p:spPr>
              <p:txBody>
                <a:bodyPr anchor="t" anchorCtr="0"/>
                <a:p>
                  <a:pPr algn="ctr">
                    <a:buClrTx/>
                    <a:buFontTx/>
                  </a:pPr>
                  <a:r>
                    <a:rPr lang="en-US" altLang="zh-CN" sz="1400" dirty="0">
                      <a:latin typeface="Times New Roman" panose="02020503050405090304" pitchFamily="18" charset="0"/>
                      <a:sym typeface="Symbol" panose="05050102010706020507" pitchFamily="18" charset="2"/>
                    </a:rPr>
                    <a:t>¬</a:t>
                  </a:r>
                  <a:r>
                    <a:rPr lang="en-US" altLang="zh-CN" sz="1400" dirty="0">
                      <a:latin typeface="Times New Roman" panose="02020503050405090304" pitchFamily="18" charset="0"/>
                    </a:rPr>
                    <a:t>P</a:t>
                  </a:r>
                  <a:r>
                    <a:rPr lang="en-US" altLang="zh-CN" sz="1400" dirty="0">
                      <a:latin typeface="Times New Roman" panose="02020503050405090304" pitchFamily="18" charset="0"/>
                      <a:sym typeface="Symbol" panose="05050102010706020507" pitchFamily="18" charset="2"/>
                    </a:rPr>
                    <a:t>¬</a:t>
                  </a:r>
                  <a:r>
                    <a:rPr lang="en-US" altLang="zh-CN" sz="1400" dirty="0">
                      <a:latin typeface="Times New Roman" panose="02020503050405090304" pitchFamily="18" charset="0"/>
                    </a:rPr>
                    <a:t>Q</a:t>
                  </a:r>
                  <a:r>
                    <a:rPr lang="en-US" altLang="zh-CN" sz="1400" dirty="0">
                      <a:latin typeface="Times New Roman" panose="02020503050405090304" pitchFamily="18" charset="0"/>
                      <a:sym typeface="Symbol" panose="05050102010706020507" pitchFamily="18" charset="2"/>
                    </a:rPr>
                    <a:t></a:t>
                  </a:r>
                  <a:r>
                    <a:rPr lang="en-US" altLang="zh-CN" sz="1400" dirty="0">
                      <a:latin typeface="Times New Roman" panose="02020503050405090304" pitchFamily="18" charset="0"/>
                    </a:rPr>
                    <a:t>R</a:t>
                  </a:r>
                  <a:endParaRPr lang="en-US" altLang="zh-CN" sz="1000" dirty="0">
                    <a:latin typeface="Times New Roman" panose="02020503050405090304" pitchFamily="18" charset="0"/>
                    <a:sym typeface="Symbol" panose="05050102010706020507" pitchFamily="18" charset="2"/>
                  </a:endParaRPr>
                </a:p>
                <a:p>
                  <a:pPr algn="ctr">
                    <a:buClrTx/>
                    <a:buFontTx/>
                  </a:pPr>
                  <a:endParaRPr lang="en-US" altLang="zh-CN" sz="1400" dirty="0">
                    <a:latin typeface="Times New Roman" panose="02020503050405090304" pitchFamily="18" charset="0"/>
                    <a:sym typeface="Symbol" panose="05050102010706020507" pitchFamily="18" charset="2"/>
                  </a:endParaRPr>
                </a:p>
              </p:txBody>
            </p:sp>
            <p:sp>
              <p:nvSpPr>
                <p:cNvPr id="59426" name="Rectangle 32"/>
                <p:cNvSpPr/>
                <p:nvPr/>
              </p:nvSpPr>
              <p:spPr>
                <a:xfrm>
                  <a:off x="0" y="882"/>
                  <a:ext cx="777" cy="422"/>
                </a:xfrm>
                <a:prstGeom prst="rect">
                  <a:avLst/>
                </a:prstGeom>
                <a:noFill/>
                <a:ln w="7" cap="flat" cmpd="sng">
                  <a:solidFill>
                    <a:srgbClr val="A0A0A0"/>
                  </a:solidFill>
                  <a:prstDash val="solid"/>
                  <a:miter/>
                  <a:headEnd type="none" w="med" len="med"/>
                  <a:tailEnd type="none" w="med" len="med"/>
                </a:ln>
              </p:spPr>
              <p:txBody>
                <a:bodyPr wrap="none" anchor="t" anchorCtr="0"/>
                <a:p>
                  <a:pPr>
                    <a:buClrTx/>
                    <a:buFontTx/>
                  </a:pPr>
                  <a:endParaRPr lang="zh-CN" altLang="en-US" dirty="0">
                    <a:latin typeface="Tahoma" panose="020B0604030504040204" pitchFamily="34" charset="0"/>
                  </a:endParaRPr>
                </a:p>
              </p:txBody>
            </p:sp>
          </p:grpSp>
          <p:grpSp>
            <p:nvGrpSpPr>
              <p:cNvPr id="59427" name="Group 33"/>
              <p:cNvGrpSpPr/>
              <p:nvPr/>
            </p:nvGrpSpPr>
            <p:grpSpPr>
              <a:xfrm>
                <a:off x="777" y="882"/>
                <a:ext cx="806" cy="422"/>
                <a:chOff x="777" y="882"/>
                <a:chExt cx="806" cy="422"/>
              </a:xfrm>
            </p:grpSpPr>
            <p:sp>
              <p:nvSpPr>
                <p:cNvPr id="59428" name="Rectangle 34"/>
                <p:cNvSpPr/>
                <p:nvPr/>
              </p:nvSpPr>
              <p:spPr>
                <a:xfrm>
                  <a:off x="820" y="882"/>
                  <a:ext cx="720" cy="422"/>
                </a:xfrm>
                <a:prstGeom prst="rect">
                  <a:avLst/>
                </a:prstGeom>
                <a:noFill/>
                <a:ln w="9525">
                  <a:noFill/>
                </a:ln>
              </p:spPr>
              <p:txBody>
                <a:bodyPr anchor="t" anchorCtr="0"/>
                <a:p>
                  <a:pPr algn="ctr">
                    <a:buClrTx/>
                    <a:buFontTx/>
                  </a:pPr>
                  <a:r>
                    <a:rPr lang="zh-CN" altLang="en-US" sz="1400" dirty="0">
                      <a:latin typeface="Times New Roman" panose="02020503050405090304" pitchFamily="18" charset="0"/>
                    </a:rPr>
                    <a:t>001</a:t>
                  </a:r>
                  <a:endParaRPr lang="zh-CN" altLang="en-US" sz="1000" dirty="0">
                    <a:latin typeface="Times New Roman" panose="02020503050405090304" pitchFamily="18" charset="0"/>
                  </a:endParaRPr>
                </a:p>
                <a:p>
                  <a:pPr algn="ctr">
                    <a:buClrTx/>
                    <a:buFontTx/>
                  </a:pPr>
                  <a:endParaRPr lang="zh-CN" altLang="en-US" dirty="0">
                    <a:latin typeface="Times New Roman" panose="02020503050405090304" pitchFamily="18" charset="0"/>
                  </a:endParaRPr>
                </a:p>
              </p:txBody>
            </p:sp>
            <p:sp>
              <p:nvSpPr>
                <p:cNvPr id="59429" name="Rectangle 35"/>
                <p:cNvSpPr/>
                <p:nvPr/>
              </p:nvSpPr>
              <p:spPr>
                <a:xfrm>
                  <a:off x="777" y="882"/>
                  <a:ext cx="806" cy="422"/>
                </a:xfrm>
                <a:prstGeom prst="rect">
                  <a:avLst/>
                </a:prstGeom>
                <a:noFill/>
                <a:ln w="7" cap="flat" cmpd="sng">
                  <a:solidFill>
                    <a:srgbClr val="A0A0A0"/>
                  </a:solidFill>
                  <a:prstDash val="solid"/>
                  <a:miter/>
                  <a:headEnd type="none" w="med" len="med"/>
                  <a:tailEnd type="none" w="med" len="med"/>
                </a:ln>
              </p:spPr>
              <p:txBody>
                <a:bodyPr wrap="none" anchor="t" anchorCtr="0"/>
                <a:p>
                  <a:pPr>
                    <a:buClrTx/>
                    <a:buFontTx/>
                  </a:pPr>
                  <a:endParaRPr lang="zh-CN" altLang="en-US" dirty="0">
                    <a:latin typeface="Tahoma" panose="020B0604030504040204" pitchFamily="34" charset="0"/>
                  </a:endParaRPr>
                </a:p>
              </p:txBody>
            </p:sp>
          </p:grpSp>
          <p:grpSp>
            <p:nvGrpSpPr>
              <p:cNvPr id="59430" name="Group 36"/>
              <p:cNvGrpSpPr/>
              <p:nvPr/>
            </p:nvGrpSpPr>
            <p:grpSpPr>
              <a:xfrm>
                <a:off x="1583" y="882"/>
                <a:ext cx="662" cy="422"/>
                <a:chOff x="1583" y="882"/>
                <a:chExt cx="662" cy="422"/>
              </a:xfrm>
            </p:grpSpPr>
            <p:sp>
              <p:nvSpPr>
                <p:cNvPr id="59431" name="Rectangle 37"/>
                <p:cNvSpPr/>
                <p:nvPr/>
              </p:nvSpPr>
              <p:spPr>
                <a:xfrm>
                  <a:off x="1626" y="882"/>
                  <a:ext cx="576" cy="422"/>
                </a:xfrm>
                <a:prstGeom prst="rect">
                  <a:avLst/>
                </a:prstGeom>
                <a:noFill/>
                <a:ln w="9525">
                  <a:noFill/>
                </a:ln>
              </p:spPr>
              <p:txBody>
                <a:bodyPr anchor="t" anchorCtr="0"/>
                <a:p>
                  <a:pPr algn="ctr">
                    <a:buClrTx/>
                    <a:buFontTx/>
                  </a:pPr>
                  <a:r>
                    <a:rPr lang="zh-CN" altLang="en-US" sz="1400" dirty="0">
                      <a:latin typeface="Times New Roman" panose="02020503050405090304" pitchFamily="18" charset="0"/>
                    </a:rPr>
                    <a:t>1</a:t>
                  </a:r>
                  <a:endParaRPr lang="zh-CN" altLang="en-US" sz="1000" dirty="0">
                    <a:latin typeface="Times New Roman" panose="02020503050405090304" pitchFamily="18" charset="0"/>
                  </a:endParaRPr>
                </a:p>
                <a:p>
                  <a:pPr algn="ctr">
                    <a:buClrTx/>
                    <a:buFontTx/>
                  </a:pPr>
                  <a:endParaRPr lang="zh-CN" altLang="en-US" dirty="0">
                    <a:latin typeface="Times New Roman" panose="02020503050405090304" pitchFamily="18" charset="0"/>
                  </a:endParaRPr>
                </a:p>
              </p:txBody>
            </p:sp>
            <p:sp>
              <p:nvSpPr>
                <p:cNvPr id="59432" name="Rectangle 38"/>
                <p:cNvSpPr/>
                <p:nvPr/>
              </p:nvSpPr>
              <p:spPr>
                <a:xfrm>
                  <a:off x="1583" y="882"/>
                  <a:ext cx="662" cy="422"/>
                </a:xfrm>
                <a:prstGeom prst="rect">
                  <a:avLst/>
                </a:prstGeom>
                <a:noFill/>
                <a:ln w="7" cap="flat" cmpd="sng">
                  <a:solidFill>
                    <a:srgbClr val="A0A0A0"/>
                  </a:solidFill>
                  <a:prstDash val="solid"/>
                  <a:miter/>
                  <a:headEnd type="none" w="med" len="med"/>
                  <a:tailEnd type="none" w="med" len="med"/>
                </a:ln>
              </p:spPr>
              <p:txBody>
                <a:bodyPr wrap="none" anchor="t" anchorCtr="0"/>
                <a:p>
                  <a:pPr>
                    <a:buClrTx/>
                    <a:buFontTx/>
                  </a:pPr>
                  <a:endParaRPr lang="zh-CN" altLang="en-US" dirty="0">
                    <a:latin typeface="Tahoma" panose="020B0604030504040204" pitchFamily="34" charset="0"/>
                  </a:endParaRPr>
                </a:p>
              </p:txBody>
            </p:sp>
          </p:grpSp>
          <p:grpSp>
            <p:nvGrpSpPr>
              <p:cNvPr id="59433" name="Group 39"/>
              <p:cNvGrpSpPr/>
              <p:nvPr/>
            </p:nvGrpSpPr>
            <p:grpSpPr>
              <a:xfrm>
                <a:off x="2245" y="882"/>
                <a:ext cx="734" cy="422"/>
                <a:chOff x="2245" y="882"/>
                <a:chExt cx="734" cy="422"/>
              </a:xfrm>
            </p:grpSpPr>
            <p:sp>
              <p:nvSpPr>
                <p:cNvPr id="59434" name="Rectangle 40"/>
                <p:cNvSpPr/>
                <p:nvPr/>
              </p:nvSpPr>
              <p:spPr>
                <a:xfrm>
                  <a:off x="2288" y="882"/>
                  <a:ext cx="648" cy="422"/>
                </a:xfrm>
                <a:prstGeom prst="rect">
                  <a:avLst/>
                </a:prstGeom>
                <a:noFill/>
                <a:ln w="9525">
                  <a:noFill/>
                </a:ln>
              </p:spPr>
              <p:txBody>
                <a:bodyPr anchor="t" anchorCtr="0"/>
                <a:p>
                  <a:pPr algn="ctr">
                    <a:buClrTx/>
                    <a:buFontTx/>
                  </a:pPr>
                  <a:r>
                    <a:rPr lang="en-US" altLang="zh-CN" sz="1400" dirty="0">
                      <a:latin typeface="Times New Roman" panose="02020503050405090304" pitchFamily="18" charset="0"/>
                    </a:rPr>
                    <a:t>m</a:t>
                  </a:r>
                  <a:r>
                    <a:rPr lang="en-US" altLang="zh-CN" sz="1400" baseline="-30000" dirty="0">
                      <a:latin typeface="Times New Roman" panose="02020503050405090304" pitchFamily="18" charset="0"/>
                    </a:rPr>
                    <a:t>001</a:t>
                  </a:r>
                  <a:r>
                    <a:rPr lang="zh-CN" altLang="en-US" sz="1400" dirty="0">
                      <a:latin typeface="宋体" pitchFamily="2" charset="-122"/>
                    </a:rPr>
                    <a:t>或</a:t>
                  </a:r>
                  <a:r>
                    <a:rPr lang="en-US" altLang="zh-CN" sz="1400" dirty="0">
                      <a:latin typeface="Times New Roman" panose="02020503050405090304" pitchFamily="18" charset="0"/>
                    </a:rPr>
                    <a:t>m</a:t>
                  </a:r>
                  <a:r>
                    <a:rPr lang="en-US" altLang="zh-CN" sz="1400" baseline="-30000" dirty="0">
                      <a:latin typeface="Times New Roman" panose="02020503050405090304" pitchFamily="18" charset="0"/>
                    </a:rPr>
                    <a:t>1</a:t>
                  </a:r>
                  <a:endParaRPr lang="en-US" altLang="zh-CN" sz="1000" dirty="0">
                    <a:latin typeface="Times New Roman" panose="02020503050405090304" pitchFamily="18" charset="0"/>
                  </a:endParaRPr>
                </a:p>
                <a:p>
                  <a:pPr algn="ctr">
                    <a:buClrTx/>
                    <a:buFontTx/>
                  </a:pPr>
                  <a:endParaRPr lang="en-US" altLang="zh-CN" dirty="0">
                    <a:latin typeface="Times New Roman" panose="02020503050405090304" pitchFamily="18" charset="0"/>
                  </a:endParaRPr>
                </a:p>
              </p:txBody>
            </p:sp>
            <p:sp>
              <p:nvSpPr>
                <p:cNvPr id="59435" name="Rectangle 41"/>
                <p:cNvSpPr/>
                <p:nvPr/>
              </p:nvSpPr>
              <p:spPr>
                <a:xfrm>
                  <a:off x="2245" y="882"/>
                  <a:ext cx="734" cy="422"/>
                </a:xfrm>
                <a:prstGeom prst="rect">
                  <a:avLst/>
                </a:prstGeom>
                <a:noFill/>
                <a:ln w="7" cap="flat" cmpd="sng">
                  <a:solidFill>
                    <a:srgbClr val="A0A0A0"/>
                  </a:solidFill>
                  <a:prstDash val="solid"/>
                  <a:miter/>
                  <a:headEnd type="none" w="med" len="med"/>
                  <a:tailEnd type="none" w="med" len="med"/>
                </a:ln>
              </p:spPr>
              <p:txBody>
                <a:bodyPr wrap="none" anchor="t" anchorCtr="0"/>
                <a:p>
                  <a:pPr>
                    <a:buClrTx/>
                    <a:buFontTx/>
                  </a:pPr>
                  <a:endParaRPr lang="zh-CN" altLang="en-US" dirty="0">
                    <a:latin typeface="Tahoma" panose="020B0604030504040204" pitchFamily="34" charset="0"/>
                  </a:endParaRPr>
                </a:p>
              </p:txBody>
            </p:sp>
          </p:grpSp>
          <p:grpSp>
            <p:nvGrpSpPr>
              <p:cNvPr id="59436" name="Group 42"/>
              <p:cNvGrpSpPr/>
              <p:nvPr/>
            </p:nvGrpSpPr>
            <p:grpSpPr>
              <a:xfrm>
                <a:off x="0" y="1304"/>
                <a:ext cx="777" cy="422"/>
                <a:chOff x="0" y="1304"/>
                <a:chExt cx="777" cy="422"/>
              </a:xfrm>
            </p:grpSpPr>
            <p:sp>
              <p:nvSpPr>
                <p:cNvPr id="59437" name="Rectangle 43"/>
                <p:cNvSpPr/>
                <p:nvPr/>
              </p:nvSpPr>
              <p:spPr>
                <a:xfrm>
                  <a:off x="43" y="1304"/>
                  <a:ext cx="691" cy="422"/>
                </a:xfrm>
                <a:prstGeom prst="rect">
                  <a:avLst/>
                </a:prstGeom>
                <a:noFill/>
                <a:ln w="9525">
                  <a:noFill/>
                </a:ln>
              </p:spPr>
              <p:txBody>
                <a:bodyPr anchor="t" anchorCtr="0"/>
                <a:p>
                  <a:pPr algn="ctr">
                    <a:buClrTx/>
                    <a:buFontTx/>
                  </a:pPr>
                  <a:r>
                    <a:rPr lang="en-US" altLang="zh-CN" sz="1400" dirty="0">
                      <a:latin typeface="Times New Roman" panose="02020503050405090304" pitchFamily="18" charset="0"/>
                      <a:sym typeface="Symbol" panose="05050102010706020507" pitchFamily="18" charset="2"/>
                    </a:rPr>
                    <a:t>¬</a:t>
                  </a:r>
                  <a:r>
                    <a:rPr lang="en-US" altLang="zh-CN" sz="1400" dirty="0">
                      <a:latin typeface="Times New Roman" panose="02020503050405090304" pitchFamily="18" charset="0"/>
                    </a:rPr>
                    <a:t>P</a:t>
                  </a:r>
                  <a:r>
                    <a:rPr lang="en-US" altLang="zh-CN" sz="1400" dirty="0">
                      <a:latin typeface="Times New Roman" panose="02020503050405090304" pitchFamily="18" charset="0"/>
                      <a:sym typeface="Symbol" panose="05050102010706020507" pitchFamily="18" charset="2"/>
                    </a:rPr>
                    <a:t></a:t>
                  </a:r>
                  <a:r>
                    <a:rPr lang="en-US" altLang="zh-CN" sz="1400" dirty="0">
                      <a:latin typeface="Times New Roman" panose="02020503050405090304" pitchFamily="18" charset="0"/>
                    </a:rPr>
                    <a:t>Q</a:t>
                  </a:r>
                  <a:r>
                    <a:rPr lang="en-US" altLang="zh-CN" sz="1400" dirty="0">
                      <a:latin typeface="Times New Roman" panose="02020503050405090304" pitchFamily="18" charset="0"/>
                      <a:sym typeface="Symbol" panose="05050102010706020507" pitchFamily="18" charset="2"/>
                    </a:rPr>
                    <a:t>¬</a:t>
                  </a:r>
                  <a:r>
                    <a:rPr lang="en-US" altLang="zh-CN" sz="1400" dirty="0">
                      <a:latin typeface="Times New Roman" panose="02020503050405090304" pitchFamily="18" charset="0"/>
                    </a:rPr>
                    <a:t>R</a:t>
                  </a:r>
                  <a:endParaRPr lang="en-US" altLang="zh-CN" sz="1000" dirty="0">
                    <a:latin typeface="Times New Roman" panose="02020503050405090304" pitchFamily="18" charset="0"/>
                    <a:sym typeface="Symbol" panose="05050102010706020507" pitchFamily="18" charset="2"/>
                  </a:endParaRPr>
                </a:p>
                <a:p>
                  <a:pPr algn="ctr">
                    <a:buClrTx/>
                    <a:buFontTx/>
                  </a:pPr>
                  <a:endParaRPr lang="en-US" altLang="zh-CN" sz="1400" dirty="0">
                    <a:latin typeface="Times New Roman" panose="02020503050405090304" pitchFamily="18" charset="0"/>
                    <a:sym typeface="Symbol" panose="05050102010706020507" pitchFamily="18" charset="2"/>
                  </a:endParaRPr>
                </a:p>
              </p:txBody>
            </p:sp>
            <p:sp>
              <p:nvSpPr>
                <p:cNvPr id="59438" name="Rectangle 44"/>
                <p:cNvSpPr/>
                <p:nvPr/>
              </p:nvSpPr>
              <p:spPr>
                <a:xfrm>
                  <a:off x="0" y="1304"/>
                  <a:ext cx="777" cy="422"/>
                </a:xfrm>
                <a:prstGeom prst="rect">
                  <a:avLst/>
                </a:prstGeom>
                <a:noFill/>
                <a:ln w="7" cap="flat" cmpd="sng">
                  <a:solidFill>
                    <a:srgbClr val="A0A0A0"/>
                  </a:solidFill>
                  <a:prstDash val="solid"/>
                  <a:miter/>
                  <a:headEnd type="none" w="med" len="med"/>
                  <a:tailEnd type="none" w="med" len="med"/>
                </a:ln>
              </p:spPr>
              <p:txBody>
                <a:bodyPr wrap="none" anchor="t" anchorCtr="0"/>
                <a:p>
                  <a:pPr>
                    <a:buClrTx/>
                    <a:buFontTx/>
                  </a:pPr>
                  <a:endParaRPr lang="zh-CN" altLang="en-US" dirty="0">
                    <a:latin typeface="Tahoma" panose="020B0604030504040204" pitchFamily="34" charset="0"/>
                  </a:endParaRPr>
                </a:p>
              </p:txBody>
            </p:sp>
          </p:grpSp>
          <p:grpSp>
            <p:nvGrpSpPr>
              <p:cNvPr id="59439" name="Group 45"/>
              <p:cNvGrpSpPr/>
              <p:nvPr/>
            </p:nvGrpSpPr>
            <p:grpSpPr>
              <a:xfrm>
                <a:off x="777" y="1304"/>
                <a:ext cx="806" cy="422"/>
                <a:chOff x="777" y="1304"/>
                <a:chExt cx="806" cy="422"/>
              </a:xfrm>
            </p:grpSpPr>
            <p:sp>
              <p:nvSpPr>
                <p:cNvPr id="59440" name="Rectangle 46"/>
                <p:cNvSpPr/>
                <p:nvPr/>
              </p:nvSpPr>
              <p:spPr>
                <a:xfrm>
                  <a:off x="820" y="1304"/>
                  <a:ext cx="720" cy="422"/>
                </a:xfrm>
                <a:prstGeom prst="rect">
                  <a:avLst/>
                </a:prstGeom>
                <a:noFill/>
                <a:ln w="9525">
                  <a:noFill/>
                </a:ln>
              </p:spPr>
              <p:txBody>
                <a:bodyPr anchor="t" anchorCtr="0"/>
                <a:p>
                  <a:pPr algn="ctr">
                    <a:buClrTx/>
                    <a:buFontTx/>
                  </a:pPr>
                  <a:r>
                    <a:rPr lang="zh-CN" altLang="en-US" sz="1400" dirty="0">
                      <a:latin typeface="Times New Roman" panose="02020503050405090304" pitchFamily="18" charset="0"/>
                    </a:rPr>
                    <a:t>010</a:t>
                  </a:r>
                  <a:endParaRPr lang="zh-CN" altLang="en-US" sz="1000" dirty="0">
                    <a:latin typeface="Times New Roman" panose="02020503050405090304" pitchFamily="18" charset="0"/>
                  </a:endParaRPr>
                </a:p>
                <a:p>
                  <a:pPr algn="ctr">
                    <a:buClrTx/>
                    <a:buFontTx/>
                  </a:pPr>
                  <a:endParaRPr lang="zh-CN" altLang="en-US" dirty="0">
                    <a:latin typeface="Times New Roman" panose="02020503050405090304" pitchFamily="18" charset="0"/>
                  </a:endParaRPr>
                </a:p>
              </p:txBody>
            </p:sp>
            <p:sp>
              <p:nvSpPr>
                <p:cNvPr id="59441" name="Rectangle 47"/>
                <p:cNvSpPr/>
                <p:nvPr/>
              </p:nvSpPr>
              <p:spPr>
                <a:xfrm>
                  <a:off x="777" y="1304"/>
                  <a:ext cx="806" cy="422"/>
                </a:xfrm>
                <a:prstGeom prst="rect">
                  <a:avLst/>
                </a:prstGeom>
                <a:noFill/>
                <a:ln w="7" cap="flat" cmpd="sng">
                  <a:solidFill>
                    <a:srgbClr val="A0A0A0"/>
                  </a:solidFill>
                  <a:prstDash val="solid"/>
                  <a:miter/>
                  <a:headEnd type="none" w="med" len="med"/>
                  <a:tailEnd type="none" w="med" len="med"/>
                </a:ln>
              </p:spPr>
              <p:txBody>
                <a:bodyPr wrap="none" anchor="t" anchorCtr="0"/>
                <a:p>
                  <a:pPr>
                    <a:buClrTx/>
                    <a:buFontTx/>
                  </a:pPr>
                  <a:endParaRPr lang="zh-CN" altLang="en-US" dirty="0">
                    <a:latin typeface="Tahoma" panose="020B0604030504040204" pitchFamily="34" charset="0"/>
                  </a:endParaRPr>
                </a:p>
              </p:txBody>
            </p:sp>
          </p:grpSp>
          <p:grpSp>
            <p:nvGrpSpPr>
              <p:cNvPr id="59442" name="Group 48"/>
              <p:cNvGrpSpPr/>
              <p:nvPr/>
            </p:nvGrpSpPr>
            <p:grpSpPr>
              <a:xfrm>
                <a:off x="1583" y="1304"/>
                <a:ext cx="662" cy="422"/>
                <a:chOff x="1583" y="1304"/>
                <a:chExt cx="662" cy="422"/>
              </a:xfrm>
            </p:grpSpPr>
            <p:sp>
              <p:nvSpPr>
                <p:cNvPr id="59443" name="Rectangle 49"/>
                <p:cNvSpPr/>
                <p:nvPr/>
              </p:nvSpPr>
              <p:spPr>
                <a:xfrm>
                  <a:off x="1626" y="1304"/>
                  <a:ext cx="576" cy="422"/>
                </a:xfrm>
                <a:prstGeom prst="rect">
                  <a:avLst/>
                </a:prstGeom>
                <a:noFill/>
                <a:ln w="9525">
                  <a:noFill/>
                </a:ln>
              </p:spPr>
              <p:txBody>
                <a:bodyPr anchor="t" anchorCtr="0"/>
                <a:p>
                  <a:pPr algn="ctr">
                    <a:buClrTx/>
                    <a:buFontTx/>
                  </a:pPr>
                  <a:r>
                    <a:rPr lang="zh-CN" altLang="en-US" sz="1400" dirty="0">
                      <a:latin typeface="Times New Roman" panose="02020503050405090304" pitchFamily="18" charset="0"/>
                    </a:rPr>
                    <a:t>2</a:t>
                  </a:r>
                  <a:endParaRPr lang="zh-CN" altLang="en-US" sz="1000" dirty="0">
                    <a:latin typeface="Times New Roman" panose="02020503050405090304" pitchFamily="18" charset="0"/>
                  </a:endParaRPr>
                </a:p>
                <a:p>
                  <a:pPr algn="ctr">
                    <a:buClrTx/>
                    <a:buFontTx/>
                  </a:pPr>
                  <a:endParaRPr lang="zh-CN" altLang="en-US" dirty="0">
                    <a:latin typeface="Times New Roman" panose="02020503050405090304" pitchFamily="18" charset="0"/>
                  </a:endParaRPr>
                </a:p>
              </p:txBody>
            </p:sp>
            <p:sp>
              <p:nvSpPr>
                <p:cNvPr id="59444" name="Rectangle 50"/>
                <p:cNvSpPr/>
                <p:nvPr/>
              </p:nvSpPr>
              <p:spPr>
                <a:xfrm>
                  <a:off x="1583" y="1304"/>
                  <a:ext cx="662" cy="422"/>
                </a:xfrm>
                <a:prstGeom prst="rect">
                  <a:avLst/>
                </a:prstGeom>
                <a:noFill/>
                <a:ln w="7" cap="flat" cmpd="sng">
                  <a:solidFill>
                    <a:srgbClr val="A0A0A0"/>
                  </a:solidFill>
                  <a:prstDash val="solid"/>
                  <a:miter/>
                  <a:headEnd type="none" w="med" len="med"/>
                  <a:tailEnd type="none" w="med" len="med"/>
                </a:ln>
              </p:spPr>
              <p:txBody>
                <a:bodyPr wrap="none" anchor="t" anchorCtr="0"/>
                <a:p>
                  <a:pPr>
                    <a:buClrTx/>
                    <a:buFontTx/>
                  </a:pPr>
                  <a:endParaRPr lang="zh-CN" altLang="en-US" dirty="0">
                    <a:latin typeface="Tahoma" panose="020B0604030504040204" pitchFamily="34" charset="0"/>
                  </a:endParaRPr>
                </a:p>
              </p:txBody>
            </p:sp>
          </p:grpSp>
          <p:grpSp>
            <p:nvGrpSpPr>
              <p:cNvPr id="59445" name="Group 51"/>
              <p:cNvGrpSpPr/>
              <p:nvPr/>
            </p:nvGrpSpPr>
            <p:grpSpPr>
              <a:xfrm>
                <a:off x="2245" y="1304"/>
                <a:ext cx="734" cy="422"/>
                <a:chOff x="2245" y="1304"/>
                <a:chExt cx="734" cy="422"/>
              </a:xfrm>
            </p:grpSpPr>
            <p:sp>
              <p:nvSpPr>
                <p:cNvPr id="59446" name="Rectangle 52"/>
                <p:cNvSpPr/>
                <p:nvPr/>
              </p:nvSpPr>
              <p:spPr>
                <a:xfrm>
                  <a:off x="2288" y="1304"/>
                  <a:ext cx="648" cy="422"/>
                </a:xfrm>
                <a:prstGeom prst="rect">
                  <a:avLst/>
                </a:prstGeom>
                <a:noFill/>
                <a:ln w="9525">
                  <a:noFill/>
                </a:ln>
              </p:spPr>
              <p:txBody>
                <a:bodyPr anchor="t" anchorCtr="0"/>
                <a:p>
                  <a:pPr algn="ctr">
                    <a:buClrTx/>
                    <a:buFontTx/>
                  </a:pPr>
                  <a:r>
                    <a:rPr lang="en-US" altLang="zh-CN" sz="1400" dirty="0">
                      <a:latin typeface="Times New Roman" panose="02020503050405090304" pitchFamily="18" charset="0"/>
                    </a:rPr>
                    <a:t>m</a:t>
                  </a:r>
                  <a:r>
                    <a:rPr lang="en-US" altLang="zh-CN" sz="1400" baseline="-30000" dirty="0">
                      <a:latin typeface="Times New Roman" panose="02020503050405090304" pitchFamily="18" charset="0"/>
                    </a:rPr>
                    <a:t>010</a:t>
                  </a:r>
                  <a:r>
                    <a:rPr lang="zh-CN" altLang="en-US" sz="1400" dirty="0">
                      <a:latin typeface="宋体" pitchFamily="2" charset="-122"/>
                    </a:rPr>
                    <a:t>或</a:t>
                  </a:r>
                  <a:r>
                    <a:rPr lang="en-US" altLang="zh-CN" sz="1400" dirty="0">
                      <a:latin typeface="Times New Roman" panose="02020503050405090304" pitchFamily="18" charset="0"/>
                    </a:rPr>
                    <a:t>m</a:t>
                  </a:r>
                  <a:r>
                    <a:rPr lang="en-US" altLang="zh-CN" sz="1400" baseline="-30000" dirty="0">
                      <a:latin typeface="Times New Roman" panose="02020503050405090304" pitchFamily="18" charset="0"/>
                    </a:rPr>
                    <a:t>2</a:t>
                  </a:r>
                  <a:endParaRPr lang="en-US" altLang="zh-CN" sz="1000" dirty="0">
                    <a:latin typeface="Times New Roman" panose="02020503050405090304" pitchFamily="18" charset="0"/>
                  </a:endParaRPr>
                </a:p>
                <a:p>
                  <a:pPr algn="ctr">
                    <a:buClrTx/>
                    <a:buFontTx/>
                  </a:pPr>
                  <a:endParaRPr lang="en-US" altLang="zh-CN" dirty="0">
                    <a:latin typeface="Times New Roman" panose="02020503050405090304" pitchFamily="18" charset="0"/>
                  </a:endParaRPr>
                </a:p>
              </p:txBody>
            </p:sp>
            <p:sp>
              <p:nvSpPr>
                <p:cNvPr id="59447" name="Rectangle 53"/>
                <p:cNvSpPr/>
                <p:nvPr/>
              </p:nvSpPr>
              <p:spPr>
                <a:xfrm>
                  <a:off x="2245" y="1304"/>
                  <a:ext cx="734" cy="422"/>
                </a:xfrm>
                <a:prstGeom prst="rect">
                  <a:avLst/>
                </a:prstGeom>
                <a:noFill/>
                <a:ln w="7" cap="flat" cmpd="sng">
                  <a:solidFill>
                    <a:srgbClr val="A0A0A0"/>
                  </a:solidFill>
                  <a:prstDash val="solid"/>
                  <a:miter/>
                  <a:headEnd type="none" w="med" len="med"/>
                  <a:tailEnd type="none" w="med" len="med"/>
                </a:ln>
              </p:spPr>
              <p:txBody>
                <a:bodyPr wrap="none" anchor="t" anchorCtr="0"/>
                <a:p>
                  <a:pPr>
                    <a:buClrTx/>
                    <a:buFontTx/>
                  </a:pPr>
                  <a:endParaRPr lang="zh-CN" altLang="en-US" dirty="0">
                    <a:latin typeface="Tahoma" panose="020B0604030504040204" pitchFamily="34" charset="0"/>
                  </a:endParaRPr>
                </a:p>
              </p:txBody>
            </p:sp>
          </p:grpSp>
          <p:grpSp>
            <p:nvGrpSpPr>
              <p:cNvPr id="59448" name="Group 54"/>
              <p:cNvGrpSpPr/>
              <p:nvPr/>
            </p:nvGrpSpPr>
            <p:grpSpPr>
              <a:xfrm>
                <a:off x="0" y="1726"/>
                <a:ext cx="777" cy="422"/>
                <a:chOff x="0" y="1726"/>
                <a:chExt cx="777" cy="422"/>
              </a:xfrm>
            </p:grpSpPr>
            <p:sp>
              <p:nvSpPr>
                <p:cNvPr id="59449" name="Rectangle 55"/>
                <p:cNvSpPr/>
                <p:nvPr/>
              </p:nvSpPr>
              <p:spPr>
                <a:xfrm>
                  <a:off x="43" y="1726"/>
                  <a:ext cx="691" cy="422"/>
                </a:xfrm>
                <a:prstGeom prst="rect">
                  <a:avLst/>
                </a:prstGeom>
                <a:noFill/>
                <a:ln w="9525">
                  <a:noFill/>
                </a:ln>
              </p:spPr>
              <p:txBody>
                <a:bodyPr anchor="t" anchorCtr="0"/>
                <a:p>
                  <a:pPr algn="ctr">
                    <a:buClrTx/>
                    <a:buFontTx/>
                  </a:pPr>
                  <a:r>
                    <a:rPr lang="en-US" altLang="zh-CN" sz="1400" dirty="0">
                      <a:latin typeface="Times New Roman" panose="02020503050405090304" pitchFamily="18" charset="0"/>
                      <a:sym typeface="Symbol" panose="05050102010706020507" pitchFamily="18" charset="2"/>
                    </a:rPr>
                    <a:t>¬</a:t>
                  </a:r>
                  <a:r>
                    <a:rPr lang="en-US" altLang="zh-CN" sz="1400" dirty="0">
                      <a:latin typeface="Times New Roman" panose="02020503050405090304" pitchFamily="18" charset="0"/>
                    </a:rPr>
                    <a:t>P</a:t>
                  </a:r>
                  <a:r>
                    <a:rPr lang="en-US" altLang="zh-CN" sz="1400" dirty="0">
                      <a:latin typeface="Times New Roman" panose="02020503050405090304" pitchFamily="18" charset="0"/>
                      <a:sym typeface="Symbol" panose="05050102010706020507" pitchFamily="18" charset="2"/>
                    </a:rPr>
                    <a:t></a:t>
                  </a:r>
                  <a:r>
                    <a:rPr lang="en-US" altLang="zh-CN" sz="1400" dirty="0">
                      <a:latin typeface="Times New Roman" panose="02020503050405090304" pitchFamily="18" charset="0"/>
                    </a:rPr>
                    <a:t>Q</a:t>
                  </a:r>
                  <a:r>
                    <a:rPr lang="en-US" altLang="zh-CN" sz="1400" dirty="0">
                      <a:latin typeface="Times New Roman" panose="02020503050405090304" pitchFamily="18" charset="0"/>
                      <a:sym typeface="Symbol" panose="05050102010706020507" pitchFamily="18" charset="2"/>
                    </a:rPr>
                    <a:t></a:t>
                  </a:r>
                  <a:r>
                    <a:rPr lang="en-US" altLang="zh-CN" sz="1400" dirty="0">
                      <a:latin typeface="Times New Roman" panose="02020503050405090304" pitchFamily="18" charset="0"/>
                    </a:rPr>
                    <a:t>R</a:t>
                  </a:r>
                  <a:endParaRPr lang="en-US" altLang="zh-CN" sz="1000" dirty="0">
                    <a:latin typeface="Times New Roman" panose="02020503050405090304" pitchFamily="18" charset="0"/>
                    <a:sym typeface="Symbol" panose="05050102010706020507" pitchFamily="18" charset="2"/>
                  </a:endParaRPr>
                </a:p>
                <a:p>
                  <a:pPr algn="ctr">
                    <a:buClrTx/>
                    <a:buFontTx/>
                  </a:pPr>
                  <a:endParaRPr lang="en-US" altLang="zh-CN" sz="1400" dirty="0">
                    <a:latin typeface="Times New Roman" panose="02020503050405090304" pitchFamily="18" charset="0"/>
                    <a:sym typeface="Symbol" panose="05050102010706020507" pitchFamily="18" charset="2"/>
                  </a:endParaRPr>
                </a:p>
              </p:txBody>
            </p:sp>
            <p:sp>
              <p:nvSpPr>
                <p:cNvPr id="59450" name="Rectangle 56"/>
                <p:cNvSpPr/>
                <p:nvPr/>
              </p:nvSpPr>
              <p:spPr>
                <a:xfrm>
                  <a:off x="0" y="1726"/>
                  <a:ext cx="777" cy="422"/>
                </a:xfrm>
                <a:prstGeom prst="rect">
                  <a:avLst/>
                </a:prstGeom>
                <a:noFill/>
                <a:ln w="7" cap="flat" cmpd="sng">
                  <a:solidFill>
                    <a:srgbClr val="A0A0A0"/>
                  </a:solidFill>
                  <a:prstDash val="solid"/>
                  <a:miter/>
                  <a:headEnd type="none" w="med" len="med"/>
                  <a:tailEnd type="none" w="med" len="med"/>
                </a:ln>
              </p:spPr>
              <p:txBody>
                <a:bodyPr wrap="none" anchor="t" anchorCtr="0"/>
                <a:p>
                  <a:pPr>
                    <a:buClrTx/>
                    <a:buFontTx/>
                  </a:pPr>
                  <a:endParaRPr lang="zh-CN" altLang="en-US" dirty="0">
                    <a:latin typeface="Tahoma" panose="020B0604030504040204" pitchFamily="34" charset="0"/>
                  </a:endParaRPr>
                </a:p>
              </p:txBody>
            </p:sp>
          </p:grpSp>
          <p:grpSp>
            <p:nvGrpSpPr>
              <p:cNvPr id="59451" name="Group 57"/>
              <p:cNvGrpSpPr/>
              <p:nvPr/>
            </p:nvGrpSpPr>
            <p:grpSpPr>
              <a:xfrm>
                <a:off x="777" y="1726"/>
                <a:ext cx="806" cy="422"/>
                <a:chOff x="777" y="1726"/>
                <a:chExt cx="806" cy="422"/>
              </a:xfrm>
            </p:grpSpPr>
            <p:sp>
              <p:nvSpPr>
                <p:cNvPr id="59452" name="Rectangle 58"/>
                <p:cNvSpPr/>
                <p:nvPr/>
              </p:nvSpPr>
              <p:spPr>
                <a:xfrm>
                  <a:off x="820" y="1726"/>
                  <a:ext cx="720" cy="422"/>
                </a:xfrm>
                <a:prstGeom prst="rect">
                  <a:avLst/>
                </a:prstGeom>
                <a:noFill/>
                <a:ln w="9525">
                  <a:noFill/>
                </a:ln>
              </p:spPr>
              <p:txBody>
                <a:bodyPr anchor="t" anchorCtr="0"/>
                <a:p>
                  <a:pPr algn="ctr">
                    <a:buClrTx/>
                    <a:buFontTx/>
                  </a:pPr>
                  <a:r>
                    <a:rPr lang="zh-CN" altLang="en-US" sz="1400" dirty="0">
                      <a:latin typeface="Times New Roman" panose="02020503050405090304" pitchFamily="18" charset="0"/>
                    </a:rPr>
                    <a:t>011</a:t>
                  </a:r>
                  <a:endParaRPr lang="zh-CN" altLang="en-US" sz="1000" dirty="0">
                    <a:latin typeface="Times New Roman" panose="02020503050405090304" pitchFamily="18" charset="0"/>
                  </a:endParaRPr>
                </a:p>
                <a:p>
                  <a:pPr algn="ctr">
                    <a:buClrTx/>
                    <a:buFontTx/>
                  </a:pPr>
                  <a:endParaRPr lang="zh-CN" altLang="en-US" dirty="0">
                    <a:latin typeface="Times New Roman" panose="02020503050405090304" pitchFamily="18" charset="0"/>
                  </a:endParaRPr>
                </a:p>
              </p:txBody>
            </p:sp>
            <p:sp>
              <p:nvSpPr>
                <p:cNvPr id="59453" name="Rectangle 59"/>
                <p:cNvSpPr/>
                <p:nvPr/>
              </p:nvSpPr>
              <p:spPr>
                <a:xfrm>
                  <a:off x="777" y="1726"/>
                  <a:ext cx="806" cy="422"/>
                </a:xfrm>
                <a:prstGeom prst="rect">
                  <a:avLst/>
                </a:prstGeom>
                <a:noFill/>
                <a:ln w="7" cap="flat" cmpd="sng">
                  <a:solidFill>
                    <a:srgbClr val="A0A0A0"/>
                  </a:solidFill>
                  <a:prstDash val="solid"/>
                  <a:miter/>
                  <a:headEnd type="none" w="med" len="med"/>
                  <a:tailEnd type="none" w="med" len="med"/>
                </a:ln>
              </p:spPr>
              <p:txBody>
                <a:bodyPr wrap="none" anchor="t" anchorCtr="0"/>
                <a:p>
                  <a:pPr>
                    <a:buClrTx/>
                    <a:buFontTx/>
                  </a:pPr>
                  <a:endParaRPr lang="zh-CN" altLang="en-US" dirty="0">
                    <a:latin typeface="Tahoma" panose="020B0604030504040204" pitchFamily="34" charset="0"/>
                  </a:endParaRPr>
                </a:p>
              </p:txBody>
            </p:sp>
          </p:grpSp>
          <p:grpSp>
            <p:nvGrpSpPr>
              <p:cNvPr id="59454" name="Group 60"/>
              <p:cNvGrpSpPr/>
              <p:nvPr/>
            </p:nvGrpSpPr>
            <p:grpSpPr>
              <a:xfrm>
                <a:off x="1583" y="1726"/>
                <a:ext cx="662" cy="422"/>
                <a:chOff x="1583" y="1726"/>
                <a:chExt cx="662" cy="422"/>
              </a:xfrm>
            </p:grpSpPr>
            <p:sp>
              <p:nvSpPr>
                <p:cNvPr id="59455" name="Rectangle 61"/>
                <p:cNvSpPr/>
                <p:nvPr/>
              </p:nvSpPr>
              <p:spPr>
                <a:xfrm>
                  <a:off x="1626" y="1726"/>
                  <a:ext cx="576" cy="422"/>
                </a:xfrm>
                <a:prstGeom prst="rect">
                  <a:avLst/>
                </a:prstGeom>
                <a:noFill/>
                <a:ln w="9525">
                  <a:noFill/>
                </a:ln>
              </p:spPr>
              <p:txBody>
                <a:bodyPr anchor="t" anchorCtr="0"/>
                <a:p>
                  <a:pPr algn="ctr">
                    <a:buClrTx/>
                    <a:buFontTx/>
                  </a:pPr>
                  <a:r>
                    <a:rPr lang="zh-CN" altLang="en-US" sz="1400" dirty="0">
                      <a:latin typeface="Times New Roman" panose="02020503050405090304" pitchFamily="18" charset="0"/>
                    </a:rPr>
                    <a:t>3</a:t>
                  </a:r>
                  <a:endParaRPr lang="zh-CN" altLang="en-US" sz="1000" dirty="0">
                    <a:latin typeface="Times New Roman" panose="02020503050405090304" pitchFamily="18" charset="0"/>
                  </a:endParaRPr>
                </a:p>
                <a:p>
                  <a:pPr algn="ctr">
                    <a:buClrTx/>
                    <a:buFontTx/>
                  </a:pPr>
                  <a:endParaRPr lang="zh-CN" altLang="en-US" dirty="0">
                    <a:latin typeface="Times New Roman" panose="02020503050405090304" pitchFamily="18" charset="0"/>
                  </a:endParaRPr>
                </a:p>
              </p:txBody>
            </p:sp>
            <p:sp>
              <p:nvSpPr>
                <p:cNvPr id="59456" name="Rectangle 62"/>
                <p:cNvSpPr/>
                <p:nvPr/>
              </p:nvSpPr>
              <p:spPr>
                <a:xfrm>
                  <a:off x="1583" y="1726"/>
                  <a:ext cx="662" cy="422"/>
                </a:xfrm>
                <a:prstGeom prst="rect">
                  <a:avLst/>
                </a:prstGeom>
                <a:noFill/>
                <a:ln w="7" cap="flat" cmpd="sng">
                  <a:solidFill>
                    <a:srgbClr val="A0A0A0"/>
                  </a:solidFill>
                  <a:prstDash val="solid"/>
                  <a:miter/>
                  <a:headEnd type="none" w="med" len="med"/>
                  <a:tailEnd type="none" w="med" len="med"/>
                </a:ln>
              </p:spPr>
              <p:txBody>
                <a:bodyPr wrap="none" anchor="t" anchorCtr="0"/>
                <a:p>
                  <a:pPr>
                    <a:buClrTx/>
                    <a:buFontTx/>
                  </a:pPr>
                  <a:endParaRPr lang="zh-CN" altLang="en-US" dirty="0">
                    <a:latin typeface="Tahoma" panose="020B0604030504040204" pitchFamily="34" charset="0"/>
                  </a:endParaRPr>
                </a:p>
              </p:txBody>
            </p:sp>
          </p:grpSp>
          <p:grpSp>
            <p:nvGrpSpPr>
              <p:cNvPr id="59457" name="Group 63"/>
              <p:cNvGrpSpPr/>
              <p:nvPr/>
            </p:nvGrpSpPr>
            <p:grpSpPr>
              <a:xfrm>
                <a:off x="2245" y="1726"/>
                <a:ext cx="734" cy="422"/>
                <a:chOff x="2245" y="1726"/>
                <a:chExt cx="734" cy="422"/>
              </a:xfrm>
            </p:grpSpPr>
            <p:sp>
              <p:nvSpPr>
                <p:cNvPr id="59458" name="Rectangle 64"/>
                <p:cNvSpPr/>
                <p:nvPr/>
              </p:nvSpPr>
              <p:spPr>
                <a:xfrm>
                  <a:off x="2288" y="1726"/>
                  <a:ext cx="648" cy="422"/>
                </a:xfrm>
                <a:prstGeom prst="rect">
                  <a:avLst/>
                </a:prstGeom>
                <a:noFill/>
                <a:ln w="9525">
                  <a:noFill/>
                </a:ln>
              </p:spPr>
              <p:txBody>
                <a:bodyPr anchor="t" anchorCtr="0"/>
                <a:p>
                  <a:pPr algn="ctr">
                    <a:buClrTx/>
                    <a:buFontTx/>
                  </a:pPr>
                  <a:r>
                    <a:rPr lang="en-US" altLang="zh-CN" sz="1400" dirty="0">
                      <a:latin typeface="Times New Roman" panose="02020503050405090304" pitchFamily="18" charset="0"/>
                    </a:rPr>
                    <a:t>m</a:t>
                  </a:r>
                  <a:r>
                    <a:rPr lang="en-US" altLang="zh-CN" sz="1400" baseline="-30000" dirty="0">
                      <a:latin typeface="Times New Roman" panose="02020503050405090304" pitchFamily="18" charset="0"/>
                    </a:rPr>
                    <a:t>011</a:t>
                  </a:r>
                  <a:r>
                    <a:rPr lang="zh-CN" altLang="en-US" sz="1400" dirty="0">
                      <a:latin typeface="宋体" pitchFamily="2" charset="-122"/>
                    </a:rPr>
                    <a:t>或</a:t>
                  </a:r>
                  <a:r>
                    <a:rPr lang="en-US" altLang="zh-CN" sz="1400" dirty="0">
                      <a:latin typeface="Times New Roman" panose="02020503050405090304" pitchFamily="18" charset="0"/>
                    </a:rPr>
                    <a:t>m</a:t>
                  </a:r>
                  <a:r>
                    <a:rPr lang="en-US" altLang="zh-CN" sz="1400" baseline="-30000" dirty="0">
                      <a:latin typeface="Times New Roman" panose="02020503050405090304" pitchFamily="18" charset="0"/>
                    </a:rPr>
                    <a:t>3</a:t>
                  </a:r>
                  <a:endParaRPr lang="en-US" altLang="zh-CN" sz="1000" dirty="0">
                    <a:latin typeface="Times New Roman" panose="02020503050405090304" pitchFamily="18" charset="0"/>
                  </a:endParaRPr>
                </a:p>
                <a:p>
                  <a:pPr algn="ctr">
                    <a:buClrTx/>
                    <a:buFontTx/>
                  </a:pPr>
                  <a:endParaRPr lang="en-US" altLang="zh-CN" dirty="0">
                    <a:latin typeface="Times New Roman" panose="02020503050405090304" pitchFamily="18" charset="0"/>
                  </a:endParaRPr>
                </a:p>
              </p:txBody>
            </p:sp>
            <p:sp>
              <p:nvSpPr>
                <p:cNvPr id="59459" name="Rectangle 65"/>
                <p:cNvSpPr/>
                <p:nvPr/>
              </p:nvSpPr>
              <p:spPr>
                <a:xfrm>
                  <a:off x="2245" y="1726"/>
                  <a:ext cx="734" cy="422"/>
                </a:xfrm>
                <a:prstGeom prst="rect">
                  <a:avLst/>
                </a:prstGeom>
                <a:noFill/>
                <a:ln w="7" cap="flat" cmpd="sng">
                  <a:solidFill>
                    <a:srgbClr val="A0A0A0"/>
                  </a:solidFill>
                  <a:prstDash val="solid"/>
                  <a:miter/>
                  <a:headEnd type="none" w="med" len="med"/>
                  <a:tailEnd type="none" w="med" len="med"/>
                </a:ln>
              </p:spPr>
              <p:txBody>
                <a:bodyPr wrap="none" anchor="t" anchorCtr="0"/>
                <a:p>
                  <a:pPr>
                    <a:buClrTx/>
                    <a:buFontTx/>
                  </a:pPr>
                  <a:endParaRPr lang="zh-CN" altLang="en-US" dirty="0">
                    <a:latin typeface="Tahoma" panose="020B0604030504040204" pitchFamily="34" charset="0"/>
                  </a:endParaRPr>
                </a:p>
              </p:txBody>
            </p:sp>
          </p:grpSp>
          <p:grpSp>
            <p:nvGrpSpPr>
              <p:cNvPr id="59460" name="Group 66"/>
              <p:cNvGrpSpPr/>
              <p:nvPr/>
            </p:nvGrpSpPr>
            <p:grpSpPr>
              <a:xfrm>
                <a:off x="0" y="2148"/>
                <a:ext cx="777" cy="422"/>
                <a:chOff x="0" y="2148"/>
                <a:chExt cx="777" cy="422"/>
              </a:xfrm>
            </p:grpSpPr>
            <p:sp>
              <p:nvSpPr>
                <p:cNvPr id="59461" name="Rectangle 67"/>
                <p:cNvSpPr/>
                <p:nvPr/>
              </p:nvSpPr>
              <p:spPr>
                <a:xfrm>
                  <a:off x="43" y="2148"/>
                  <a:ext cx="691" cy="422"/>
                </a:xfrm>
                <a:prstGeom prst="rect">
                  <a:avLst/>
                </a:prstGeom>
                <a:noFill/>
                <a:ln w="9525">
                  <a:noFill/>
                </a:ln>
              </p:spPr>
              <p:txBody>
                <a:bodyPr anchor="t" anchorCtr="0"/>
                <a:p>
                  <a:pPr algn="ctr">
                    <a:buClrTx/>
                    <a:buFontTx/>
                  </a:pPr>
                  <a:r>
                    <a:rPr lang="en-US" altLang="zh-CN" sz="1400" dirty="0">
                      <a:latin typeface="Times New Roman" panose="02020503050405090304" pitchFamily="18" charset="0"/>
                    </a:rPr>
                    <a:t>P</a:t>
                  </a:r>
                  <a:r>
                    <a:rPr lang="en-US" altLang="zh-CN" sz="1400" dirty="0">
                      <a:latin typeface="Times New Roman" panose="02020503050405090304" pitchFamily="18" charset="0"/>
                      <a:sym typeface="Symbol" panose="05050102010706020507" pitchFamily="18" charset="2"/>
                    </a:rPr>
                    <a:t>¬</a:t>
                  </a:r>
                  <a:r>
                    <a:rPr lang="en-US" altLang="zh-CN" sz="1400" dirty="0">
                      <a:latin typeface="Times New Roman" panose="02020503050405090304" pitchFamily="18" charset="0"/>
                    </a:rPr>
                    <a:t>Q</a:t>
                  </a:r>
                  <a:r>
                    <a:rPr lang="en-US" altLang="zh-CN" sz="1400" dirty="0">
                      <a:latin typeface="Times New Roman" panose="02020503050405090304" pitchFamily="18" charset="0"/>
                      <a:sym typeface="Symbol" panose="05050102010706020507" pitchFamily="18" charset="2"/>
                    </a:rPr>
                    <a:t>¬</a:t>
                  </a:r>
                  <a:r>
                    <a:rPr lang="en-US" altLang="zh-CN" sz="1400" dirty="0">
                      <a:latin typeface="Times New Roman" panose="02020503050405090304" pitchFamily="18" charset="0"/>
                    </a:rPr>
                    <a:t>R</a:t>
                  </a:r>
                  <a:endParaRPr lang="en-US" altLang="zh-CN" sz="1000" dirty="0">
                    <a:latin typeface="Times New Roman" panose="02020503050405090304" pitchFamily="18" charset="0"/>
                    <a:sym typeface="Symbol" panose="05050102010706020507" pitchFamily="18" charset="2"/>
                  </a:endParaRPr>
                </a:p>
                <a:p>
                  <a:pPr algn="ctr">
                    <a:buClrTx/>
                    <a:buFontTx/>
                  </a:pPr>
                  <a:endParaRPr lang="en-US" altLang="zh-CN" sz="1400" dirty="0">
                    <a:latin typeface="Times New Roman" panose="02020503050405090304" pitchFamily="18" charset="0"/>
                    <a:sym typeface="Symbol" panose="05050102010706020507" pitchFamily="18" charset="2"/>
                  </a:endParaRPr>
                </a:p>
              </p:txBody>
            </p:sp>
            <p:sp>
              <p:nvSpPr>
                <p:cNvPr id="59462" name="Rectangle 68"/>
                <p:cNvSpPr/>
                <p:nvPr/>
              </p:nvSpPr>
              <p:spPr>
                <a:xfrm>
                  <a:off x="0" y="2148"/>
                  <a:ext cx="777" cy="422"/>
                </a:xfrm>
                <a:prstGeom prst="rect">
                  <a:avLst/>
                </a:prstGeom>
                <a:noFill/>
                <a:ln w="7" cap="flat" cmpd="sng">
                  <a:solidFill>
                    <a:srgbClr val="A0A0A0"/>
                  </a:solidFill>
                  <a:prstDash val="solid"/>
                  <a:miter/>
                  <a:headEnd type="none" w="med" len="med"/>
                  <a:tailEnd type="none" w="med" len="med"/>
                </a:ln>
              </p:spPr>
              <p:txBody>
                <a:bodyPr wrap="none" anchor="t" anchorCtr="0"/>
                <a:p>
                  <a:pPr>
                    <a:buClrTx/>
                    <a:buFontTx/>
                  </a:pPr>
                  <a:endParaRPr lang="zh-CN" altLang="en-US" dirty="0">
                    <a:latin typeface="Tahoma" panose="020B0604030504040204" pitchFamily="34" charset="0"/>
                  </a:endParaRPr>
                </a:p>
              </p:txBody>
            </p:sp>
          </p:grpSp>
          <p:grpSp>
            <p:nvGrpSpPr>
              <p:cNvPr id="59463" name="Group 69"/>
              <p:cNvGrpSpPr/>
              <p:nvPr/>
            </p:nvGrpSpPr>
            <p:grpSpPr>
              <a:xfrm>
                <a:off x="777" y="2148"/>
                <a:ext cx="806" cy="422"/>
                <a:chOff x="777" y="2148"/>
                <a:chExt cx="806" cy="422"/>
              </a:xfrm>
            </p:grpSpPr>
            <p:sp>
              <p:nvSpPr>
                <p:cNvPr id="59464" name="Rectangle 70"/>
                <p:cNvSpPr/>
                <p:nvPr/>
              </p:nvSpPr>
              <p:spPr>
                <a:xfrm>
                  <a:off x="820" y="2148"/>
                  <a:ext cx="720" cy="422"/>
                </a:xfrm>
                <a:prstGeom prst="rect">
                  <a:avLst/>
                </a:prstGeom>
                <a:noFill/>
                <a:ln w="9525">
                  <a:noFill/>
                </a:ln>
              </p:spPr>
              <p:txBody>
                <a:bodyPr anchor="t" anchorCtr="0"/>
                <a:p>
                  <a:pPr algn="ctr">
                    <a:buClrTx/>
                    <a:buFontTx/>
                  </a:pPr>
                  <a:r>
                    <a:rPr lang="zh-CN" altLang="en-US" sz="1400" dirty="0">
                      <a:latin typeface="Times New Roman" panose="02020503050405090304" pitchFamily="18" charset="0"/>
                    </a:rPr>
                    <a:t>100</a:t>
                  </a:r>
                  <a:endParaRPr lang="zh-CN" altLang="en-US" sz="1000" dirty="0">
                    <a:latin typeface="Times New Roman" panose="02020503050405090304" pitchFamily="18" charset="0"/>
                  </a:endParaRPr>
                </a:p>
                <a:p>
                  <a:pPr algn="ctr">
                    <a:buClrTx/>
                    <a:buFontTx/>
                  </a:pPr>
                  <a:endParaRPr lang="zh-CN" altLang="en-US" dirty="0">
                    <a:latin typeface="Times New Roman" panose="02020503050405090304" pitchFamily="18" charset="0"/>
                  </a:endParaRPr>
                </a:p>
              </p:txBody>
            </p:sp>
            <p:sp>
              <p:nvSpPr>
                <p:cNvPr id="59465" name="Rectangle 71"/>
                <p:cNvSpPr/>
                <p:nvPr/>
              </p:nvSpPr>
              <p:spPr>
                <a:xfrm>
                  <a:off x="777" y="2148"/>
                  <a:ext cx="806" cy="422"/>
                </a:xfrm>
                <a:prstGeom prst="rect">
                  <a:avLst/>
                </a:prstGeom>
                <a:noFill/>
                <a:ln w="7" cap="flat" cmpd="sng">
                  <a:solidFill>
                    <a:srgbClr val="A0A0A0"/>
                  </a:solidFill>
                  <a:prstDash val="solid"/>
                  <a:miter/>
                  <a:headEnd type="none" w="med" len="med"/>
                  <a:tailEnd type="none" w="med" len="med"/>
                </a:ln>
              </p:spPr>
              <p:txBody>
                <a:bodyPr wrap="none" anchor="t" anchorCtr="0"/>
                <a:p>
                  <a:pPr>
                    <a:buClrTx/>
                    <a:buFontTx/>
                  </a:pPr>
                  <a:endParaRPr lang="zh-CN" altLang="en-US" dirty="0">
                    <a:latin typeface="Tahoma" panose="020B0604030504040204" pitchFamily="34" charset="0"/>
                  </a:endParaRPr>
                </a:p>
              </p:txBody>
            </p:sp>
          </p:grpSp>
          <p:grpSp>
            <p:nvGrpSpPr>
              <p:cNvPr id="59466" name="Group 72"/>
              <p:cNvGrpSpPr/>
              <p:nvPr/>
            </p:nvGrpSpPr>
            <p:grpSpPr>
              <a:xfrm>
                <a:off x="1583" y="2148"/>
                <a:ext cx="662" cy="422"/>
                <a:chOff x="1583" y="2148"/>
                <a:chExt cx="662" cy="422"/>
              </a:xfrm>
            </p:grpSpPr>
            <p:sp>
              <p:nvSpPr>
                <p:cNvPr id="59467" name="Rectangle 73"/>
                <p:cNvSpPr/>
                <p:nvPr/>
              </p:nvSpPr>
              <p:spPr>
                <a:xfrm>
                  <a:off x="1626" y="2148"/>
                  <a:ext cx="576" cy="422"/>
                </a:xfrm>
                <a:prstGeom prst="rect">
                  <a:avLst/>
                </a:prstGeom>
                <a:noFill/>
                <a:ln w="9525">
                  <a:noFill/>
                </a:ln>
              </p:spPr>
              <p:txBody>
                <a:bodyPr anchor="t" anchorCtr="0"/>
                <a:p>
                  <a:pPr algn="ctr">
                    <a:buClrTx/>
                    <a:buFontTx/>
                  </a:pPr>
                  <a:r>
                    <a:rPr lang="zh-CN" altLang="en-US" sz="1400" dirty="0">
                      <a:latin typeface="Times New Roman" panose="02020503050405090304" pitchFamily="18" charset="0"/>
                    </a:rPr>
                    <a:t>4</a:t>
                  </a:r>
                  <a:endParaRPr lang="zh-CN" altLang="en-US" sz="1000" dirty="0">
                    <a:latin typeface="Times New Roman" panose="02020503050405090304" pitchFamily="18" charset="0"/>
                  </a:endParaRPr>
                </a:p>
                <a:p>
                  <a:pPr algn="ctr">
                    <a:buClrTx/>
                    <a:buFontTx/>
                  </a:pPr>
                  <a:endParaRPr lang="zh-CN" altLang="en-US" dirty="0">
                    <a:latin typeface="Times New Roman" panose="02020503050405090304" pitchFamily="18" charset="0"/>
                  </a:endParaRPr>
                </a:p>
              </p:txBody>
            </p:sp>
            <p:sp>
              <p:nvSpPr>
                <p:cNvPr id="59468" name="Rectangle 74"/>
                <p:cNvSpPr/>
                <p:nvPr/>
              </p:nvSpPr>
              <p:spPr>
                <a:xfrm>
                  <a:off x="1583" y="2148"/>
                  <a:ext cx="662" cy="422"/>
                </a:xfrm>
                <a:prstGeom prst="rect">
                  <a:avLst/>
                </a:prstGeom>
                <a:noFill/>
                <a:ln w="7" cap="flat" cmpd="sng">
                  <a:solidFill>
                    <a:srgbClr val="A0A0A0"/>
                  </a:solidFill>
                  <a:prstDash val="solid"/>
                  <a:miter/>
                  <a:headEnd type="none" w="med" len="med"/>
                  <a:tailEnd type="none" w="med" len="med"/>
                </a:ln>
              </p:spPr>
              <p:txBody>
                <a:bodyPr wrap="none" anchor="t" anchorCtr="0"/>
                <a:p>
                  <a:pPr>
                    <a:buClrTx/>
                    <a:buFontTx/>
                  </a:pPr>
                  <a:endParaRPr lang="zh-CN" altLang="en-US" dirty="0">
                    <a:latin typeface="Tahoma" panose="020B0604030504040204" pitchFamily="34" charset="0"/>
                  </a:endParaRPr>
                </a:p>
              </p:txBody>
            </p:sp>
          </p:grpSp>
          <p:grpSp>
            <p:nvGrpSpPr>
              <p:cNvPr id="59469" name="Group 75"/>
              <p:cNvGrpSpPr/>
              <p:nvPr/>
            </p:nvGrpSpPr>
            <p:grpSpPr>
              <a:xfrm>
                <a:off x="2245" y="2148"/>
                <a:ext cx="734" cy="422"/>
                <a:chOff x="2245" y="2148"/>
                <a:chExt cx="734" cy="422"/>
              </a:xfrm>
            </p:grpSpPr>
            <p:sp>
              <p:nvSpPr>
                <p:cNvPr id="59470" name="Rectangle 76"/>
                <p:cNvSpPr/>
                <p:nvPr/>
              </p:nvSpPr>
              <p:spPr>
                <a:xfrm>
                  <a:off x="2288" y="2148"/>
                  <a:ext cx="648" cy="422"/>
                </a:xfrm>
                <a:prstGeom prst="rect">
                  <a:avLst/>
                </a:prstGeom>
                <a:noFill/>
                <a:ln w="9525">
                  <a:noFill/>
                </a:ln>
              </p:spPr>
              <p:txBody>
                <a:bodyPr anchor="t" anchorCtr="0"/>
                <a:p>
                  <a:pPr algn="ctr">
                    <a:buClrTx/>
                    <a:buFontTx/>
                  </a:pPr>
                  <a:r>
                    <a:rPr lang="en-US" altLang="zh-CN" sz="1400" dirty="0">
                      <a:latin typeface="Times New Roman" panose="02020503050405090304" pitchFamily="18" charset="0"/>
                    </a:rPr>
                    <a:t>m</a:t>
                  </a:r>
                  <a:r>
                    <a:rPr lang="en-US" altLang="zh-CN" sz="1400" baseline="-30000" dirty="0">
                      <a:latin typeface="Times New Roman" panose="02020503050405090304" pitchFamily="18" charset="0"/>
                    </a:rPr>
                    <a:t>100</a:t>
                  </a:r>
                  <a:r>
                    <a:rPr lang="zh-CN" altLang="en-US" sz="1400" dirty="0">
                      <a:latin typeface="宋体" pitchFamily="2" charset="-122"/>
                    </a:rPr>
                    <a:t>或</a:t>
                  </a:r>
                  <a:r>
                    <a:rPr lang="en-US" altLang="zh-CN" sz="1400" dirty="0">
                      <a:latin typeface="Times New Roman" panose="02020503050405090304" pitchFamily="18" charset="0"/>
                    </a:rPr>
                    <a:t>m</a:t>
                  </a:r>
                  <a:r>
                    <a:rPr lang="en-US" altLang="zh-CN" sz="1400" baseline="-30000" dirty="0">
                      <a:latin typeface="Times New Roman" panose="02020503050405090304" pitchFamily="18" charset="0"/>
                    </a:rPr>
                    <a:t>4</a:t>
                  </a:r>
                  <a:endParaRPr lang="en-US" altLang="zh-CN" sz="1000" dirty="0">
                    <a:latin typeface="Times New Roman" panose="02020503050405090304" pitchFamily="18" charset="0"/>
                  </a:endParaRPr>
                </a:p>
                <a:p>
                  <a:pPr algn="ctr">
                    <a:buClrTx/>
                    <a:buFontTx/>
                  </a:pPr>
                  <a:endParaRPr lang="en-US" altLang="zh-CN" dirty="0">
                    <a:latin typeface="Times New Roman" panose="02020503050405090304" pitchFamily="18" charset="0"/>
                  </a:endParaRPr>
                </a:p>
              </p:txBody>
            </p:sp>
            <p:sp>
              <p:nvSpPr>
                <p:cNvPr id="59471" name="Rectangle 77"/>
                <p:cNvSpPr/>
                <p:nvPr/>
              </p:nvSpPr>
              <p:spPr>
                <a:xfrm>
                  <a:off x="2245" y="2148"/>
                  <a:ext cx="734" cy="422"/>
                </a:xfrm>
                <a:prstGeom prst="rect">
                  <a:avLst/>
                </a:prstGeom>
                <a:noFill/>
                <a:ln w="7" cap="flat" cmpd="sng">
                  <a:solidFill>
                    <a:srgbClr val="A0A0A0"/>
                  </a:solidFill>
                  <a:prstDash val="solid"/>
                  <a:miter/>
                  <a:headEnd type="none" w="med" len="med"/>
                  <a:tailEnd type="none" w="med" len="med"/>
                </a:ln>
              </p:spPr>
              <p:txBody>
                <a:bodyPr wrap="none" anchor="t" anchorCtr="0"/>
                <a:p>
                  <a:pPr>
                    <a:buClrTx/>
                    <a:buFontTx/>
                  </a:pPr>
                  <a:endParaRPr lang="zh-CN" altLang="en-US" dirty="0">
                    <a:latin typeface="Tahoma" panose="020B0604030504040204" pitchFamily="34" charset="0"/>
                  </a:endParaRPr>
                </a:p>
              </p:txBody>
            </p:sp>
          </p:grpSp>
          <p:grpSp>
            <p:nvGrpSpPr>
              <p:cNvPr id="59472" name="Group 78"/>
              <p:cNvGrpSpPr/>
              <p:nvPr/>
            </p:nvGrpSpPr>
            <p:grpSpPr>
              <a:xfrm>
                <a:off x="0" y="2570"/>
                <a:ext cx="777" cy="422"/>
                <a:chOff x="0" y="2570"/>
                <a:chExt cx="777" cy="422"/>
              </a:xfrm>
            </p:grpSpPr>
            <p:sp>
              <p:nvSpPr>
                <p:cNvPr id="59473" name="Rectangle 79"/>
                <p:cNvSpPr/>
                <p:nvPr/>
              </p:nvSpPr>
              <p:spPr>
                <a:xfrm>
                  <a:off x="43" y="2570"/>
                  <a:ext cx="691" cy="422"/>
                </a:xfrm>
                <a:prstGeom prst="rect">
                  <a:avLst/>
                </a:prstGeom>
                <a:noFill/>
                <a:ln w="9525">
                  <a:noFill/>
                </a:ln>
              </p:spPr>
              <p:txBody>
                <a:bodyPr anchor="t" anchorCtr="0"/>
                <a:p>
                  <a:pPr algn="ctr">
                    <a:buClrTx/>
                    <a:buFontTx/>
                  </a:pPr>
                  <a:r>
                    <a:rPr lang="en-US" altLang="zh-CN" sz="1400" dirty="0">
                      <a:latin typeface="Times New Roman" panose="02020503050405090304" pitchFamily="18" charset="0"/>
                    </a:rPr>
                    <a:t>P</a:t>
                  </a:r>
                  <a:r>
                    <a:rPr lang="en-US" altLang="zh-CN" sz="1400" dirty="0">
                      <a:latin typeface="Times New Roman" panose="02020503050405090304" pitchFamily="18" charset="0"/>
                      <a:sym typeface="Symbol" panose="05050102010706020507" pitchFamily="18" charset="2"/>
                    </a:rPr>
                    <a:t>¬</a:t>
                  </a:r>
                  <a:r>
                    <a:rPr lang="en-US" altLang="zh-CN" sz="1400" dirty="0">
                      <a:latin typeface="Times New Roman" panose="02020503050405090304" pitchFamily="18" charset="0"/>
                    </a:rPr>
                    <a:t>Q</a:t>
                  </a:r>
                  <a:r>
                    <a:rPr lang="en-US" altLang="zh-CN" sz="1400" dirty="0">
                      <a:latin typeface="Times New Roman" panose="02020503050405090304" pitchFamily="18" charset="0"/>
                      <a:sym typeface="Symbol" panose="05050102010706020507" pitchFamily="18" charset="2"/>
                    </a:rPr>
                    <a:t></a:t>
                  </a:r>
                  <a:r>
                    <a:rPr lang="en-US" altLang="zh-CN" sz="1400" dirty="0">
                      <a:latin typeface="Times New Roman" panose="02020503050405090304" pitchFamily="18" charset="0"/>
                    </a:rPr>
                    <a:t>R</a:t>
                  </a:r>
                  <a:endParaRPr lang="en-US" altLang="zh-CN" sz="1000" dirty="0">
                    <a:latin typeface="Times New Roman" panose="02020503050405090304" pitchFamily="18" charset="0"/>
                    <a:sym typeface="Symbol" panose="05050102010706020507" pitchFamily="18" charset="2"/>
                  </a:endParaRPr>
                </a:p>
                <a:p>
                  <a:pPr algn="ctr">
                    <a:buClrTx/>
                    <a:buFontTx/>
                  </a:pPr>
                  <a:endParaRPr lang="en-US" altLang="zh-CN" sz="1400" dirty="0">
                    <a:latin typeface="Times New Roman" panose="02020503050405090304" pitchFamily="18" charset="0"/>
                    <a:sym typeface="Symbol" panose="05050102010706020507" pitchFamily="18" charset="2"/>
                  </a:endParaRPr>
                </a:p>
              </p:txBody>
            </p:sp>
            <p:sp>
              <p:nvSpPr>
                <p:cNvPr id="59474" name="Rectangle 80"/>
                <p:cNvSpPr/>
                <p:nvPr/>
              </p:nvSpPr>
              <p:spPr>
                <a:xfrm>
                  <a:off x="0" y="2570"/>
                  <a:ext cx="777" cy="422"/>
                </a:xfrm>
                <a:prstGeom prst="rect">
                  <a:avLst/>
                </a:prstGeom>
                <a:noFill/>
                <a:ln w="7" cap="flat" cmpd="sng">
                  <a:solidFill>
                    <a:srgbClr val="A0A0A0"/>
                  </a:solidFill>
                  <a:prstDash val="solid"/>
                  <a:miter/>
                  <a:headEnd type="none" w="med" len="med"/>
                  <a:tailEnd type="none" w="med" len="med"/>
                </a:ln>
              </p:spPr>
              <p:txBody>
                <a:bodyPr wrap="none" anchor="t" anchorCtr="0"/>
                <a:p>
                  <a:pPr>
                    <a:buClrTx/>
                    <a:buFontTx/>
                  </a:pPr>
                  <a:endParaRPr lang="zh-CN" altLang="en-US" dirty="0">
                    <a:latin typeface="Tahoma" panose="020B0604030504040204" pitchFamily="34" charset="0"/>
                  </a:endParaRPr>
                </a:p>
              </p:txBody>
            </p:sp>
          </p:grpSp>
          <p:grpSp>
            <p:nvGrpSpPr>
              <p:cNvPr id="59475" name="Group 81"/>
              <p:cNvGrpSpPr/>
              <p:nvPr/>
            </p:nvGrpSpPr>
            <p:grpSpPr>
              <a:xfrm>
                <a:off x="777" y="2570"/>
                <a:ext cx="806" cy="422"/>
                <a:chOff x="777" y="2570"/>
                <a:chExt cx="806" cy="422"/>
              </a:xfrm>
            </p:grpSpPr>
            <p:sp>
              <p:nvSpPr>
                <p:cNvPr id="59476" name="Rectangle 82"/>
                <p:cNvSpPr/>
                <p:nvPr/>
              </p:nvSpPr>
              <p:spPr>
                <a:xfrm>
                  <a:off x="820" y="2570"/>
                  <a:ext cx="720" cy="422"/>
                </a:xfrm>
                <a:prstGeom prst="rect">
                  <a:avLst/>
                </a:prstGeom>
                <a:noFill/>
                <a:ln w="9525">
                  <a:noFill/>
                </a:ln>
              </p:spPr>
              <p:txBody>
                <a:bodyPr anchor="t" anchorCtr="0"/>
                <a:p>
                  <a:pPr algn="ctr">
                    <a:buClrTx/>
                    <a:buFontTx/>
                  </a:pPr>
                  <a:r>
                    <a:rPr lang="zh-CN" altLang="en-US" sz="1400" dirty="0">
                      <a:latin typeface="Times New Roman" panose="02020503050405090304" pitchFamily="18" charset="0"/>
                    </a:rPr>
                    <a:t>101</a:t>
                  </a:r>
                  <a:endParaRPr lang="zh-CN" altLang="en-US" sz="1000" dirty="0">
                    <a:latin typeface="Times New Roman" panose="02020503050405090304" pitchFamily="18" charset="0"/>
                  </a:endParaRPr>
                </a:p>
                <a:p>
                  <a:pPr algn="ctr">
                    <a:buClrTx/>
                    <a:buFontTx/>
                  </a:pPr>
                  <a:endParaRPr lang="zh-CN" altLang="en-US" dirty="0">
                    <a:latin typeface="Times New Roman" panose="02020503050405090304" pitchFamily="18" charset="0"/>
                  </a:endParaRPr>
                </a:p>
              </p:txBody>
            </p:sp>
            <p:sp>
              <p:nvSpPr>
                <p:cNvPr id="59477" name="Rectangle 83"/>
                <p:cNvSpPr/>
                <p:nvPr/>
              </p:nvSpPr>
              <p:spPr>
                <a:xfrm>
                  <a:off x="777" y="2570"/>
                  <a:ext cx="806" cy="422"/>
                </a:xfrm>
                <a:prstGeom prst="rect">
                  <a:avLst/>
                </a:prstGeom>
                <a:noFill/>
                <a:ln w="7" cap="flat" cmpd="sng">
                  <a:solidFill>
                    <a:srgbClr val="A0A0A0"/>
                  </a:solidFill>
                  <a:prstDash val="solid"/>
                  <a:miter/>
                  <a:headEnd type="none" w="med" len="med"/>
                  <a:tailEnd type="none" w="med" len="med"/>
                </a:ln>
              </p:spPr>
              <p:txBody>
                <a:bodyPr wrap="none" anchor="t" anchorCtr="0"/>
                <a:p>
                  <a:pPr>
                    <a:buClrTx/>
                    <a:buFontTx/>
                  </a:pPr>
                  <a:endParaRPr lang="zh-CN" altLang="en-US" dirty="0">
                    <a:latin typeface="Tahoma" panose="020B0604030504040204" pitchFamily="34" charset="0"/>
                  </a:endParaRPr>
                </a:p>
              </p:txBody>
            </p:sp>
          </p:grpSp>
          <p:grpSp>
            <p:nvGrpSpPr>
              <p:cNvPr id="59478" name="Group 84"/>
              <p:cNvGrpSpPr/>
              <p:nvPr/>
            </p:nvGrpSpPr>
            <p:grpSpPr>
              <a:xfrm>
                <a:off x="1583" y="2570"/>
                <a:ext cx="662" cy="422"/>
                <a:chOff x="1583" y="2570"/>
                <a:chExt cx="662" cy="422"/>
              </a:xfrm>
            </p:grpSpPr>
            <p:sp>
              <p:nvSpPr>
                <p:cNvPr id="59479" name="Rectangle 85"/>
                <p:cNvSpPr/>
                <p:nvPr/>
              </p:nvSpPr>
              <p:spPr>
                <a:xfrm>
                  <a:off x="1626" y="2570"/>
                  <a:ext cx="576" cy="422"/>
                </a:xfrm>
                <a:prstGeom prst="rect">
                  <a:avLst/>
                </a:prstGeom>
                <a:noFill/>
                <a:ln w="9525">
                  <a:noFill/>
                </a:ln>
              </p:spPr>
              <p:txBody>
                <a:bodyPr anchor="t" anchorCtr="0"/>
                <a:p>
                  <a:pPr algn="ctr">
                    <a:buClrTx/>
                    <a:buFontTx/>
                  </a:pPr>
                  <a:r>
                    <a:rPr lang="zh-CN" altLang="en-US" sz="1400" dirty="0">
                      <a:latin typeface="Times New Roman" panose="02020503050405090304" pitchFamily="18" charset="0"/>
                    </a:rPr>
                    <a:t>5</a:t>
                  </a:r>
                  <a:endParaRPr lang="zh-CN" altLang="en-US" sz="1000" dirty="0">
                    <a:latin typeface="Times New Roman" panose="02020503050405090304" pitchFamily="18" charset="0"/>
                  </a:endParaRPr>
                </a:p>
                <a:p>
                  <a:pPr algn="ctr">
                    <a:buClrTx/>
                    <a:buFontTx/>
                  </a:pPr>
                  <a:endParaRPr lang="zh-CN" altLang="en-US" dirty="0">
                    <a:latin typeface="Times New Roman" panose="02020503050405090304" pitchFamily="18" charset="0"/>
                  </a:endParaRPr>
                </a:p>
              </p:txBody>
            </p:sp>
            <p:sp>
              <p:nvSpPr>
                <p:cNvPr id="59480" name="Rectangle 86"/>
                <p:cNvSpPr/>
                <p:nvPr/>
              </p:nvSpPr>
              <p:spPr>
                <a:xfrm>
                  <a:off x="1583" y="2570"/>
                  <a:ext cx="662" cy="422"/>
                </a:xfrm>
                <a:prstGeom prst="rect">
                  <a:avLst/>
                </a:prstGeom>
                <a:noFill/>
                <a:ln w="7" cap="flat" cmpd="sng">
                  <a:solidFill>
                    <a:srgbClr val="A0A0A0"/>
                  </a:solidFill>
                  <a:prstDash val="solid"/>
                  <a:miter/>
                  <a:headEnd type="none" w="med" len="med"/>
                  <a:tailEnd type="none" w="med" len="med"/>
                </a:ln>
              </p:spPr>
              <p:txBody>
                <a:bodyPr wrap="none" anchor="t" anchorCtr="0"/>
                <a:p>
                  <a:pPr>
                    <a:buClrTx/>
                    <a:buFontTx/>
                  </a:pPr>
                  <a:endParaRPr lang="zh-CN" altLang="en-US" dirty="0">
                    <a:latin typeface="Tahoma" panose="020B0604030504040204" pitchFamily="34" charset="0"/>
                  </a:endParaRPr>
                </a:p>
              </p:txBody>
            </p:sp>
          </p:grpSp>
          <p:grpSp>
            <p:nvGrpSpPr>
              <p:cNvPr id="59481" name="Group 87"/>
              <p:cNvGrpSpPr/>
              <p:nvPr/>
            </p:nvGrpSpPr>
            <p:grpSpPr>
              <a:xfrm>
                <a:off x="2245" y="2570"/>
                <a:ext cx="734" cy="422"/>
                <a:chOff x="2245" y="2570"/>
                <a:chExt cx="734" cy="422"/>
              </a:xfrm>
            </p:grpSpPr>
            <p:sp>
              <p:nvSpPr>
                <p:cNvPr id="59482" name="Rectangle 88"/>
                <p:cNvSpPr/>
                <p:nvPr/>
              </p:nvSpPr>
              <p:spPr>
                <a:xfrm>
                  <a:off x="2288" y="2570"/>
                  <a:ext cx="648" cy="422"/>
                </a:xfrm>
                <a:prstGeom prst="rect">
                  <a:avLst/>
                </a:prstGeom>
                <a:noFill/>
                <a:ln w="9525">
                  <a:noFill/>
                </a:ln>
              </p:spPr>
              <p:txBody>
                <a:bodyPr anchor="t" anchorCtr="0"/>
                <a:p>
                  <a:pPr algn="ctr">
                    <a:buClrTx/>
                    <a:buFontTx/>
                  </a:pPr>
                  <a:r>
                    <a:rPr lang="en-US" altLang="zh-CN" sz="1400" dirty="0">
                      <a:latin typeface="Times New Roman" panose="02020503050405090304" pitchFamily="18" charset="0"/>
                    </a:rPr>
                    <a:t>m</a:t>
                  </a:r>
                  <a:r>
                    <a:rPr lang="en-US" altLang="zh-CN" sz="1400" baseline="-30000" dirty="0">
                      <a:latin typeface="Times New Roman" panose="02020503050405090304" pitchFamily="18" charset="0"/>
                    </a:rPr>
                    <a:t>101</a:t>
                  </a:r>
                  <a:r>
                    <a:rPr lang="zh-CN" altLang="en-US" sz="1400" dirty="0">
                      <a:latin typeface="宋体" pitchFamily="2" charset="-122"/>
                    </a:rPr>
                    <a:t>或</a:t>
                  </a:r>
                  <a:r>
                    <a:rPr lang="en-US" altLang="zh-CN" sz="1400" dirty="0">
                      <a:latin typeface="Times New Roman" panose="02020503050405090304" pitchFamily="18" charset="0"/>
                    </a:rPr>
                    <a:t>m</a:t>
                  </a:r>
                  <a:r>
                    <a:rPr lang="en-US" altLang="zh-CN" sz="1400" baseline="-30000" dirty="0">
                      <a:latin typeface="Times New Roman" panose="02020503050405090304" pitchFamily="18" charset="0"/>
                    </a:rPr>
                    <a:t>5</a:t>
                  </a:r>
                  <a:endParaRPr lang="en-US" altLang="zh-CN" sz="1000" dirty="0">
                    <a:latin typeface="Times New Roman" panose="02020503050405090304" pitchFamily="18" charset="0"/>
                  </a:endParaRPr>
                </a:p>
                <a:p>
                  <a:pPr algn="ctr">
                    <a:buClrTx/>
                    <a:buFontTx/>
                  </a:pPr>
                  <a:endParaRPr lang="en-US" altLang="zh-CN" dirty="0">
                    <a:latin typeface="Times New Roman" panose="02020503050405090304" pitchFamily="18" charset="0"/>
                  </a:endParaRPr>
                </a:p>
              </p:txBody>
            </p:sp>
            <p:sp>
              <p:nvSpPr>
                <p:cNvPr id="59483" name="Rectangle 89"/>
                <p:cNvSpPr/>
                <p:nvPr/>
              </p:nvSpPr>
              <p:spPr>
                <a:xfrm>
                  <a:off x="2245" y="2570"/>
                  <a:ext cx="734" cy="422"/>
                </a:xfrm>
                <a:prstGeom prst="rect">
                  <a:avLst/>
                </a:prstGeom>
                <a:noFill/>
                <a:ln w="7" cap="flat" cmpd="sng">
                  <a:solidFill>
                    <a:srgbClr val="A0A0A0"/>
                  </a:solidFill>
                  <a:prstDash val="solid"/>
                  <a:miter/>
                  <a:headEnd type="none" w="med" len="med"/>
                  <a:tailEnd type="none" w="med" len="med"/>
                </a:ln>
              </p:spPr>
              <p:txBody>
                <a:bodyPr wrap="none" anchor="t" anchorCtr="0"/>
                <a:p>
                  <a:pPr>
                    <a:buClrTx/>
                    <a:buFontTx/>
                  </a:pPr>
                  <a:endParaRPr lang="zh-CN" altLang="en-US" dirty="0">
                    <a:latin typeface="Tahoma" panose="020B0604030504040204" pitchFamily="34" charset="0"/>
                  </a:endParaRPr>
                </a:p>
              </p:txBody>
            </p:sp>
          </p:grpSp>
          <p:grpSp>
            <p:nvGrpSpPr>
              <p:cNvPr id="59484" name="Group 90"/>
              <p:cNvGrpSpPr/>
              <p:nvPr/>
            </p:nvGrpSpPr>
            <p:grpSpPr>
              <a:xfrm>
                <a:off x="0" y="2992"/>
                <a:ext cx="777" cy="422"/>
                <a:chOff x="0" y="2992"/>
                <a:chExt cx="777" cy="422"/>
              </a:xfrm>
            </p:grpSpPr>
            <p:sp>
              <p:nvSpPr>
                <p:cNvPr id="59485" name="Rectangle 91"/>
                <p:cNvSpPr/>
                <p:nvPr/>
              </p:nvSpPr>
              <p:spPr>
                <a:xfrm>
                  <a:off x="43" y="2992"/>
                  <a:ext cx="691" cy="422"/>
                </a:xfrm>
                <a:prstGeom prst="rect">
                  <a:avLst/>
                </a:prstGeom>
                <a:noFill/>
                <a:ln w="9525">
                  <a:noFill/>
                </a:ln>
              </p:spPr>
              <p:txBody>
                <a:bodyPr anchor="t" anchorCtr="0"/>
                <a:p>
                  <a:pPr algn="ctr">
                    <a:buClrTx/>
                    <a:buFontTx/>
                  </a:pPr>
                  <a:r>
                    <a:rPr lang="en-US" altLang="zh-CN" sz="1400" dirty="0">
                      <a:latin typeface="Times New Roman" panose="02020503050405090304" pitchFamily="18" charset="0"/>
                    </a:rPr>
                    <a:t>P</a:t>
                  </a:r>
                  <a:r>
                    <a:rPr lang="en-US" altLang="zh-CN" sz="1400" dirty="0">
                      <a:latin typeface="Times New Roman" panose="02020503050405090304" pitchFamily="18" charset="0"/>
                      <a:sym typeface="Symbol" panose="05050102010706020507" pitchFamily="18" charset="2"/>
                    </a:rPr>
                    <a:t></a:t>
                  </a:r>
                  <a:r>
                    <a:rPr lang="en-US" altLang="zh-CN" sz="1400" dirty="0">
                      <a:latin typeface="Times New Roman" panose="02020503050405090304" pitchFamily="18" charset="0"/>
                    </a:rPr>
                    <a:t>Q</a:t>
                  </a:r>
                  <a:r>
                    <a:rPr lang="en-US" altLang="zh-CN" sz="1400" dirty="0">
                      <a:latin typeface="Times New Roman" panose="02020503050405090304" pitchFamily="18" charset="0"/>
                      <a:sym typeface="Symbol" panose="05050102010706020507" pitchFamily="18" charset="2"/>
                    </a:rPr>
                    <a:t>¬</a:t>
                  </a:r>
                  <a:r>
                    <a:rPr lang="en-US" altLang="zh-CN" sz="1400" dirty="0">
                      <a:latin typeface="Times New Roman" panose="02020503050405090304" pitchFamily="18" charset="0"/>
                    </a:rPr>
                    <a:t>R</a:t>
                  </a:r>
                  <a:endParaRPr lang="en-US" altLang="zh-CN" sz="1000" dirty="0">
                    <a:latin typeface="Times New Roman" panose="02020503050405090304" pitchFamily="18" charset="0"/>
                    <a:sym typeface="Symbol" panose="05050102010706020507" pitchFamily="18" charset="2"/>
                  </a:endParaRPr>
                </a:p>
                <a:p>
                  <a:pPr algn="ctr">
                    <a:buClrTx/>
                    <a:buFontTx/>
                  </a:pPr>
                  <a:endParaRPr lang="en-US" altLang="zh-CN" sz="1400" dirty="0">
                    <a:latin typeface="Times New Roman" panose="02020503050405090304" pitchFamily="18" charset="0"/>
                    <a:sym typeface="Symbol" panose="05050102010706020507" pitchFamily="18" charset="2"/>
                  </a:endParaRPr>
                </a:p>
              </p:txBody>
            </p:sp>
            <p:sp>
              <p:nvSpPr>
                <p:cNvPr id="59486" name="Rectangle 92"/>
                <p:cNvSpPr/>
                <p:nvPr/>
              </p:nvSpPr>
              <p:spPr>
                <a:xfrm>
                  <a:off x="0" y="2992"/>
                  <a:ext cx="777" cy="422"/>
                </a:xfrm>
                <a:prstGeom prst="rect">
                  <a:avLst/>
                </a:prstGeom>
                <a:noFill/>
                <a:ln w="7" cap="flat" cmpd="sng">
                  <a:solidFill>
                    <a:srgbClr val="A0A0A0"/>
                  </a:solidFill>
                  <a:prstDash val="solid"/>
                  <a:miter/>
                  <a:headEnd type="none" w="med" len="med"/>
                  <a:tailEnd type="none" w="med" len="med"/>
                </a:ln>
              </p:spPr>
              <p:txBody>
                <a:bodyPr wrap="none" anchor="t" anchorCtr="0"/>
                <a:p>
                  <a:pPr>
                    <a:buClrTx/>
                    <a:buFontTx/>
                  </a:pPr>
                  <a:endParaRPr lang="zh-CN" altLang="en-US" dirty="0">
                    <a:latin typeface="Tahoma" panose="020B0604030504040204" pitchFamily="34" charset="0"/>
                  </a:endParaRPr>
                </a:p>
              </p:txBody>
            </p:sp>
          </p:grpSp>
          <p:grpSp>
            <p:nvGrpSpPr>
              <p:cNvPr id="59487" name="Group 93"/>
              <p:cNvGrpSpPr/>
              <p:nvPr/>
            </p:nvGrpSpPr>
            <p:grpSpPr>
              <a:xfrm>
                <a:off x="777" y="2992"/>
                <a:ext cx="806" cy="422"/>
                <a:chOff x="777" y="2992"/>
                <a:chExt cx="806" cy="422"/>
              </a:xfrm>
            </p:grpSpPr>
            <p:sp>
              <p:nvSpPr>
                <p:cNvPr id="59488" name="Rectangle 94"/>
                <p:cNvSpPr/>
                <p:nvPr/>
              </p:nvSpPr>
              <p:spPr>
                <a:xfrm>
                  <a:off x="820" y="2992"/>
                  <a:ext cx="720" cy="422"/>
                </a:xfrm>
                <a:prstGeom prst="rect">
                  <a:avLst/>
                </a:prstGeom>
                <a:noFill/>
                <a:ln w="9525">
                  <a:noFill/>
                </a:ln>
              </p:spPr>
              <p:txBody>
                <a:bodyPr anchor="t" anchorCtr="0"/>
                <a:p>
                  <a:pPr algn="ctr">
                    <a:buClrTx/>
                    <a:buFontTx/>
                  </a:pPr>
                  <a:r>
                    <a:rPr lang="zh-CN" altLang="en-US" sz="1400" dirty="0">
                      <a:latin typeface="Times New Roman" panose="02020503050405090304" pitchFamily="18" charset="0"/>
                    </a:rPr>
                    <a:t>110</a:t>
                  </a:r>
                  <a:endParaRPr lang="zh-CN" altLang="en-US" sz="1000" dirty="0">
                    <a:latin typeface="Times New Roman" panose="02020503050405090304" pitchFamily="18" charset="0"/>
                  </a:endParaRPr>
                </a:p>
                <a:p>
                  <a:pPr algn="ctr">
                    <a:buClrTx/>
                    <a:buFontTx/>
                  </a:pPr>
                  <a:endParaRPr lang="zh-CN" altLang="en-US" dirty="0">
                    <a:latin typeface="Times New Roman" panose="02020503050405090304" pitchFamily="18" charset="0"/>
                  </a:endParaRPr>
                </a:p>
              </p:txBody>
            </p:sp>
            <p:sp>
              <p:nvSpPr>
                <p:cNvPr id="59489" name="Rectangle 95"/>
                <p:cNvSpPr/>
                <p:nvPr/>
              </p:nvSpPr>
              <p:spPr>
                <a:xfrm>
                  <a:off x="777" y="2992"/>
                  <a:ext cx="806" cy="422"/>
                </a:xfrm>
                <a:prstGeom prst="rect">
                  <a:avLst/>
                </a:prstGeom>
                <a:noFill/>
                <a:ln w="7" cap="flat" cmpd="sng">
                  <a:solidFill>
                    <a:srgbClr val="A0A0A0"/>
                  </a:solidFill>
                  <a:prstDash val="solid"/>
                  <a:miter/>
                  <a:headEnd type="none" w="med" len="med"/>
                  <a:tailEnd type="none" w="med" len="med"/>
                </a:ln>
              </p:spPr>
              <p:txBody>
                <a:bodyPr wrap="none" anchor="t" anchorCtr="0"/>
                <a:p>
                  <a:pPr>
                    <a:buClrTx/>
                    <a:buFontTx/>
                  </a:pPr>
                  <a:endParaRPr lang="zh-CN" altLang="en-US" dirty="0">
                    <a:latin typeface="Tahoma" panose="020B0604030504040204" pitchFamily="34" charset="0"/>
                  </a:endParaRPr>
                </a:p>
              </p:txBody>
            </p:sp>
          </p:grpSp>
          <p:grpSp>
            <p:nvGrpSpPr>
              <p:cNvPr id="59490" name="Group 96"/>
              <p:cNvGrpSpPr/>
              <p:nvPr/>
            </p:nvGrpSpPr>
            <p:grpSpPr>
              <a:xfrm>
                <a:off x="1583" y="2992"/>
                <a:ext cx="662" cy="422"/>
                <a:chOff x="1583" y="2992"/>
                <a:chExt cx="662" cy="422"/>
              </a:xfrm>
            </p:grpSpPr>
            <p:sp>
              <p:nvSpPr>
                <p:cNvPr id="59491" name="Rectangle 97"/>
                <p:cNvSpPr/>
                <p:nvPr/>
              </p:nvSpPr>
              <p:spPr>
                <a:xfrm>
                  <a:off x="1626" y="2992"/>
                  <a:ext cx="576" cy="422"/>
                </a:xfrm>
                <a:prstGeom prst="rect">
                  <a:avLst/>
                </a:prstGeom>
                <a:noFill/>
                <a:ln w="9525">
                  <a:noFill/>
                </a:ln>
              </p:spPr>
              <p:txBody>
                <a:bodyPr anchor="t" anchorCtr="0"/>
                <a:p>
                  <a:pPr algn="ctr">
                    <a:buClrTx/>
                    <a:buFontTx/>
                  </a:pPr>
                  <a:r>
                    <a:rPr lang="zh-CN" altLang="en-US" sz="1400" dirty="0">
                      <a:latin typeface="Times New Roman" panose="02020503050405090304" pitchFamily="18" charset="0"/>
                    </a:rPr>
                    <a:t>6</a:t>
                  </a:r>
                  <a:endParaRPr lang="zh-CN" altLang="en-US" sz="1000" dirty="0">
                    <a:latin typeface="Times New Roman" panose="02020503050405090304" pitchFamily="18" charset="0"/>
                  </a:endParaRPr>
                </a:p>
                <a:p>
                  <a:pPr algn="ctr">
                    <a:buClrTx/>
                    <a:buFontTx/>
                  </a:pPr>
                  <a:endParaRPr lang="zh-CN" altLang="en-US" dirty="0">
                    <a:latin typeface="Times New Roman" panose="02020503050405090304" pitchFamily="18" charset="0"/>
                  </a:endParaRPr>
                </a:p>
              </p:txBody>
            </p:sp>
            <p:sp>
              <p:nvSpPr>
                <p:cNvPr id="59492" name="Rectangle 98"/>
                <p:cNvSpPr/>
                <p:nvPr/>
              </p:nvSpPr>
              <p:spPr>
                <a:xfrm>
                  <a:off x="1583" y="2992"/>
                  <a:ext cx="662" cy="422"/>
                </a:xfrm>
                <a:prstGeom prst="rect">
                  <a:avLst/>
                </a:prstGeom>
                <a:noFill/>
                <a:ln w="7" cap="flat" cmpd="sng">
                  <a:solidFill>
                    <a:srgbClr val="A0A0A0"/>
                  </a:solidFill>
                  <a:prstDash val="solid"/>
                  <a:miter/>
                  <a:headEnd type="none" w="med" len="med"/>
                  <a:tailEnd type="none" w="med" len="med"/>
                </a:ln>
              </p:spPr>
              <p:txBody>
                <a:bodyPr wrap="none" anchor="t" anchorCtr="0"/>
                <a:p>
                  <a:pPr>
                    <a:buClrTx/>
                    <a:buFontTx/>
                  </a:pPr>
                  <a:endParaRPr lang="zh-CN" altLang="en-US" dirty="0">
                    <a:latin typeface="Tahoma" panose="020B0604030504040204" pitchFamily="34" charset="0"/>
                  </a:endParaRPr>
                </a:p>
              </p:txBody>
            </p:sp>
          </p:grpSp>
          <p:grpSp>
            <p:nvGrpSpPr>
              <p:cNvPr id="59493" name="Group 99"/>
              <p:cNvGrpSpPr/>
              <p:nvPr/>
            </p:nvGrpSpPr>
            <p:grpSpPr>
              <a:xfrm>
                <a:off x="2245" y="2992"/>
                <a:ext cx="734" cy="422"/>
                <a:chOff x="2245" y="2992"/>
                <a:chExt cx="734" cy="422"/>
              </a:xfrm>
            </p:grpSpPr>
            <p:sp>
              <p:nvSpPr>
                <p:cNvPr id="59494" name="Rectangle 100"/>
                <p:cNvSpPr/>
                <p:nvPr/>
              </p:nvSpPr>
              <p:spPr>
                <a:xfrm>
                  <a:off x="2288" y="2992"/>
                  <a:ext cx="648" cy="422"/>
                </a:xfrm>
                <a:prstGeom prst="rect">
                  <a:avLst/>
                </a:prstGeom>
                <a:noFill/>
                <a:ln w="9525">
                  <a:noFill/>
                </a:ln>
              </p:spPr>
              <p:txBody>
                <a:bodyPr anchor="t" anchorCtr="0"/>
                <a:p>
                  <a:pPr algn="ctr">
                    <a:buClrTx/>
                    <a:buFontTx/>
                  </a:pPr>
                  <a:r>
                    <a:rPr lang="en-US" altLang="zh-CN" sz="1400" dirty="0">
                      <a:latin typeface="Times New Roman" panose="02020503050405090304" pitchFamily="18" charset="0"/>
                    </a:rPr>
                    <a:t>m</a:t>
                  </a:r>
                  <a:r>
                    <a:rPr lang="en-US" altLang="zh-CN" sz="1400" baseline="-30000" dirty="0">
                      <a:latin typeface="Times New Roman" panose="02020503050405090304" pitchFamily="18" charset="0"/>
                    </a:rPr>
                    <a:t>110</a:t>
                  </a:r>
                  <a:r>
                    <a:rPr lang="zh-CN" altLang="en-US" sz="1400" dirty="0">
                      <a:latin typeface="宋体" pitchFamily="2" charset="-122"/>
                    </a:rPr>
                    <a:t>或</a:t>
                  </a:r>
                  <a:r>
                    <a:rPr lang="en-US" altLang="zh-CN" sz="1400" dirty="0">
                      <a:latin typeface="Times New Roman" panose="02020503050405090304" pitchFamily="18" charset="0"/>
                    </a:rPr>
                    <a:t>m</a:t>
                  </a:r>
                  <a:r>
                    <a:rPr lang="en-US" altLang="zh-CN" sz="1400" baseline="-30000" dirty="0">
                      <a:latin typeface="Times New Roman" panose="02020503050405090304" pitchFamily="18" charset="0"/>
                    </a:rPr>
                    <a:t>6</a:t>
                  </a:r>
                  <a:endParaRPr lang="en-US" altLang="zh-CN" sz="1000" dirty="0">
                    <a:latin typeface="Times New Roman" panose="02020503050405090304" pitchFamily="18" charset="0"/>
                  </a:endParaRPr>
                </a:p>
                <a:p>
                  <a:pPr algn="ctr">
                    <a:buClrTx/>
                    <a:buFontTx/>
                  </a:pPr>
                  <a:endParaRPr lang="en-US" altLang="zh-CN" dirty="0">
                    <a:latin typeface="Times New Roman" panose="02020503050405090304" pitchFamily="18" charset="0"/>
                  </a:endParaRPr>
                </a:p>
              </p:txBody>
            </p:sp>
            <p:sp>
              <p:nvSpPr>
                <p:cNvPr id="59495" name="Rectangle 101"/>
                <p:cNvSpPr/>
                <p:nvPr/>
              </p:nvSpPr>
              <p:spPr>
                <a:xfrm>
                  <a:off x="2245" y="2992"/>
                  <a:ext cx="734" cy="422"/>
                </a:xfrm>
                <a:prstGeom prst="rect">
                  <a:avLst/>
                </a:prstGeom>
                <a:noFill/>
                <a:ln w="7" cap="flat" cmpd="sng">
                  <a:solidFill>
                    <a:srgbClr val="A0A0A0"/>
                  </a:solidFill>
                  <a:prstDash val="solid"/>
                  <a:miter/>
                  <a:headEnd type="none" w="med" len="med"/>
                  <a:tailEnd type="none" w="med" len="med"/>
                </a:ln>
              </p:spPr>
              <p:txBody>
                <a:bodyPr wrap="none" anchor="t" anchorCtr="0"/>
                <a:p>
                  <a:pPr>
                    <a:buClrTx/>
                    <a:buFontTx/>
                  </a:pPr>
                  <a:endParaRPr lang="zh-CN" altLang="en-US" dirty="0">
                    <a:latin typeface="Tahoma" panose="020B0604030504040204" pitchFamily="34" charset="0"/>
                  </a:endParaRPr>
                </a:p>
              </p:txBody>
            </p:sp>
          </p:grpSp>
          <p:grpSp>
            <p:nvGrpSpPr>
              <p:cNvPr id="59496" name="Group 102"/>
              <p:cNvGrpSpPr/>
              <p:nvPr/>
            </p:nvGrpSpPr>
            <p:grpSpPr>
              <a:xfrm>
                <a:off x="0" y="3414"/>
                <a:ext cx="777" cy="422"/>
                <a:chOff x="0" y="3414"/>
                <a:chExt cx="777" cy="422"/>
              </a:xfrm>
            </p:grpSpPr>
            <p:sp>
              <p:nvSpPr>
                <p:cNvPr id="59497" name="Rectangle 103"/>
                <p:cNvSpPr/>
                <p:nvPr/>
              </p:nvSpPr>
              <p:spPr>
                <a:xfrm>
                  <a:off x="43" y="3414"/>
                  <a:ext cx="691" cy="422"/>
                </a:xfrm>
                <a:prstGeom prst="rect">
                  <a:avLst/>
                </a:prstGeom>
                <a:noFill/>
                <a:ln w="9525">
                  <a:noFill/>
                </a:ln>
              </p:spPr>
              <p:txBody>
                <a:bodyPr anchor="t" anchorCtr="0"/>
                <a:p>
                  <a:pPr algn="ctr">
                    <a:buClrTx/>
                    <a:buFontTx/>
                  </a:pPr>
                  <a:r>
                    <a:rPr lang="en-US" altLang="zh-CN" sz="1400" dirty="0">
                      <a:latin typeface="Times New Roman" panose="02020503050405090304" pitchFamily="18" charset="0"/>
                    </a:rPr>
                    <a:t>P</a:t>
                  </a:r>
                  <a:r>
                    <a:rPr lang="en-US" altLang="zh-CN" sz="1400" dirty="0">
                      <a:latin typeface="Times New Roman" panose="02020503050405090304" pitchFamily="18" charset="0"/>
                      <a:sym typeface="Symbol" panose="05050102010706020507" pitchFamily="18" charset="2"/>
                    </a:rPr>
                    <a:t></a:t>
                  </a:r>
                  <a:r>
                    <a:rPr lang="en-US" altLang="zh-CN" sz="1400" dirty="0">
                      <a:latin typeface="Times New Roman" panose="02020503050405090304" pitchFamily="18" charset="0"/>
                    </a:rPr>
                    <a:t>Q</a:t>
                  </a:r>
                  <a:r>
                    <a:rPr lang="en-US" altLang="zh-CN" sz="1400" dirty="0">
                      <a:latin typeface="Times New Roman" panose="02020503050405090304" pitchFamily="18" charset="0"/>
                      <a:sym typeface="Symbol" panose="05050102010706020507" pitchFamily="18" charset="2"/>
                    </a:rPr>
                    <a:t></a:t>
                  </a:r>
                  <a:r>
                    <a:rPr lang="en-US" altLang="zh-CN" sz="1400" dirty="0">
                      <a:latin typeface="Times New Roman" panose="02020503050405090304" pitchFamily="18" charset="0"/>
                    </a:rPr>
                    <a:t>R</a:t>
                  </a:r>
                  <a:endParaRPr lang="en-US" altLang="zh-CN" sz="1000" dirty="0">
                    <a:latin typeface="Times New Roman" panose="02020503050405090304" pitchFamily="18" charset="0"/>
                    <a:sym typeface="Symbol" panose="05050102010706020507" pitchFamily="18" charset="2"/>
                  </a:endParaRPr>
                </a:p>
                <a:p>
                  <a:pPr algn="ctr">
                    <a:buClrTx/>
                    <a:buFontTx/>
                  </a:pPr>
                  <a:endParaRPr lang="en-US" altLang="zh-CN" sz="1400" dirty="0">
                    <a:latin typeface="Times New Roman" panose="02020503050405090304" pitchFamily="18" charset="0"/>
                    <a:sym typeface="Symbol" panose="05050102010706020507" pitchFamily="18" charset="2"/>
                  </a:endParaRPr>
                </a:p>
              </p:txBody>
            </p:sp>
            <p:sp>
              <p:nvSpPr>
                <p:cNvPr id="59498" name="Rectangle 104"/>
                <p:cNvSpPr/>
                <p:nvPr/>
              </p:nvSpPr>
              <p:spPr>
                <a:xfrm>
                  <a:off x="0" y="3414"/>
                  <a:ext cx="777" cy="422"/>
                </a:xfrm>
                <a:prstGeom prst="rect">
                  <a:avLst/>
                </a:prstGeom>
                <a:noFill/>
                <a:ln w="7" cap="flat" cmpd="sng">
                  <a:solidFill>
                    <a:srgbClr val="A0A0A0"/>
                  </a:solidFill>
                  <a:prstDash val="solid"/>
                  <a:miter/>
                  <a:headEnd type="none" w="med" len="med"/>
                  <a:tailEnd type="none" w="med" len="med"/>
                </a:ln>
              </p:spPr>
              <p:txBody>
                <a:bodyPr wrap="none" anchor="t" anchorCtr="0"/>
                <a:p>
                  <a:pPr>
                    <a:buClrTx/>
                    <a:buFontTx/>
                  </a:pPr>
                  <a:endParaRPr lang="zh-CN" altLang="en-US" dirty="0">
                    <a:latin typeface="Tahoma" panose="020B0604030504040204" pitchFamily="34" charset="0"/>
                  </a:endParaRPr>
                </a:p>
              </p:txBody>
            </p:sp>
          </p:grpSp>
          <p:grpSp>
            <p:nvGrpSpPr>
              <p:cNvPr id="59499" name="Group 105"/>
              <p:cNvGrpSpPr/>
              <p:nvPr/>
            </p:nvGrpSpPr>
            <p:grpSpPr>
              <a:xfrm>
                <a:off x="777" y="3414"/>
                <a:ext cx="806" cy="422"/>
                <a:chOff x="777" y="3414"/>
                <a:chExt cx="806" cy="422"/>
              </a:xfrm>
            </p:grpSpPr>
            <p:sp>
              <p:nvSpPr>
                <p:cNvPr id="59500" name="Rectangle 106"/>
                <p:cNvSpPr/>
                <p:nvPr/>
              </p:nvSpPr>
              <p:spPr>
                <a:xfrm>
                  <a:off x="820" y="3414"/>
                  <a:ext cx="720" cy="422"/>
                </a:xfrm>
                <a:prstGeom prst="rect">
                  <a:avLst/>
                </a:prstGeom>
                <a:noFill/>
                <a:ln w="9525">
                  <a:noFill/>
                </a:ln>
              </p:spPr>
              <p:txBody>
                <a:bodyPr anchor="t" anchorCtr="0"/>
                <a:p>
                  <a:pPr algn="ctr">
                    <a:buClrTx/>
                    <a:buFontTx/>
                  </a:pPr>
                  <a:r>
                    <a:rPr lang="zh-CN" altLang="en-US" sz="1400" dirty="0">
                      <a:latin typeface="Times New Roman" panose="02020503050405090304" pitchFamily="18" charset="0"/>
                    </a:rPr>
                    <a:t>111</a:t>
                  </a:r>
                  <a:endParaRPr lang="zh-CN" altLang="en-US" sz="1000" dirty="0">
                    <a:latin typeface="Times New Roman" panose="02020503050405090304" pitchFamily="18" charset="0"/>
                  </a:endParaRPr>
                </a:p>
                <a:p>
                  <a:pPr algn="ctr">
                    <a:buClrTx/>
                    <a:buFontTx/>
                  </a:pPr>
                  <a:endParaRPr lang="zh-CN" altLang="en-US" dirty="0">
                    <a:latin typeface="Times New Roman" panose="02020503050405090304" pitchFamily="18" charset="0"/>
                  </a:endParaRPr>
                </a:p>
              </p:txBody>
            </p:sp>
            <p:sp>
              <p:nvSpPr>
                <p:cNvPr id="59501" name="Rectangle 107"/>
                <p:cNvSpPr/>
                <p:nvPr/>
              </p:nvSpPr>
              <p:spPr>
                <a:xfrm>
                  <a:off x="777" y="3414"/>
                  <a:ext cx="806" cy="422"/>
                </a:xfrm>
                <a:prstGeom prst="rect">
                  <a:avLst/>
                </a:prstGeom>
                <a:noFill/>
                <a:ln w="7" cap="flat" cmpd="sng">
                  <a:solidFill>
                    <a:srgbClr val="A0A0A0"/>
                  </a:solidFill>
                  <a:prstDash val="solid"/>
                  <a:miter/>
                  <a:headEnd type="none" w="med" len="med"/>
                  <a:tailEnd type="none" w="med" len="med"/>
                </a:ln>
              </p:spPr>
              <p:txBody>
                <a:bodyPr wrap="none" anchor="t" anchorCtr="0"/>
                <a:p>
                  <a:pPr>
                    <a:buClrTx/>
                    <a:buFontTx/>
                  </a:pPr>
                  <a:endParaRPr lang="zh-CN" altLang="en-US" dirty="0">
                    <a:latin typeface="Tahoma" panose="020B0604030504040204" pitchFamily="34" charset="0"/>
                  </a:endParaRPr>
                </a:p>
              </p:txBody>
            </p:sp>
          </p:grpSp>
          <p:grpSp>
            <p:nvGrpSpPr>
              <p:cNvPr id="59502" name="Group 108"/>
              <p:cNvGrpSpPr/>
              <p:nvPr/>
            </p:nvGrpSpPr>
            <p:grpSpPr>
              <a:xfrm>
                <a:off x="1583" y="3414"/>
                <a:ext cx="662" cy="422"/>
                <a:chOff x="1583" y="3414"/>
                <a:chExt cx="662" cy="422"/>
              </a:xfrm>
            </p:grpSpPr>
            <p:sp>
              <p:nvSpPr>
                <p:cNvPr id="59503" name="Rectangle 109"/>
                <p:cNvSpPr/>
                <p:nvPr/>
              </p:nvSpPr>
              <p:spPr>
                <a:xfrm>
                  <a:off x="1626" y="3414"/>
                  <a:ext cx="576" cy="422"/>
                </a:xfrm>
                <a:prstGeom prst="rect">
                  <a:avLst/>
                </a:prstGeom>
                <a:noFill/>
                <a:ln w="9525">
                  <a:noFill/>
                </a:ln>
              </p:spPr>
              <p:txBody>
                <a:bodyPr anchor="t" anchorCtr="0"/>
                <a:p>
                  <a:pPr algn="ctr">
                    <a:buClrTx/>
                    <a:buFontTx/>
                  </a:pPr>
                  <a:r>
                    <a:rPr lang="zh-CN" altLang="en-US" sz="1400" dirty="0">
                      <a:latin typeface="Times New Roman" panose="02020503050405090304" pitchFamily="18" charset="0"/>
                    </a:rPr>
                    <a:t>7</a:t>
                  </a:r>
                  <a:endParaRPr lang="zh-CN" altLang="en-US" sz="1000" dirty="0">
                    <a:latin typeface="Times New Roman" panose="02020503050405090304" pitchFamily="18" charset="0"/>
                  </a:endParaRPr>
                </a:p>
                <a:p>
                  <a:pPr algn="ctr">
                    <a:buClrTx/>
                    <a:buFontTx/>
                  </a:pPr>
                  <a:endParaRPr lang="zh-CN" altLang="en-US" dirty="0">
                    <a:latin typeface="Times New Roman" panose="02020503050405090304" pitchFamily="18" charset="0"/>
                  </a:endParaRPr>
                </a:p>
              </p:txBody>
            </p:sp>
            <p:sp>
              <p:nvSpPr>
                <p:cNvPr id="59504" name="Rectangle 110"/>
                <p:cNvSpPr/>
                <p:nvPr/>
              </p:nvSpPr>
              <p:spPr>
                <a:xfrm>
                  <a:off x="1583" y="3414"/>
                  <a:ext cx="662" cy="422"/>
                </a:xfrm>
                <a:prstGeom prst="rect">
                  <a:avLst/>
                </a:prstGeom>
                <a:noFill/>
                <a:ln w="7" cap="flat" cmpd="sng">
                  <a:solidFill>
                    <a:srgbClr val="A0A0A0"/>
                  </a:solidFill>
                  <a:prstDash val="solid"/>
                  <a:miter/>
                  <a:headEnd type="none" w="med" len="med"/>
                  <a:tailEnd type="none" w="med" len="med"/>
                </a:ln>
              </p:spPr>
              <p:txBody>
                <a:bodyPr wrap="none" anchor="t" anchorCtr="0"/>
                <a:p>
                  <a:pPr>
                    <a:buClrTx/>
                    <a:buFontTx/>
                  </a:pPr>
                  <a:endParaRPr lang="zh-CN" altLang="en-US" dirty="0">
                    <a:latin typeface="Tahoma" panose="020B0604030504040204" pitchFamily="34" charset="0"/>
                  </a:endParaRPr>
                </a:p>
              </p:txBody>
            </p:sp>
          </p:grpSp>
          <p:grpSp>
            <p:nvGrpSpPr>
              <p:cNvPr id="59505" name="Group 111"/>
              <p:cNvGrpSpPr/>
              <p:nvPr/>
            </p:nvGrpSpPr>
            <p:grpSpPr>
              <a:xfrm>
                <a:off x="2245" y="3414"/>
                <a:ext cx="734" cy="422"/>
                <a:chOff x="2245" y="3414"/>
                <a:chExt cx="734" cy="422"/>
              </a:xfrm>
            </p:grpSpPr>
            <p:sp>
              <p:nvSpPr>
                <p:cNvPr id="59506" name="Rectangle 112"/>
                <p:cNvSpPr/>
                <p:nvPr/>
              </p:nvSpPr>
              <p:spPr>
                <a:xfrm>
                  <a:off x="2288" y="3414"/>
                  <a:ext cx="648" cy="422"/>
                </a:xfrm>
                <a:prstGeom prst="rect">
                  <a:avLst/>
                </a:prstGeom>
                <a:noFill/>
                <a:ln w="9525">
                  <a:noFill/>
                </a:ln>
              </p:spPr>
              <p:txBody>
                <a:bodyPr anchor="t" anchorCtr="0"/>
                <a:p>
                  <a:pPr algn="ctr">
                    <a:buClrTx/>
                    <a:buFontTx/>
                  </a:pPr>
                  <a:r>
                    <a:rPr lang="en-US" altLang="zh-CN" sz="1400" dirty="0">
                      <a:latin typeface="Times New Roman" panose="02020503050405090304" pitchFamily="18" charset="0"/>
                    </a:rPr>
                    <a:t>m</a:t>
                  </a:r>
                  <a:r>
                    <a:rPr lang="en-US" altLang="zh-CN" sz="1400" baseline="-30000" dirty="0">
                      <a:latin typeface="Times New Roman" panose="02020503050405090304" pitchFamily="18" charset="0"/>
                    </a:rPr>
                    <a:t>111</a:t>
                  </a:r>
                  <a:r>
                    <a:rPr lang="zh-CN" altLang="en-US" sz="1400" dirty="0">
                      <a:latin typeface="宋体" pitchFamily="2" charset="-122"/>
                    </a:rPr>
                    <a:t>或</a:t>
                  </a:r>
                  <a:r>
                    <a:rPr lang="en-US" altLang="zh-CN" sz="1400" dirty="0">
                      <a:latin typeface="Times New Roman" panose="02020503050405090304" pitchFamily="18" charset="0"/>
                    </a:rPr>
                    <a:t>m</a:t>
                  </a:r>
                  <a:r>
                    <a:rPr lang="en-US" altLang="zh-CN" sz="1400" baseline="-30000" dirty="0">
                      <a:latin typeface="Times New Roman" panose="02020503050405090304" pitchFamily="18" charset="0"/>
                    </a:rPr>
                    <a:t>7</a:t>
                  </a:r>
                  <a:endParaRPr lang="en-US" altLang="zh-CN" sz="1000" dirty="0">
                    <a:latin typeface="Times New Roman" panose="02020503050405090304" pitchFamily="18" charset="0"/>
                  </a:endParaRPr>
                </a:p>
                <a:p>
                  <a:pPr algn="ctr">
                    <a:buClrTx/>
                    <a:buFontTx/>
                  </a:pPr>
                  <a:endParaRPr lang="en-US" altLang="zh-CN" dirty="0">
                    <a:latin typeface="Times New Roman" panose="02020503050405090304" pitchFamily="18" charset="0"/>
                  </a:endParaRPr>
                </a:p>
              </p:txBody>
            </p:sp>
            <p:sp>
              <p:nvSpPr>
                <p:cNvPr id="59507" name="Rectangle 113"/>
                <p:cNvSpPr/>
                <p:nvPr/>
              </p:nvSpPr>
              <p:spPr>
                <a:xfrm>
                  <a:off x="2245" y="3414"/>
                  <a:ext cx="734" cy="422"/>
                </a:xfrm>
                <a:prstGeom prst="rect">
                  <a:avLst/>
                </a:prstGeom>
                <a:noFill/>
                <a:ln w="7" cap="flat" cmpd="sng">
                  <a:solidFill>
                    <a:srgbClr val="A0A0A0"/>
                  </a:solidFill>
                  <a:prstDash val="solid"/>
                  <a:miter/>
                  <a:headEnd type="none" w="med" len="med"/>
                  <a:tailEnd type="none" w="med" len="med"/>
                </a:ln>
              </p:spPr>
              <p:txBody>
                <a:bodyPr wrap="none" anchor="t" anchorCtr="0"/>
                <a:p>
                  <a:pPr>
                    <a:buClrTx/>
                    <a:buFontTx/>
                  </a:pPr>
                  <a:endParaRPr lang="zh-CN" altLang="en-US" dirty="0">
                    <a:latin typeface="Tahoma" panose="020B0604030504040204" pitchFamily="34" charset="0"/>
                  </a:endParaRPr>
                </a:p>
              </p:txBody>
            </p:sp>
          </p:grpSp>
        </p:grpSp>
        <p:sp>
          <p:nvSpPr>
            <p:cNvPr id="59508" name="Rectangle 114"/>
            <p:cNvSpPr/>
            <p:nvPr/>
          </p:nvSpPr>
          <p:spPr>
            <a:xfrm>
              <a:off x="-3" y="-3"/>
              <a:ext cx="2985" cy="3842"/>
            </a:xfrm>
            <a:prstGeom prst="rect">
              <a:avLst/>
            </a:prstGeom>
            <a:noFill/>
            <a:ln w="11112" cap="flat" cmpd="sng">
              <a:solidFill>
                <a:srgbClr val="A0A0A0"/>
              </a:solidFill>
              <a:prstDash val="solid"/>
              <a:miter/>
              <a:headEnd type="none" w="med" len="med"/>
              <a:tailEnd type="none" w="med" len="med"/>
            </a:ln>
          </p:spPr>
          <p:txBody>
            <a:bodyPr wrap="none" anchor="t" anchorCtr="0"/>
            <a:p>
              <a:pPr>
                <a:buClrTx/>
                <a:buFontTx/>
              </a:pPr>
              <a:endParaRPr lang="zh-CN" altLang="en-US" sz="2000" dirty="0">
                <a:latin typeface="Tahoma" panose="020B0604030504040204" pitchFamily="34" charset="0"/>
              </a:endParaRPr>
            </a:p>
          </p:txBody>
        </p:sp>
      </p:grpSp>
    </p:spTree>
  </p:cSld>
  <p:clrMapOvr>
    <a:masterClrMapping/>
  </p:clrMapOvr>
  <p:transition spd="slow"/>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7" name="灯片编号占位符 3"/>
          <p:cNvSpPr>
            <a:spLocks noGrp="1"/>
          </p:cNvSpPr>
          <p:nvPr>
            <p:ph type="sldNum" sz="quarter" idx="10"/>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r" eaLnBrk="1" hangingPunct="1">
              <a:buClrTx/>
              <a:buFontTx/>
            </a:pPr>
            <a:fld id="{9A0DB2DC-4C9A-4742-B13C-FB6460FD3503}" type="slidenum">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60418" name="日期占位符 4"/>
          <p:cNvSpPr>
            <a:spLocks noGrp="1"/>
          </p:cNvSpPr>
          <p:nvPr>
            <p:ph type="dt" sz="half" idx="11"/>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buClrTx/>
              <a:buFontTx/>
            </a:pPr>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60419" name="页脚占位符 5"/>
          <p:cNvSpPr>
            <a:spLocks noGrp="1"/>
          </p:cNvSpPr>
          <p:nvPr>
            <p:ph type="ftr" sz="quarter" idx="12"/>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buClrTx/>
              <a:buFontTx/>
            </a:pPr>
            <a:r>
              <a:rPr lang="en-US" altLang="zh-CN" sz="1200" b="1" i="1" dirty="0">
                <a:solidFill>
                  <a:srgbClr val="009999"/>
                </a:solidFill>
                <a:latin typeface="Arial Narrow" panose="020B0606020202030204" pitchFamily="34" charset="0"/>
              </a:rPr>
              <a:t>School of Computer Science, BUPT</a:t>
            </a:r>
            <a:endParaRPr lang="zh-CN" altLang="en-US" sz="1200" b="1" i="1" dirty="0">
              <a:solidFill>
                <a:srgbClr val="009999"/>
              </a:solidFill>
              <a:latin typeface="Arial Narrow" panose="020B0606020202030204" pitchFamily="34" charset="0"/>
            </a:endParaRPr>
          </a:p>
        </p:txBody>
      </p:sp>
      <p:sp>
        <p:nvSpPr>
          <p:cNvPr id="60420" name="Rectangle 2"/>
          <p:cNvSpPr>
            <a:spLocks noGrp="1"/>
          </p:cNvSpPr>
          <p:nvPr>
            <p:ph type="title"/>
          </p:nvPr>
        </p:nvSpPr>
        <p:spPr/>
        <p:txBody>
          <a:bodyPr vert="horz" wrap="square" lIns="91440" tIns="45720" rIns="91440" bIns="45720" anchor="b" anchorCtr="0"/>
          <a:p>
            <a:pPr eaLnBrk="1" hangingPunct="1"/>
            <a:r>
              <a:rPr lang="zh-CN" altLang="en-US" b="1" dirty="0">
                <a:latin typeface="宋体" pitchFamily="2" charset="-122"/>
              </a:rPr>
              <a:t>主析取范式</a:t>
            </a:r>
            <a:r>
              <a:rPr lang="en-US" altLang="zh-CN" b="1" dirty="0">
                <a:latin typeface="宋体" pitchFamily="2" charset="-122"/>
              </a:rPr>
              <a:t>(principal DNF)</a:t>
            </a:r>
            <a:r>
              <a:rPr lang="en-US" altLang="zh-CN" dirty="0"/>
              <a:t> </a:t>
            </a:r>
            <a:endParaRPr lang="en-US" altLang="zh-CN" dirty="0"/>
          </a:p>
        </p:txBody>
      </p:sp>
      <p:sp>
        <p:nvSpPr>
          <p:cNvPr id="60421" name="Rectangle 3"/>
          <p:cNvSpPr>
            <a:spLocks noGrp="1"/>
          </p:cNvSpPr>
          <p:nvPr>
            <p:ph idx="1"/>
          </p:nvPr>
        </p:nvSpPr>
        <p:spPr/>
        <p:txBody>
          <a:bodyPr vert="horz" wrap="square" lIns="91440" tIns="45720" rIns="91440" bIns="45720" anchor="t" anchorCtr="0"/>
          <a:p>
            <a:pPr eaLnBrk="1" hangingPunct="1"/>
            <a:r>
              <a:rPr lang="zh-CN" altLang="en-US" dirty="0">
                <a:latin typeface="宋体" pitchFamily="2" charset="-122"/>
              </a:rPr>
              <a:t>若干个不同的极小项的析取式，称为主析取范式</a:t>
            </a:r>
            <a:r>
              <a:rPr lang="zh-CN" altLang="en-US" dirty="0"/>
              <a:t>。</a:t>
            </a:r>
            <a:endParaRPr lang="en-US" altLang="zh-CN" dirty="0"/>
          </a:p>
          <a:p>
            <a:pPr lvl="1" eaLnBrk="1" hangingPunct="1"/>
            <a:r>
              <a:rPr lang="en-US" altLang="zh-CN" dirty="0">
                <a:latin typeface="Times New Roman" panose="02020503050405090304" pitchFamily="18" charset="0"/>
              </a:rPr>
              <a:t>Principal disjunctive normal form</a:t>
            </a:r>
            <a:endParaRPr lang="en-US" altLang="zh-CN" dirty="0">
              <a:latin typeface="Times New Roman" panose="02020503050405090304" pitchFamily="18" charset="0"/>
            </a:endParaRPr>
          </a:p>
          <a:p>
            <a:pPr lvl="1" eaLnBrk="1" hangingPunct="1"/>
            <a:r>
              <a:rPr lang="en-US" altLang="zh-CN" b="1" dirty="0">
                <a:latin typeface="宋体" pitchFamily="2" charset="-122"/>
              </a:rPr>
              <a:t>Major DNF</a:t>
            </a:r>
            <a:endParaRPr lang="en-US" altLang="zh-CN" dirty="0">
              <a:latin typeface="Times New Roman" panose="02020503050405090304" pitchFamily="18" charset="0"/>
            </a:endParaRPr>
          </a:p>
          <a:p>
            <a:pPr eaLnBrk="1" hangingPunct="1"/>
            <a:endParaRPr lang="zh-CN" altLang="en-US" dirty="0">
              <a:latin typeface="Times New Roman" panose="02020503050405090304" pitchFamily="18" charset="0"/>
            </a:endParaRPr>
          </a:p>
        </p:txBody>
      </p:sp>
    </p:spTree>
  </p:cSld>
  <p:clrMapOvr>
    <a:masterClrMapping/>
  </p:clrMapOvr>
  <p:transition spd="slow"/>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1" name="灯片编号占位符 3"/>
          <p:cNvSpPr>
            <a:spLocks noGrp="1"/>
          </p:cNvSpPr>
          <p:nvPr>
            <p:ph type="sldNum" sz="quarter" idx="10"/>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r" eaLnBrk="1" hangingPunct="1">
              <a:buClrTx/>
              <a:buFontTx/>
            </a:pPr>
            <a:fld id="{9A0DB2DC-4C9A-4742-B13C-FB6460FD3503}" type="slidenum">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61442" name="日期占位符 4"/>
          <p:cNvSpPr>
            <a:spLocks noGrp="1"/>
          </p:cNvSpPr>
          <p:nvPr>
            <p:ph type="dt" sz="half" idx="11"/>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buClrTx/>
              <a:buFontTx/>
            </a:pPr>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61443" name="页脚占位符 5"/>
          <p:cNvSpPr>
            <a:spLocks noGrp="1"/>
          </p:cNvSpPr>
          <p:nvPr>
            <p:ph type="ftr" sz="quarter" idx="12"/>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buClrTx/>
              <a:buFontTx/>
            </a:pPr>
            <a:r>
              <a:rPr lang="en-US" altLang="zh-CN" sz="1200" b="1" i="1" dirty="0">
                <a:solidFill>
                  <a:srgbClr val="009999"/>
                </a:solidFill>
                <a:latin typeface="Arial Narrow" panose="020B0606020202030204" pitchFamily="34" charset="0"/>
              </a:rPr>
              <a:t>School of Computer Science, BUPT</a:t>
            </a:r>
            <a:endParaRPr lang="zh-CN" altLang="en-US" sz="1200" b="1" i="1" dirty="0">
              <a:solidFill>
                <a:srgbClr val="009999"/>
              </a:solidFill>
              <a:latin typeface="Arial Narrow" panose="020B0606020202030204" pitchFamily="34" charset="0"/>
            </a:endParaRPr>
          </a:p>
        </p:txBody>
      </p:sp>
      <p:sp>
        <p:nvSpPr>
          <p:cNvPr id="61444" name="Rectangle 2"/>
          <p:cNvSpPr>
            <a:spLocks noGrp="1"/>
          </p:cNvSpPr>
          <p:nvPr>
            <p:ph type="title"/>
          </p:nvPr>
        </p:nvSpPr>
        <p:spPr/>
        <p:txBody>
          <a:bodyPr vert="horz" wrap="square" lIns="91440" tIns="45720" rIns="91440" bIns="45720" anchor="b" anchorCtr="0"/>
          <a:p>
            <a:pPr eaLnBrk="1" hangingPunct="1"/>
            <a:r>
              <a:rPr lang="zh-CN" altLang="en-US" dirty="0">
                <a:latin typeface="Times New Roman" panose="02020503050405090304" pitchFamily="18" charset="0"/>
              </a:rPr>
              <a:t>定理</a:t>
            </a:r>
            <a:endParaRPr lang="zh-CN" altLang="en-US" dirty="0">
              <a:latin typeface="Times New Roman" panose="02020503050405090304" pitchFamily="18" charset="0"/>
            </a:endParaRPr>
          </a:p>
        </p:txBody>
      </p:sp>
      <p:sp>
        <p:nvSpPr>
          <p:cNvPr id="61445" name="Rectangle 3"/>
          <p:cNvSpPr>
            <a:spLocks noGrp="1"/>
          </p:cNvSpPr>
          <p:nvPr>
            <p:ph idx="1"/>
          </p:nvPr>
        </p:nvSpPr>
        <p:spPr>
          <a:xfrm>
            <a:off x="709295" y="1340485"/>
            <a:ext cx="8091170" cy="4114800"/>
          </a:xfrm>
        </p:spPr>
        <p:txBody>
          <a:bodyPr vert="horz" wrap="square" lIns="91440" tIns="45720" rIns="91440" bIns="45720" anchor="t" anchorCtr="0"/>
          <a:p>
            <a:pPr algn="just" eaLnBrk="1" hangingPunct="1"/>
            <a:r>
              <a:rPr lang="zh-CN" altLang="en-US" dirty="0">
                <a:latin typeface="Times New Roman" panose="02020503050405090304" pitchFamily="18" charset="0"/>
              </a:rPr>
              <a:t>任何一个命题公式均存在一个与之等值的主析取范式，</a:t>
            </a:r>
            <a:r>
              <a:rPr lang="zh-CN" altLang="en-US" dirty="0">
                <a:latin typeface="宋体" pitchFamily="2" charset="-122"/>
              </a:rPr>
              <a:t>而且是唯一的。</a:t>
            </a:r>
            <a:r>
              <a:rPr lang="zh-CN" altLang="en-US" dirty="0"/>
              <a:t> </a:t>
            </a:r>
            <a:endParaRPr lang="zh-CN" altLang="en-US" dirty="0"/>
          </a:p>
          <a:p>
            <a:pPr algn="just" eaLnBrk="1" hangingPunct="1"/>
            <a:r>
              <a:rPr lang="zh-CN" altLang="en-US" dirty="0">
                <a:latin typeface="Times New Roman" panose="02020503050405090304" pitchFamily="18" charset="0"/>
              </a:rPr>
              <a:t>例如：</a:t>
            </a:r>
            <a:endParaRPr lang="zh-CN" altLang="en-US" dirty="0"/>
          </a:p>
          <a:p>
            <a:pPr lvl="1" algn="just" eaLnBrk="1" hangingPunct="1"/>
            <a:r>
              <a:rPr lang="en-US" altLang="zh-CN" dirty="0"/>
              <a:t>P</a:t>
            </a:r>
            <a:r>
              <a:rPr lang="en-US" altLang="zh-CN" dirty="0">
                <a:latin typeface="Times New Roman" panose="02020503050405090304" pitchFamily="18" charset="0"/>
                <a:sym typeface="Symbol" panose="05050102010706020507" pitchFamily="18" charset="2"/>
              </a:rPr>
              <a:t></a:t>
            </a:r>
            <a:r>
              <a:rPr lang="en-US" altLang="zh-CN" dirty="0">
                <a:latin typeface="Times New Roman" panose="02020503050405090304" pitchFamily="18" charset="0"/>
              </a:rPr>
              <a:t>（</a:t>
            </a:r>
            <a:r>
              <a:rPr lang="en-US" altLang="zh-CN" dirty="0">
                <a:latin typeface="Times New Roman" panose="02020503050405090304" pitchFamily="18" charset="0"/>
                <a:sym typeface="Symbol" panose="05050102010706020507" pitchFamily="18" charset="2"/>
              </a:rPr>
              <a:t>¬</a:t>
            </a:r>
            <a:r>
              <a:rPr lang="en-US" altLang="zh-CN" dirty="0"/>
              <a:t>P</a:t>
            </a:r>
            <a:r>
              <a:rPr lang="en-US" altLang="zh-CN" dirty="0">
                <a:latin typeface="Times New Roman" panose="02020503050405090304" pitchFamily="18" charset="0"/>
                <a:sym typeface="Symbol" panose="05050102010706020507" pitchFamily="18" charset="2"/>
              </a:rPr>
              <a:t></a:t>
            </a:r>
            <a:r>
              <a:rPr lang="en-US" altLang="zh-CN" dirty="0"/>
              <a:t>Q</a:t>
            </a:r>
            <a:r>
              <a:rPr lang="en-US" altLang="zh-CN" dirty="0">
                <a:latin typeface="Times New Roman" panose="02020503050405090304" pitchFamily="18" charset="0"/>
              </a:rPr>
              <a:t>），（</a:t>
            </a:r>
            <a:r>
              <a:rPr lang="en-US" altLang="zh-CN" dirty="0"/>
              <a:t>P</a:t>
            </a:r>
            <a:r>
              <a:rPr lang="en-US" altLang="zh-CN" dirty="0">
                <a:latin typeface="Times New Roman" panose="02020503050405090304" pitchFamily="18" charset="0"/>
                <a:sym typeface="Symbol" panose="05050102010706020507" pitchFamily="18" charset="2"/>
              </a:rPr>
              <a:t></a:t>
            </a:r>
            <a:r>
              <a:rPr lang="en-US" altLang="zh-CN" dirty="0"/>
              <a:t>Q</a:t>
            </a:r>
            <a:r>
              <a:rPr lang="en-US" altLang="zh-CN" dirty="0">
                <a:latin typeface="Times New Roman" panose="02020503050405090304" pitchFamily="18" charset="0"/>
              </a:rPr>
              <a:t>）</a:t>
            </a:r>
            <a:r>
              <a:rPr lang="en-US" altLang="zh-CN" dirty="0">
                <a:latin typeface="Times New Roman" panose="02020503050405090304" pitchFamily="18" charset="0"/>
                <a:sym typeface="Symbol" panose="05050102010706020507" pitchFamily="18" charset="2"/>
              </a:rPr>
              <a:t></a:t>
            </a:r>
            <a:r>
              <a:rPr lang="en-US" altLang="zh-CN" dirty="0">
                <a:latin typeface="Times New Roman" panose="02020503050405090304" pitchFamily="18" charset="0"/>
              </a:rPr>
              <a:t>（</a:t>
            </a:r>
            <a:r>
              <a:rPr lang="en-US" altLang="zh-CN" dirty="0">
                <a:latin typeface="Times New Roman" panose="02020503050405090304" pitchFamily="18" charset="0"/>
                <a:sym typeface="Symbol" panose="05050102010706020507" pitchFamily="18" charset="2"/>
              </a:rPr>
              <a:t>¬</a:t>
            </a:r>
            <a:r>
              <a:rPr lang="en-US" altLang="zh-CN" dirty="0"/>
              <a:t>P</a:t>
            </a:r>
            <a:r>
              <a:rPr lang="en-US" altLang="zh-CN" dirty="0">
                <a:latin typeface="Times New Roman" panose="02020503050405090304" pitchFamily="18" charset="0"/>
                <a:sym typeface="Symbol" panose="05050102010706020507" pitchFamily="18" charset="2"/>
              </a:rPr>
              <a:t></a:t>
            </a:r>
            <a:r>
              <a:rPr lang="en-US" altLang="zh-CN" dirty="0"/>
              <a:t>R</a:t>
            </a:r>
            <a:r>
              <a:rPr lang="en-US" altLang="zh-CN" dirty="0">
                <a:latin typeface="Times New Roman" panose="02020503050405090304" pitchFamily="18" charset="0"/>
              </a:rPr>
              <a:t>）</a:t>
            </a:r>
            <a:r>
              <a:rPr lang="zh-CN" altLang="en-US" dirty="0">
                <a:latin typeface="Times New Roman" panose="02020503050405090304" pitchFamily="18" charset="0"/>
              </a:rPr>
              <a:t>是析取范式</a:t>
            </a:r>
            <a:r>
              <a:rPr lang="zh-CN" altLang="en-US" dirty="0"/>
              <a:t>,</a:t>
            </a:r>
            <a:r>
              <a:rPr lang="zh-CN" altLang="en-US" dirty="0">
                <a:latin typeface="Times New Roman" panose="02020503050405090304" pitchFamily="18" charset="0"/>
              </a:rPr>
              <a:t>但不是主析取范式。</a:t>
            </a:r>
            <a:endParaRPr lang="zh-CN" altLang="en-US" dirty="0">
              <a:latin typeface="Times New Roman" panose="02020503050405090304" pitchFamily="18" charset="0"/>
            </a:endParaRPr>
          </a:p>
          <a:p>
            <a:pPr lvl="1" algn="just" eaLnBrk="1" hangingPunct="1"/>
            <a:r>
              <a:rPr lang="zh-CN" altLang="en-US" dirty="0">
                <a:latin typeface="宋体" pitchFamily="2" charset="-122"/>
              </a:rPr>
              <a:t>（</a:t>
            </a:r>
            <a:r>
              <a:rPr lang="en-US" altLang="zh-CN" dirty="0"/>
              <a:t>P</a:t>
            </a:r>
            <a:r>
              <a:rPr lang="en-US" altLang="zh-CN" dirty="0">
                <a:latin typeface="Times New Roman" panose="02020503050405090304" pitchFamily="18" charset="0"/>
                <a:sym typeface="Symbol" panose="05050102010706020507" pitchFamily="18" charset="2"/>
              </a:rPr>
              <a:t></a:t>
            </a:r>
            <a:r>
              <a:rPr lang="en-US" altLang="zh-CN" dirty="0"/>
              <a:t>Q</a:t>
            </a:r>
            <a:r>
              <a:rPr lang="en-US" altLang="zh-CN" dirty="0">
                <a:latin typeface="Times New Roman" panose="02020503050405090304" pitchFamily="18" charset="0"/>
                <a:sym typeface="Symbol" panose="05050102010706020507" pitchFamily="18" charset="2"/>
              </a:rPr>
              <a:t>¬</a:t>
            </a:r>
            <a:r>
              <a:rPr lang="en-US" altLang="zh-CN" dirty="0"/>
              <a:t>R</a:t>
            </a:r>
            <a:r>
              <a:rPr lang="en-US" altLang="zh-CN" dirty="0">
                <a:latin typeface="宋体" pitchFamily="2" charset="-122"/>
              </a:rPr>
              <a:t>）</a:t>
            </a:r>
            <a:r>
              <a:rPr lang="en-US" altLang="zh-CN" dirty="0">
                <a:latin typeface="Times New Roman" panose="02020503050405090304" pitchFamily="18" charset="0"/>
                <a:sym typeface="Symbol" panose="05050102010706020507" pitchFamily="18" charset="2"/>
              </a:rPr>
              <a:t></a:t>
            </a:r>
            <a:r>
              <a:rPr lang="en-US" altLang="zh-CN" dirty="0">
                <a:latin typeface="宋体" pitchFamily="2" charset="-122"/>
              </a:rPr>
              <a:t>（</a:t>
            </a:r>
            <a:r>
              <a:rPr lang="en-US" altLang="zh-CN" dirty="0">
                <a:latin typeface="Times New Roman" panose="02020503050405090304" pitchFamily="18" charset="0"/>
                <a:sym typeface="Symbol" panose="05050102010706020507" pitchFamily="18" charset="2"/>
              </a:rPr>
              <a:t>¬</a:t>
            </a:r>
            <a:r>
              <a:rPr lang="en-US" altLang="zh-CN" dirty="0"/>
              <a:t>P</a:t>
            </a:r>
            <a:r>
              <a:rPr lang="en-US" altLang="zh-CN" dirty="0">
                <a:latin typeface="Times New Roman" panose="02020503050405090304" pitchFamily="18" charset="0"/>
                <a:sym typeface="Symbol" panose="05050102010706020507" pitchFamily="18" charset="2"/>
              </a:rPr>
              <a:t></a:t>
            </a:r>
            <a:r>
              <a:rPr lang="en-US" altLang="zh-CN" dirty="0"/>
              <a:t>Q</a:t>
            </a:r>
            <a:r>
              <a:rPr lang="en-US" altLang="zh-CN" dirty="0">
                <a:latin typeface="Times New Roman" panose="02020503050405090304" pitchFamily="18" charset="0"/>
                <a:sym typeface="Symbol" panose="05050102010706020507" pitchFamily="18" charset="2"/>
              </a:rPr>
              <a:t></a:t>
            </a:r>
            <a:r>
              <a:rPr lang="en-US" altLang="zh-CN" dirty="0"/>
              <a:t>R</a:t>
            </a:r>
            <a:r>
              <a:rPr lang="en-US" altLang="zh-CN" dirty="0">
                <a:latin typeface="宋体" pitchFamily="2" charset="-122"/>
              </a:rPr>
              <a:t>）</a:t>
            </a:r>
            <a:r>
              <a:rPr lang="zh-CN" altLang="en-US" dirty="0">
                <a:latin typeface="宋体" pitchFamily="2" charset="-122"/>
              </a:rPr>
              <a:t>是主析取范式，当然也是析取范式。</a:t>
            </a:r>
            <a:r>
              <a:rPr lang="zh-CN" altLang="en-US" dirty="0"/>
              <a:t> </a:t>
            </a:r>
            <a:endParaRPr lang="zh-CN" altLang="en-US" dirty="0"/>
          </a:p>
        </p:txBody>
      </p:sp>
    </p:spTree>
  </p:cSld>
  <p:clrMapOvr>
    <a:masterClrMapping/>
  </p:clrMapOvr>
  <p:transition spd="slow"/>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5" name="灯片编号占位符 3"/>
          <p:cNvSpPr>
            <a:spLocks noGrp="1"/>
          </p:cNvSpPr>
          <p:nvPr>
            <p:ph type="sldNum" sz="quarter" idx="10"/>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r" eaLnBrk="1" hangingPunct="1">
              <a:buClrTx/>
              <a:buFontTx/>
            </a:pPr>
            <a:fld id="{9A0DB2DC-4C9A-4742-B13C-FB6460FD3503}" type="slidenum">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62466" name="日期占位符 4"/>
          <p:cNvSpPr>
            <a:spLocks noGrp="1"/>
          </p:cNvSpPr>
          <p:nvPr>
            <p:ph type="dt" sz="half" idx="11"/>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buClrTx/>
              <a:buFontTx/>
            </a:pPr>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62467" name="页脚占位符 5"/>
          <p:cNvSpPr>
            <a:spLocks noGrp="1"/>
          </p:cNvSpPr>
          <p:nvPr>
            <p:ph type="ftr" sz="quarter" idx="12"/>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buClrTx/>
              <a:buFontTx/>
            </a:pPr>
            <a:r>
              <a:rPr lang="en-US" altLang="zh-CN" sz="1200" b="1" i="1" dirty="0">
                <a:solidFill>
                  <a:srgbClr val="009999"/>
                </a:solidFill>
                <a:latin typeface="Arial Narrow" panose="020B0606020202030204" pitchFamily="34" charset="0"/>
              </a:rPr>
              <a:t>School of Computer Science, BUPT</a:t>
            </a:r>
            <a:endParaRPr lang="zh-CN" altLang="en-US" sz="1200" b="1" i="1" dirty="0">
              <a:solidFill>
                <a:srgbClr val="009999"/>
              </a:solidFill>
              <a:latin typeface="Arial Narrow" panose="020B0606020202030204" pitchFamily="34" charset="0"/>
            </a:endParaRPr>
          </a:p>
        </p:txBody>
      </p:sp>
      <p:sp>
        <p:nvSpPr>
          <p:cNvPr id="62468" name="Rectangle 2"/>
          <p:cNvSpPr>
            <a:spLocks noGrp="1"/>
          </p:cNvSpPr>
          <p:nvPr>
            <p:ph type="title"/>
          </p:nvPr>
        </p:nvSpPr>
        <p:spPr/>
        <p:txBody>
          <a:bodyPr vert="horz" wrap="square" lIns="91440" tIns="45720" rIns="91440" bIns="45720" anchor="b" anchorCtr="0"/>
          <a:p>
            <a:pPr eaLnBrk="1" hangingPunct="1"/>
            <a:r>
              <a:rPr lang="zh-CN" altLang="en-US" sz="3600" b="1" dirty="0">
                <a:latin typeface="宋体" pitchFamily="2" charset="-122"/>
              </a:rPr>
              <a:t>求主析取范式方法之一：真值表法</a:t>
            </a:r>
            <a:r>
              <a:rPr lang="zh-CN" altLang="en-US" dirty="0"/>
              <a:t> </a:t>
            </a:r>
            <a:endParaRPr lang="zh-CN" altLang="en-US" dirty="0"/>
          </a:p>
        </p:txBody>
      </p:sp>
      <p:sp>
        <p:nvSpPr>
          <p:cNvPr id="62469" name="Rectangle 3"/>
          <p:cNvSpPr>
            <a:spLocks noGrp="1"/>
          </p:cNvSpPr>
          <p:nvPr>
            <p:ph idx="1"/>
          </p:nvPr>
        </p:nvSpPr>
        <p:spPr>
          <a:xfrm>
            <a:off x="647700" y="1268730"/>
            <a:ext cx="8067675" cy="4114800"/>
          </a:xfrm>
        </p:spPr>
        <p:txBody>
          <a:bodyPr vert="horz" wrap="square" lIns="91440" tIns="45720" rIns="91440" bIns="45720" anchor="t" anchorCtr="0"/>
          <a:p>
            <a:pPr eaLnBrk="1" hangingPunct="1">
              <a:lnSpc>
                <a:spcPct val="90000"/>
              </a:lnSpc>
            </a:pPr>
            <a:r>
              <a:rPr lang="zh-CN" altLang="en-US" sz="2400" dirty="0">
                <a:latin typeface="宋体" pitchFamily="2" charset="-122"/>
              </a:rPr>
              <a:t>一个公式的主析取范式与该公式的真值表是一一对应的</a:t>
            </a:r>
            <a:r>
              <a:rPr lang="zh-CN" altLang="en-US" sz="2400" dirty="0"/>
              <a:t> </a:t>
            </a:r>
            <a:endParaRPr lang="zh-CN" altLang="en-US" sz="2400" dirty="0"/>
          </a:p>
          <a:p>
            <a:pPr algn="just" eaLnBrk="1" hangingPunct="1">
              <a:lnSpc>
                <a:spcPct val="90000"/>
              </a:lnSpc>
            </a:pPr>
            <a:r>
              <a:rPr lang="zh-CN" altLang="en-US" sz="2400" dirty="0">
                <a:latin typeface="Times New Roman" panose="02020503050405090304" pitchFamily="18" charset="0"/>
              </a:rPr>
              <a:t>例如：由三个极小项组成的主析取范式</a:t>
            </a:r>
            <a:endParaRPr lang="zh-CN" altLang="en-US" sz="2400" dirty="0"/>
          </a:p>
          <a:p>
            <a:pPr algn="just" eaLnBrk="1" hangingPunct="1">
              <a:lnSpc>
                <a:spcPct val="90000"/>
              </a:lnSpc>
              <a:buNone/>
            </a:pPr>
            <a:r>
              <a:rPr lang="zh-CN" altLang="en-US" sz="2400" dirty="0">
                <a:latin typeface="Times New Roman" panose="02020503050405090304" pitchFamily="18" charset="0"/>
              </a:rPr>
              <a:t>（</a:t>
            </a:r>
            <a:r>
              <a:rPr lang="en-US" altLang="zh-CN" sz="2400" dirty="0"/>
              <a:t>P</a:t>
            </a:r>
            <a:r>
              <a:rPr lang="en-US" altLang="zh-CN" sz="2400" dirty="0">
                <a:latin typeface="Times New Roman" panose="02020503050405090304" pitchFamily="18" charset="0"/>
                <a:sym typeface="Symbol" panose="05050102010706020507" pitchFamily="18" charset="2"/>
              </a:rPr>
              <a:t></a:t>
            </a:r>
            <a:r>
              <a:rPr lang="en-US" altLang="zh-CN" sz="2400" dirty="0"/>
              <a:t>Q</a:t>
            </a:r>
            <a:r>
              <a:rPr lang="en-US" altLang="zh-CN" sz="2400" dirty="0">
                <a:latin typeface="Times New Roman" panose="02020503050405090304" pitchFamily="18" charset="0"/>
                <a:sym typeface="Symbol" panose="05050102010706020507" pitchFamily="18" charset="2"/>
              </a:rPr>
              <a:t></a:t>
            </a:r>
            <a:r>
              <a:rPr lang="en-US" altLang="zh-CN" sz="2400" dirty="0"/>
              <a:t>R</a:t>
            </a:r>
            <a:r>
              <a:rPr lang="en-US" altLang="zh-CN" sz="2400" dirty="0">
                <a:latin typeface="Times New Roman" panose="02020503050405090304" pitchFamily="18" charset="0"/>
              </a:rPr>
              <a:t>）</a:t>
            </a:r>
            <a:r>
              <a:rPr lang="en-US" altLang="zh-CN" sz="2400" dirty="0">
                <a:latin typeface="Times New Roman" panose="02020503050405090304" pitchFamily="18" charset="0"/>
                <a:sym typeface="Symbol" panose="05050102010706020507" pitchFamily="18" charset="2"/>
              </a:rPr>
              <a:t></a:t>
            </a:r>
            <a:r>
              <a:rPr lang="en-US" altLang="zh-CN" sz="2400" dirty="0">
                <a:latin typeface="Times New Roman" panose="02020503050405090304" pitchFamily="18" charset="0"/>
              </a:rPr>
              <a:t>（</a:t>
            </a:r>
            <a:r>
              <a:rPr lang="en-US" altLang="zh-CN" sz="2400" dirty="0">
                <a:latin typeface="Times New Roman" panose="02020503050405090304" pitchFamily="18" charset="0"/>
                <a:sym typeface="Symbol" panose="05050102010706020507" pitchFamily="18" charset="2"/>
              </a:rPr>
              <a:t>¬</a:t>
            </a:r>
            <a:r>
              <a:rPr lang="en-US" altLang="zh-CN" sz="2400" dirty="0"/>
              <a:t>P</a:t>
            </a:r>
            <a:r>
              <a:rPr lang="en-US" altLang="zh-CN" sz="2400" dirty="0">
                <a:latin typeface="Times New Roman" panose="02020503050405090304" pitchFamily="18" charset="0"/>
                <a:sym typeface="Symbol" panose="05050102010706020507" pitchFamily="18" charset="2"/>
              </a:rPr>
              <a:t></a:t>
            </a:r>
            <a:r>
              <a:rPr lang="en-US" altLang="zh-CN" sz="2400" dirty="0"/>
              <a:t>Q</a:t>
            </a:r>
            <a:r>
              <a:rPr lang="en-US" altLang="zh-CN" sz="2400" dirty="0">
                <a:latin typeface="Times New Roman" panose="02020503050405090304" pitchFamily="18" charset="0"/>
                <a:sym typeface="Symbol" panose="05050102010706020507" pitchFamily="18" charset="2"/>
              </a:rPr>
              <a:t></a:t>
            </a:r>
            <a:r>
              <a:rPr lang="en-US" altLang="zh-CN" sz="2400" dirty="0"/>
              <a:t>R</a:t>
            </a:r>
            <a:r>
              <a:rPr lang="en-US" altLang="zh-CN" sz="2400" dirty="0">
                <a:latin typeface="Times New Roman" panose="02020503050405090304" pitchFamily="18" charset="0"/>
              </a:rPr>
              <a:t>）</a:t>
            </a:r>
            <a:r>
              <a:rPr lang="en-US" altLang="zh-CN" sz="2400" dirty="0">
                <a:latin typeface="Times New Roman" panose="02020503050405090304" pitchFamily="18" charset="0"/>
                <a:sym typeface="Symbol" panose="05050102010706020507" pitchFamily="18" charset="2"/>
              </a:rPr>
              <a:t></a:t>
            </a:r>
            <a:r>
              <a:rPr lang="en-US" altLang="zh-CN" sz="2400" dirty="0">
                <a:latin typeface="Times New Roman" panose="02020503050405090304" pitchFamily="18" charset="0"/>
              </a:rPr>
              <a:t>（</a:t>
            </a:r>
            <a:r>
              <a:rPr lang="en-US" altLang="zh-CN" sz="2400" dirty="0">
                <a:latin typeface="Times New Roman" panose="02020503050405090304" pitchFamily="18" charset="0"/>
                <a:sym typeface="Symbol" panose="05050102010706020507" pitchFamily="18" charset="2"/>
              </a:rPr>
              <a:t>¬</a:t>
            </a:r>
            <a:r>
              <a:rPr lang="en-US" altLang="zh-CN" sz="2400" dirty="0"/>
              <a:t>P</a:t>
            </a:r>
            <a:r>
              <a:rPr lang="en-US" altLang="zh-CN" sz="2400" dirty="0">
                <a:latin typeface="Times New Roman" panose="02020503050405090304" pitchFamily="18" charset="0"/>
                <a:sym typeface="Symbol" panose="05050102010706020507" pitchFamily="18" charset="2"/>
              </a:rPr>
              <a:t></a:t>
            </a:r>
            <a:r>
              <a:rPr lang="en-US" altLang="zh-CN" sz="2400" dirty="0"/>
              <a:t>Q</a:t>
            </a:r>
            <a:r>
              <a:rPr lang="en-US" altLang="zh-CN" sz="2400" dirty="0">
                <a:latin typeface="Times New Roman" panose="02020503050405090304" pitchFamily="18" charset="0"/>
                <a:sym typeface="Symbol" panose="05050102010706020507" pitchFamily="18" charset="2"/>
              </a:rPr>
              <a:t>¬</a:t>
            </a:r>
            <a:r>
              <a:rPr lang="en-US" altLang="zh-CN" sz="2400" dirty="0"/>
              <a:t>R</a:t>
            </a:r>
            <a:r>
              <a:rPr lang="en-US" altLang="zh-CN" sz="2400" dirty="0">
                <a:latin typeface="Times New Roman" panose="02020503050405090304" pitchFamily="18" charset="0"/>
              </a:rPr>
              <a:t>）</a:t>
            </a:r>
            <a:endParaRPr lang="en-US" altLang="zh-CN" sz="2400" dirty="0"/>
          </a:p>
          <a:p>
            <a:pPr lvl="1" algn="just" eaLnBrk="1" hangingPunct="1">
              <a:lnSpc>
                <a:spcPct val="90000"/>
              </a:lnSpc>
            </a:pPr>
            <a:r>
              <a:rPr lang="zh-CN" altLang="en-US" sz="2000" dirty="0">
                <a:latin typeface="Times New Roman" panose="02020503050405090304" pitchFamily="18" charset="0"/>
              </a:rPr>
              <a:t>这三个极小项对应的赋值分别是</a:t>
            </a:r>
            <a:r>
              <a:rPr lang="zh-CN" altLang="en-US" sz="2000" dirty="0"/>
              <a:t>111</a:t>
            </a:r>
            <a:r>
              <a:rPr lang="zh-CN" altLang="en-US" sz="2000" dirty="0">
                <a:latin typeface="Times New Roman" panose="02020503050405090304" pitchFamily="18" charset="0"/>
              </a:rPr>
              <a:t>，</a:t>
            </a:r>
            <a:r>
              <a:rPr lang="zh-CN" altLang="en-US" sz="2000" dirty="0"/>
              <a:t>011</a:t>
            </a:r>
            <a:r>
              <a:rPr lang="zh-CN" altLang="en-US" sz="2000" dirty="0">
                <a:latin typeface="Times New Roman" panose="02020503050405090304" pitchFamily="18" charset="0"/>
              </a:rPr>
              <a:t>，</a:t>
            </a:r>
            <a:r>
              <a:rPr lang="zh-CN" altLang="en-US" sz="2000" dirty="0"/>
              <a:t>010</a:t>
            </a:r>
            <a:r>
              <a:rPr lang="zh-CN" altLang="en-US" sz="2000" dirty="0">
                <a:latin typeface="Times New Roman" panose="02020503050405090304" pitchFamily="18" charset="0"/>
              </a:rPr>
              <a:t>，则该三个赋值使公式为真，而其它五个赋值使公式为假。</a:t>
            </a:r>
            <a:endParaRPr lang="zh-CN" altLang="en-US" sz="2000" dirty="0">
              <a:latin typeface="Times New Roman" panose="02020503050405090304" pitchFamily="18" charset="0"/>
            </a:endParaRPr>
          </a:p>
          <a:p>
            <a:pPr lvl="1" algn="just" eaLnBrk="1" hangingPunct="1">
              <a:lnSpc>
                <a:spcPct val="90000"/>
              </a:lnSpc>
            </a:pPr>
            <a:r>
              <a:rPr lang="zh-CN" altLang="en-US" sz="2000" dirty="0">
                <a:latin typeface="宋体" pitchFamily="2" charset="-122"/>
              </a:rPr>
              <a:t>反过来，如果这三个赋值使公式为真，而其它赋值使公式为假，则该公式的主析取范式就是由这三个赋值对应的极小项析取而成的。</a:t>
            </a:r>
            <a:endParaRPr lang="zh-CN" altLang="en-US" sz="2000" dirty="0"/>
          </a:p>
        </p:txBody>
      </p:sp>
      <p:sp>
        <p:nvSpPr>
          <p:cNvPr id="7" name="矩形 6"/>
          <p:cNvSpPr/>
          <p:nvPr/>
        </p:nvSpPr>
        <p:spPr>
          <a:xfrm>
            <a:off x="1522730" y="4759325"/>
            <a:ext cx="6741160" cy="829945"/>
          </a:xfrm>
          <a:prstGeom prst="rect">
            <a:avLst/>
          </a:prstGeom>
          <a:solidFill>
            <a:schemeClr val="accent2"/>
          </a:solidFill>
          <a:ln w="9525">
            <a:noFill/>
          </a:ln>
        </p:spPr>
        <p:txBody>
          <a:bodyPr wrap="squar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0" lvl="0" indent="0" algn="ctr">
              <a:spcBef>
                <a:spcPct val="0"/>
              </a:spcBef>
              <a:buClrTx/>
              <a:buSzTx/>
              <a:buFontTx/>
              <a:buNone/>
            </a:pPr>
            <a:r>
              <a:rPr lang="zh-CN" altLang="zh-CN" sz="2400" b="1" dirty="0">
                <a:latin typeface="Times New Roman" panose="02020503050405090304" pitchFamily="18" charset="0"/>
                <a:cs typeface="Times New Roman" panose="02020503050405090304" pitchFamily="18" charset="0"/>
              </a:rPr>
              <a:t>命题公式的主析取范式是由</a:t>
            </a:r>
            <a:r>
              <a:rPr lang="zh-CN" altLang="zh-CN" sz="2400" b="1" dirty="0">
                <a:latin typeface="Times New Roman" panose="02020503050405090304" pitchFamily="18" charset="0"/>
                <a:cs typeface="Times New Roman" panose="02020503050405090304" pitchFamily="18" charset="0"/>
              </a:rPr>
              <a:t>使公式值为真的赋值对应的极小项的析取组成的</a:t>
            </a:r>
            <a:endParaRPr lang="zh-CN" altLang="en-US" sz="2400"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89" name="灯片编号占位符 3"/>
          <p:cNvSpPr>
            <a:spLocks noGrp="1"/>
          </p:cNvSpPr>
          <p:nvPr>
            <p:ph type="sldNum" sz="quarter" idx="10"/>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r" eaLnBrk="1" hangingPunct="1">
              <a:buClrTx/>
              <a:buFontTx/>
            </a:pPr>
            <a:fld id="{9A0DB2DC-4C9A-4742-B13C-FB6460FD3503}" type="slidenum">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63490" name="日期占位符 4"/>
          <p:cNvSpPr>
            <a:spLocks noGrp="1"/>
          </p:cNvSpPr>
          <p:nvPr>
            <p:ph type="dt" sz="half" idx="11"/>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buClrTx/>
              <a:buFontTx/>
            </a:pPr>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63491" name="页脚占位符 5"/>
          <p:cNvSpPr>
            <a:spLocks noGrp="1"/>
          </p:cNvSpPr>
          <p:nvPr>
            <p:ph type="ftr" sz="quarter" idx="12"/>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buClrTx/>
              <a:buFontTx/>
            </a:pPr>
            <a:r>
              <a:rPr lang="en-US" altLang="zh-CN" sz="1200" b="1" i="1" dirty="0">
                <a:solidFill>
                  <a:srgbClr val="009999"/>
                </a:solidFill>
                <a:latin typeface="Arial Narrow" panose="020B0606020202030204" pitchFamily="34" charset="0"/>
              </a:rPr>
              <a:t>School of Computer Science, BUPT</a:t>
            </a:r>
            <a:endParaRPr lang="zh-CN" altLang="en-US" sz="1200" b="1" i="1" dirty="0">
              <a:solidFill>
                <a:srgbClr val="009999"/>
              </a:solidFill>
              <a:latin typeface="Arial Narrow" panose="020B0606020202030204" pitchFamily="34" charset="0"/>
            </a:endParaRPr>
          </a:p>
        </p:txBody>
      </p:sp>
      <p:sp>
        <p:nvSpPr>
          <p:cNvPr id="63492" name="Rectangle 2"/>
          <p:cNvSpPr>
            <a:spLocks noGrp="1"/>
          </p:cNvSpPr>
          <p:nvPr>
            <p:ph type="title"/>
          </p:nvPr>
        </p:nvSpPr>
        <p:spPr>
          <a:xfrm>
            <a:off x="1115378" y="404178"/>
            <a:ext cx="7793037" cy="617537"/>
          </a:xfrm>
        </p:spPr>
        <p:txBody>
          <a:bodyPr vert="horz" wrap="square" lIns="91440" tIns="45720" rIns="91440" bIns="45720" anchor="b" anchorCtr="0"/>
          <a:p>
            <a:pPr eaLnBrk="1" hangingPunct="1"/>
            <a:r>
              <a:rPr lang="zh-CN" altLang="en-US" sz="2800" dirty="0"/>
              <a:t>例：</a:t>
            </a:r>
            <a:r>
              <a:rPr lang="zh-CN" altLang="en-US" sz="2800" dirty="0">
                <a:latin typeface="宋体" pitchFamily="2" charset="-122"/>
              </a:rPr>
              <a:t>用真值表的方法求</a:t>
            </a:r>
            <a:r>
              <a:rPr lang="en-US" altLang="zh-CN" sz="2800" dirty="0">
                <a:latin typeface="Times New Roman" panose="02020503050405090304" pitchFamily="18" charset="0"/>
                <a:sym typeface="Symbol" panose="05050102010706020507" pitchFamily="18" charset="2"/>
              </a:rPr>
              <a:t>¬</a:t>
            </a:r>
            <a:r>
              <a:rPr lang="zh-CN" altLang="en-US" sz="2800" dirty="0">
                <a:latin typeface="宋体" pitchFamily="2" charset="-122"/>
              </a:rPr>
              <a:t>（</a:t>
            </a:r>
            <a:r>
              <a:rPr lang="en-US" altLang="zh-CN" sz="2800" dirty="0"/>
              <a:t>P</a:t>
            </a:r>
            <a:r>
              <a:rPr lang="en-US" altLang="zh-CN" sz="2800" dirty="0">
                <a:latin typeface="Times New Roman" panose="02020503050405090304" pitchFamily="18" charset="0"/>
                <a:sym typeface="Symbol" panose="05050102010706020507" pitchFamily="18" charset="2"/>
              </a:rPr>
              <a:t></a:t>
            </a:r>
            <a:r>
              <a:rPr lang="en-US" altLang="zh-CN" sz="2800" dirty="0"/>
              <a:t>Q</a:t>
            </a:r>
            <a:r>
              <a:rPr lang="en-US" altLang="zh-CN" sz="2800" dirty="0">
                <a:latin typeface="宋体" pitchFamily="2" charset="-122"/>
              </a:rPr>
              <a:t>）</a:t>
            </a:r>
            <a:r>
              <a:rPr lang="zh-CN" altLang="en-US" sz="2800" dirty="0">
                <a:latin typeface="宋体" pitchFamily="2" charset="-122"/>
              </a:rPr>
              <a:t>的主析取范式</a:t>
            </a:r>
            <a:r>
              <a:rPr lang="zh-CN" altLang="en-US" dirty="0"/>
              <a:t> </a:t>
            </a:r>
            <a:endParaRPr lang="zh-CN" altLang="en-US" dirty="0"/>
          </a:p>
        </p:txBody>
      </p:sp>
      <p:sp>
        <p:nvSpPr>
          <p:cNvPr id="63493" name="Rectangle 3"/>
          <p:cNvSpPr>
            <a:spLocks noGrp="1"/>
          </p:cNvSpPr>
          <p:nvPr>
            <p:ph idx="1"/>
          </p:nvPr>
        </p:nvSpPr>
        <p:spPr>
          <a:xfrm>
            <a:off x="611188" y="1412875"/>
            <a:ext cx="7772400" cy="4114800"/>
          </a:xfrm>
        </p:spPr>
        <p:txBody>
          <a:bodyPr vert="horz" wrap="square" lIns="91440" tIns="45720" rIns="91440" bIns="45720" anchor="t" anchorCtr="0"/>
          <a:p>
            <a:pPr algn="just" eaLnBrk="1" hangingPunct="1"/>
            <a:r>
              <a:rPr lang="zh-CN" altLang="en-US" sz="2800" dirty="0">
                <a:latin typeface="Times New Roman" panose="02020503050405090304" pitchFamily="18" charset="0"/>
              </a:rPr>
              <a:t>解：</a:t>
            </a:r>
            <a:endParaRPr lang="zh-CN" altLang="en-US" sz="2800" dirty="0">
              <a:latin typeface="Times New Roman" panose="02020503050405090304" pitchFamily="18" charset="0"/>
            </a:endParaRPr>
          </a:p>
          <a:p>
            <a:pPr lvl="1" algn="just" eaLnBrk="1" hangingPunct="1"/>
            <a:r>
              <a:rPr lang="en-US" altLang="zh-CN" sz="2400" dirty="0">
                <a:latin typeface="Times New Roman" panose="02020503050405090304" pitchFamily="18" charset="0"/>
                <a:sym typeface="Symbol" panose="05050102010706020507" pitchFamily="18" charset="2"/>
              </a:rPr>
              <a:t>¬</a:t>
            </a:r>
            <a:r>
              <a:rPr lang="zh-CN" altLang="en-US" sz="2400" dirty="0">
                <a:latin typeface="Times New Roman" panose="02020503050405090304" pitchFamily="18" charset="0"/>
              </a:rPr>
              <a:t>（</a:t>
            </a:r>
            <a:r>
              <a:rPr lang="en-US" altLang="zh-CN" sz="2400" dirty="0"/>
              <a:t>P</a:t>
            </a:r>
            <a:r>
              <a:rPr lang="en-US" altLang="zh-CN" sz="2400" dirty="0">
                <a:latin typeface="Times New Roman" panose="02020503050405090304" pitchFamily="18" charset="0"/>
                <a:sym typeface="Symbol" panose="05050102010706020507" pitchFamily="18" charset="2"/>
              </a:rPr>
              <a:t></a:t>
            </a:r>
            <a:r>
              <a:rPr lang="en-US" altLang="zh-CN" sz="2400" dirty="0"/>
              <a:t>Q</a:t>
            </a:r>
            <a:r>
              <a:rPr lang="en-US" altLang="zh-CN" sz="2400" dirty="0">
                <a:latin typeface="Times New Roman" panose="02020503050405090304" pitchFamily="18" charset="0"/>
              </a:rPr>
              <a:t>）</a:t>
            </a:r>
            <a:r>
              <a:rPr lang="zh-CN" altLang="en-US" sz="2400" dirty="0">
                <a:latin typeface="Times New Roman" panose="02020503050405090304" pitchFamily="18" charset="0"/>
              </a:rPr>
              <a:t>的真值表</a:t>
            </a:r>
            <a:endParaRPr lang="zh-CN" altLang="en-US" sz="2400" dirty="0"/>
          </a:p>
          <a:p>
            <a:pPr lvl="1" algn="just" eaLnBrk="1" hangingPunct="1"/>
            <a:r>
              <a:rPr lang="zh-CN" altLang="en-US" sz="2400" dirty="0">
                <a:latin typeface="Times New Roman" panose="02020503050405090304" pitchFamily="18" charset="0"/>
              </a:rPr>
              <a:t>找使公式为真的赋值。</a:t>
            </a:r>
            <a:endParaRPr lang="zh-CN" altLang="en-US" sz="2400" dirty="0"/>
          </a:p>
          <a:p>
            <a:pPr lvl="1" algn="just" eaLnBrk="1" hangingPunct="1"/>
            <a:r>
              <a:rPr lang="zh-CN" altLang="en-US" sz="2400" dirty="0"/>
              <a:t>00</a:t>
            </a:r>
            <a:r>
              <a:rPr lang="zh-CN" altLang="en-US" sz="2400" dirty="0">
                <a:latin typeface="Times New Roman" panose="02020503050405090304" pitchFamily="18" charset="0"/>
              </a:rPr>
              <a:t>对应的极小项是</a:t>
            </a:r>
            <a:r>
              <a:rPr lang="en-US" altLang="zh-CN" sz="2400" dirty="0">
                <a:latin typeface="Times New Roman" panose="02020503050405090304" pitchFamily="18" charset="0"/>
                <a:sym typeface="Symbol" panose="05050102010706020507" pitchFamily="18" charset="2"/>
              </a:rPr>
              <a:t>¬</a:t>
            </a:r>
            <a:r>
              <a:rPr lang="en-US" altLang="zh-CN" sz="2400" dirty="0"/>
              <a:t>P</a:t>
            </a:r>
            <a:r>
              <a:rPr lang="en-US" altLang="zh-CN" sz="2400" dirty="0">
                <a:latin typeface="Times New Roman" panose="02020503050405090304" pitchFamily="18" charset="0"/>
                <a:sym typeface="Symbol" panose="05050102010706020507" pitchFamily="18" charset="2"/>
              </a:rPr>
              <a:t>¬</a:t>
            </a:r>
            <a:r>
              <a:rPr lang="en-US" altLang="zh-CN" sz="2400" dirty="0"/>
              <a:t>Q </a:t>
            </a:r>
            <a:r>
              <a:rPr lang="en-US" altLang="zh-CN" sz="2400" dirty="0">
                <a:latin typeface="Times New Roman" panose="02020503050405090304" pitchFamily="18" charset="0"/>
              </a:rPr>
              <a:t>（</a:t>
            </a:r>
            <a:r>
              <a:rPr lang="en-US" altLang="zh-CN" sz="2400" dirty="0"/>
              <a:t>m</a:t>
            </a:r>
            <a:r>
              <a:rPr lang="en-US" altLang="zh-CN" sz="2400" baseline="-30000" dirty="0"/>
              <a:t>0</a:t>
            </a:r>
            <a:r>
              <a:rPr lang="en-US" altLang="zh-CN" sz="2400" dirty="0">
                <a:latin typeface="Times New Roman" panose="02020503050405090304" pitchFamily="18" charset="0"/>
              </a:rPr>
              <a:t>）</a:t>
            </a:r>
            <a:endParaRPr lang="en-US" altLang="zh-CN" sz="2400" dirty="0"/>
          </a:p>
          <a:p>
            <a:pPr lvl="1" algn="just" eaLnBrk="1" hangingPunct="1"/>
            <a:r>
              <a:rPr lang="en-US" altLang="zh-CN" sz="2400" dirty="0"/>
              <a:t>01</a:t>
            </a:r>
            <a:r>
              <a:rPr lang="zh-CN" altLang="en-US" sz="2400" dirty="0">
                <a:latin typeface="Times New Roman" panose="02020503050405090304" pitchFamily="18" charset="0"/>
              </a:rPr>
              <a:t>对应的极小项是</a:t>
            </a:r>
            <a:r>
              <a:rPr lang="en-US" altLang="zh-CN" sz="2400" dirty="0">
                <a:latin typeface="Times New Roman" panose="02020503050405090304" pitchFamily="18" charset="0"/>
                <a:sym typeface="Symbol" panose="05050102010706020507" pitchFamily="18" charset="2"/>
              </a:rPr>
              <a:t>¬</a:t>
            </a:r>
            <a:r>
              <a:rPr lang="en-US" altLang="zh-CN" sz="2400" dirty="0"/>
              <a:t>P</a:t>
            </a:r>
            <a:r>
              <a:rPr lang="en-US" altLang="zh-CN" sz="2400" dirty="0">
                <a:latin typeface="Times New Roman" panose="02020503050405090304" pitchFamily="18" charset="0"/>
                <a:sym typeface="Symbol" panose="05050102010706020507" pitchFamily="18" charset="2"/>
              </a:rPr>
              <a:t></a:t>
            </a:r>
            <a:r>
              <a:rPr lang="en-US" altLang="zh-CN" sz="2400" dirty="0"/>
              <a:t>Q </a:t>
            </a:r>
            <a:r>
              <a:rPr lang="en-US" altLang="zh-CN" sz="2400" dirty="0">
                <a:latin typeface="Times New Roman" panose="02020503050405090304" pitchFamily="18" charset="0"/>
              </a:rPr>
              <a:t>（</a:t>
            </a:r>
            <a:r>
              <a:rPr lang="en-US" altLang="zh-CN" sz="2400" dirty="0"/>
              <a:t>m</a:t>
            </a:r>
            <a:r>
              <a:rPr lang="en-US" altLang="zh-CN" sz="2400" baseline="-30000" dirty="0"/>
              <a:t>1</a:t>
            </a:r>
            <a:r>
              <a:rPr lang="en-US" altLang="zh-CN" sz="2400" dirty="0">
                <a:latin typeface="Times New Roman" panose="02020503050405090304" pitchFamily="18" charset="0"/>
              </a:rPr>
              <a:t>）</a:t>
            </a:r>
            <a:endParaRPr lang="en-US" altLang="zh-CN" sz="2400" dirty="0"/>
          </a:p>
          <a:p>
            <a:pPr lvl="1" algn="just" eaLnBrk="1" hangingPunct="1"/>
            <a:r>
              <a:rPr lang="en-US" altLang="zh-CN" sz="2400" dirty="0"/>
              <a:t>10</a:t>
            </a:r>
            <a:r>
              <a:rPr lang="zh-CN" altLang="en-US" sz="2400" dirty="0">
                <a:latin typeface="Times New Roman" panose="02020503050405090304" pitchFamily="18" charset="0"/>
              </a:rPr>
              <a:t>对应的极小项是</a:t>
            </a:r>
            <a:r>
              <a:rPr lang="en-US" altLang="zh-CN" sz="2400" dirty="0"/>
              <a:t>P</a:t>
            </a:r>
            <a:r>
              <a:rPr lang="en-US" altLang="zh-CN" sz="2400" dirty="0">
                <a:latin typeface="Times New Roman" panose="02020503050405090304" pitchFamily="18" charset="0"/>
                <a:sym typeface="Symbol" panose="05050102010706020507" pitchFamily="18" charset="2"/>
              </a:rPr>
              <a:t>¬</a:t>
            </a:r>
            <a:r>
              <a:rPr lang="en-US" altLang="zh-CN" sz="2400" dirty="0"/>
              <a:t>Q </a:t>
            </a:r>
            <a:r>
              <a:rPr lang="en-US" altLang="zh-CN" sz="2400" dirty="0">
                <a:latin typeface="Times New Roman" panose="02020503050405090304" pitchFamily="18" charset="0"/>
              </a:rPr>
              <a:t>（</a:t>
            </a:r>
            <a:r>
              <a:rPr lang="en-US" altLang="zh-CN" sz="2400" dirty="0"/>
              <a:t>m</a:t>
            </a:r>
            <a:r>
              <a:rPr lang="en-US" altLang="zh-CN" sz="2400" baseline="-30000" dirty="0"/>
              <a:t>2</a:t>
            </a:r>
            <a:r>
              <a:rPr lang="en-US" altLang="zh-CN" sz="2400" dirty="0">
                <a:latin typeface="Times New Roman" panose="02020503050405090304" pitchFamily="18" charset="0"/>
              </a:rPr>
              <a:t>）</a:t>
            </a:r>
            <a:endParaRPr lang="en-US" altLang="zh-CN" sz="2400" dirty="0"/>
          </a:p>
          <a:p>
            <a:pPr lvl="1" algn="just" eaLnBrk="1" hangingPunct="1"/>
            <a:r>
              <a:rPr lang="zh-CN" altLang="en-US" sz="2400" dirty="0">
                <a:latin typeface="Times New Roman" panose="02020503050405090304" pitchFamily="18" charset="0"/>
              </a:rPr>
              <a:t>则原公式的主析取范式是</a:t>
            </a:r>
            <a:endParaRPr lang="zh-CN" altLang="en-US" sz="2400" dirty="0"/>
          </a:p>
          <a:p>
            <a:pPr lvl="1" algn="just" eaLnBrk="1" hangingPunct="1"/>
            <a:r>
              <a:rPr lang="en-US" altLang="zh-CN" sz="2400" dirty="0">
                <a:latin typeface="Times New Roman" panose="02020503050405090304" pitchFamily="18" charset="0"/>
                <a:sym typeface="Symbol" panose="05050102010706020507" pitchFamily="18" charset="2"/>
              </a:rPr>
              <a:t>¬</a:t>
            </a:r>
            <a:r>
              <a:rPr lang="zh-CN" altLang="en-US" sz="2400" dirty="0">
                <a:latin typeface="Times New Roman" panose="02020503050405090304" pitchFamily="18" charset="0"/>
              </a:rPr>
              <a:t>（</a:t>
            </a:r>
            <a:r>
              <a:rPr lang="en-US" altLang="zh-CN" sz="2400" dirty="0"/>
              <a:t>P</a:t>
            </a:r>
            <a:r>
              <a:rPr lang="en-US" altLang="zh-CN" sz="2400" dirty="0">
                <a:latin typeface="Times New Roman" panose="02020503050405090304" pitchFamily="18" charset="0"/>
                <a:sym typeface="Symbol" panose="05050102010706020507" pitchFamily="18" charset="2"/>
              </a:rPr>
              <a:t></a:t>
            </a:r>
            <a:r>
              <a:rPr lang="en-US" altLang="zh-CN" sz="2400" dirty="0"/>
              <a:t>Q</a:t>
            </a:r>
            <a:r>
              <a:rPr lang="en-US" altLang="zh-CN" sz="2400" dirty="0">
                <a:latin typeface="Times New Roman" panose="02020503050405090304" pitchFamily="18" charset="0"/>
              </a:rPr>
              <a:t>）</a:t>
            </a:r>
            <a:r>
              <a:rPr lang="en-US" altLang="zh-CN" sz="2400" dirty="0">
                <a:latin typeface="Times New Roman" panose="02020503050405090304" pitchFamily="18" charset="0"/>
                <a:sym typeface="Symbol" panose="05050102010706020507" pitchFamily="18" charset="2"/>
              </a:rPr>
              <a:t></a:t>
            </a:r>
            <a:r>
              <a:rPr lang="en-US" altLang="zh-CN" sz="2400" dirty="0">
                <a:latin typeface="Times New Roman" panose="02020503050405090304" pitchFamily="18" charset="0"/>
              </a:rPr>
              <a:t>（</a:t>
            </a:r>
            <a:r>
              <a:rPr lang="en-US" altLang="zh-CN" sz="2400" dirty="0">
                <a:latin typeface="Times New Roman" panose="02020503050405090304" pitchFamily="18" charset="0"/>
                <a:sym typeface="Symbol" panose="05050102010706020507" pitchFamily="18" charset="2"/>
              </a:rPr>
              <a:t>¬</a:t>
            </a:r>
            <a:r>
              <a:rPr lang="en-US" altLang="zh-CN" sz="2400" dirty="0"/>
              <a:t>P</a:t>
            </a:r>
            <a:r>
              <a:rPr lang="en-US" altLang="zh-CN" sz="2400" dirty="0">
                <a:latin typeface="Times New Roman" panose="02020503050405090304" pitchFamily="18" charset="0"/>
                <a:sym typeface="Symbol" panose="05050102010706020507" pitchFamily="18" charset="2"/>
              </a:rPr>
              <a:t>¬</a:t>
            </a:r>
            <a:r>
              <a:rPr lang="en-US" altLang="zh-CN" sz="2400" dirty="0"/>
              <a:t>Q</a:t>
            </a:r>
            <a:r>
              <a:rPr lang="en-US" altLang="zh-CN" sz="2400" dirty="0">
                <a:latin typeface="Times New Roman" panose="02020503050405090304" pitchFamily="18" charset="0"/>
              </a:rPr>
              <a:t>）</a:t>
            </a:r>
            <a:r>
              <a:rPr lang="en-US" altLang="zh-CN" sz="2400" dirty="0"/>
              <a:t> </a:t>
            </a:r>
            <a:r>
              <a:rPr lang="en-US" altLang="zh-CN" sz="2400" dirty="0">
                <a:latin typeface="Times New Roman" panose="02020503050405090304" pitchFamily="18" charset="0"/>
                <a:sym typeface="Symbol" panose="05050102010706020507" pitchFamily="18" charset="2"/>
              </a:rPr>
              <a:t></a:t>
            </a:r>
            <a:r>
              <a:rPr lang="en-US" altLang="zh-CN" sz="2400" dirty="0">
                <a:latin typeface="Times New Roman" panose="02020503050405090304" pitchFamily="18" charset="0"/>
              </a:rPr>
              <a:t>（</a:t>
            </a:r>
            <a:r>
              <a:rPr lang="en-US" altLang="zh-CN" sz="2400" dirty="0">
                <a:latin typeface="Times New Roman" panose="02020503050405090304" pitchFamily="18" charset="0"/>
                <a:sym typeface="Symbol" panose="05050102010706020507" pitchFamily="18" charset="2"/>
              </a:rPr>
              <a:t>¬</a:t>
            </a:r>
            <a:r>
              <a:rPr lang="en-US" altLang="zh-CN" sz="2400" dirty="0"/>
              <a:t>P</a:t>
            </a:r>
            <a:r>
              <a:rPr lang="en-US" altLang="zh-CN" sz="2400" dirty="0">
                <a:latin typeface="Times New Roman" panose="02020503050405090304" pitchFamily="18" charset="0"/>
                <a:sym typeface="Symbol" panose="05050102010706020507" pitchFamily="18" charset="2"/>
              </a:rPr>
              <a:t></a:t>
            </a:r>
            <a:r>
              <a:rPr lang="en-US" altLang="zh-CN" sz="2400" dirty="0"/>
              <a:t>Q</a:t>
            </a:r>
            <a:r>
              <a:rPr lang="en-US" altLang="zh-CN" sz="2400" dirty="0">
                <a:latin typeface="Times New Roman" panose="02020503050405090304" pitchFamily="18" charset="0"/>
              </a:rPr>
              <a:t>）</a:t>
            </a:r>
            <a:r>
              <a:rPr lang="en-US" altLang="zh-CN" sz="2400" dirty="0">
                <a:latin typeface="Times New Roman" panose="02020503050405090304" pitchFamily="18" charset="0"/>
                <a:sym typeface="Symbol" panose="05050102010706020507" pitchFamily="18" charset="2"/>
              </a:rPr>
              <a:t></a:t>
            </a:r>
            <a:r>
              <a:rPr lang="en-US" altLang="zh-CN" sz="2400" dirty="0">
                <a:latin typeface="Times New Roman" panose="02020503050405090304" pitchFamily="18" charset="0"/>
              </a:rPr>
              <a:t>（</a:t>
            </a:r>
            <a:r>
              <a:rPr lang="en-US" altLang="zh-CN" sz="2400" dirty="0"/>
              <a:t>P</a:t>
            </a:r>
            <a:r>
              <a:rPr lang="en-US" altLang="zh-CN" sz="2400" dirty="0">
                <a:latin typeface="Times New Roman" panose="02020503050405090304" pitchFamily="18" charset="0"/>
                <a:sym typeface="Symbol" panose="05050102010706020507" pitchFamily="18" charset="2"/>
              </a:rPr>
              <a:t>¬</a:t>
            </a:r>
            <a:r>
              <a:rPr lang="en-US" altLang="zh-CN" sz="2400" dirty="0"/>
              <a:t>Q</a:t>
            </a:r>
            <a:r>
              <a:rPr lang="en-US" altLang="zh-CN" sz="2400" dirty="0">
                <a:latin typeface="Times New Roman" panose="02020503050405090304" pitchFamily="18" charset="0"/>
              </a:rPr>
              <a:t>）</a:t>
            </a:r>
            <a:r>
              <a:rPr lang="en-US" altLang="zh-CN" sz="2400" dirty="0"/>
              <a:t>      </a:t>
            </a:r>
            <a:r>
              <a:rPr lang="en-US" altLang="zh-CN" sz="2400" dirty="0">
                <a:latin typeface="Times New Roman" panose="02020503050405090304" pitchFamily="18" charset="0"/>
                <a:sym typeface="Symbol" panose="05050102010706020507" pitchFamily="18" charset="2"/>
              </a:rPr>
              <a:t></a:t>
            </a:r>
            <a:r>
              <a:rPr lang="en-US" altLang="zh-CN" sz="2400" dirty="0"/>
              <a:t> m</a:t>
            </a:r>
            <a:r>
              <a:rPr lang="en-US" altLang="zh-CN" sz="2400" baseline="-30000" dirty="0"/>
              <a:t>0</a:t>
            </a:r>
            <a:r>
              <a:rPr lang="en-US" altLang="zh-CN" sz="2400" dirty="0">
                <a:latin typeface="Times New Roman" panose="02020503050405090304" pitchFamily="18" charset="0"/>
                <a:sym typeface="Symbol" panose="05050102010706020507" pitchFamily="18" charset="2"/>
              </a:rPr>
              <a:t></a:t>
            </a:r>
            <a:r>
              <a:rPr lang="en-US" altLang="zh-CN" sz="2400" dirty="0"/>
              <a:t> m</a:t>
            </a:r>
            <a:r>
              <a:rPr lang="en-US" altLang="zh-CN" sz="2400" baseline="-30000" dirty="0"/>
              <a:t>1</a:t>
            </a:r>
            <a:r>
              <a:rPr lang="en-US" altLang="zh-CN" sz="2400" dirty="0">
                <a:latin typeface="Times New Roman" panose="02020503050405090304" pitchFamily="18" charset="0"/>
                <a:sym typeface="Symbol" panose="05050102010706020507" pitchFamily="18" charset="2"/>
              </a:rPr>
              <a:t></a:t>
            </a:r>
            <a:r>
              <a:rPr lang="en-US" altLang="zh-CN" sz="2400" dirty="0"/>
              <a:t> m</a:t>
            </a:r>
            <a:r>
              <a:rPr lang="en-US" altLang="zh-CN" sz="2400" baseline="-30000" dirty="0"/>
              <a:t>2</a:t>
            </a:r>
            <a:r>
              <a:rPr lang="en-US" altLang="zh-CN" sz="2400" dirty="0"/>
              <a:t> </a:t>
            </a:r>
            <a:endParaRPr lang="zh-CN" altLang="en-US" sz="2400" dirty="0"/>
          </a:p>
        </p:txBody>
      </p:sp>
      <p:grpSp>
        <p:nvGrpSpPr>
          <p:cNvPr id="63494" name="Group 4"/>
          <p:cNvGrpSpPr/>
          <p:nvPr/>
        </p:nvGrpSpPr>
        <p:grpSpPr>
          <a:xfrm>
            <a:off x="6011863" y="1844675"/>
            <a:ext cx="2827337" cy="2592388"/>
            <a:chOff x="-3" y="-3"/>
            <a:chExt cx="1603" cy="2154"/>
          </a:xfrm>
        </p:grpSpPr>
        <p:grpSp>
          <p:nvGrpSpPr>
            <p:cNvPr id="63495" name="Group 5"/>
            <p:cNvGrpSpPr/>
            <p:nvPr/>
          </p:nvGrpSpPr>
          <p:grpSpPr>
            <a:xfrm>
              <a:off x="0" y="0"/>
              <a:ext cx="1597" cy="2148"/>
              <a:chOff x="0" y="0"/>
              <a:chExt cx="1597" cy="2148"/>
            </a:xfrm>
          </p:grpSpPr>
          <p:grpSp>
            <p:nvGrpSpPr>
              <p:cNvPr id="63496" name="Group 6"/>
              <p:cNvGrpSpPr/>
              <p:nvPr/>
            </p:nvGrpSpPr>
            <p:grpSpPr>
              <a:xfrm>
                <a:off x="0" y="0"/>
                <a:ext cx="489" cy="460"/>
                <a:chOff x="0" y="0"/>
                <a:chExt cx="489" cy="460"/>
              </a:xfrm>
            </p:grpSpPr>
            <p:sp>
              <p:nvSpPr>
                <p:cNvPr id="63497" name="Rectangle 7"/>
                <p:cNvSpPr/>
                <p:nvPr/>
              </p:nvSpPr>
              <p:spPr>
                <a:xfrm>
                  <a:off x="43" y="0"/>
                  <a:ext cx="403" cy="460"/>
                </a:xfrm>
                <a:prstGeom prst="rect">
                  <a:avLst/>
                </a:prstGeom>
                <a:noFill/>
                <a:ln w="9525">
                  <a:noFill/>
                </a:ln>
              </p:spPr>
              <p:txBody>
                <a:bodyPr anchor="t" anchorCtr="0"/>
                <a:p>
                  <a:pPr algn="ctr">
                    <a:buClrTx/>
                    <a:buFontTx/>
                  </a:pPr>
                  <a:r>
                    <a:rPr lang="en-US" altLang="zh-CN" sz="1400" dirty="0">
                      <a:latin typeface="Times New Roman" panose="02020503050405090304" pitchFamily="18" charset="0"/>
                    </a:rPr>
                    <a:t>P   Q</a:t>
                  </a:r>
                  <a:endParaRPr lang="en-US" altLang="zh-CN" sz="1000" dirty="0">
                    <a:latin typeface="Times New Roman" panose="02020503050405090304" pitchFamily="18" charset="0"/>
                  </a:endParaRPr>
                </a:p>
                <a:p>
                  <a:pPr algn="ctr">
                    <a:buClrTx/>
                    <a:buFontTx/>
                  </a:pPr>
                  <a:endParaRPr lang="en-US" altLang="zh-CN" dirty="0">
                    <a:latin typeface="Times New Roman" panose="02020503050405090304" pitchFamily="18" charset="0"/>
                  </a:endParaRPr>
                </a:p>
              </p:txBody>
            </p:sp>
            <p:sp>
              <p:nvSpPr>
                <p:cNvPr id="63498" name="Rectangle 8"/>
                <p:cNvSpPr/>
                <p:nvPr/>
              </p:nvSpPr>
              <p:spPr>
                <a:xfrm>
                  <a:off x="0" y="0"/>
                  <a:ext cx="489" cy="460"/>
                </a:xfrm>
                <a:prstGeom prst="rect">
                  <a:avLst/>
                </a:prstGeom>
                <a:noFill/>
                <a:ln w="7" cap="flat" cmpd="sng">
                  <a:solidFill>
                    <a:srgbClr val="A0A0A0"/>
                  </a:solidFill>
                  <a:prstDash val="solid"/>
                  <a:miter/>
                  <a:headEnd type="none" w="med" len="med"/>
                  <a:tailEnd type="none" w="med" len="med"/>
                </a:ln>
              </p:spPr>
              <p:txBody>
                <a:bodyPr wrap="none" anchor="t" anchorCtr="0"/>
                <a:p>
                  <a:pPr>
                    <a:buClrTx/>
                    <a:buFontTx/>
                  </a:pPr>
                  <a:endParaRPr lang="zh-CN" altLang="en-US" dirty="0">
                    <a:latin typeface="Tahoma" panose="020B0604030504040204" pitchFamily="34" charset="0"/>
                  </a:endParaRPr>
                </a:p>
              </p:txBody>
            </p:sp>
          </p:grpSp>
          <p:grpSp>
            <p:nvGrpSpPr>
              <p:cNvPr id="63499" name="Group 9"/>
              <p:cNvGrpSpPr/>
              <p:nvPr/>
            </p:nvGrpSpPr>
            <p:grpSpPr>
              <a:xfrm>
                <a:off x="489" y="0"/>
                <a:ext cx="446" cy="460"/>
                <a:chOff x="489" y="0"/>
                <a:chExt cx="446" cy="460"/>
              </a:xfrm>
            </p:grpSpPr>
            <p:sp>
              <p:nvSpPr>
                <p:cNvPr id="63500" name="Rectangle 10"/>
                <p:cNvSpPr/>
                <p:nvPr/>
              </p:nvSpPr>
              <p:spPr>
                <a:xfrm>
                  <a:off x="532" y="0"/>
                  <a:ext cx="360" cy="460"/>
                </a:xfrm>
                <a:prstGeom prst="rect">
                  <a:avLst/>
                </a:prstGeom>
                <a:noFill/>
                <a:ln w="9525">
                  <a:noFill/>
                </a:ln>
              </p:spPr>
              <p:txBody>
                <a:bodyPr anchor="t" anchorCtr="0"/>
                <a:p>
                  <a:pPr algn="ctr">
                    <a:buClrTx/>
                    <a:buFontTx/>
                  </a:pPr>
                  <a:r>
                    <a:rPr lang="en-US" altLang="zh-CN" sz="1400" dirty="0">
                      <a:latin typeface="Times New Roman" panose="02020503050405090304" pitchFamily="18" charset="0"/>
                    </a:rPr>
                    <a:t>P</a:t>
                  </a:r>
                  <a:r>
                    <a:rPr lang="en-US" altLang="zh-CN" sz="1400" dirty="0">
                      <a:latin typeface="Times New Roman" panose="02020503050405090304" pitchFamily="18" charset="0"/>
                      <a:sym typeface="Symbol" panose="05050102010706020507" pitchFamily="18" charset="2"/>
                    </a:rPr>
                    <a:t></a:t>
                  </a:r>
                  <a:r>
                    <a:rPr lang="en-US" altLang="zh-CN" sz="1400" dirty="0">
                      <a:latin typeface="Times New Roman" panose="02020503050405090304" pitchFamily="18" charset="0"/>
                    </a:rPr>
                    <a:t>Q</a:t>
                  </a:r>
                  <a:endParaRPr lang="en-US" altLang="zh-CN" sz="1000" dirty="0">
                    <a:latin typeface="Times New Roman" panose="02020503050405090304" pitchFamily="18" charset="0"/>
                    <a:sym typeface="Symbol" panose="05050102010706020507" pitchFamily="18" charset="2"/>
                  </a:endParaRPr>
                </a:p>
                <a:p>
                  <a:pPr algn="ctr">
                    <a:buClrTx/>
                    <a:buFontTx/>
                  </a:pPr>
                  <a:endParaRPr lang="en-US" altLang="zh-CN" sz="1400" dirty="0">
                    <a:latin typeface="Times New Roman" panose="02020503050405090304" pitchFamily="18" charset="0"/>
                    <a:sym typeface="Symbol" panose="05050102010706020507" pitchFamily="18" charset="2"/>
                  </a:endParaRPr>
                </a:p>
              </p:txBody>
            </p:sp>
            <p:sp>
              <p:nvSpPr>
                <p:cNvPr id="63501" name="Rectangle 11"/>
                <p:cNvSpPr/>
                <p:nvPr/>
              </p:nvSpPr>
              <p:spPr>
                <a:xfrm>
                  <a:off x="489" y="0"/>
                  <a:ext cx="446" cy="460"/>
                </a:xfrm>
                <a:prstGeom prst="rect">
                  <a:avLst/>
                </a:prstGeom>
                <a:noFill/>
                <a:ln w="7" cap="flat" cmpd="sng">
                  <a:solidFill>
                    <a:srgbClr val="A0A0A0"/>
                  </a:solidFill>
                  <a:prstDash val="solid"/>
                  <a:miter/>
                  <a:headEnd type="none" w="med" len="med"/>
                  <a:tailEnd type="none" w="med" len="med"/>
                </a:ln>
              </p:spPr>
              <p:txBody>
                <a:bodyPr wrap="none" anchor="t" anchorCtr="0"/>
                <a:p>
                  <a:pPr>
                    <a:buClrTx/>
                    <a:buFontTx/>
                  </a:pPr>
                  <a:endParaRPr lang="zh-CN" altLang="en-US" dirty="0">
                    <a:latin typeface="Tahoma" panose="020B0604030504040204" pitchFamily="34" charset="0"/>
                  </a:endParaRPr>
                </a:p>
              </p:txBody>
            </p:sp>
          </p:grpSp>
          <p:grpSp>
            <p:nvGrpSpPr>
              <p:cNvPr id="63502" name="Group 12"/>
              <p:cNvGrpSpPr/>
              <p:nvPr/>
            </p:nvGrpSpPr>
            <p:grpSpPr>
              <a:xfrm>
                <a:off x="935" y="0"/>
                <a:ext cx="662" cy="460"/>
                <a:chOff x="935" y="0"/>
                <a:chExt cx="662" cy="460"/>
              </a:xfrm>
            </p:grpSpPr>
            <p:sp>
              <p:nvSpPr>
                <p:cNvPr id="63503" name="Rectangle 13"/>
                <p:cNvSpPr/>
                <p:nvPr/>
              </p:nvSpPr>
              <p:spPr>
                <a:xfrm>
                  <a:off x="978" y="0"/>
                  <a:ext cx="576" cy="460"/>
                </a:xfrm>
                <a:prstGeom prst="rect">
                  <a:avLst/>
                </a:prstGeom>
                <a:noFill/>
                <a:ln w="9525">
                  <a:noFill/>
                </a:ln>
              </p:spPr>
              <p:txBody>
                <a:bodyPr anchor="t" anchorCtr="0"/>
                <a:p>
                  <a:pPr algn="ctr">
                    <a:buClrTx/>
                    <a:buFontTx/>
                  </a:pPr>
                  <a:r>
                    <a:rPr lang="en-US" altLang="zh-CN" sz="1400" dirty="0">
                      <a:latin typeface="Times New Roman" panose="02020503050405090304" pitchFamily="18" charset="0"/>
                      <a:sym typeface="Symbol" panose="05050102010706020507" pitchFamily="18" charset="2"/>
                    </a:rPr>
                    <a:t>¬</a:t>
                  </a:r>
                  <a:r>
                    <a:rPr lang="zh-CN" altLang="en-US" sz="1400" dirty="0">
                      <a:latin typeface="宋体" pitchFamily="2" charset="-122"/>
                    </a:rPr>
                    <a:t>（</a:t>
                  </a:r>
                  <a:r>
                    <a:rPr lang="en-US" altLang="zh-CN" sz="1400" dirty="0">
                      <a:latin typeface="Times New Roman" panose="02020503050405090304" pitchFamily="18" charset="0"/>
                      <a:sym typeface="Symbol" panose="05050102010706020507" pitchFamily="18" charset="2"/>
                    </a:rPr>
                    <a:t>P</a:t>
                  </a:r>
                  <a:r>
                    <a:rPr lang="en-US" altLang="zh-CN" sz="1400" dirty="0">
                      <a:latin typeface="Times New Roman" panose="02020503050405090304" pitchFamily="18" charset="0"/>
                    </a:rPr>
                    <a:t>Q</a:t>
                  </a:r>
                  <a:r>
                    <a:rPr lang="en-US" altLang="zh-CN" sz="1400" dirty="0">
                      <a:latin typeface="宋体" pitchFamily="2" charset="-122"/>
                      <a:sym typeface="Symbol" panose="05050102010706020507" pitchFamily="18" charset="2"/>
                    </a:rPr>
                    <a:t>）</a:t>
                  </a:r>
                  <a:endParaRPr lang="en-US" altLang="zh-CN" sz="1000" dirty="0">
                    <a:latin typeface="Times New Roman" panose="02020503050405090304" pitchFamily="18" charset="0"/>
                    <a:sym typeface="Symbol" panose="05050102010706020507" pitchFamily="18" charset="2"/>
                  </a:endParaRPr>
                </a:p>
                <a:p>
                  <a:pPr algn="ctr">
                    <a:buClrTx/>
                    <a:buFontTx/>
                  </a:pPr>
                  <a:endParaRPr lang="en-US" altLang="zh-CN" sz="1400" dirty="0">
                    <a:latin typeface="Times New Roman" panose="02020503050405090304" pitchFamily="18" charset="0"/>
                    <a:sym typeface="Symbol" panose="05050102010706020507" pitchFamily="18" charset="2"/>
                  </a:endParaRPr>
                </a:p>
              </p:txBody>
            </p:sp>
            <p:sp>
              <p:nvSpPr>
                <p:cNvPr id="63504" name="Rectangle 14"/>
                <p:cNvSpPr/>
                <p:nvPr/>
              </p:nvSpPr>
              <p:spPr>
                <a:xfrm>
                  <a:off x="935" y="0"/>
                  <a:ext cx="662" cy="460"/>
                </a:xfrm>
                <a:prstGeom prst="rect">
                  <a:avLst/>
                </a:prstGeom>
                <a:noFill/>
                <a:ln w="7" cap="flat" cmpd="sng">
                  <a:solidFill>
                    <a:srgbClr val="A0A0A0"/>
                  </a:solidFill>
                  <a:prstDash val="solid"/>
                  <a:miter/>
                  <a:headEnd type="none" w="med" len="med"/>
                  <a:tailEnd type="none" w="med" len="med"/>
                </a:ln>
              </p:spPr>
              <p:txBody>
                <a:bodyPr wrap="none" anchor="t" anchorCtr="0"/>
                <a:p>
                  <a:pPr>
                    <a:buClrTx/>
                    <a:buFontTx/>
                  </a:pPr>
                  <a:endParaRPr lang="zh-CN" altLang="en-US" dirty="0">
                    <a:latin typeface="Tahoma" panose="020B0604030504040204" pitchFamily="34" charset="0"/>
                  </a:endParaRPr>
                </a:p>
              </p:txBody>
            </p:sp>
          </p:grpSp>
          <p:grpSp>
            <p:nvGrpSpPr>
              <p:cNvPr id="63505" name="Group 15"/>
              <p:cNvGrpSpPr/>
              <p:nvPr/>
            </p:nvGrpSpPr>
            <p:grpSpPr>
              <a:xfrm>
                <a:off x="0" y="460"/>
                <a:ext cx="489" cy="422"/>
                <a:chOff x="0" y="460"/>
                <a:chExt cx="489" cy="422"/>
              </a:xfrm>
            </p:grpSpPr>
            <p:sp>
              <p:nvSpPr>
                <p:cNvPr id="63506" name="Rectangle 16"/>
                <p:cNvSpPr/>
                <p:nvPr/>
              </p:nvSpPr>
              <p:spPr>
                <a:xfrm>
                  <a:off x="43" y="460"/>
                  <a:ext cx="403" cy="422"/>
                </a:xfrm>
                <a:prstGeom prst="rect">
                  <a:avLst/>
                </a:prstGeom>
                <a:noFill/>
                <a:ln w="9525">
                  <a:noFill/>
                </a:ln>
              </p:spPr>
              <p:txBody>
                <a:bodyPr anchor="t" anchorCtr="0"/>
                <a:p>
                  <a:pPr algn="ctr">
                    <a:buClrTx/>
                    <a:buFontTx/>
                  </a:pPr>
                  <a:r>
                    <a:rPr lang="zh-CN" altLang="en-US" sz="1400" dirty="0">
                      <a:latin typeface="Times New Roman" panose="02020503050405090304" pitchFamily="18" charset="0"/>
                    </a:rPr>
                    <a:t>0   0</a:t>
                  </a:r>
                  <a:endParaRPr lang="zh-CN" altLang="en-US" sz="1000" dirty="0">
                    <a:latin typeface="Times New Roman" panose="02020503050405090304" pitchFamily="18" charset="0"/>
                  </a:endParaRPr>
                </a:p>
                <a:p>
                  <a:pPr algn="ctr">
                    <a:buClrTx/>
                    <a:buFontTx/>
                  </a:pPr>
                  <a:endParaRPr lang="zh-CN" altLang="en-US" dirty="0">
                    <a:latin typeface="Times New Roman" panose="02020503050405090304" pitchFamily="18" charset="0"/>
                  </a:endParaRPr>
                </a:p>
              </p:txBody>
            </p:sp>
            <p:sp>
              <p:nvSpPr>
                <p:cNvPr id="63507" name="Rectangle 17"/>
                <p:cNvSpPr/>
                <p:nvPr/>
              </p:nvSpPr>
              <p:spPr>
                <a:xfrm>
                  <a:off x="0" y="460"/>
                  <a:ext cx="489" cy="422"/>
                </a:xfrm>
                <a:prstGeom prst="rect">
                  <a:avLst/>
                </a:prstGeom>
                <a:noFill/>
                <a:ln w="7" cap="flat" cmpd="sng">
                  <a:solidFill>
                    <a:srgbClr val="A0A0A0"/>
                  </a:solidFill>
                  <a:prstDash val="solid"/>
                  <a:miter/>
                  <a:headEnd type="none" w="med" len="med"/>
                  <a:tailEnd type="none" w="med" len="med"/>
                </a:ln>
              </p:spPr>
              <p:txBody>
                <a:bodyPr wrap="none" anchor="t" anchorCtr="0"/>
                <a:p>
                  <a:pPr>
                    <a:buClrTx/>
                    <a:buFontTx/>
                  </a:pPr>
                  <a:endParaRPr lang="zh-CN" altLang="en-US" dirty="0">
                    <a:latin typeface="Tahoma" panose="020B0604030504040204" pitchFamily="34" charset="0"/>
                  </a:endParaRPr>
                </a:p>
              </p:txBody>
            </p:sp>
          </p:grpSp>
          <p:grpSp>
            <p:nvGrpSpPr>
              <p:cNvPr id="63508" name="Group 18"/>
              <p:cNvGrpSpPr/>
              <p:nvPr/>
            </p:nvGrpSpPr>
            <p:grpSpPr>
              <a:xfrm>
                <a:off x="489" y="460"/>
                <a:ext cx="446" cy="422"/>
                <a:chOff x="489" y="460"/>
                <a:chExt cx="446" cy="422"/>
              </a:xfrm>
            </p:grpSpPr>
            <p:sp>
              <p:nvSpPr>
                <p:cNvPr id="63509" name="Rectangle 19"/>
                <p:cNvSpPr/>
                <p:nvPr/>
              </p:nvSpPr>
              <p:spPr>
                <a:xfrm>
                  <a:off x="532" y="460"/>
                  <a:ext cx="360" cy="422"/>
                </a:xfrm>
                <a:prstGeom prst="rect">
                  <a:avLst/>
                </a:prstGeom>
                <a:noFill/>
                <a:ln w="9525">
                  <a:noFill/>
                </a:ln>
              </p:spPr>
              <p:txBody>
                <a:bodyPr anchor="t" anchorCtr="0"/>
                <a:p>
                  <a:pPr algn="ctr">
                    <a:buClrTx/>
                    <a:buFontTx/>
                  </a:pPr>
                  <a:r>
                    <a:rPr lang="zh-CN" altLang="en-US" sz="1400" dirty="0">
                      <a:latin typeface="Times New Roman" panose="02020503050405090304" pitchFamily="18" charset="0"/>
                    </a:rPr>
                    <a:t>0</a:t>
                  </a:r>
                  <a:endParaRPr lang="zh-CN" altLang="en-US" sz="1000" dirty="0">
                    <a:latin typeface="Times New Roman" panose="02020503050405090304" pitchFamily="18" charset="0"/>
                  </a:endParaRPr>
                </a:p>
                <a:p>
                  <a:pPr algn="ctr">
                    <a:buClrTx/>
                    <a:buFontTx/>
                  </a:pPr>
                  <a:endParaRPr lang="zh-CN" altLang="en-US" dirty="0">
                    <a:latin typeface="Times New Roman" panose="02020503050405090304" pitchFamily="18" charset="0"/>
                  </a:endParaRPr>
                </a:p>
              </p:txBody>
            </p:sp>
            <p:sp>
              <p:nvSpPr>
                <p:cNvPr id="63510" name="Rectangle 20"/>
                <p:cNvSpPr/>
                <p:nvPr/>
              </p:nvSpPr>
              <p:spPr>
                <a:xfrm>
                  <a:off x="489" y="460"/>
                  <a:ext cx="446" cy="422"/>
                </a:xfrm>
                <a:prstGeom prst="rect">
                  <a:avLst/>
                </a:prstGeom>
                <a:noFill/>
                <a:ln w="7" cap="flat" cmpd="sng">
                  <a:solidFill>
                    <a:srgbClr val="A0A0A0"/>
                  </a:solidFill>
                  <a:prstDash val="solid"/>
                  <a:miter/>
                  <a:headEnd type="none" w="med" len="med"/>
                  <a:tailEnd type="none" w="med" len="med"/>
                </a:ln>
              </p:spPr>
              <p:txBody>
                <a:bodyPr wrap="none" anchor="t" anchorCtr="0"/>
                <a:p>
                  <a:pPr>
                    <a:buClrTx/>
                    <a:buFontTx/>
                  </a:pPr>
                  <a:endParaRPr lang="zh-CN" altLang="en-US" dirty="0">
                    <a:latin typeface="Tahoma" panose="020B0604030504040204" pitchFamily="34" charset="0"/>
                  </a:endParaRPr>
                </a:p>
              </p:txBody>
            </p:sp>
          </p:grpSp>
          <p:grpSp>
            <p:nvGrpSpPr>
              <p:cNvPr id="63511" name="Group 21"/>
              <p:cNvGrpSpPr/>
              <p:nvPr/>
            </p:nvGrpSpPr>
            <p:grpSpPr>
              <a:xfrm>
                <a:off x="935" y="460"/>
                <a:ext cx="662" cy="422"/>
                <a:chOff x="935" y="460"/>
                <a:chExt cx="662" cy="422"/>
              </a:xfrm>
            </p:grpSpPr>
            <p:sp>
              <p:nvSpPr>
                <p:cNvPr id="63512" name="Rectangle 22"/>
                <p:cNvSpPr/>
                <p:nvPr/>
              </p:nvSpPr>
              <p:spPr>
                <a:xfrm>
                  <a:off x="978" y="460"/>
                  <a:ext cx="576" cy="422"/>
                </a:xfrm>
                <a:prstGeom prst="rect">
                  <a:avLst/>
                </a:prstGeom>
                <a:noFill/>
                <a:ln w="9525">
                  <a:noFill/>
                </a:ln>
              </p:spPr>
              <p:txBody>
                <a:bodyPr anchor="t" anchorCtr="0"/>
                <a:p>
                  <a:pPr algn="ctr">
                    <a:buClrTx/>
                    <a:buFontTx/>
                  </a:pPr>
                  <a:r>
                    <a:rPr lang="zh-CN" altLang="en-US" sz="1400" dirty="0">
                      <a:latin typeface="Times New Roman" panose="02020503050405090304" pitchFamily="18" charset="0"/>
                    </a:rPr>
                    <a:t>1</a:t>
                  </a:r>
                  <a:endParaRPr lang="zh-CN" altLang="en-US" sz="1000" dirty="0">
                    <a:latin typeface="Times New Roman" panose="02020503050405090304" pitchFamily="18" charset="0"/>
                  </a:endParaRPr>
                </a:p>
                <a:p>
                  <a:pPr algn="ctr">
                    <a:buClrTx/>
                    <a:buFontTx/>
                  </a:pPr>
                  <a:endParaRPr lang="zh-CN" altLang="en-US" dirty="0">
                    <a:latin typeface="Times New Roman" panose="02020503050405090304" pitchFamily="18" charset="0"/>
                  </a:endParaRPr>
                </a:p>
              </p:txBody>
            </p:sp>
            <p:sp>
              <p:nvSpPr>
                <p:cNvPr id="63513" name="Rectangle 23"/>
                <p:cNvSpPr/>
                <p:nvPr/>
              </p:nvSpPr>
              <p:spPr>
                <a:xfrm>
                  <a:off x="935" y="460"/>
                  <a:ext cx="662" cy="422"/>
                </a:xfrm>
                <a:prstGeom prst="rect">
                  <a:avLst/>
                </a:prstGeom>
                <a:noFill/>
                <a:ln w="7" cap="flat" cmpd="sng">
                  <a:solidFill>
                    <a:srgbClr val="A0A0A0"/>
                  </a:solidFill>
                  <a:prstDash val="solid"/>
                  <a:miter/>
                  <a:headEnd type="none" w="med" len="med"/>
                  <a:tailEnd type="none" w="med" len="med"/>
                </a:ln>
              </p:spPr>
              <p:txBody>
                <a:bodyPr wrap="none" anchor="t" anchorCtr="0"/>
                <a:p>
                  <a:pPr>
                    <a:buClrTx/>
                    <a:buFontTx/>
                  </a:pPr>
                  <a:endParaRPr lang="zh-CN" altLang="en-US" dirty="0">
                    <a:latin typeface="Tahoma" panose="020B0604030504040204" pitchFamily="34" charset="0"/>
                  </a:endParaRPr>
                </a:p>
              </p:txBody>
            </p:sp>
          </p:grpSp>
          <p:grpSp>
            <p:nvGrpSpPr>
              <p:cNvPr id="63514" name="Group 24"/>
              <p:cNvGrpSpPr/>
              <p:nvPr/>
            </p:nvGrpSpPr>
            <p:grpSpPr>
              <a:xfrm>
                <a:off x="0" y="882"/>
                <a:ext cx="489" cy="422"/>
                <a:chOff x="0" y="882"/>
                <a:chExt cx="489" cy="422"/>
              </a:xfrm>
            </p:grpSpPr>
            <p:sp>
              <p:nvSpPr>
                <p:cNvPr id="63515" name="Rectangle 25"/>
                <p:cNvSpPr/>
                <p:nvPr/>
              </p:nvSpPr>
              <p:spPr>
                <a:xfrm>
                  <a:off x="43" y="882"/>
                  <a:ext cx="403" cy="422"/>
                </a:xfrm>
                <a:prstGeom prst="rect">
                  <a:avLst/>
                </a:prstGeom>
                <a:noFill/>
                <a:ln w="9525">
                  <a:noFill/>
                </a:ln>
              </p:spPr>
              <p:txBody>
                <a:bodyPr anchor="t" anchorCtr="0"/>
                <a:p>
                  <a:pPr algn="ctr">
                    <a:buClrTx/>
                    <a:buFontTx/>
                  </a:pPr>
                  <a:r>
                    <a:rPr lang="zh-CN" altLang="en-US" sz="1400" dirty="0">
                      <a:latin typeface="Times New Roman" panose="02020503050405090304" pitchFamily="18" charset="0"/>
                    </a:rPr>
                    <a:t>0   1</a:t>
                  </a:r>
                  <a:endParaRPr lang="zh-CN" altLang="en-US" sz="1000" dirty="0">
                    <a:latin typeface="Times New Roman" panose="02020503050405090304" pitchFamily="18" charset="0"/>
                  </a:endParaRPr>
                </a:p>
                <a:p>
                  <a:pPr algn="ctr">
                    <a:buClrTx/>
                    <a:buFontTx/>
                  </a:pPr>
                  <a:endParaRPr lang="zh-CN" altLang="en-US" dirty="0">
                    <a:latin typeface="Times New Roman" panose="02020503050405090304" pitchFamily="18" charset="0"/>
                  </a:endParaRPr>
                </a:p>
              </p:txBody>
            </p:sp>
            <p:sp>
              <p:nvSpPr>
                <p:cNvPr id="63516" name="Rectangle 26"/>
                <p:cNvSpPr/>
                <p:nvPr/>
              </p:nvSpPr>
              <p:spPr>
                <a:xfrm>
                  <a:off x="0" y="882"/>
                  <a:ext cx="489" cy="422"/>
                </a:xfrm>
                <a:prstGeom prst="rect">
                  <a:avLst/>
                </a:prstGeom>
                <a:noFill/>
                <a:ln w="7" cap="flat" cmpd="sng">
                  <a:solidFill>
                    <a:srgbClr val="A0A0A0"/>
                  </a:solidFill>
                  <a:prstDash val="solid"/>
                  <a:miter/>
                  <a:headEnd type="none" w="med" len="med"/>
                  <a:tailEnd type="none" w="med" len="med"/>
                </a:ln>
              </p:spPr>
              <p:txBody>
                <a:bodyPr wrap="none" anchor="t" anchorCtr="0"/>
                <a:p>
                  <a:pPr>
                    <a:buClrTx/>
                    <a:buFontTx/>
                  </a:pPr>
                  <a:endParaRPr lang="zh-CN" altLang="en-US" dirty="0">
                    <a:latin typeface="Tahoma" panose="020B0604030504040204" pitchFamily="34" charset="0"/>
                  </a:endParaRPr>
                </a:p>
              </p:txBody>
            </p:sp>
          </p:grpSp>
          <p:grpSp>
            <p:nvGrpSpPr>
              <p:cNvPr id="63517" name="Group 27"/>
              <p:cNvGrpSpPr/>
              <p:nvPr/>
            </p:nvGrpSpPr>
            <p:grpSpPr>
              <a:xfrm>
                <a:off x="489" y="882"/>
                <a:ext cx="446" cy="422"/>
                <a:chOff x="489" y="882"/>
                <a:chExt cx="446" cy="422"/>
              </a:xfrm>
            </p:grpSpPr>
            <p:sp>
              <p:nvSpPr>
                <p:cNvPr id="63518" name="Rectangle 28"/>
                <p:cNvSpPr/>
                <p:nvPr/>
              </p:nvSpPr>
              <p:spPr>
                <a:xfrm>
                  <a:off x="532" y="882"/>
                  <a:ext cx="360" cy="422"/>
                </a:xfrm>
                <a:prstGeom prst="rect">
                  <a:avLst/>
                </a:prstGeom>
                <a:noFill/>
                <a:ln w="9525">
                  <a:noFill/>
                </a:ln>
              </p:spPr>
              <p:txBody>
                <a:bodyPr anchor="t" anchorCtr="0"/>
                <a:p>
                  <a:pPr algn="ctr">
                    <a:buClrTx/>
                    <a:buFontTx/>
                  </a:pPr>
                  <a:r>
                    <a:rPr lang="zh-CN" altLang="en-US" sz="1400" dirty="0">
                      <a:latin typeface="Times New Roman" panose="02020503050405090304" pitchFamily="18" charset="0"/>
                    </a:rPr>
                    <a:t>0</a:t>
                  </a:r>
                  <a:endParaRPr lang="zh-CN" altLang="en-US" sz="1000" dirty="0">
                    <a:latin typeface="Times New Roman" panose="02020503050405090304" pitchFamily="18" charset="0"/>
                  </a:endParaRPr>
                </a:p>
                <a:p>
                  <a:pPr algn="ctr">
                    <a:buClrTx/>
                    <a:buFontTx/>
                  </a:pPr>
                  <a:endParaRPr lang="zh-CN" altLang="en-US" dirty="0">
                    <a:latin typeface="Times New Roman" panose="02020503050405090304" pitchFamily="18" charset="0"/>
                  </a:endParaRPr>
                </a:p>
              </p:txBody>
            </p:sp>
            <p:sp>
              <p:nvSpPr>
                <p:cNvPr id="63519" name="Rectangle 29"/>
                <p:cNvSpPr/>
                <p:nvPr/>
              </p:nvSpPr>
              <p:spPr>
                <a:xfrm>
                  <a:off x="489" y="882"/>
                  <a:ext cx="446" cy="422"/>
                </a:xfrm>
                <a:prstGeom prst="rect">
                  <a:avLst/>
                </a:prstGeom>
                <a:noFill/>
                <a:ln w="7" cap="flat" cmpd="sng">
                  <a:solidFill>
                    <a:srgbClr val="A0A0A0"/>
                  </a:solidFill>
                  <a:prstDash val="solid"/>
                  <a:miter/>
                  <a:headEnd type="none" w="med" len="med"/>
                  <a:tailEnd type="none" w="med" len="med"/>
                </a:ln>
              </p:spPr>
              <p:txBody>
                <a:bodyPr wrap="none" anchor="t" anchorCtr="0"/>
                <a:p>
                  <a:pPr>
                    <a:buClrTx/>
                    <a:buFontTx/>
                  </a:pPr>
                  <a:endParaRPr lang="zh-CN" altLang="en-US" dirty="0">
                    <a:latin typeface="Tahoma" panose="020B0604030504040204" pitchFamily="34" charset="0"/>
                  </a:endParaRPr>
                </a:p>
              </p:txBody>
            </p:sp>
          </p:grpSp>
          <p:grpSp>
            <p:nvGrpSpPr>
              <p:cNvPr id="63520" name="Group 30"/>
              <p:cNvGrpSpPr/>
              <p:nvPr/>
            </p:nvGrpSpPr>
            <p:grpSpPr>
              <a:xfrm>
                <a:off x="935" y="882"/>
                <a:ext cx="662" cy="422"/>
                <a:chOff x="935" y="882"/>
                <a:chExt cx="662" cy="422"/>
              </a:xfrm>
            </p:grpSpPr>
            <p:sp>
              <p:nvSpPr>
                <p:cNvPr id="63521" name="Rectangle 31"/>
                <p:cNvSpPr/>
                <p:nvPr/>
              </p:nvSpPr>
              <p:spPr>
                <a:xfrm>
                  <a:off x="978" y="882"/>
                  <a:ext cx="576" cy="422"/>
                </a:xfrm>
                <a:prstGeom prst="rect">
                  <a:avLst/>
                </a:prstGeom>
                <a:noFill/>
                <a:ln w="9525">
                  <a:noFill/>
                </a:ln>
              </p:spPr>
              <p:txBody>
                <a:bodyPr anchor="t" anchorCtr="0"/>
                <a:p>
                  <a:pPr algn="ctr">
                    <a:buClrTx/>
                    <a:buFontTx/>
                  </a:pPr>
                  <a:r>
                    <a:rPr lang="zh-CN" altLang="en-US" sz="1400" dirty="0">
                      <a:latin typeface="Times New Roman" panose="02020503050405090304" pitchFamily="18" charset="0"/>
                    </a:rPr>
                    <a:t>1</a:t>
                  </a:r>
                  <a:endParaRPr lang="zh-CN" altLang="en-US" sz="1000" dirty="0">
                    <a:latin typeface="Times New Roman" panose="02020503050405090304" pitchFamily="18" charset="0"/>
                  </a:endParaRPr>
                </a:p>
                <a:p>
                  <a:pPr algn="ctr">
                    <a:buClrTx/>
                    <a:buFontTx/>
                  </a:pPr>
                  <a:endParaRPr lang="zh-CN" altLang="en-US" dirty="0">
                    <a:latin typeface="Times New Roman" panose="02020503050405090304" pitchFamily="18" charset="0"/>
                  </a:endParaRPr>
                </a:p>
              </p:txBody>
            </p:sp>
            <p:sp>
              <p:nvSpPr>
                <p:cNvPr id="63522" name="Rectangle 32"/>
                <p:cNvSpPr/>
                <p:nvPr/>
              </p:nvSpPr>
              <p:spPr>
                <a:xfrm>
                  <a:off x="935" y="882"/>
                  <a:ext cx="662" cy="422"/>
                </a:xfrm>
                <a:prstGeom prst="rect">
                  <a:avLst/>
                </a:prstGeom>
                <a:noFill/>
                <a:ln w="7" cap="flat" cmpd="sng">
                  <a:solidFill>
                    <a:srgbClr val="A0A0A0"/>
                  </a:solidFill>
                  <a:prstDash val="solid"/>
                  <a:miter/>
                  <a:headEnd type="none" w="med" len="med"/>
                  <a:tailEnd type="none" w="med" len="med"/>
                </a:ln>
              </p:spPr>
              <p:txBody>
                <a:bodyPr wrap="none" anchor="t" anchorCtr="0"/>
                <a:p>
                  <a:pPr>
                    <a:buClrTx/>
                    <a:buFontTx/>
                  </a:pPr>
                  <a:endParaRPr lang="zh-CN" altLang="en-US" dirty="0">
                    <a:latin typeface="Tahoma" panose="020B0604030504040204" pitchFamily="34" charset="0"/>
                  </a:endParaRPr>
                </a:p>
              </p:txBody>
            </p:sp>
          </p:grpSp>
          <p:grpSp>
            <p:nvGrpSpPr>
              <p:cNvPr id="63523" name="Group 33"/>
              <p:cNvGrpSpPr/>
              <p:nvPr/>
            </p:nvGrpSpPr>
            <p:grpSpPr>
              <a:xfrm>
                <a:off x="0" y="1304"/>
                <a:ext cx="489" cy="422"/>
                <a:chOff x="0" y="1304"/>
                <a:chExt cx="489" cy="422"/>
              </a:xfrm>
            </p:grpSpPr>
            <p:sp>
              <p:nvSpPr>
                <p:cNvPr id="63524" name="Rectangle 34"/>
                <p:cNvSpPr/>
                <p:nvPr/>
              </p:nvSpPr>
              <p:spPr>
                <a:xfrm>
                  <a:off x="43" y="1304"/>
                  <a:ext cx="403" cy="422"/>
                </a:xfrm>
                <a:prstGeom prst="rect">
                  <a:avLst/>
                </a:prstGeom>
                <a:noFill/>
                <a:ln w="9525">
                  <a:noFill/>
                </a:ln>
              </p:spPr>
              <p:txBody>
                <a:bodyPr anchor="t" anchorCtr="0"/>
                <a:p>
                  <a:pPr algn="ctr">
                    <a:buClrTx/>
                    <a:buFontTx/>
                  </a:pPr>
                  <a:r>
                    <a:rPr lang="zh-CN" altLang="en-US" sz="1400" dirty="0">
                      <a:latin typeface="Times New Roman" panose="02020503050405090304" pitchFamily="18" charset="0"/>
                    </a:rPr>
                    <a:t>1   0</a:t>
                  </a:r>
                  <a:endParaRPr lang="zh-CN" altLang="en-US" sz="1000" dirty="0">
                    <a:latin typeface="Times New Roman" panose="02020503050405090304" pitchFamily="18" charset="0"/>
                  </a:endParaRPr>
                </a:p>
                <a:p>
                  <a:pPr algn="ctr">
                    <a:buClrTx/>
                    <a:buFontTx/>
                  </a:pPr>
                  <a:endParaRPr lang="zh-CN" altLang="en-US" dirty="0">
                    <a:latin typeface="Times New Roman" panose="02020503050405090304" pitchFamily="18" charset="0"/>
                  </a:endParaRPr>
                </a:p>
              </p:txBody>
            </p:sp>
            <p:sp>
              <p:nvSpPr>
                <p:cNvPr id="63525" name="Rectangle 35"/>
                <p:cNvSpPr/>
                <p:nvPr/>
              </p:nvSpPr>
              <p:spPr>
                <a:xfrm>
                  <a:off x="0" y="1304"/>
                  <a:ext cx="489" cy="422"/>
                </a:xfrm>
                <a:prstGeom prst="rect">
                  <a:avLst/>
                </a:prstGeom>
                <a:noFill/>
                <a:ln w="7" cap="flat" cmpd="sng">
                  <a:solidFill>
                    <a:srgbClr val="A0A0A0"/>
                  </a:solidFill>
                  <a:prstDash val="solid"/>
                  <a:miter/>
                  <a:headEnd type="none" w="med" len="med"/>
                  <a:tailEnd type="none" w="med" len="med"/>
                </a:ln>
              </p:spPr>
              <p:txBody>
                <a:bodyPr wrap="none" anchor="t" anchorCtr="0"/>
                <a:p>
                  <a:pPr>
                    <a:buClrTx/>
                    <a:buFontTx/>
                  </a:pPr>
                  <a:endParaRPr lang="zh-CN" altLang="en-US" dirty="0">
                    <a:latin typeface="Tahoma" panose="020B0604030504040204" pitchFamily="34" charset="0"/>
                  </a:endParaRPr>
                </a:p>
              </p:txBody>
            </p:sp>
          </p:grpSp>
          <p:grpSp>
            <p:nvGrpSpPr>
              <p:cNvPr id="63526" name="Group 36"/>
              <p:cNvGrpSpPr/>
              <p:nvPr/>
            </p:nvGrpSpPr>
            <p:grpSpPr>
              <a:xfrm>
                <a:off x="489" y="1304"/>
                <a:ext cx="446" cy="422"/>
                <a:chOff x="489" y="1304"/>
                <a:chExt cx="446" cy="422"/>
              </a:xfrm>
            </p:grpSpPr>
            <p:sp>
              <p:nvSpPr>
                <p:cNvPr id="63527" name="Rectangle 37"/>
                <p:cNvSpPr/>
                <p:nvPr/>
              </p:nvSpPr>
              <p:spPr>
                <a:xfrm>
                  <a:off x="532" y="1304"/>
                  <a:ext cx="360" cy="422"/>
                </a:xfrm>
                <a:prstGeom prst="rect">
                  <a:avLst/>
                </a:prstGeom>
                <a:noFill/>
                <a:ln w="9525">
                  <a:noFill/>
                </a:ln>
              </p:spPr>
              <p:txBody>
                <a:bodyPr anchor="t" anchorCtr="0"/>
                <a:p>
                  <a:pPr algn="ctr">
                    <a:buClrTx/>
                    <a:buFontTx/>
                  </a:pPr>
                  <a:r>
                    <a:rPr lang="zh-CN" altLang="en-US" sz="1400" dirty="0">
                      <a:latin typeface="Times New Roman" panose="02020503050405090304" pitchFamily="18" charset="0"/>
                    </a:rPr>
                    <a:t>0</a:t>
                  </a:r>
                  <a:endParaRPr lang="zh-CN" altLang="en-US" sz="1000" dirty="0">
                    <a:latin typeface="Times New Roman" panose="02020503050405090304" pitchFamily="18" charset="0"/>
                  </a:endParaRPr>
                </a:p>
                <a:p>
                  <a:pPr algn="ctr">
                    <a:buClrTx/>
                    <a:buFontTx/>
                  </a:pPr>
                  <a:endParaRPr lang="zh-CN" altLang="en-US" dirty="0">
                    <a:latin typeface="Times New Roman" panose="02020503050405090304" pitchFamily="18" charset="0"/>
                  </a:endParaRPr>
                </a:p>
              </p:txBody>
            </p:sp>
            <p:sp>
              <p:nvSpPr>
                <p:cNvPr id="63528" name="Rectangle 38"/>
                <p:cNvSpPr/>
                <p:nvPr/>
              </p:nvSpPr>
              <p:spPr>
                <a:xfrm>
                  <a:off x="489" y="1304"/>
                  <a:ext cx="446" cy="422"/>
                </a:xfrm>
                <a:prstGeom prst="rect">
                  <a:avLst/>
                </a:prstGeom>
                <a:noFill/>
                <a:ln w="7" cap="flat" cmpd="sng">
                  <a:solidFill>
                    <a:srgbClr val="A0A0A0"/>
                  </a:solidFill>
                  <a:prstDash val="solid"/>
                  <a:miter/>
                  <a:headEnd type="none" w="med" len="med"/>
                  <a:tailEnd type="none" w="med" len="med"/>
                </a:ln>
              </p:spPr>
              <p:txBody>
                <a:bodyPr wrap="none" anchor="t" anchorCtr="0"/>
                <a:p>
                  <a:pPr>
                    <a:buClrTx/>
                    <a:buFontTx/>
                  </a:pPr>
                  <a:endParaRPr lang="zh-CN" altLang="en-US" dirty="0">
                    <a:latin typeface="Tahoma" panose="020B0604030504040204" pitchFamily="34" charset="0"/>
                  </a:endParaRPr>
                </a:p>
              </p:txBody>
            </p:sp>
          </p:grpSp>
          <p:grpSp>
            <p:nvGrpSpPr>
              <p:cNvPr id="63529" name="Group 39"/>
              <p:cNvGrpSpPr/>
              <p:nvPr/>
            </p:nvGrpSpPr>
            <p:grpSpPr>
              <a:xfrm>
                <a:off x="935" y="1304"/>
                <a:ext cx="662" cy="422"/>
                <a:chOff x="935" y="1304"/>
                <a:chExt cx="662" cy="422"/>
              </a:xfrm>
            </p:grpSpPr>
            <p:sp>
              <p:nvSpPr>
                <p:cNvPr id="63530" name="Rectangle 40"/>
                <p:cNvSpPr/>
                <p:nvPr/>
              </p:nvSpPr>
              <p:spPr>
                <a:xfrm>
                  <a:off x="978" y="1304"/>
                  <a:ext cx="576" cy="422"/>
                </a:xfrm>
                <a:prstGeom prst="rect">
                  <a:avLst/>
                </a:prstGeom>
                <a:noFill/>
                <a:ln w="9525">
                  <a:noFill/>
                </a:ln>
              </p:spPr>
              <p:txBody>
                <a:bodyPr anchor="t" anchorCtr="0"/>
                <a:p>
                  <a:pPr algn="ctr">
                    <a:buClrTx/>
                    <a:buFontTx/>
                  </a:pPr>
                  <a:r>
                    <a:rPr lang="zh-CN" altLang="en-US" sz="1400" dirty="0">
                      <a:latin typeface="Times New Roman" panose="02020503050405090304" pitchFamily="18" charset="0"/>
                    </a:rPr>
                    <a:t>1</a:t>
                  </a:r>
                  <a:endParaRPr lang="zh-CN" altLang="en-US" sz="1000" dirty="0">
                    <a:latin typeface="Times New Roman" panose="02020503050405090304" pitchFamily="18" charset="0"/>
                  </a:endParaRPr>
                </a:p>
                <a:p>
                  <a:pPr algn="ctr">
                    <a:buClrTx/>
                    <a:buFontTx/>
                  </a:pPr>
                  <a:endParaRPr lang="zh-CN" altLang="en-US" dirty="0">
                    <a:latin typeface="Times New Roman" panose="02020503050405090304" pitchFamily="18" charset="0"/>
                  </a:endParaRPr>
                </a:p>
              </p:txBody>
            </p:sp>
            <p:sp>
              <p:nvSpPr>
                <p:cNvPr id="63531" name="Rectangle 41"/>
                <p:cNvSpPr/>
                <p:nvPr/>
              </p:nvSpPr>
              <p:spPr>
                <a:xfrm>
                  <a:off x="935" y="1304"/>
                  <a:ext cx="662" cy="422"/>
                </a:xfrm>
                <a:prstGeom prst="rect">
                  <a:avLst/>
                </a:prstGeom>
                <a:noFill/>
                <a:ln w="7" cap="flat" cmpd="sng">
                  <a:solidFill>
                    <a:srgbClr val="A0A0A0"/>
                  </a:solidFill>
                  <a:prstDash val="solid"/>
                  <a:miter/>
                  <a:headEnd type="none" w="med" len="med"/>
                  <a:tailEnd type="none" w="med" len="med"/>
                </a:ln>
              </p:spPr>
              <p:txBody>
                <a:bodyPr wrap="none" anchor="t" anchorCtr="0"/>
                <a:p>
                  <a:pPr>
                    <a:buClrTx/>
                    <a:buFontTx/>
                  </a:pPr>
                  <a:endParaRPr lang="zh-CN" altLang="en-US" dirty="0">
                    <a:latin typeface="Tahoma" panose="020B0604030504040204" pitchFamily="34" charset="0"/>
                  </a:endParaRPr>
                </a:p>
              </p:txBody>
            </p:sp>
          </p:grpSp>
          <p:grpSp>
            <p:nvGrpSpPr>
              <p:cNvPr id="63532" name="Group 42"/>
              <p:cNvGrpSpPr/>
              <p:nvPr/>
            </p:nvGrpSpPr>
            <p:grpSpPr>
              <a:xfrm>
                <a:off x="0" y="1726"/>
                <a:ext cx="489" cy="422"/>
                <a:chOff x="0" y="1726"/>
                <a:chExt cx="489" cy="422"/>
              </a:xfrm>
            </p:grpSpPr>
            <p:sp>
              <p:nvSpPr>
                <p:cNvPr id="63533" name="Rectangle 43"/>
                <p:cNvSpPr/>
                <p:nvPr/>
              </p:nvSpPr>
              <p:spPr>
                <a:xfrm>
                  <a:off x="43" y="1726"/>
                  <a:ext cx="403" cy="422"/>
                </a:xfrm>
                <a:prstGeom prst="rect">
                  <a:avLst/>
                </a:prstGeom>
                <a:noFill/>
                <a:ln w="9525">
                  <a:noFill/>
                </a:ln>
              </p:spPr>
              <p:txBody>
                <a:bodyPr anchor="t" anchorCtr="0"/>
                <a:p>
                  <a:pPr algn="ctr">
                    <a:buClrTx/>
                    <a:buFontTx/>
                  </a:pPr>
                  <a:r>
                    <a:rPr lang="zh-CN" altLang="en-US" sz="1400" dirty="0">
                      <a:latin typeface="Times New Roman" panose="02020503050405090304" pitchFamily="18" charset="0"/>
                    </a:rPr>
                    <a:t>1   1</a:t>
                  </a:r>
                  <a:endParaRPr lang="zh-CN" altLang="en-US" sz="1000" dirty="0">
                    <a:latin typeface="Times New Roman" panose="02020503050405090304" pitchFamily="18" charset="0"/>
                  </a:endParaRPr>
                </a:p>
                <a:p>
                  <a:pPr algn="ctr">
                    <a:buClrTx/>
                    <a:buFontTx/>
                  </a:pPr>
                  <a:endParaRPr lang="zh-CN" altLang="en-US" dirty="0">
                    <a:latin typeface="Times New Roman" panose="02020503050405090304" pitchFamily="18" charset="0"/>
                  </a:endParaRPr>
                </a:p>
              </p:txBody>
            </p:sp>
            <p:sp>
              <p:nvSpPr>
                <p:cNvPr id="63534" name="Rectangle 44"/>
                <p:cNvSpPr/>
                <p:nvPr/>
              </p:nvSpPr>
              <p:spPr>
                <a:xfrm>
                  <a:off x="0" y="1726"/>
                  <a:ext cx="489" cy="422"/>
                </a:xfrm>
                <a:prstGeom prst="rect">
                  <a:avLst/>
                </a:prstGeom>
                <a:noFill/>
                <a:ln w="7" cap="flat" cmpd="sng">
                  <a:solidFill>
                    <a:srgbClr val="A0A0A0"/>
                  </a:solidFill>
                  <a:prstDash val="solid"/>
                  <a:miter/>
                  <a:headEnd type="none" w="med" len="med"/>
                  <a:tailEnd type="none" w="med" len="med"/>
                </a:ln>
              </p:spPr>
              <p:txBody>
                <a:bodyPr wrap="none" anchor="t" anchorCtr="0"/>
                <a:p>
                  <a:pPr>
                    <a:buClrTx/>
                    <a:buFontTx/>
                  </a:pPr>
                  <a:endParaRPr lang="zh-CN" altLang="en-US" dirty="0">
                    <a:latin typeface="Tahoma" panose="020B0604030504040204" pitchFamily="34" charset="0"/>
                  </a:endParaRPr>
                </a:p>
              </p:txBody>
            </p:sp>
          </p:grpSp>
          <p:grpSp>
            <p:nvGrpSpPr>
              <p:cNvPr id="63535" name="Group 45"/>
              <p:cNvGrpSpPr/>
              <p:nvPr/>
            </p:nvGrpSpPr>
            <p:grpSpPr>
              <a:xfrm>
                <a:off x="489" y="1726"/>
                <a:ext cx="446" cy="422"/>
                <a:chOff x="489" y="1726"/>
                <a:chExt cx="446" cy="422"/>
              </a:xfrm>
            </p:grpSpPr>
            <p:sp>
              <p:nvSpPr>
                <p:cNvPr id="63536" name="Rectangle 46"/>
                <p:cNvSpPr/>
                <p:nvPr/>
              </p:nvSpPr>
              <p:spPr>
                <a:xfrm>
                  <a:off x="532" y="1726"/>
                  <a:ext cx="360" cy="422"/>
                </a:xfrm>
                <a:prstGeom prst="rect">
                  <a:avLst/>
                </a:prstGeom>
                <a:noFill/>
                <a:ln w="9525">
                  <a:noFill/>
                </a:ln>
              </p:spPr>
              <p:txBody>
                <a:bodyPr anchor="t" anchorCtr="0"/>
                <a:p>
                  <a:pPr algn="ctr">
                    <a:buClrTx/>
                    <a:buFontTx/>
                  </a:pPr>
                  <a:r>
                    <a:rPr lang="zh-CN" altLang="en-US" sz="1400" dirty="0">
                      <a:latin typeface="Times New Roman" panose="02020503050405090304" pitchFamily="18" charset="0"/>
                    </a:rPr>
                    <a:t>1</a:t>
                  </a:r>
                  <a:endParaRPr lang="zh-CN" altLang="en-US" sz="1000" dirty="0">
                    <a:latin typeface="Times New Roman" panose="02020503050405090304" pitchFamily="18" charset="0"/>
                  </a:endParaRPr>
                </a:p>
                <a:p>
                  <a:pPr algn="ctr">
                    <a:buClrTx/>
                    <a:buFontTx/>
                  </a:pPr>
                  <a:endParaRPr lang="zh-CN" altLang="en-US" dirty="0">
                    <a:latin typeface="Times New Roman" panose="02020503050405090304" pitchFamily="18" charset="0"/>
                  </a:endParaRPr>
                </a:p>
              </p:txBody>
            </p:sp>
            <p:sp>
              <p:nvSpPr>
                <p:cNvPr id="63537" name="Rectangle 47"/>
                <p:cNvSpPr/>
                <p:nvPr/>
              </p:nvSpPr>
              <p:spPr>
                <a:xfrm>
                  <a:off x="489" y="1726"/>
                  <a:ext cx="446" cy="422"/>
                </a:xfrm>
                <a:prstGeom prst="rect">
                  <a:avLst/>
                </a:prstGeom>
                <a:noFill/>
                <a:ln w="7" cap="flat" cmpd="sng">
                  <a:solidFill>
                    <a:srgbClr val="A0A0A0"/>
                  </a:solidFill>
                  <a:prstDash val="solid"/>
                  <a:miter/>
                  <a:headEnd type="none" w="med" len="med"/>
                  <a:tailEnd type="none" w="med" len="med"/>
                </a:ln>
              </p:spPr>
              <p:txBody>
                <a:bodyPr wrap="none" anchor="t" anchorCtr="0"/>
                <a:p>
                  <a:pPr>
                    <a:buClrTx/>
                    <a:buFontTx/>
                  </a:pPr>
                  <a:endParaRPr lang="zh-CN" altLang="en-US" dirty="0">
                    <a:latin typeface="Tahoma" panose="020B0604030504040204" pitchFamily="34" charset="0"/>
                  </a:endParaRPr>
                </a:p>
              </p:txBody>
            </p:sp>
          </p:grpSp>
          <p:grpSp>
            <p:nvGrpSpPr>
              <p:cNvPr id="63538" name="Group 48"/>
              <p:cNvGrpSpPr/>
              <p:nvPr/>
            </p:nvGrpSpPr>
            <p:grpSpPr>
              <a:xfrm>
                <a:off x="935" y="1726"/>
                <a:ext cx="662" cy="422"/>
                <a:chOff x="935" y="1726"/>
                <a:chExt cx="662" cy="422"/>
              </a:xfrm>
            </p:grpSpPr>
            <p:sp>
              <p:nvSpPr>
                <p:cNvPr id="63539" name="Rectangle 49"/>
                <p:cNvSpPr/>
                <p:nvPr/>
              </p:nvSpPr>
              <p:spPr>
                <a:xfrm>
                  <a:off x="978" y="1726"/>
                  <a:ext cx="576" cy="422"/>
                </a:xfrm>
                <a:prstGeom prst="rect">
                  <a:avLst/>
                </a:prstGeom>
                <a:noFill/>
                <a:ln w="9525">
                  <a:noFill/>
                </a:ln>
              </p:spPr>
              <p:txBody>
                <a:bodyPr anchor="t" anchorCtr="0"/>
                <a:p>
                  <a:pPr algn="ctr">
                    <a:buClrTx/>
                    <a:buFontTx/>
                  </a:pPr>
                  <a:r>
                    <a:rPr lang="zh-CN" altLang="en-US" sz="1400" dirty="0">
                      <a:latin typeface="Times New Roman" panose="02020503050405090304" pitchFamily="18" charset="0"/>
                    </a:rPr>
                    <a:t>0</a:t>
                  </a:r>
                  <a:endParaRPr lang="zh-CN" altLang="en-US" sz="1000" dirty="0">
                    <a:latin typeface="Times New Roman" panose="02020503050405090304" pitchFamily="18" charset="0"/>
                  </a:endParaRPr>
                </a:p>
                <a:p>
                  <a:pPr algn="ctr">
                    <a:buClrTx/>
                    <a:buFontTx/>
                  </a:pPr>
                  <a:endParaRPr lang="zh-CN" altLang="en-US" dirty="0">
                    <a:latin typeface="Times New Roman" panose="02020503050405090304" pitchFamily="18" charset="0"/>
                  </a:endParaRPr>
                </a:p>
              </p:txBody>
            </p:sp>
            <p:sp>
              <p:nvSpPr>
                <p:cNvPr id="63540" name="Rectangle 50"/>
                <p:cNvSpPr/>
                <p:nvPr/>
              </p:nvSpPr>
              <p:spPr>
                <a:xfrm>
                  <a:off x="935" y="1726"/>
                  <a:ext cx="662" cy="422"/>
                </a:xfrm>
                <a:prstGeom prst="rect">
                  <a:avLst/>
                </a:prstGeom>
                <a:noFill/>
                <a:ln w="7" cap="flat" cmpd="sng">
                  <a:solidFill>
                    <a:srgbClr val="A0A0A0"/>
                  </a:solidFill>
                  <a:prstDash val="solid"/>
                  <a:miter/>
                  <a:headEnd type="none" w="med" len="med"/>
                  <a:tailEnd type="none" w="med" len="med"/>
                </a:ln>
              </p:spPr>
              <p:txBody>
                <a:bodyPr wrap="none" anchor="t" anchorCtr="0"/>
                <a:p>
                  <a:pPr>
                    <a:buClrTx/>
                    <a:buFontTx/>
                  </a:pPr>
                  <a:endParaRPr lang="zh-CN" altLang="en-US" dirty="0">
                    <a:latin typeface="Tahoma" panose="020B0604030504040204" pitchFamily="34" charset="0"/>
                  </a:endParaRPr>
                </a:p>
              </p:txBody>
            </p:sp>
          </p:grpSp>
        </p:grpSp>
        <p:sp>
          <p:nvSpPr>
            <p:cNvPr id="63541" name="Rectangle 51"/>
            <p:cNvSpPr/>
            <p:nvPr/>
          </p:nvSpPr>
          <p:spPr>
            <a:xfrm>
              <a:off x="-3" y="-3"/>
              <a:ext cx="1603" cy="2154"/>
            </a:xfrm>
            <a:prstGeom prst="rect">
              <a:avLst/>
            </a:prstGeom>
            <a:noFill/>
            <a:ln w="11112" cap="flat" cmpd="sng">
              <a:solidFill>
                <a:srgbClr val="A0A0A0"/>
              </a:solidFill>
              <a:prstDash val="solid"/>
              <a:miter/>
              <a:headEnd type="none" w="med" len="med"/>
              <a:tailEnd type="none" w="med" len="med"/>
            </a:ln>
          </p:spPr>
          <p:txBody>
            <a:bodyPr wrap="none" anchor="t" anchorCtr="0"/>
            <a:p>
              <a:pPr>
                <a:buClrTx/>
                <a:buFontTx/>
              </a:pPr>
              <a:endParaRPr lang="zh-CN" altLang="en-US" dirty="0">
                <a:latin typeface="Tahoma" panose="020B0604030504040204" pitchFamily="34" charset="0"/>
              </a:endParaRPr>
            </a:p>
          </p:txBody>
        </p:sp>
      </p:grpSp>
    </p:spTree>
  </p:cSld>
  <p:clrMapOvr>
    <a:masterClrMapping/>
  </p:clrMapOvr>
  <p:transition spd="slow"/>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3" name="灯片编号占位符 3"/>
          <p:cNvSpPr>
            <a:spLocks noGrp="1"/>
          </p:cNvSpPr>
          <p:nvPr>
            <p:ph type="sldNum" sz="quarter" idx="10"/>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r" eaLnBrk="1" hangingPunct="1">
              <a:buClrTx/>
              <a:buFontTx/>
            </a:pPr>
            <a:fld id="{9A0DB2DC-4C9A-4742-B13C-FB6460FD3503}" type="slidenum">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64514" name="日期占位符 4"/>
          <p:cNvSpPr>
            <a:spLocks noGrp="1"/>
          </p:cNvSpPr>
          <p:nvPr>
            <p:ph type="dt" sz="half" idx="11"/>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buClrTx/>
              <a:buFontTx/>
            </a:pPr>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64515" name="页脚占位符 5"/>
          <p:cNvSpPr>
            <a:spLocks noGrp="1"/>
          </p:cNvSpPr>
          <p:nvPr>
            <p:ph type="ftr" sz="quarter" idx="12"/>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buClrTx/>
              <a:buFontTx/>
            </a:pPr>
            <a:r>
              <a:rPr lang="en-US" altLang="zh-CN" sz="1200" b="1" i="1" dirty="0">
                <a:solidFill>
                  <a:srgbClr val="009999"/>
                </a:solidFill>
                <a:latin typeface="Arial Narrow" panose="020B0606020202030204" pitchFamily="34" charset="0"/>
              </a:rPr>
              <a:t>School of Computer Science, BUPT</a:t>
            </a:r>
            <a:endParaRPr lang="zh-CN" altLang="en-US" sz="1200" b="1" i="1" dirty="0">
              <a:solidFill>
                <a:srgbClr val="009999"/>
              </a:solidFill>
              <a:latin typeface="Arial Narrow" panose="020B0606020202030204" pitchFamily="34" charset="0"/>
            </a:endParaRPr>
          </a:p>
        </p:txBody>
      </p:sp>
      <p:sp>
        <p:nvSpPr>
          <p:cNvPr id="64516" name="Rectangle 2"/>
          <p:cNvSpPr>
            <a:spLocks noGrp="1"/>
          </p:cNvSpPr>
          <p:nvPr>
            <p:ph type="title"/>
          </p:nvPr>
        </p:nvSpPr>
        <p:spPr>
          <a:xfrm>
            <a:off x="971233" y="260350"/>
            <a:ext cx="7793037" cy="693738"/>
          </a:xfrm>
        </p:spPr>
        <p:txBody>
          <a:bodyPr vert="horz" wrap="square" lIns="91440" tIns="45720" rIns="91440" bIns="45720" anchor="b" anchorCtr="0"/>
          <a:p>
            <a:pPr eaLnBrk="1" hangingPunct="1"/>
            <a:r>
              <a:rPr lang="zh-CN" altLang="en-US" sz="3200" b="1" dirty="0">
                <a:latin typeface="宋体" pitchFamily="2" charset="-122"/>
              </a:rPr>
              <a:t>求主析取范式的方法之二：等值演算法</a:t>
            </a:r>
            <a:r>
              <a:rPr lang="zh-CN" altLang="en-US" dirty="0"/>
              <a:t> </a:t>
            </a:r>
            <a:endParaRPr lang="zh-CN" altLang="en-US" dirty="0"/>
          </a:p>
        </p:txBody>
      </p:sp>
      <p:sp>
        <p:nvSpPr>
          <p:cNvPr id="64517" name="Rectangle 3"/>
          <p:cNvSpPr>
            <a:spLocks noGrp="1"/>
          </p:cNvSpPr>
          <p:nvPr>
            <p:ph idx="1"/>
          </p:nvPr>
        </p:nvSpPr>
        <p:spPr>
          <a:xfrm>
            <a:off x="251460" y="1196975"/>
            <a:ext cx="8711565" cy="4782185"/>
          </a:xfrm>
        </p:spPr>
        <p:txBody>
          <a:bodyPr vert="horz" wrap="square" lIns="91440" tIns="45720" rIns="91440" bIns="45720" anchor="t" anchorCtr="0"/>
          <a:p>
            <a:pPr algn="just" eaLnBrk="1" hangingPunct="1">
              <a:lnSpc>
                <a:spcPct val="90000"/>
              </a:lnSpc>
            </a:pPr>
            <a:r>
              <a:rPr lang="zh-CN" altLang="en-US" sz="2800" dirty="0">
                <a:latin typeface="Times New Roman" panose="02020503050405090304" pitchFamily="18" charset="0"/>
              </a:rPr>
              <a:t>利用十六个命题公式、命题定理用等值演算的方法一步步将它化为主析取范式。</a:t>
            </a:r>
            <a:endParaRPr lang="zh-CN" altLang="en-US" sz="2800" dirty="0"/>
          </a:p>
          <a:p>
            <a:pPr lvl="1" algn="just" eaLnBrk="1" hangingPunct="1">
              <a:lnSpc>
                <a:spcPct val="90000"/>
              </a:lnSpc>
            </a:pPr>
            <a:r>
              <a:rPr lang="zh-CN" altLang="en-US" sz="2450" dirty="0">
                <a:latin typeface="Times New Roman" panose="02020503050405090304" pitchFamily="18" charset="0"/>
              </a:rPr>
              <a:t>第一步：将公式化为析取范式，“消去”含有矛盾式的简单合取式，这是因为（</a:t>
            </a:r>
            <a:r>
              <a:rPr lang="en-US" altLang="zh-CN" sz="2450" dirty="0"/>
              <a:t>P</a:t>
            </a:r>
            <a:r>
              <a:rPr lang="en-US" altLang="zh-CN" sz="2450" dirty="0">
                <a:latin typeface="Times New Roman" panose="02020503050405090304" pitchFamily="18" charset="0"/>
                <a:sym typeface="Symbol" panose="05050102010706020507" pitchFamily="18" charset="2"/>
              </a:rPr>
              <a:t>¬</a:t>
            </a:r>
            <a:r>
              <a:rPr lang="en-US" altLang="zh-CN" sz="2450" dirty="0"/>
              <a:t>P</a:t>
            </a:r>
            <a:r>
              <a:rPr lang="en-US" altLang="zh-CN" sz="2450" dirty="0">
                <a:latin typeface="Times New Roman" panose="02020503050405090304" pitchFamily="18" charset="0"/>
                <a:sym typeface="Symbol" panose="05050102010706020507" pitchFamily="18" charset="2"/>
              </a:rPr>
              <a:t></a:t>
            </a:r>
            <a:r>
              <a:rPr lang="en-US" altLang="zh-CN" sz="2450" dirty="0"/>
              <a:t>Q</a:t>
            </a:r>
            <a:r>
              <a:rPr lang="en-US" altLang="zh-CN" sz="2450" dirty="0">
                <a:latin typeface="Times New Roman" panose="02020503050405090304" pitchFamily="18" charset="0"/>
              </a:rPr>
              <a:t>）</a:t>
            </a:r>
            <a:r>
              <a:rPr lang="en-US" altLang="zh-CN" sz="2450" dirty="0">
                <a:latin typeface="Times New Roman" panose="02020503050405090304" pitchFamily="18" charset="0"/>
                <a:sym typeface="Symbol" panose="05050102010706020507" pitchFamily="18" charset="2"/>
              </a:rPr>
              <a:t></a:t>
            </a:r>
            <a:r>
              <a:rPr lang="en-US" altLang="zh-CN" sz="2450" dirty="0"/>
              <a:t>G</a:t>
            </a:r>
            <a:r>
              <a:rPr lang="en-US" altLang="zh-CN" sz="2450" dirty="0">
                <a:latin typeface="Times New Roman" panose="02020503050405090304" pitchFamily="18" charset="0"/>
                <a:sym typeface="Symbol" panose="05050102010706020507" pitchFamily="18" charset="2"/>
              </a:rPr>
              <a:t></a:t>
            </a:r>
            <a:r>
              <a:rPr lang="en-US" altLang="zh-CN" sz="2450" dirty="0"/>
              <a:t>G</a:t>
            </a:r>
            <a:r>
              <a:rPr lang="en-US" altLang="zh-CN" sz="2450" dirty="0">
                <a:latin typeface="Times New Roman" panose="02020503050405090304" pitchFamily="18" charset="0"/>
              </a:rPr>
              <a:t>，</a:t>
            </a:r>
            <a:r>
              <a:rPr lang="zh-CN" altLang="en-US" sz="2450" dirty="0">
                <a:latin typeface="Times New Roman" panose="02020503050405090304" pitchFamily="18" charset="0"/>
              </a:rPr>
              <a:t>而</a:t>
            </a:r>
            <a:r>
              <a:rPr lang="en-US" altLang="zh-CN" sz="2450" dirty="0"/>
              <a:t>P</a:t>
            </a:r>
            <a:r>
              <a:rPr lang="en-US" altLang="zh-CN" sz="2450" dirty="0">
                <a:latin typeface="Times New Roman" panose="02020503050405090304" pitchFamily="18" charset="0"/>
                <a:sym typeface="Symbol" panose="05050102010706020507" pitchFamily="18" charset="2"/>
              </a:rPr>
              <a:t></a:t>
            </a:r>
            <a:r>
              <a:rPr lang="en-US" altLang="zh-CN" sz="2450" dirty="0"/>
              <a:t>P</a:t>
            </a:r>
            <a:r>
              <a:rPr lang="zh-CN" altLang="en-US" sz="2450" dirty="0">
                <a:latin typeface="Times New Roman" panose="02020503050405090304" pitchFamily="18" charset="0"/>
              </a:rPr>
              <a:t>用</a:t>
            </a:r>
            <a:r>
              <a:rPr lang="en-US" altLang="zh-CN" sz="2450" dirty="0"/>
              <a:t>P</a:t>
            </a:r>
            <a:r>
              <a:rPr lang="zh-CN" altLang="en-US" sz="2450" dirty="0">
                <a:latin typeface="Times New Roman" panose="02020503050405090304" pitchFamily="18" charset="0"/>
              </a:rPr>
              <a:t>代替。</a:t>
            </a:r>
            <a:endParaRPr lang="zh-CN" altLang="en-US" sz="2450" dirty="0"/>
          </a:p>
          <a:p>
            <a:pPr lvl="1" eaLnBrk="1" hangingPunct="1">
              <a:lnSpc>
                <a:spcPct val="90000"/>
              </a:lnSpc>
            </a:pPr>
            <a:r>
              <a:rPr lang="zh-CN" altLang="en-US" sz="2450" dirty="0">
                <a:latin typeface="宋体" pitchFamily="2" charset="-122"/>
              </a:rPr>
              <a:t>第二步：若析取范式中的简单合取式项不是极小项，即该项中缺命题变项，则添加（</a:t>
            </a:r>
            <a:r>
              <a:rPr lang="en-US" altLang="zh-CN" sz="2450" dirty="0"/>
              <a:t>P</a:t>
            </a:r>
            <a:r>
              <a:rPr lang="en-US" altLang="zh-CN" sz="2450" baseline="-30000" dirty="0"/>
              <a:t>i</a:t>
            </a:r>
            <a:r>
              <a:rPr lang="en-US" altLang="zh-CN" sz="2450" dirty="0">
                <a:latin typeface="Times New Roman" panose="02020503050405090304" pitchFamily="18" charset="0"/>
                <a:sym typeface="Symbol" panose="05050102010706020507" pitchFamily="18" charset="2"/>
              </a:rPr>
              <a:t>¬</a:t>
            </a:r>
            <a:r>
              <a:rPr lang="en-US" altLang="zh-CN" sz="2450" dirty="0"/>
              <a:t>P</a:t>
            </a:r>
            <a:r>
              <a:rPr lang="en-US" altLang="zh-CN" sz="2450" baseline="-30000" dirty="0"/>
              <a:t>i</a:t>
            </a:r>
            <a:r>
              <a:rPr lang="en-US" altLang="zh-CN" sz="2450" dirty="0">
                <a:latin typeface="宋体" pitchFamily="2" charset="-122"/>
              </a:rPr>
              <a:t>）</a:t>
            </a:r>
            <a:r>
              <a:rPr lang="zh-CN" altLang="en-US" sz="2450" dirty="0">
                <a:latin typeface="宋体" pitchFamily="2" charset="-122"/>
              </a:rPr>
              <a:t>再用分配律展开。</a:t>
            </a:r>
            <a:endParaRPr lang="zh-CN" altLang="en-US" sz="2450" dirty="0">
              <a:latin typeface="宋体" pitchFamily="2" charset="-122"/>
            </a:endParaRPr>
          </a:p>
          <a:p>
            <a:pPr lvl="2" eaLnBrk="1" hangingPunct="1">
              <a:lnSpc>
                <a:spcPct val="90000"/>
              </a:lnSpc>
            </a:pPr>
            <a:r>
              <a:rPr lang="zh-CN" altLang="en-US" sz="2055" dirty="0">
                <a:latin typeface="Times New Roman" panose="02020503050405090304" pitchFamily="18" charset="0"/>
              </a:rPr>
              <a:t>例如：公式中含</a:t>
            </a:r>
            <a:r>
              <a:rPr lang="en-US" altLang="zh-CN" sz="2055" dirty="0"/>
              <a:t>P</a:t>
            </a:r>
            <a:r>
              <a:rPr lang="en-US" altLang="zh-CN" sz="2055" dirty="0">
                <a:latin typeface="Times New Roman" panose="02020503050405090304" pitchFamily="18" charset="0"/>
              </a:rPr>
              <a:t>、</a:t>
            </a:r>
            <a:r>
              <a:rPr lang="en-US" altLang="zh-CN" sz="2055" dirty="0"/>
              <a:t>Q</a:t>
            </a:r>
            <a:r>
              <a:rPr lang="en-US" altLang="zh-CN" sz="2055" dirty="0">
                <a:latin typeface="Times New Roman" panose="02020503050405090304" pitchFamily="18" charset="0"/>
              </a:rPr>
              <a:t>、</a:t>
            </a:r>
            <a:r>
              <a:rPr lang="en-US" altLang="zh-CN" sz="2055" dirty="0"/>
              <a:t>R</a:t>
            </a:r>
            <a:r>
              <a:rPr lang="en-US" altLang="zh-CN" sz="2055" dirty="0">
                <a:latin typeface="Times New Roman" panose="02020503050405090304" pitchFamily="18" charset="0"/>
              </a:rPr>
              <a:t>，</a:t>
            </a:r>
            <a:r>
              <a:rPr lang="zh-CN" altLang="en-US" sz="2055" dirty="0">
                <a:latin typeface="Times New Roman" panose="02020503050405090304" pitchFamily="18" charset="0"/>
              </a:rPr>
              <a:t>某合取项为</a:t>
            </a:r>
            <a:r>
              <a:rPr lang="en-US" altLang="zh-CN" sz="2055" dirty="0"/>
              <a:t>P</a:t>
            </a:r>
            <a:r>
              <a:rPr lang="en-US" altLang="zh-CN" sz="2055" dirty="0">
                <a:latin typeface="Times New Roman" panose="02020503050405090304" pitchFamily="18" charset="0"/>
                <a:sym typeface="Symbol" panose="05050102010706020507" pitchFamily="18" charset="2"/>
              </a:rPr>
              <a:t>¬</a:t>
            </a:r>
            <a:r>
              <a:rPr lang="en-US" altLang="zh-CN" sz="2055" dirty="0"/>
              <a:t>R</a:t>
            </a:r>
            <a:r>
              <a:rPr lang="en-US" altLang="zh-CN" sz="2055" dirty="0">
                <a:latin typeface="Times New Roman" panose="02020503050405090304" pitchFamily="18" charset="0"/>
              </a:rPr>
              <a:t>，</a:t>
            </a:r>
            <a:r>
              <a:rPr lang="zh-CN" altLang="en-US" sz="2055" dirty="0">
                <a:latin typeface="Times New Roman" panose="02020503050405090304" pitchFamily="18" charset="0"/>
              </a:rPr>
              <a:t>缺</a:t>
            </a:r>
            <a:r>
              <a:rPr lang="en-US" altLang="zh-CN" sz="2055" dirty="0"/>
              <a:t>Q</a:t>
            </a:r>
            <a:r>
              <a:rPr lang="en-US" altLang="zh-CN" sz="2055" dirty="0">
                <a:latin typeface="Times New Roman" panose="02020503050405090304" pitchFamily="18" charset="0"/>
              </a:rPr>
              <a:t>。</a:t>
            </a:r>
            <a:r>
              <a:rPr lang="zh-CN" altLang="en-US" sz="2055" dirty="0">
                <a:latin typeface="Times New Roman" panose="02020503050405090304" pitchFamily="18" charset="0"/>
              </a:rPr>
              <a:t>则</a:t>
            </a:r>
            <a:r>
              <a:rPr lang="en-US" altLang="zh-CN" sz="2055" dirty="0"/>
              <a:t>P</a:t>
            </a:r>
            <a:r>
              <a:rPr lang="en-US" altLang="zh-CN" sz="2055" dirty="0">
                <a:latin typeface="Times New Roman" panose="02020503050405090304" pitchFamily="18" charset="0"/>
                <a:sym typeface="Symbol" panose="05050102010706020507" pitchFamily="18" charset="2"/>
              </a:rPr>
              <a:t>¬</a:t>
            </a:r>
            <a:r>
              <a:rPr lang="en-US" altLang="zh-CN" sz="2055" dirty="0"/>
              <a:t>R</a:t>
            </a:r>
            <a:r>
              <a:rPr lang="en-US" altLang="zh-CN" sz="2055" dirty="0">
                <a:latin typeface="Times New Roman" panose="02020503050405090304" pitchFamily="18" charset="0"/>
                <a:sym typeface="Symbol" panose="05050102010706020507" pitchFamily="18" charset="2"/>
              </a:rPr>
              <a:t></a:t>
            </a:r>
            <a:r>
              <a:rPr lang="en-US" altLang="zh-CN" sz="2055" dirty="0"/>
              <a:t> P</a:t>
            </a:r>
            <a:r>
              <a:rPr lang="en-US" altLang="zh-CN" sz="2055" dirty="0">
                <a:latin typeface="Times New Roman" panose="02020503050405090304" pitchFamily="18" charset="0"/>
                <a:sym typeface="Symbol" panose="05050102010706020507" pitchFamily="18" charset="2"/>
              </a:rPr>
              <a:t>¬</a:t>
            </a:r>
            <a:r>
              <a:rPr lang="en-US" altLang="zh-CN" sz="2055" dirty="0"/>
              <a:t>R</a:t>
            </a:r>
            <a:r>
              <a:rPr lang="en-US" altLang="zh-CN" sz="2055" dirty="0">
                <a:latin typeface="Times New Roman" panose="02020503050405090304" pitchFamily="18" charset="0"/>
                <a:sym typeface="Symbol" panose="05050102010706020507" pitchFamily="18" charset="2"/>
              </a:rPr>
              <a:t></a:t>
            </a:r>
            <a:r>
              <a:rPr lang="en-US" altLang="zh-CN" sz="2055" dirty="0">
                <a:latin typeface="Times New Roman" panose="02020503050405090304" pitchFamily="18" charset="0"/>
              </a:rPr>
              <a:t>（</a:t>
            </a:r>
            <a:r>
              <a:rPr lang="en-US" altLang="zh-CN" sz="2055" dirty="0"/>
              <a:t>Q</a:t>
            </a:r>
            <a:r>
              <a:rPr lang="en-US" altLang="zh-CN" sz="2055" dirty="0">
                <a:latin typeface="Times New Roman" panose="02020503050405090304" pitchFamily="18" charset="0"/>
                <a:sym typeface="Symbol" panose="05050102010706020507" pitchFamily="18" charset="2"/>
              </a:rPr>
              <a:t>¬</a:t>
            </a:r>
            <a:r>
              <a:rPr lang="en-US" altLang="zh-CN" sz="2055" dirty="0"/>
              <a:t>Q</a:t>
            </a:r>
            <a:r>
              <a:rPr lang="en-US" altLang="zh-CN" sz="2055" dirty="0">
                <a:latin typeface="Times New Roman" panose="02020503050405090304" pitchFamily="18" charset="0"/>
              </a:rPr>
              <a:t>）</a:t>
            </a:r>
            <a:r>
              <a:rPr lang="en-US" altLang="zh-CN" sz="2055" dirty="0">
                <a:latin typeface="Times New Roman" panose="02020503050405090304" pitchFamily="18" charset="0"/>
                <a:sym typeface="Symbol" panose="05050102010706020507" pitchFamily="18" charset="2"/>
              </a:rPr>
              <a:t></a:t>
            </a:r>
            <a:r>
              <a:rPr lang="en-US" altLang="zh-CN" sz="2055" dirty="0">
                <a:latin typeface="Times New Roman" panose="02020503050405090304" pitchFamily="18" charset="0"/>
              </a:rPr>
              <a:t>（</a:t>
            </a:r>
            <a:r>
              <a:rPr lang="en-US" altLang="zh-CN" sz="2055" dirty="0"/>
              <a:t>P </a:t>
            </a:r>
            <a:r>
              <a:rPr lang="en-US" altLang="zh-CN" sz="2055" dirty="0">
                <a:latin typeface="Times New Roman" panose="02020503050405090304" pitchFamily="18" charset="0"/>
                <a:sym typeface="Symbol" panose="05050102010706020507" pitchFamily="18" charset="2"/>
              </a:rPr>
              <a:t></a:t>
            </a:r>
            <a:r>
              <a:rPr lang="en-US" altLang="zh-CN" sz="2055" dirty="0"/>
              <a:t>Q</a:t>
            </a:r>
            <a:r>
              <a:rPr lang="en-US" altLang="zh-CN" sz="2055" dirty="0">
                <a:latin typeface="Times New Roman" panose="02020503050405090304" pitchFamily="18" charset="0"/>
                <a:sym typeface="Symbol" panose="05050102010706020507" pitchFamily="18" charset="2"/>
              </a:rPr>
              <a:t>¬</a:t>
            </a:r>
            <a:r>
              <a:rPr lang="en-US" altLang="zh-CN" sz="2055" dirty="0"/>
              <a:t>R</a:t>
            </a:r>
            <a:r>
              <a:rPr lang="en-US" altLang="zh-CN" sz="2055" dirty="0">
                <a:latin typeface="Times New Roman" panose="02020503050405090304" pitchFamily="18" charset="0"/>
              </a:rPr>
              <a:t>）</a:t>
            </a:r>
            <a:r>
              <a:rPr lang="en-US" altLang="zh-CN" sz="2055" dirty="0">
                <a:latin typeface="Times New Roman" panose="02020503050405090304" pitchFamily="18" charset="0"/>
                <a:sym typeface="Symbol" panose="05050102010706020507" pitchFamily="18" charset="2"/>
              </a:rPr>
              <a:t></a:t>
            </a:r>
            <a:r>
              <a:rPr lang="en-US" altLang="zh-CN" sz="2055" dirty="0">
                <a:latin typeface="Times New Roman" panose="02020503050405090304" pitchFamily="18" charset="0"/>
              </a:rPr>
              <a:t>（</a:t>
            </a:r>
            <a:r>
              <a:rPr lang="en-US" altLang="zh-CN" sz="2055" dirty="0"/>
              <a:t>P </a:t>
            </a:r>
            <a:r>
              <a:rPr lang="en-US" altLang="zh-CN" sz="2055" dirty="0">
                <a:latin typeface="Times New Roman" panose="02020503050405090304" pitchFamily="18" charset="0"/>
                <a:sym typeface="Symbol" panose="05050102010706020507" pitchFamily="18" charset="2"/>
              </a:rPr>
              <a:t>¬</a:t>
            </a:r>
            <a:r>
              <a:rPr lang="en-US" altLang="zh-CN" sz="2055" dirty="0"/>
              <a:t>Q</a:t>
            </a:r>
            <a:r>
              <a:rPr lang="en-US" altLang="zh-CN" sz="2055" dirty="0">
                <a:latin typeface="Times New Roman" panose="02020503050405090304" pitchFamily="18" charset="0"/>
                <a:sym typeface="Symbol" panose="05050102010706020507" pitchFamily="18" charset="2"/>
              </a:rPr>
              <a:t>¬</a:t>
            </a:r>
            <a:r>
              <a:rPr lang="en-US" altLang="zh-CN" sz="2055" dirty="0"/>
              <a:t>R</a:t>
            </a:r>
            <a:r>
              <a:rPr lang="en-US" altLang="zh-CN" sz="2055" dirty="0">
                <a:latin typeface="Times New Roman" panose="02020503050405090304" pitchFamily="18" charset="0"/>
              </a:rPr>
              <a:t>）</a:t>
            </a:r>
            <a:endParaRPr lang="en-US" altLang="zh-CN" sz="2055" dirty="0"/>
          </a:p>
          <a:p>
            <a:pPr lvl="1" eaLnBrk="1" hangingPunct="1">
              <a:lnSpc>
                <a:spcPct val="90000"/>
              </a:lnSpc>
            </a:pPr>
            <a:r>
              <a:rPr lang="zh-CN" altLang="en-US" sz="2450" dirty="0">
                <a:latin typeface="宋体" pitchFamily="2" charset="-122"/>
              </a:rPr>
              <a:t>第三步：用幂等律将重复的极小项删去，即</a:t>
            </a:r>
            <a:r>
              <a:rPr lang="en-US" altLang="zh-CN" sz="2450" dirty="0"/>
              <a:t>m</a:t>
            </a:r>
            <a:r>
              <a:rPr lang="en-US" altLang="zh-CN" sz="2450" baseline="-30000" dirty="0"/>
              <a:t>i</a:t>
            </a:r>
            <a:r>
              <a:rPr lang="en-US" altLang="zh-CN" sz="2450" dirty="0">
                <a:latin typeface="Times New Roman" panose="02020503050405090304" pitchFamily="18" charset="0"/>
                <a:sym typeface="Symbol" panose="05050102010706020507" pitchFamily="18" charset="2"/>
              </a:rPr>
              <a:t></a:t>
            </a:r>
            <a:r>
              <a:rPr lang="en-US" altLang="zh-CN" sz="2450" dirty="0"/>
              <a:t>m</a:t>
            </a:r>
            <a:r>
              <a:rPr lang="en-US" altLang="zh-CN" sz="2450" baseline="-30000" dirty="0"/>
              <a:t>i</a:t>
            </a:r>
            <a:r>
              <a:rPr lang="en-US" altLang="zh-CN" sz="2450" dirty="0">
                <a:latin typeface="Times New Roman" panose="02020503050405090304" pitchFamily="18" charset="0"/>
                <a:sym typeface="Symbol" panose="05050102010706020507" pitchFamily="18" charset="2"/>
              </a:rPr>
              <a:t></a:t>
            </a:r>
            <a:r>
              <a:rPr lang="en-US" altLang="zh-CN" sz="2450" dirty="0"/>
              <a:t>m</a:t>
            </a:r>
            <a:r>
              <a:rPr lang="en-US" altLang="zh-CN" sz="2450" baseline="-30000" dirty="0"/>
              <a:t>i</a:t>
            </a:r>
            <a:r>
              <a:rPr lang="zh-CN" altLang="en-US" sz="2450" dirty="0">
                <a:latin typeface="宋体" pitchFamily="2" charset="-122"/>
              </a:rPr>
              <a:t>然后将各极小项按顺序排列。</a:t>
            </a:r>
            <a:r>
              <a:rPr lang="zh-CN" altLang="en-US" dirty="0"/>
              <a:t> </a:t>
            </a:r>
            <a:endParaRPr lang="zh-CN" altLang="en-US" dirty="0"/>
          </a:p>
        </p:txBody>
      </p:sp>
    </p:spTree>
  </p:cSld>
  <p:clrMapOvr>
    <a:masterClrMapping/>
  </p:clrMapOvr>
  <p:transition spd="slow"/>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7" name="灯片编号占位符 3"/>
          <p:cNvSpPr>
            <a:spLocks noGrp="1"/>
          </p:cNvSpPr>
          <p:nvPr>
            <p:ph type="sldNum" sz="quarter" idx="10"/>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r" eaLnBrk="1" hangingPunct="1">
              <a:buClrTx/>
              <a:buFontTx/>
            </a:pPr>
            <a:fld id="{9A0DB2DC-4C9A-4742-B13C-FB6460FD3503}" type="slidenum">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65538" name="日期占位符 4"/>
          <p:cNvSpPr>
            <a:spLocks noGrp="1"/>
          </p:cNvSpPr>
          <p:nvPr>
            <p:ph type="dt" sz="half" idx="11"/>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buClrTx/>
              <a:buFontTx/>
            </a:pPr>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65539" name="页脚占位符 5"/>
          <p:cNvSpPr>
            <a:spLocks noGrp="1"/>
          </p:cNvSpPr>
          <p:nvPr>
            <p:ph type="ftr" sz="quarter" idx="12"/>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buClrTx/>
              <a:buFontTx/>
            </a:pPr>
            <a:r>
              <a:rPr lang="en-US" altLang="zh-CN" sz="1200" b="1" i="1" dirty="0">
                <a:solidFill>
                  <a:srgbClr val="009999"/>
                </a:solidFill>
                <a:latin typeface="Arial Narrow" panose="020B0606020202030204" pitchFamily="34" charset="0"/>
              </a:rPr>
              <a:t>School of Computer Science, BUPT</a:t>
            </a:r>
            <a:endParaRPr lang="zh-CN" altLang="en-US" sz="1200" b="1" i="1" dirty="0">
              <a:solidFill>
                <a:srgbClr val="009999"/>
              </a:solidFill>
              <a:latin typeface="Arial Narrow" panose="020B0606020202030204" pitchFamily="34" charset="0"/>
            </a:endParaRPr>
          </a:p>
        </p:txBody>
      </p:sp>
      <p:sp>
        <p:nvSpPr>
          <p:cNvPr id="65540" name="Rectangle 2"/>
          <p:cNvSpPr>
            <a:spLocks noGrp="1"/>
          </p:cNvSpPr>
          <p:nvPr>
            <p:ph type="title"/>
          </p:nvPr>
        </p:nvSpPr>
        <p:spPr>
          <a:xfrm>
            <a:off x="914083" y="260350"/>
            <a:ext cx="7793037" cy="617538"/>
          </a:xfrm>
        </p:spPr>
        <p:txBody>
          <a:bodyPr vert="horz" wrap="square" lIns="91440" tIns="45720" rIns="91440" bIns="45720" anchor="b" anchorCtr="0"/>
          <a:p>
            <a:pPr eaLnBrk="1" hangingPunct="1"/>
            <a:r>
              <a:rPr lang="zh-CN" altLang="en-US" sz="3200" dirty="0">
                <a:latin typeface="宋体" pitchFamily="2" charset="-122"/>
              </a:rPr>
              <a:t>例：求（（</a:t>
            </a:r>
            <a:r>
              <a:rPr lang="en-US" altLang="zh-CN" sz="3200" dirty="0">
                <a:latin typeface="Times New Roman" panose="02020503050405090304" pitchFamily="18" charset="0"/>
              </a:rPr>
              <a:t>P</a:t>
            </a:r>
            <a:r>
              <a:rPr lang="en-US" altLang="zh-CN" sz="3200" dirty="0">
                <a:latin typeface="Times New Roman" panose="02020503050405090304" pitchFamily="18" charset="0"/>
                <a:sym typeface="Symbol" panose="05050102010706020507" pitchFamily="18" charset="2"/>
              </a:rPr>
              <a:t></a:t>
            </a:r>
            <a:r>
              <a:rPr lang="en-US" altLang="zh-CN" sz="3200" dirty="0">
                <a:latin typeface="Times New Roman" panose="02020503050405090304" pitchFamily="18" charset="0"/>
              </a:rPr>
              <a:t>Q</a:t>
            </a:r>
            <a:r>
              <a:rPr lang="en-US" altLang="zh-CN" sz="3200" dirty="0">
                <a:latin typeface="宋体" pitchFamily="2" charset="-122"/>
              </a:rPr>
              <a:t>）</a:t>
            </a:r>
            <a:r>
              <a:rPr lang="en-US" altLang="zh-CN" sz="3200" dirty="0">
                <a:latin typeface="Times New Roman" panose="02020503050405090304" pitchFamily="18" charset="0"/>
                <a:sym typeface="Symbol" panose="05050102010706020507" pitchFamily="18" charset="2"/>
              </a:rPr>
              <a:t></a:t>
            </a:r>
            <a:r>
              <a:rPr lang="en-US" altLang="zh-CN" sz="3200" dirty="0">
                <a:latin typeface="Times New Roman" panose="02020503050405090304" pitchFamily="18" charset="0"/>
              </a:rPr>
              <a:t>R</a:t>
            </a:r>
            <a:r>
              <a:rPr lang="en-US" altLang="zh-CN" sz="3200" dirty="0">
                <a:latin typeface="宋体" pitchFamily="2" charset="-122"/>
              </a:rPr>
              <a:t>）</a:t>
            </a:r>
            <a:r>
              <a:rPr lang="en-US" altLang="zh-CN" sz="3200" dirty="0">
                <a:latin typeface="Times New Roman" panose="02020503050405090304" pitchFamily="18" charset="0"/>
                <a:sym typeface="Symbol" panose="05050102010706020507" pitchFamily="18" charset="2"/>
              </a:rPr>
              <a:t></a:t>
            </a:r>
            <a:r>
              <a:rPr lang="en-US" altLang="zh-CN" sz="3200" dirty="0">
                <a:latin typeface="Times New Roman" panose="02020503050405090304" pitchFamily="18" charset="0"/>
              </a:rPr>
              <a:t>P</a:t>
            </a:r>
            <a:r>
              <a:rPr lang="zh-CN" altLang="en-US" sz="3200" dirty="0">
                <a:latin typeface="宋体" pitchFamily="2" charset="-122"/>
              </a:rPr>
              <a:t>的主析取范式</a:t>
            </a:r>
            <a:r>
              <a:rPr lang="zh-CN" altLang="en-US" sz="3200" dirty="0"/>
              <a:t> </a:t>
            </a:r>
            <a:endParaRPr lang="zh-CN" altLang="en-US" sz="3200" dirty="0"/>
          </a:p>
        </p:txBody>
      </p:sp>
      <p:sp>
        <p:nvSpPr>
          <p:cNvPr id="65541" name="Rectangle 3"/>
          <p:cNvSpPr>
            <a:spLocks noGrp="1"/>
          </p:cNvSpPr>
          <p:nvPr>
            <p:ph idx="1"/>
          </p:nvPr>
        </p:nvSpPr>
        <p:spPr>
          <a:xfrm>
            <a:off x="301625" y="1268730"/>
            <a:ext cx="8564880" cy="4114800"/>
          </a:xfrm>
        </p:spPr>
        <p:txBody>
          <a:bodyPr vert="horz" wrap="square" lIns="91440" tIns="45720" rIns="91440" bIns="45720" anchor="t" anchorCtr="0"/>
          <a:p>
            <a:pPr algn="just" eaLnBrk="1" hangingPunct="1">
              <a:lnSpc>
                <a:spcPct val="90000"/>
              </a:lnSpc>
            </a:pPr>
            <a:r>
              <a:rPr lang="zh-CN" altLang="en-US" sz="2800" dirty="0">
                <a:latin typeface="Times New Roman" panose="02020503050405090304" pitchFamily="18" charset="0"/>
              </a:rPr>
              <a:t>解：</a:t>
            </a:r>
            <a:r>
              <a:rPr lang="zh-CN" altLang="en-US" sz="2400" dirty="0">
                <a:latin typeface="Times New Roman" panose="02020503050405090304" pitchFamily="18" charset="0"/>
              </a:rPr>
              <a:t>原公式</a:t>
            </a:r>
            <a:endParaRPr lang="zh-CN" altLang="en-US" sz="2400" dirty="0">
              <a:latin typeface="Times New Roman" panose="02020503050405090304" pitchFamily="18" charset="0"/>
            </a:endParaRPr>
          </a:p>
          <a:p>
            <a:pPr algn="just" eaLnBrk="1" hangingPunct="1">
              <a:lnSpc>
                <a:spcPct val="90000"/>
              </a:lnSpc>
            </a:pPr>
            <a:r>
              <a:rPr lang="zh-CN" altLang="en-US" sz="2400" dirty="0">
                <a:latin typeface="Times New Roman" panose="02020503050405090304" pitchFamily="18" charset="0"/>
                <a:sym typeface="Symbol" panose="05050102010706020507" pitchFamily="18" charset="2"/>
              </a:rPr>
              <a:t></a:t>
            </a:r>
            <a:r>
              <a:rPr lang="en-US" altLang="zh-CN" sz="2400" dirty="0">
                <a:latin typeface="Times New Roman" panose="02020503050405090304" pitchFamily="18" charset="0"/>
                <a:sym typeface="Symbol" panose="05050102010706020507" pitchFamily="18" charset="2"/>
              </a:rPr>
              <a:t>¬</a:t>
            </a:r>
            <a:r>
              <a:rPr lang="zh-CN" altLang="en-US" sz="2400" dirty="0">
                <a:latin typeface="Times New Roman" panose="02020503050405090304" pitchFamily="18" charset="0"/>
              </a:rPr>
              <a:t>(</a:t>
            </a:r>
            <a:r>
              <a:rPr lang="en-US" altLang="zh-CN" sz="2400" dirty="0">
                <a:latin typeface="Times New Roman" panose="02020503050405090304" pitchFamily="18" charset="0"/>
                <a:sym typeface="Symbol" panose="05050102010706020507" pitchFamily="18" charset="2"/>
              </a:rPr>
              <a:t>¬</a:t>
            </a:r>
            <a:r>
              <a:rPr lang="zh-CN" altLang="en-US" sz="2400" dirty="0">
                <a:latin typeface="Times New Roman" panose="02020503050405090304" pitchFamily="18" charset="0"/>
              </a:rPr>
              <a:t>(</a:t>
            </a:r>
            <a:r>
              <a:rPr lang="en-US" altLang="zh-CN" sz="2400" dirty="0"/>
              <a:t>P</a:t>
            </a:r>
            <a:r>
              <a:rPr lang="en-US" altLang="zh-CN" sz="2400" dirty="0">
                <a:latin typeface="Times New Roman" panose="02020503050405090304" pitchFamily="18" charset="0"/>
                <a:sym typeface="Symbol" panose="05050102010706020507" pitchFamily="18" charset="2"/>
              </a:rPr>
              <a:t></a:t>
            </a:r>
            <a:r>
              <a:rPr lang="en-US" altLang="zh-CN" sz="2400" dirty="0"/>
              <a:t>Q</a:t>
            </a:r>
            <a:r>
              <a:rPr lang="en-US" altLang="zh-CN" sz="2400" dirty="0">
                <a:latin typeface="Times New Roman" panose="02020503050405090304" pitchFamily="18" charset="0"/>
              </a:rPr>
              <a:t>）</a:t>
            </a:r>
            <a:r>
              <a:rPr lang="en-US" altLang="zh-CN" sz="2400" dirty="0">
                <a:latin typeface="Times New Roman" panose="02020503050405090304" pitchFamily="18" charset="0"/>
                <a:sym typeface="Symbol" panose="05050102010706020507" pitchFamily="18" charset="2"/>
              </a:rPr>
              <a:t></a:t>
            </a:r>
            <a:r>
              <a:rPr lang="en-US" altLang="zh-CN" sz="2400" dirty="0"/>
              <a:t>R</a:t>
            </a:r>
            <a:r>
              <a:rPr lang="en-US" altLang="zh-CN" sz="2400" dirty="0">
                <a:latin typeface="Times New Roman" panose="02020503050405090304" pitchFamily="18" charset="0"/>
              </a:rPr>
              <a:t>)</a:t>
            </a:r>
            <a:r>
              <a:rPr lang="en-US" altLang="zh-CN" sz="2400" dirty="0">
                <a:latin typeface="Times New Roman" panose="02020503050405090304" pitchFamily="18" charset="0"/>
                <a:sym typeface="Symbol" panose="05050102010706020507" pitchFamily="18" charset="2"/>
              </a:rPr>
              <a:t></a:t>
            </a:r>
            <a:r>
              <a:rPr lang="en-US" altLang="zh-CN" sz="2400" dirty="0"/>
              <a:t>P</a:t>
            </a:r>
            <a:endParaRPr lang="en-US" altLang="zh-CN" sz="2400" dirty="0"/>
          </a:p>
          <a:p>
            <a:pPr algn="just" eaLnBrk="1" hangingPunct="1">
              <a:lnSpc>
                <a:spcPct val="90000"/>
              </a:lnSpc>
            </a:pPr>
            <a:r>
              <a:rPr lang="en-US" altLang="zh-CN" sz="2400" dirty="0">
                <a:latin typeface="Times New Roman" panose="02020503050405090304" pitchFamily="18" charset="0"/>
                <a:sym typeface="Symbol" panose="05050102010706020507" pitchFamily="18" charset="2"/>
              </a:rPr>
              <a:t></a:t>
            </a:r>
            <a:r>
              <a:rPr lang="en-US" altLang="zh-CN" sz="2400" dirty="0">
                <a:latin typeface="Times New Roman" panose="02020503050405090304" pitchFamily="18" charset="0"/>
              </a:rPr>
              <a:t>((</a:t>
            </a:r>
            <a:r>
              <a:rPr lang="en-US" altLang="zh-CN" sz="2400" dirty="0"/>
              <a:t>P</a:t>
            </a:r>
            <a:r>
              <a:rPr lang="en-US" altLang="zh-CN" sz="2400" dirty="0">
                <a:latin typeface="Times New Roman" panose="02020503050405090304" pitchFamily="18" charset="0"/>
                <a:sym typeface="Symbol" panose="05050102010706020507" pitchFamily="18" charset="2"/>
              </a:rPr>
              <a:t></a:t>
            </a:r>
            <a:r>
              <a:rPr lang="en-US" altLang="zh-CN" sz="2400" dirty="0"/>
              <a:t>Q</a:t>
            </a:r>
            <a:r>
              <a:rPr lang="en-US" altLang="zh-CN" sz="2400" dirty="0">
                <a:latin typeface="Times New Roman" panose="02020503050405090304" pitchFamily="18" charset="0"/>
              </a:rPr>
              <a:t>)</a:t>
            </a:r>
            <a:r>
              <a:rPr lang="en-US" altLang="zh-CN" sz="2400" dirty="0">
                <a:latin typeface="Times New Roman" panose="02020503050405090304" pitchFamily="18" charset="0"/>
                <a:sym typeface="Symbol" panose="05050102010706020507" pitchFamily="18" charset="2"/>
              </a:rPr>
              <a:t>¬</a:t>
            </a:r>
            <a:r>
              <a:rPr lang="en-US" altLang="zh-CN" sz="2400" dirty="0"/>
              <a:t>R</a:t>
            </a:r>
            <a:r>
              <a:rPr lang="en-US" altLang="zh-CN" sz="2400" dirty="0">
                <a:latin typeface="Times New Roman" panose="02020503050405090304" pitchFamily="18" charset="0"/>
              </a:rPr>
              <a:t>)</a:t>
            </a:r>
            <a:r>
              <a:rPr lang="en-US" altLang="zh-CN" sz="2400" dirty="0">
                <a:latin typeface="Times New Roman" panose="02020503050405090304" pitchFamily="18" charset="0"/>
                <a:sym typeface="Symbol" panose="05050102010706020507" pitchFamily="18" charset="2"/>
              </a:rPr>
              <a:t></a:t>
            </a:r>
            <a:r>
              <a:rPr lang="en-US" altLang="zh-CN" sz="2400" dirty="0"/>
              <a:t>P</a:t>
            </a:r>
            <a:endParaRPr lang="en-US" altLang="zh-CN" sz="2400" dirty="0"/>
          </a:p>
          <a:p>
            <a:pPr algn="just" eaLnBrk="1" hangingPunct="1">
              <a:lnSpc>
                <a:spcPct val="90000"/>
              </a:lnSpc>
            </a:pPr>
            <a:r>
              <a:rPr lang="en-US" altLang="zh-CN" sz="2400" dirty="0">
                <a:latin typeface="Times New Roman" panose="02020503050405090304" pitchFamily="18" charset="0"/>
                <a:sym typeface="Symbol" panose="05050102010706020507" pitchFamily="18" charset="2"/>
              </a:rPr>
              <a:t></a:t>
            </a:r>
            <a:r>
              <a:rPr lang="en-US" altLang="zh-CN" sz="2400" dirty="0">
                <a:latin typeface="Times New Roman" panose="02020503050405090304" pitchFamily="18" charset="0"/>
              </a:rPr>
              <a:t>(</a:t>
            </a:r>
            <a:r>
              <a:rPr lang="en-US" altLang="zh-CN" sz="2400" dirty="0"/>
              <a:t>P</a:t>
            </a:r>
            <a:r>
              <a:rPr lang="en-US" altLang="zh-CN" sz="2400" dirty="0">
                <a:latin typeface="Times New Roman" panose="02020503050405090304" pitchFamily="18" charset="0"/>
                <a:sym typeface="Symbol" panose="05050102010706020507" pitchFamily="18" charset="2"/>
              </a:rPr>
              <a:t>¬</a:t>
            </a:r>
            <a:r>
              <a:rPr lang="en-US" altLang="zh-CN" sz="2400" dirty="0"/>
              <a:t>R</a:t>
            </a:r>
            <a:r>
              <a:rPr lang="en-US" altLang="zh-CN" sz="2400" dirty="0">
                <a:latin typeface="Times New Roman" panose="02020503050405090304" pitchFamily="18" charset="0"/>
              </a:rPr>
              <a:t>)</a:t>
            </a:r>
            <a:r>
              <a:rPr lang="en-US" altLang="zh-CN" sz="2400" dirty="0">
                <a:latin typeface="Times New Roman" panose="02020503050405090304" pitchFamily="18" charset="0"/>
                <a:sym typeface="Symbol" panose="05050102010706020507" pitchFamily="18" charset="2"/>
              </a:rPr>
              <a:t></a:t>
            </a:r>
            <a:r>
              <a:rPr lang="en-US" altLang="zh-CN" sz="2400" dirty="0">
                <a:latin typeface="Times New Roman" panose="02020503050405090304" pitchFamily="18" charset="0"/>
              </a:rPr>
              <a:t>(</a:t>
            </a:r>
            <a:r>
              <a:rPr lang="en-US" altLang="zh-CN" sz="2400" dirty="0"/>
              <a:t>Q</a:t>
            </a:r>
            <a:r>
              <a:rPr lang="en-US" altLang="zh-CN" sz="2400" dirty="0">
                <a:latin typeface="Times New Roman" panose="02020503050405090304" pitchFamily="18" charset="0"/>
                <a:sym typeface="Symbol" panose="05050102010706020507" pitchFamily="18" charset="2"/>
              </a:rPr>
              <a:t>¬</a:t>
            </a:r>
            <a:r>
              <a:rPr lang="en-US" altLang="zh-CN" sz="2400" dirty="0"/>
              <a:t>R</a:t>
            </a:r>
            <a:r>
              <a:rPr lang="en-US" altLang="zh-CN" sz="2400" dirty="0">
                <a:latin typeface="Times New Roman" panose="02020503050405090304" pitchFamily="18" charset="0"/>
              </a:rPr>
              <a:t>)</a:t>
            </a:r>
            <a:r>
              <a:rPr lang="en-US" altLang="zh-CN" sz="2400" dirty="0">
                <a:latin typeface="Times New Roman" panose="02020503050405090304" pitchFamily="18" charset="0"/>
                <a:sym typeface="Symbol" panose="05050102010706020507" pitchFamily="18" charset="2"/>
              </a:rPr>
              <a:t></a:t>
            </a:r>
            <a:r>
              <a:rPr lang="en-US" altLang="zh-CN" sz="2400" dirty="0"/>
              <a:t>P   </a:t>
            </a:r>
            <a:r>
              <a:rPr lang="en-US" altLang="zh-CN" sz="2400" dirty="0">
                <a:latin typeface="Times New Roman" panose="02020503050405090304" pitchFamily="18" charset="0"/>
              </a:rPr>
              <a:t>(</a:t>
            </a:r>
            <a:r>
              <a:rPr lang="zh-CN" altLang="en-US" sz="2400" dirty="0">
                <a:latin typeface="Times New Roman" panose="02020503050405090304" pitchFamily="18" charset="0"/>
              </a:rPr>
              <a:t>析取范式</a:t>
            </a:r>
            <a:r>
              <a:rPr lang="en-US" altLang="zh-CN" sz="2400" dirty="0">
                <a:latin typeface="Times New Roman" panose="02020503050405090304" pitchFamily="18" charset="0"/>
              </a:rPr>
              <a:t>)</a:t>
            </a:r>
            <a:endParaRPr lang="zh-CN" altLang="en-US" sz="2400" dirty="0">
              <a:latin typeface="Times New Roman" panose="02020503050405090304" pitchFamily="18" charset="0"/>
            </a:endParaRPr>
          </a:p>
          <a:p>
            <a:pPr algn="just" eaLnBrk="1" hangingPunct="1">
              <a:lnSpc>
                <a:spcPct val="90000"/>
              </a:lnSpc>
            </a:pPr>
            <a:r>
              <a:rPr lang="zh-CN" altLang="en-US" sz="2400" dirty="0">
                <a:latin typeface="Times New Roman" panose="02020503050405090304" pitchFamily="18" charset="0"/>
                <a:sym typeface="Symbol" panose="05050102010706020507" pitchFamily="18" charset="2"/>
              </a:rPr>
              <a:t></a:t>
            </a:r>
            <a:r>
              <a:rPr lang="en-US" altLang="zh-CN" sz="2400" dirty="0">
                <a:latin typeface="Times New Roman" panose="02020503050405090304" pitchFamily="18" charset="0"/>
                <a:sym typeface="Symbol" panose="05050102010706020507" pitchFamily="18" charset="2"/>
              </a:rPr>
              <a:t> </a:t>
            </a:r>
            <a:r>
              <a:rPr lang="en-US" altLang="zh-CN" sz="2400" dirty="0"/>
              <a:t>P</a:t>
            </a:r>
            <a:r>
              <a:rPr lang="en-US" altLang="zh-CN" sz="2400" dirty="0">
                <a:latin typeface="Times New Roman" panose="02020503050405090304" pitchFamily="18" charset="0"/>
                <a:sym typeface="Symbol" panose="05050102010706020507" pitchFamily="18" charset="2"/>
              </a:rPr>
              <a:t></a:t>
            </a:r>
            <a:r>
              <a:rPr lang="en-US" altLang="zh-CN" sz="2400" dirty="0">
                <a:latin typeface="Times New Roman" panose="02020503050405090304" pitchFamily="18" charset="0"/>
              </a:rPr>
              <a:t>(</a:t>
            </a:r>
            <a:r>
              <a:rPr lang="en-US" altLang="zh-CN" sz="2400" dirty="0"/>
              <a:t>Q</a:t>
            </a:r>
            <a:r>
              <a:rPr lang="en-US" altLang="zh-CN" sz="2400" dirty="0">
                <a:latin typeface="Times New Roman" panose="02020503050405090304" pitchFamily="18" charset="0"/>
                <a:sym typeface="Symbol" panose="05050102010706020507" pitchFamily="18" charset="2"/>
              </a:rPr>
              <a:t>¬</a:t>
            </a:r>
            <a:r>
              <a:rPr lang="en-US" altLang="zh-CN" sz="2400" dirty="0"/>
              <a:t>R</a:t>
            </a:r>
            <a:r>
              <a:rPr lang="en-US" altLang="zh-CN" sz="2400" dirty="0">
                <a:latin typeface="Times New Roman" panose="02020503050405090304" pitchFamily="18" charset="0"/>
              </a:rPr>
              <a:t>)                  </a:t>
            </a:r>
            <a:r>
              <a:rPr lang="en-US" altLang="zh-CN" sz="2400" dirty="0">
                <a:latin typeface="Times New Roman" panose="02020503050405090304" pitchFamily="18" charset="0"/>
              </a:rPr>
              <a:t>(</a:t>
            </a:r>
            <a:r>
              <a:rPr lang="zh-CN" altLang="en-US" sz="2400" dirty="0">
                <a:latin typeface="Times New Roman" panose="02020503050405090304" pitchFamily="18" charset="0"/>
              </a:rPr>
              <a:t>析取范式)</a:t>
            </a:r>
            <a:endParaRPr lang="zh-CN" altLang="en-US" sz="2400" dirty="0"/>
          </a:p>
          <a:p>
            <a:pPr algn="just" eaLnBrk="1" hangingPunct="1">
              <a:lnSpc>
                <a:spcPct val="90000"/>
              </a:lnSpc>
            </a:pPr>
            <a:r>
              <a:rPr lang="zh-CN" altLang="en-US" sz="2400" dirty="0">
                <a:latin typeface="Times New Roman" panose="02020503050405090304" pitchFamily="18" charset="0"/>
                <a:sym typeface="Symbol" panose="05050102010706020507" pitchFamily="18" charset="2"/>
              </a:rPr>
              <a:t></a:t>
            </a:r>
            <a:r>
              <a:rPr lang="zh-CN" altLang="en-US" sz="2400" dirty="0">
                <a:latin typeface="Times New Roman" panose="02020503050405090304" pitchFamily="18" charset="0"/>
              </a:rPr>
              <a:t>(</a:t>
            </a:r>
            <a:r>
              <a:rPr lang="en-US" altLang="zh-CN" sz="2400" dirty="0"/>
              <a:t>P</a:t>
            </a:r>
            <a:r>
              <a:rPr lang="en-US" altLang="zh-CN" sz="2400" dirty="0">
                <a:latin typeface="Times New Roman" panose="02020503050405090304" pitchFamily="18" charset="0"/>
                <a:sym typeface="Symbol" panose="05050102010706020507" pitchFamily="18" charset="2"/>
              </a:rPr>
              <a:t></a:t>
            </a:r>
            <a:r>
              <a:rPr lang="en-US" altLang="zh-CN" sz="2400" dirty="0">
                <a:latin typeface="Times New Roman" panose="02020503050405090304" pitchFamily="18" charset="0"/>
              </a:rPr>
              <a:t>(</a:t>
            </a:r>
            <a:r>
              <a:rPr lang="en-US" altLang="zh-CN" sz="2400" dirty="0"/>
              <a:t>Q</a:t>
            </a:r>
            <a:r>
              <a:rPr lang="en-US" altLang="zh-CN" sz="2400" dirty="0">
                <a:latin typeface="Times New Roman" panose="02020503050405090304" pitchFamily="18" charset="0"/>
                <a:sym typeface="Symbol" panose="05050102010706020507" pitchFamily="18" charset="2"/>
              </a:rPr>
              <a:t>¬</a:t>
            </a:r>
            <a:r>
              <a:rPr lang="en-US" altLang="zh-CN" sz="2400" dirty="0"/>
              <a:t>Q</a:t>
            </a:r>
            <a:r>
              <a:rPr lang="en-US" altLang="zh-CN" sz="2400" dirty="0">
                <a:latin typeface="Times New Roman" panose="02020503050405090304" pitchFamily="18" charset="0"/>
              </a:rPr>
              <a:t>)</a:t>
            </a:r>
            <a:r>
              <a:rPr lang="en-US" altLang="zh-CN" sz="2400" dirty="0">
                <a:latin typeface="Times New Roman" panose="02020503050405090304" pitchFamily="18" charset="0"/>
                <a:sym typeface="Symbol" panose="05050102010706020507" pitchFamily="18" charset="2"/>
              </a:rPr>
              <a:t></a:t>
            </a:r>
            <a:r>
              <a:rPr lang="en-US" altLang="zh-CN" sz="2400" dirty="0">
                <a:latin typeface="Times New Roman" panose="02020503050405090304" pitchFamily="18" charset="0"/>
              </a:rPr>
              <a:t>(</a:t>
            </a:r>
            <a:r>
              <a:rPr lang="en-US" altLang="zh-CN" sz="2400" dirty="0"/>
              <a:t>R</a:t>
            </a:r>
            <a:r>
              <a:rPr lang="en-US" altLang="zh-CN" sz="2400" dirty="0">
                <a:latin typeface="Times New Roman" panose="02020503050405090304" pitchFamily="18" charset="0"/>
                <a:sym typeface="Symbol" panose="05050102010706020507" pitchFamily="18" charset="2"/>
              </a:rPr>
              <a:t>¬</a:t>
            </a:r>
            <a:r>
              <a:rPr lang="en-US" altLang="zh-CN" sz="2400" dirty="0"/>
              <a:t>R</a:t>
            </a:r>
            <a:r>
              <a:rPr lang="en-US" altLang="zh-CN" sz="2400" dirty="0">
                <a:latin typeface="Times New Roman" panose="02020503050405090304" pitchFamily="18" charset="0"/>
              </a:rPr>
              <a:t>))</a:t>
            </a:r>
            <a:r>
              <a:rPr lang="en-US" altLang="zh-CN" sz="2400" dirty="0">
                <a:latin typeface="Times New Roman" panose="02020503050405090304" pitchFamily="18" charset="0"/>
                <a:sym typeface="Symbol" panose="05050102010706020507" pitchFamily="18" charset="2"/>
              </a:rPr>
              <a:t></a:t>
            </a:r>
            <a:r>
              <a:rPr lang="en-US" altLang="zh-CN" sz="2400" dirty="0">
                <a:latin typeface="Times New Roman" panose="02020503050405090304" pitchFamily="18" charset="0"/>
              </a:rPr>
              <a:t>((</a:t>
            </a:r>
            <a:r>
              <a:rPr lang="en-US" altLang="zh-CN" sz="2400" dirty="0"/>
              <a:t>Q</a:t>
            </a:r>
            <a:r>
              <a:rPr lang="en-US" altLang="zh-CN" sz="2400" dirty="0">
                <a:latin typeface="Times New Roman" panose="02020503050405090304" pitchFamily="18" charset="0"/>
                <a:sym typeface="Symbol" panose="05050102010706020507" pitchFamily="18" charset="2"/>
              </a:rPr>
              <a:t>¬</a:t>
            </a:r>
            <a:r>
              <a:rPr lang="en-US" altLang="zh-CN" sz="2400" dirty="0"/>
              <a:t>R</a:t>
            </a:r>
            <a:r>
              <a:rPr lang="en-US" altLang="zh-CN" sz="2400" dirty="0">
                <a:latin typeface="Times New Roman" panose="02020503050405090304" pitchFamily="18" charset="0"/>
              </a:rPr>
              <a:t>)</a:t>
            </a:r>
            <a:r>
              <a:rPr lang="en-US" altLang="zh-CN" sz="2400" dirty="0">
                <a:latin typeface="Times New Roman" panose="02020503050405090304" pitchFamily="18" charset="0"/>
                <a:sym typeface="Symbol" panose="05050102010706020507" pitchFamily="18" charset="2"/>
              </a:rPr>
              <a:t></a:t>
            </a:r>
            <a:r>
              <a:rPr lang="en-US" altLang="zh-CN" sz="2400" dirty="0">
                <a:latin typeface="Times New Roman" panose="02020503050405090304" pitchFamily="18" charset="0"/>
              </a:rPr>
              <a:t>(</a:t>
            </a:r>
            <a:r>
              <a:rPr lang="en-US" altLang="zh-CN" sz="2400" dirty="0"/>
              <a:t> P</a:t>
            </a:r>
            <a:r>
              <a:rPr lang="en-US" altLang="zh-CN" sz="2400" dirty="0">
                <a:latin typeface="Times New Roman" panose="02020503050405090304" pitchFamily="18" charset="0"/>
                <a:sym typeface="Symbol" panose="05050102010706020507" pitchFamily="18" charset="2"/>
              </a:rPr>
              <a:t>¬</a:t>
            </a:r>
            <a:r>
              <a:rPr lang="en-US" altLang="zh-CN" sz="2400" dirty="0"/>
              <a:t>P</a:t>
            </a:r>
            <a:r>
              <a:rPr lang="en-US" altLang="zh-CN" sz="2400" dirty="0">
                <a:latin typeface="Times New Roman" panose="02020503050405090304" pitchFamily="18" charset="0"/>
              </a:rPr>
              <a:t>))</a:t>
            </a:r>
            <a:endParaRPr lang="en-US" altLang="zh-CN" sz="2400" dirty="0"/>
          </a:p>
          <a:p>
            <a:pPr algn="just" eaLnBrk="1" hangingPunct="1">
              <a:lnSpc>
                <a:spcPct val="90000"/>
              </a:lnSpc>
            </a:pPr>
            <a:r>
              <a:rPr lang="en-US" altLang="zh-CN" sz="2400" dirty="0">
                <a:latin typeface="Times New Roman" panose="02020503050405090304" pitchFamily="18" charset="0"/>
                <a:sym typeface="Symbol" panose="05050102010706020507" pitchFamily="18" charset="2"/>
              </a:rPr>
              <a:t></a:t>
            </a:r>
            <a:r>
              <a:rPr lang="en-US" altLang="zh-CN" sz="2400" dirty="0">
                <a:latin typeface="Times New Roman" panose="02020503050405090304" pitchFamily="18" charset="0"/>
              </a:rPr>
              <a:t>(</a:t>
            </a:r>
            <a:r>
              <a:rPr lang="en-US" altLang="zh-CN" sz="2400" dirty="0"/>
              <a:t>P</a:t>
            </a:r>
            <a:r>
              <a:rPr lang="en-US" altLang="zh-CN" sz="2400" dirty="0">
                <a:latin typeface="Times New Roman" panose="02020503050405090304" pitchFamily="18" charset="0"/>
                <a:sym typeface="Symbol" panose="05050102010706020507" pitchFamily="18" charset="2"/>
              </a:rPr>
              <a:t></a:t>
            </a:r>
            <a:r>
              <a:rPr lang="en-US" altLang="zh-CN" sz="2400" dirty="0"/>
              <a:t>Q</a:t>
            </a:r>
            <a:r>
              <a:rPr lang="en-US" altLang="zh-CN" sz="2400" dirty="0">
                <a:latin typeface="Times New Roman" panose="02020503050405090304" pitchFamily="18" charset="0"/>
                <a:sym typeface="Symbol" panose="05050102010706020507" pitchFamily="18" charset="2"/>
              </a:rPr>
              <a:t></a:t>
            </a:r>
            <a:r>
              <a:rPr lang="en-US" altLang="zh-CN" sz="2400" dirty="0"/>
              <a:t>R</a:t>
            </a:r>
            <a:r>
              <a:rPr lang="en-US" altLang="zh-CN" sz="2400" dirty="0">
                <a:latin typeface="Times New Roman" panose="02020503050405090304" pitchFamily="18" charset="0"/>
              </a:rPr>
              <a:t>)</a:t>
            </a:r>
            <a:r>
              <a:rPr lang="en-US" altLang="zh-CN" sz="2400" dirty="0">
                <a:latin typeface="Times New Roman" panose="02020503050405090304" pitchFamily="18" charset="0"/>
                <a:sym typeface="Symbol" panose="05050102010706020507" pitchFamily="18" charset="2"/>
              </a:rPr>
              <a:t></a:t>
            </a:r>
            <a:r>
              <a:rPr lang="en-US" altLang="zh-CN" sz="2400" dirty="0">
                <a:solidFill>
                  <a:srgbClr val="FF0000"/>
                </a:solidFill>
                <a:latin typeface="Times New Roman" panose="02020503050405090304" pitchFamily="18" charset="0"/>
              </a:rPr>
              <a:t>(</a:t>
            </a:r>
            <a:r>
              <a:rPr lang="en-US" altLang="zh-CN" sz="2400" dirty="0">
                <a:solidFill>
                  <a:srgbClr val="FF0000"/>
                </a:solidFill>
              </a:rPr>
              <a:t>P</a:t>
            </a:r>
            <a:r>
              <a:rPr lang="en-US" altLang="zh-CN" sz="2400" dirty="0">
                <a:solidFill>
                  <a:srgbClr val="FF0000"/>
                </a:solidFill>
                <a:latin typeface="Times New Roman" panose="02020503050405090304" pitchFamily="18" charset="0"/>
                <a:sym typeface="Symbol" panose="05050102010706020507" pitchFamily="18" charset="2"/>
              </a:rPr>
              <a:t></a:t>
            </a:r>
            <a:r>
              <a:rPr lang="en-US" altLang="zh-CN" sz="2400" dirty="0">
                <a:solidFill>
                  <a:srgbClr val="FF0000"/>
                </a:solidFill>
              </a:rPr>
              <a:t>Q</a:t>
            </a:r>
            <a:r>
              <a:rPr lang="en-US" altLang="zh-CN" sz="2400" dirty="0">
                <a:solidFill>
                  <a:srgbClr val="FF0000"/>
                </a:solidFill>
                <a:latin typeface="Times New Roman" panose="02020503050405090304" pitchFamily="18" charset="0"/>
                <a:sym typeface="Symbol" panose="05050102010706020507" pitchFamily="18" charset="2"/>
              </a:rPr>
              <a:t>¬</a:t>
            </a:r>
            <a:r>
              <a:rPr lang="en-US" altLang="zh-CN" sz="2400" dirty="0">
                <a:solidFill>
                  <a:srgbClr val="FF0000"/>
                </a:solidFill>
              </a:rPr>
              <a:t>R</a:t>
            </a:r>
            <a:r>
              <a:rPr lang="en-US" altLang="zh-CN" sz="2400" dirty="0">
                <a:solidFill>
                  <a:srgbClr val="FF0000"/>
                </a:solidFill>
                <a:latin typeface="Times New Roman" panose="02020503050405090304" pitchFamily="18" charset="0"/>
              </a:rPr>
              <a:t>)</a:t>
            </a:r>
            <a:r>
              <a:rPr lang="en-US" altLang="zh-CN" sz="2400" dirty="0">
                <a:latin typeface="Times New Roman" panose="02020503050405090304" pitchFamily="18" charset="0"/>
                <a:sym typeface="Symbol" panose="05050102010706020507" pitchFamily="18" charset="2"/>
              </a:rPr>
              <a:t></a:t>
            </a:r>
            <a:r>
              <a:rPr lang="en-US" altLang="zh-CN" sz="2400" dirty="0">
                <a:latin typeface="Times New Roman" panose="02020503050405090304" pitchFamily="18" charset="0"/>
              </a:rPr>
              <a:t>(</a:t>
            </a:r>
            <a:r>
              <a:rPr lang="en-US" altLang="zh-CN" sz="2400" dirty="0"/>
              <a:t>P</a:t>
            </a:r>
            <a:r>
              <a:rPr lang="en-US" altLang="zh-CN" sz="2400" dirty="0">
                <a:latin typeface="Times New Roman" panose="02020503050405090304" pitchFamily="18" charset="0"/>
                <a:sym typeface="Symbol" panose="05050102010706020507" pitchFamily="18" charset="2"/>
              </a:rPr>
              <a:t>¬</a:t>
            </a:r>
            <a:r>
              <a:rPr lang="en-US" altLang="zh-CN" sz="2400" dirty="0"/>
              <a:t>Q </a:t>
            </a:r>
            <a:r>
              <a:rPr lang="en-US" altLang="zh-CN" sz="2400" dirty="0">
                <a:latin typeface="Times New Roman" panose="02020503050405090304" pitchFamily="18" charset="0"/>
                <a:sym typeface="Symbol" panose="05050102010706020507" pitchFamily="18" charset="2"/>
              </a:rPr>
              <a:t></a:t>
            </a:r>
            <a:r>
              <a:rPr lang="en-US" altLang="zh-CN" sz="2400" dirty="0"/>
              <a:t>R</a:t>
            </a:r>
            <a:r>
              <a:rPr lang="en-US" altLang="zh-CN" sz="2400" dirty="0">
                <a:latin typeface="Times New Roman" panose="02020503050405090304" pitchFamily="18" charset="0"/>
              </a:rPr>
              <a:t>)</a:t>
            </a:r>
            <a:r>
              <a:rPr lang="en-US" altLang="zh-CN" sz="2400" dirty="0">
                <a:latin typeface="Times New Roman" panose="02020503050405090304" pitchFamily="18" charset="0"/>
                <a:sym typeface="Symbol" panose="05050102010706020507" pitchFamily="18" charset="2"/>
              </a:rPr>
              <a:t></a:t>
            </a:r>
            <a:r>
              <a:rPr lang="en-US" altLang="zh-CN" sz="2400" dirty="0">
                <a:latin typeface="Times New Roman" panose="02020503050405090304" pitchFamily="18" charset="0"/>
              </a:rPr>
              <a:t>(</a:t>
            </a:r>
            <a:r>
              <a:rPr lang="en-US" altLang="zh-CN" sz="2400" dirty="0"/>
              <a:t>P</a:t>
            </a:r>
            <a:r>
              <a:rPr lang="en-US" altLang="zh-CN" sz="2400" dirty="0">
                <a:latin typeface="Times New Roman" panose="02020503050405090304" pitchFamily="18" charset="0"/>
                <a:sym typeface="Symbol" panose="05050102010706020507" pitchFamily="18" charset="2"/>
              </a:rPr>
              <a:t>¬</a:t>
            </a:r>
            <a:r>
              <a:rPr lang="en-US" altLang="zh-CN" sz="2400" dirty="0"/>
              <a:t>Q </a:t>
            </a:r>
            <a:r>
              <a:rPr lang="en-US" altLang="zh-CN" sz="2400" dirty="0">
                <a:latin typeface="Times New Roman" panose="02020503050405090304" pitchFamily="18" charset="0"/>
                <a:sym typeface="Symbol" panose="05050102010706020507" pitchFamily="18" charset="2"/>
              </a:rPr>
              <a:t>¬</a:t>
            </a:r>
            <a:r>
              <a:rPr lang="en-US" altLang="zh-CN" sz="2400" dirty="0"/>
              <a:t>R</a:t>
            </a:r>
            <a:r>
              <a:rPr lang="en-US" altLang="zh-CN" sz="2400" dirty="0">
                <a:latin typeface="Times New Roman" panose="02020503050405090304" pitchFamily="18" charset="0"/>
              </a:rPr>
              <a:t>)</a:t>
            </a:r>
            <a:r>
              <a:rPr lang="en-US" altLang="zh-CN" sz="2400" dirty="0"/>
              <a:t> </a:t>
            </a:r>
            <a:r>
              <a:rPr lang="en-US" altLang="zh-CN" sz="2400" dirty="0">
                <a:latin typeface="Times New Roman" panose="02020503050405090304" pitchFamily="18" charset="0"/>
                <a:sym typeface="Symbol" panose="05050102010706020507" pitchFamily="18" charset="2"/>
              </a:rPr>
              <a:t></a:t>
            </a:r>
            <a:r>
              <a:rPr lang="en-US" altLang="zh-CN" sz="2400" dirty="0">
                <a:solidFill>
                  <a:srgbClr val="FF0000"/>
                </a:solidFill>
                <a:latin typeface="Times New Roman" panose="02020503050405090304" pitchFamily="18" charset="0"/>
              </a:rPr>
              <a:t>(</a:t>
            </a:r>
            <a:r>
              <a:rPr lang="en-US" altLang="zh-CN" sz="2400" dirty="0">
                <a:solidFill>
                  <a:srgbClr val="FF0000"/>
                </a:solidFill>
              </a:rPr>
              <a:t>P</a:t>
            </a:r>
            <a:r>
              <a:rPr lang="en-US" altLang="zh-CN" sz="2400" dirty="0">
                <a:solidFill>
                  <a:srgbClr val="FF0000"/>
                </a:solidFill>
                <a:latin typeface="Times New Roman" panose="02020503050405090304" pitchFamily="18" charset="0"/>
                <a:sym typeface="Symbol" panose="05050102010706020507" pitchFamily="18" charset="2"/>
              </a:rPr>
              <a:t></a:t>
            </a:r>
            <a:r>
              <a:rPr lang="en-US" altLang="zh-CN" sz="2400" dirty="0">
                <a:solidFill>
                  <a:srgbClr val="FF0000"/>
                </a:solidFill>
              </a:rPr>
              <a:t>Q</a:t>
            </a:r>
            <a:r>
              <a:rPr lang="en-US" altLang="zh-CN" sz="2400" dirty="0">
                <a:solidFill>
                  <a:srgbClr val="FF0000"/>
                </a:solidFill>
                <a:latin typeface="Times New Roman" panose="02020503050405090304" pitchFamily="18" charset="0"/>
                <a:sym typeface="Symbol" panose="05050102010706020507" pitchFamily="18" charset="2"/>
              </a:rPr>
              <a:t>¬</a:t>
            </a:r>
            <a:r>
              <a:rPr lang="en-US" altLang="zh-CN" sz="2400" dirty="0">
                <a:solidFill>
                  <a:srgbClr val="FF0000"/>
                </a:solidFill>
              </a:rPr>
              <a:t>R</a:t>
            </a:r>
            <a:r>
              <a:rPr lang="en-US" altLang="zh-CN" sz="2400" dirty="0">
                <a:solidFill>
                  <a:srgbClr val="FF0000"/>
                </a:solidFill>
                <a:latin typeface="Times New Roman" panose="02020503050405090304" pitchFamily="18" charset="0"/>
              </a:rPr>
              <a:t>)</a:t>
            </a:r>
            <a:r>
              <a:rPr lang="en-US" altLang="zh-CN" sz="2400" dirty="0">
                <a:latin typeface="Times New Roman" panose="02020503050405090304" pitchFamily="18" charset="0"/>
                <a:sym typeface="Symbol" panose="05050102010706020507" pitchFamily="18" charset="2"/>
              </a:rPr>
              <a:t></a:t>
            </a:r>
            <a:r>
              <a:rPr lang="en-US" altLang="zh-CN" sz="2400" dirty="0">
                <a:latin typeface="Times New Roman" panose="02020503050405090304" pitchFamily="18" charset="0"/>
              </a:rPr>
              <a:t>(</a:t>
            </a:r>
            <a:r>
              <a:rPr lang="en-US" altLang="zh-CN" sz="2400" dirty="0">
                <a:latin typeface="Times New Roman" panose="02020503050405090304" pitchFamily="18" charset="0"/>
                <a:sym typeface="Symbol" panose="05050102010706020507" pitchFamily="18" charset="2"/>
              </a:rPr>
              <a:t>¬</a:t>
            </a:r>
            <a:r>
              <a:rPr lang="en-US" altLang="zh-CN" sz="2400" dirty="0"/>
              <a:t>P</a:t>
            </a:r>
            <a:r>
              <a:rPr lang="en-US" altLang="zh-CN" sz="2400" dirty="0">
                <a:latin typeface="Times New Roman" panose="02020503050405090304" pitchFamily="18" charset="0"/>
                <a:sym typeface="Symbol" panose="05050102010706020507" pitchFamily="18" charset="2"/>
              </a:rPr>
              <a:t></a:t>
            </a:r>
            <a:r>
              <a:rPr lang="en-US" altLang="zh-CN" sz="2400" dirty="0"/>
              <a:t>Q</a:t>
            </a:r>
            <a:r>
              <a:rPr lang="en-US" altLang="zh-CN" sz="2400" dirty="0">
                <a:latin typeface="Times New Roman" panose="02020503050405090304" pitchFamily="18" charset="0"/>
                <a:sym typeface="Symbol" panose="05050102010706020507" pitchFamily="18" charset="2"/>
              </a:rPr>
              <a:t>¬</a:t>
            </a:r>
            <a:r>
              <a:rPr lang="en-US" altLang="zh-CN" sz="2400" dirty="0"/>
              <a:t>R</a:t>
            </a:r>
            <a:r>
              <a:rPr lang="en-US" altLang="zh-CN" sz="2400" dirty="0">
                <a:latin typeface="Times New Roman" panose="02020503050405090304" pitchFamily="18" charset="0"/>
              </a:rPr>
              <a:t>)  (</a:t>
            </a:r>
            <a:r>
              <a:rPr lang="zh-CN" altLang="en-US" sz="2400" dirty="0">
                <a:latin typeface="Times New Roman" panose="02020503050405090304" pitchFamily="18" charset="0"/>
              </a:rPr>
              <a:t>六个极小项，其中重复了一个)</a:t>
            </a:r>
            <a:endParaRPr lang="zh-CN" altLang="en-US" sz="2400" dirty="0"/>
          </a:p>
          <a:p>
            <a:pPr algn="just" eaLnBrk="1" hangingPunct="1">
              <a:lnSpc>
                <a:spcPct val="90000"/>
              </a:lnSpc>
            </a:pPr>
            <a:r>
              <a:rPr lang="zh-CN" altLang="en-US" sz="2400" dirty="0">
                <a:latin typeface="Times New Roman" panose="02020503050405090304" pitchFamily="18" charset="0"/>
                <a:sym typeface="Symbol" panose="05050102010706020507" pitchFamily="18" charset="2"/>
              </a:rPr>
              <a:t></a:t>
            </a:r>
            <a:r>
              <a:rPr lang="zh-CN" altLang="en-US" sz="2400" dirty="0">
                <a:latin typeface="Times New Roman" panose="02020503050405090304" pitchFamily="18" charset="0"/>
              </a:rPr>
              <a:t>(</a:t>
            </a:r>
            <a:r>
              <a:rPr lang="en-US" altLang="zh-CN" sz="2400" dirty="0"/>
              <a:t>P</a:t>
            </a:r>
            <a:r>
              <a:rPr lang="en-US" altLang="zh-CN" sz="2400" dirty="0">
                <a:latin typeface="Times New Roman" panose="02020503050405090304" pitchFamily="18" charset="0"/>
                <a:sym typeface="Symbol" panose="05050102010706020507" pitchFamily="18" charset="2"/>
              </a:rPr>
              <a:t></a:t>
            </a:r>
            <a:r>
              <a:rPr lang="en-US" altLang="zh-CN" sz="2400" dirty="0"/>
              <a:t>Q</a:t>
            </a:r>
            <a:r>
              <a:rPr lang="en-US" altLang="zh-CN" sz="2400" dirty="0">
                <a:latin typeface="Times New Roman" panose="02020503050405090304" pitchFamily="18" charset="0"/>
                <a:sym typeface="Symbol" panose="05050102010706020507" pitchFamily="18" charset="2"/>
              </a:rPr>
              <a:t></a:t>
            </a:r>
            <a:r>
              <a:rPr lang="en-US" altLang="zh-CN" sz="2400" dirty="0"/>
              <a:t>R</a:t>
            </a:r>
            <a:r>
              <a:rPr lang="en-US" altLang="zh-CN" sz="2400" dirty="0">
                <a:latin typeface="Times New Roman" panose="02020503050405090304" pitchFamily="18" charset="0"/>
              </a:rPr>
              <a:t>)</a:t>
            </a:r>
            <a:r>
              <a:rPr lang="en-US" altLang="zh-CN" sz="2400" dirty="0">
                <a:latin typeface="Times New Roman" panose="02020503050405090304" pitchFamily="18" charset="0"/>
                <a:sym typeface="Symbol" panose="05050102010706020507" pitchFamily="18" charset="2"/>
              </a:rPr>
              <a:t></a:t>
            </a:r>
            <a:r>
              <a:rPr lang="en-US" altLang="zh-CN" sz="2400" dirty="0">
                <a:latin typeface="Times New Roman" panose="02020503050405090304" pitchFamily="18" charset="0"/>
              </a:rPr>
              <a:t>(</a:t>
            </a:r>
            <a:r>
              <a:rPr lang="en-US" altLang="zh-CN" sz="2400" dirty="0"/>
              <a:t>P</a:t>
            </a:r>
            <a:r>
              <a:rPr lang="en-US" altLang="zh-CN" sz="2400" dirty="0">
                <a:latin typeface="Times New Roman" panose="02020503050405090304" pitchFamily="18" charset="0"/>
                <a:sym typeface="Symbol" panose="05050102010706020507" pitchFamily="18" charset="2"/>
              </a:rPr>
              <a:t></a:t>
            </a:r>
            <a:r>
              <a:rPr lang="en-US" altLang="zh-CN" sz="2400" dirty="0"/>
              <a:t>Q</a:t>
            </a:r>
            <a:r>
              <a:rPr lang="en-US" altLang="zh-CN" sz="2400" dirty="0">
                <a:latin typeface="Times New Roman" panose="02020503050405090304" pitchFamily="18" charset="0"/>
                <a:sym typeface="Symbol" panose="05050102010706020507" pitchFamily="18" charset="2"/>
              </a:rPr>
              <a:t>¬</a:t>
            </a:r>
            <a:r>
              <a:rPr lang="en-US" altLang="zh-CN" sz="2400" dirty="0"/>
              <a:t>R</a:t>
            </a:r>
            <a:r>
              <a:rPr lang="en-US" altLang="zh-CN" sz="2400" dirty="0">
                <a:latin typeface="Times New Roman" panose="02020503050405090304" pitchFamily="18" charset="0"/>
              </a:rPr>
              <a:t>)</a:t>
            </a:r>
            <a:r>
              <a:rPr lang="en-US" altLang="zh-CN" sz="2400" dirty="0">
                <a:latin typeface="Times New Roman" panose="02020503050405090304" pitchFamily="18" charset="0"/>
                <a:sym typeface="Symbol" panose="05050102010706020507" pitchFamily="18" charset="2"/>
              </a:rPr>
              <a:t></a:t>
            </a:r>
            <a:r>
              <a:rPr lang="en-US" altLang="zh-CN" sz="2400" dirty="0">
                <a:latin typeface="Times New Roman" panose="02020503050405090304" pitchFamily="18" charset="0"/>
              </a:rPr>
              <a:t>(</a:t>
            </a:r>
            <a:r>
              <a:rPr lang="en-US" altLang="zh-CN" sz="2400" dirty="0"/>
              <a:t>P</a:t>
            </a:r>
            <a:r>
              <a:rPr lang="en-US" altLang="zh-CN" sz="2400" dirty="0">
                <a:latin typeface="Times New Roman" panose="02020503050405090304" pitchFamily="18" charset="0"/>
                <a:sym typeface="Symbol" panose="05050102010706020507" pitchFamily="18" charset="2"/>
              </a:rPr>
              <a:t>¬</a:t>
            </a:r>
            <a:r>
              <a:rPr lang="en-US" altLang="zh-CN" sz="2400" dirty="0"/>
              <a:t>Q </a:t>
            </a:r>
            <a:r>
              <a:rPr lang="en-US" altLang="zh-CN" sz="2400" dirty="0">
                <a:latin typeface="Times New Roman" panose="02020503050405090304" pitchFamily="18" charset="0"/>
                <a:sym typeface="Symbol" panose="05050102010706020507" pitchFamily="18" charset="2"/>
              </a:rPr>
              <a:t></a:t>
            </a:r>
            <a:r>
              <a:rPr lang="en-US" altLang="zh-CN" sz="2400" dirty="0"/>
              <a:t>R</a:t>
            </a:r>
            <a:r>
              <a:rPr lang="en-US" altLang="zh-CN" sz="2400" dirty="0">
                <a:latin typeface="Times New Roman" panose="02020503050405090304" pitchFamily="18" charset="0"/>
              </a:rPr>
              <a:t>)</a:t>
            </a:r>
            <a:r>
              <a:rPr lang="en-US" altLang="zh-CN" sz="2400" dirty="0">
                <a:latin typeface="Times New Roman" panose="02020503050405090304" pitchFamily="18" charset="0"/>
                <a:sym typeface="Symbol" panose="05050102010706020507" pitchFamily="18" charset="2"/>
              </a:rPr>
              <a:t></a:t>
            </a:r>
            <a:r>
              <a:rPr lang="en-US" altLang="zh-CN" sz="2400" dirty="0">
                <a:latin typeface="Times New Roman" panose="02020503050405090304" pitchFamily="18" charset="0"/>
              </a:rPr>
              <a:t>(</a:t>
            </a:r>
            <a:r>
              <a:rPr lang="en-US" altLang="zh-CN" sz="2400" dirty="0"/>
              <a:t>P</a:t>
            </a:r>
            <a:r>
              <a:rPr lang="en-US" altLang="zh-CN" sz="2400" dirty="0">
                <a:latin typeface="Times New Roman" panose="02020503050405090304" pitchFamily="18" charset="0"/>
                <a:sym typeface="Symbol" panose="05050102010706020507" pitchFamily="18" charset="2"/>
              </a:rPr>
              <a:t>¬</a:t>
            </a:r>
            <a:r>
              <a:rPr lang="en-US" altLang="zh-CN" sz="2400" dirty="0"/>
              <a:t>Q </a:t>
            </a:r>
            <a:r>
              <a:rPr lang="en-US" altLang="zh-CN" sz="2400" dirty="0">
                <a:latin typeface="Times New Roman" panose="02020503050405090304" pitchFamily="18" charset="0"/>
                <a:sym typeface="Symbol" panose="05050102010706020507" pitchFamily="18" charset="2"/>
              </a:rPr>
              <a:t>¬</a:t>
            </a:r>
            <a:r>
              <a:rPr lang="en-US" altLang="zh-CN" sz="2400" dirty="0"/>
              <a:t>R</a:t>
            </a:r>
            <a:r>
              <a:rPr lang="en-US" altLang="zh-CN" sz="2400" dirty="0">
                <a:latin typeface="Times New Roman" panose="02020503050405090304" pitchFamily="18" charset="0"/>
              </a:rPr>
              <a:t>)</a:t>
            </a:r>
            <a:r>
              <a:rPr lang="en-US" altLang="zh-CN" sz="2400" dirty="0">
                <a:latin typeface="Times New Roman" panose="02020503050405090304" pitchFamily="18" charset="0"/>
                <a:sym typeface="Symbol" panose="05050102010706020507" pitchFamily="18" charset="2"/>
              </a:rPr>
              <a:t></a:t>
            </a:r>
            <a:r>
              <a:rPr lang="en-US" altLang="zh-CN" sz="2400" dirty="0">
                <a:latin typeface="Times New Roman" panose="02020503050405090304" pitchFamily="18" charset="0"/>
              </a:rPr>
              <a:t>(</a:t>
            </a:r>
            <a:r>
              <a:rPr lang="en-US" altLang="zh-CN" sz="2400" dirty="0">
                <a:latin typeface="Times New Roman" panose="02020503050405090304" pitchFamily="18" charset="0"/>
                <a:sym typeface="Symbol" panose="05050102010706020507" pitchFamily="18" charset="2"/>
              </a:rPr>
              <a:t>¬</a:t>
            </a:r>
            <a:r>
              <a:rPr lang="en-US" altLang="zh-CN" sz="2400" dirty="0"/>
              <a:t>P</a:t>
            </a:r>
            <a:r>
              <a:rPr lang="en-US" altLang="zh-CN" sz="2400" dirty="0">
                <a:latin typeface="Times New Roman" panose="02020503050405090304" pitchFamily="18" charset="0"/>
                <a:sym typeface="Symbol" panose="05050102010706020507" pitchFamily="18" charset="2"/>
              </a:rPr>
              <a:t></a:t>
            </a:r>
            <a:r>
              <a:rPr lang="en-US" altLang="zh-CN" sz="2400" dirty="0"/>
              <a:t>Q</a:t>
            </a:r>
            <a:r>
              <a:rPr lang="en-US" altLang="zh-CN" sz="2400" dirty="0">
                <a:latin typeface="Times New Roman" panose="02020503050405090304" pitchFamily="18" charset="0"/>
                <a:sym typeface="Symbol" panose="05050102010706020507" pitchFamily="18" charset="2"/>
              </a:rPr>
              <a:t>¬</a:t>
            </a:r>
            <a:r>
              <a:rPr lang="en-US" altLang="zh-CN" sz="2400" dirty="0"/>
              <a:t>R</a:t>
            </a:r>
            <a:r>
              <a:rPr lang="en-US" altLang="zh-CN" sz="2400" dirty="0">
                <a:latin typeface="Times New Roman" panose="02020503050405090304" pitchFamily="18" charset="0"/>
              </a:rPr>
              <a:t>)</a:t>
            </a:r>
            <a:endParaRPr lang="en-US" altLang="zh-CN" sz="2400" dirty="0"/>
          </a:p>
          <a:p>
            <a:pPr algn="just" eaLnBrk="1" hangingPunct="1">
              <a:lnSpc>
                <a:spcPct val="90000"/>
              </a:lnSpc>
            </a:pPr>
            <a:r>
              <a:rPr lang="en-US" altLang="zh-CN" sz="2400" dirty="0">
                <a:latin typeface="Times New Roman" panose="02020503050405090304" pitchFamily="18" charset="0"/>
                <a:sym typeface="Symbol" panose="05050102010706020507" pitchFamily="18" charset="2"/>
              </a:rPr>
              <a:t></a:t>
            </a:r>
            <a:r>
              <a:rPr lang="en-US" altLang="zh-CN" sz="2400" dirty="0"/>
              <a:t>m</a:t>
            </a:r>
            <a:r>
              <a:rPr lang="en-US" altLang="zh-CN" sz="2400" baseline="-30000" dirty="0"/>
              <a:t>2</a:t>
            </a:r>
            <a:r>
              <a:rPr lang="en-US" altLang="zh-CN" sz="2400" dirty="0">
                <a:latin typeface="Times New Roman" panose="02020503050405090304" pitchFamily="18" charset="0"/>
                <a:sym typeface="Symbol" panose="05050102010706020507" pitchFamily="18" charset="2"/>
              </a:rPr>
              <a:t></a:t>
            </a:r>
            <a:r>
              <a:rPr lang="en-US" altLang="zh-CN" sz="2400" dirty="0"/>
              <a:t> m</a:t>
            </a:r>
            <a:r>
              <a:rPr lang="en-US" altLang="zh-CN" sz="2400" baseline="-30000" dirty="0"/>
              <a:t>4</a:t>
            </a:r>
            <a:r>
              <a:rPr lang="en-US" altLang="zh-CN" sz="2400" dirty="0">
                <a:latin typeface="Times New Roman" panose="02020503050405090304" pitchFamily="18" charset="0"/>
                <a:sym typeface="Symbol" panose="05050102010706020507" pitchFamily="18" charset="2"/>
              </a:rPr>
              <a:t></a:t>
            </a:r>
            <a:r>
              <a:rPr lang="en-US" altLang="zh-CN" sz="2400" dirty="0"/>
              <a:t> m</a:t>
            </a:r>
            <a:r>
              <a:rPr lang="en-US" altLang="zh-CN" sz="2400" baseline="-30000" dirty="0"/>
              <a:t>5</a:t>
            </a:r>
            <a:r>
              <a:rPr lang="en-US" altLang="zh-CN" sz="2400" dirty="0">
                <a:latin typeface="Times New Roman" panose="02020503050405090304" pitchFamily="18" charset="0"/>
                <a:sym typeface="Symbol" panose="05050102010706020507" pitchFamily="18" charset="2"/>
              </a:rPr>
              <a:t></a:t>
            </a:r>
            <a:r>
              <a:rPr lang="en-US" altLang="zh-CN" sz="2400" dirty="0"/>
              <a:t> m</a:t>
            </a:r>
            <a:r>
              <a:rPr lang="en-US" altLang="zh-CN" sz="2400" baseline="-30000" dirty="0"/>
              <a:t>6</a:t>
            </a:r>
            <a:r>
              <a:rPr lang="en-US" altLang="zh-CN" sz="2400" dirty="0">
                <a:latin typeface="Times New Roman" panose="02020503050405090304" pitchFamily="18" charset="0"/>
                <a:sym typeface="Symbol" panose="05050102010706020507" pitchFamily="18" charset="2"/>
              </a:rPr>
              <a:t></a:t>
            </a:r>
            <a:r>
              <a:rPr lang="en-US" altLang="zh-CN" sz="2400" dirty="0"/>
              <a:t> m</a:t>
            </a:r>
            <a:r>
              <a:rPr lang="en-US" altLang="zh-CN" sz="2400" baseline="-30000" dirty="0"/>
              <a:t>7 </a:t>
            </a:r>
            <a:endParaRPr lang="en-US" altLang="zh-CN" sz="2400" baseline="-30000" dirty="0"/>
          </a:p>
          <a:p>
            <a:pPr algn="just" eaLnBrk="1" hangingPunct="1">
              <a:lnSpc>
                <a:spcPct val="90000"/>
              </a:lnSpc>
            </a:pPr>
            <a:r>
              <a:rPr lang="en-US" altLang="zh-CN" sz="2400" dirty="0">
                <a:latin typeface="Times New Roman" panose="02020503050405090304" pitchFamily="18" charset="0"/>
                <a:sym typeface="Symbol" panose="05050102010706020507" pitchFamily="18" charset="2"/>
              </a:rPr>
              <a:t></a:t>
            </a:r>
            <a:r>
              <a:rPr lang="en-US" altLang="zh-CN" sz="2400" dirty="0"/>
              <a:t>(</a:t>
            </a:r>
            <a:r>
              <a:rPr lang="en-US" altLang="zh-CN" sz="2400" dirty="0"/>
              <a:t>2,4,5,6,7)</a:t>
            </a:r>
            <a:endParaRPr lang="en-US" altLang="zh-CN" sz="2400" dirty="0"/>
          </a:p>
          <a:p>
            <a:pPr eaLnBrk="1" hangingPunct="1">
              <a:lnSpc>
                <a:spcPct val="90000"/>
              </a:lnSpc>
            </a:pPr>
            <a:endParaRPr lang="en-US" altLang="zh-CN" sz="2400" dirty="0"/>
          </a:p>
        </p:txBody>
      </p:sp>
    </p:spTree>
  </p:cSld>
  <p:clrMapOvr>
    <a:masterClrMapping/>
  </p:clrMapOvr>
  <p:transition spd="slow"/>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1" name="灯片编号占位符 3"/>
          <p:cNvSpPr>
            <a:spLocks noGrp="1"/>
          </p:cNvSpPr>
          <p:nvPr>
            <p:ph type="sldNum" sz="quarter" idx="10"/>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r" eaLnBrk="1" hangingPunct="1">
              <a:buClrTx/>
              <a:buFontTx/>
            </a:pPr>
            <a:fld id="{9A0DB2DC-4C9A-4742-B13C-FB6460FD3503}" type="slidenum">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66562" name="日期占位符 4"/>
          <p:cNvSpPr>
            <a:spLocks noGrp="1"/>
          </p:cNvSpPr>
          <p:nvPr>
            <p:ph type="dt" sz="half" idx="11"/>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buClrTx/>
              <a:buFontTx/>
            </a:pPr>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66563" name="页脚占位符 5"/>
          <p:cNvSpPr>
            <a:spLocks noGrp="1"/>
          </p:cNvSpPr>
          <p:nvPr>
            <p:ph type="ftr" sz="quarter" idx="12"/>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buClrTx/>
              <a:buFontTx/>
            </a:pPr>
            <a:r>
              <a:rPr lang="en-US" altLang="zh-CN" sz="1200" b="1" i="1" dirty="0">
                <a:solidFill>
                  <a:srgbClr val="009999"/>
                </a:solidFill>
                <a:latin typeface="Arial Narrow" panose="020B0606020202030204" pitchFamily="34" charset="0"/>
              </a:rPr>
              <a:t>School of Computer Science, BUPT</a:t>
            </a:r>
            <a:endParaRPr lang="zh-CN" altLang="en-US" sz="1200" b="1" i="1" dirty="0">
              <a:solidFill>
                <a:srgbClr val="009999"/>
              </a:solidFill>
              <a:latin typeface="Arial Narrow" panose="020B0606020202030204" pitchFamily="34" charset="0"/>
            </a:endParaRPr>
          </a:p>
        </p:txBody>
      </p:sp>
      <p:sp>
        <p:nvSpPr>
          <p:cNvPr id="66564" name="Rectangle 2"/>
          <p:cNvSpPr>
            <a:spLocks noGrp="1"/>
          </p:cNvSpPr>
          <p:nvPr>
            <p:ph type="title"/>
          </p:nvPr>
        </p:nvSpPr>
        <p:spPr/>
        <p:txBody>
          <a:bodyPr vert="horz" wrap="square" lIns="91440" tIns="45720" rIns="91440" bIns="45720" anchor="b" anchorCtr="0"/>
          <a:p>
            <a:pPr eaLnBrk="1" hangingPunct="1"/>
            <a:r>
              <a:rPr lang="zh-CN" altLang="en-US" dirty="0"/>
              <a:t>极大项</a:t>
            </a:r>
            <a:endParaRPr lang="zh-CN" altLang="en-US" dirty="0"/>
          </a:p>
        </p:txBody>
      </p:sp>
      <p:sp>
        <p:nvSpPr>
          <p:cNvPr id="66565" name="Rectangle 3"/>
          <p:cNvSpPr>
            <a:spLocks noGrp="1"/>
          </p:cNvSpPr>
          <p:nvPr>
            <p:ph idx="1"/>
          </p:nvPr>
        </p:nvSpPr>
        <p:spPr>
          <a:xfrm>
            <a:off x="251460" y="1268413"/>
            <a:ext cx="8478838" cy="4479925"/>
          </a:xfrm>
        </p:spPr>
        <p:txBody>
          <a:bodyPr vert="horz" wrap="square" lIns="91440" tIns="45720" rIns="91440" bIns="45720" anchor="t" anchorCtr="0"/>
          <a:p>
            <a:pPr eaLnBrk="1" hangingPunct="1"/>
            <a:r>
              <a:rPr lang="zh-CN" altLang="en-US" sz="2800" dirty="0">
                <a:latin typeface="宋体" pitchFamily="2" charset="-122"/>
              </a:rPr>
              <a:t>如公式中共有</a:t>
            </a:r>
            <a:r>
              <a:rPr lang="en-US" altLang="zh-CN" sz="2800" dirty="0">
                <a:latin typeface="宋体" pitchFamily="2" charset="-122"/>
              </a:rPr>
              <a:t>N</a:t>
            </a:r>
            <a:r>
              <a:rPr lang="zh-CN" altLang="en-US" sz="2800" dirty="0">
                <a:latin typeface="宋体" pitchFamily="2" charset="-122"/>
              </a:rPr>
              <a:t>个命题变项</a:t>
            </a:r>
            <a:r>
              <a:rPr lang="en-US" altLang="zh-CN" sz="2800" dirty="0">
                <a:latin typeface="宋体" pitchFamily="2" charset="-122"/>
              </a:rPr>
              <a:t>P</a:t>
            </a:r>
            <a:r>
              <a:rPr lang="en-US" altLang="zh-CN" sz="2800" baseline="-25000" dirty="0">
                <a:latin typeface="宋体" pitchFamily="2" charset="-122"/>
              </a:rPr>
              <a:t>1</a:t>
            </a:r>
            <a:r>
              <a:rPr lang="en-US" altLang="zh-CN" sz="2800" dirty="0">
                <a:latin typeface="宋体" pitchFamily="2" charset="-122"/>
              </a:rPr>
              <a:t>，……，P</a:t>
            </a:r>
            <a:r>
              <a:rPr lang="en-US" altLang="zh-CN" sz="2800" baseline="-30000" dirty="0">
                <a:latin typeface="宋体" pitchFamily="2" charset="-122"/>
              </a:rPr>
              <a:t>n</a:t>
            </a:r>
            <a:r>
              <a:rPr lang="zh-CN" altLang="en-US" sz="2800" dirty="0">
                <a:latin typeface="宋体" pitchFamily="2" charset="-122"/>
              </a:rPr>
              <a:t>这</a:t>
            </a:r>
            <a:r>
              <a:rPr lang="en-US" altLang="zh-CN" sz="2800" dirty="0">
                <a:latin typeface="宋体" pitchFamily="2" charset="-122"/>
              </a:rPr>
              <a:t>N</a:t>
            </a:r>
            <a:r>
              <a:rPr lang="zh-CN" altLang="en-US" sz="2800" dirty="0">
                <a:latin typeface="宋体" pitchFamily="2" charset="-122"/>
              </a:rPr>
              <a:t>个变项的析取式中，每个变项</a:t>
            </a:r>
            <a:r>
              <a:rPr lang="en-US" altLang="zh-CN" sz="2800" dirty="0">
                <a:latin typeface="宋体" pitchFamily="2" charset="-122"/>
              </a:rPr>
              <a:t>P</a:t>
            </a:r>
            <a:r>
              <a:rPr lang="en-US" altLang="zh-CN" sz="2800" baseline="-30000" dirty="0">
                <a:latin typeface="宋体" pitchFamily="2" charset="-122"/>
              </a:rPr>
              <a:t>i</a:t>
            </a:r>
            <a:r>
              <a:rPr lang="zh-CN" altLang="en-US" sz="2800" dirty="0">
                <a:latin typeface="宋体" pitchFamily="2" charset="-122"/>
              </a:rPr>
              <a:t>或其否定</a:t>
            </a:r>
            <a:r>
              <a:rPr lang="en-US" altLang="zh-CN" sz="2800" dirty="0">
                <a:latin typeface="宋体" pitchFamily="2" charset="-122"/>
                <a:sym typeface="Symbol" panose="05050102010706020507" pitchFamily="18" charset="2"/>
              </a:rPr>
              <a:t>¬</a:t>
            </a:r>
            <a:r>
              <a:rPr lang="zh-CN" altLang="en-US" sz="2800" dirty="0">
                <a:latin typeface="宋体" pitchFamily="2" charset="-122"/>
              </a:rPr>
              <a:t> </a:t>
            </a:r>
            <a:r>
              <a:rPr lang="en-US" altLang="zh-CN" sz="2800" dirty="0">
                <a:latin typeface="宋体" pitchFamily="2" charset="-122"/>
              </a:rPr>
              <a:t>P</a:t>
            </a:r>
            <a:r>
              <a:rPr lang="en-US" altLang="zh-CN" sz="2800" baseline="-30000" dirty="0">
                <a:latin typeface="宋体" pitchFamily="2" charset="-122"/>
              </a:rPr>
              <a:t>i</a:t>
            </a:r>
            <a:r>
              <a:rPr lang="en-US" altLang="zh-CN" sz="2800" dirty="0">
                <a:latin typeface="宋体" pitchFamily="2" charset="-122"/>
              </a:rPr>
              <a:t>，</a:t>
            </a:r>
            <a:r>
              <a:rPr lang="zh-CN" altLang="en-US" sz="2800" dirty="0">
                <a:solidFill>
                  <a:srgbClr val="FF0000"/>
                </a:solidFill>
                <a:latin typeface="宋体" pitchFamily="2" charset="-122"/>
              </a:rPr>
              <a:t>均出现且两者仅出现一个</a:t>
            </a:r>
            <a:r>
              <a:rPr lang="zh-CN" altLang="en-US" sz="2800" dirty="0">
                <a:latin typeface="宋体" pitchFamily="2" charset="-122"/>
              </a:rPr>
              <a:t>，并且按命题变项的下标排列（字母按字典序列）这样的</a:t>
            </a:r>
            <a:r>
              <a:rPr lang="zh-CN" altLang="en-US" sz="2800" dirty="0">
                <a:solidFill>
                  <a:srgbClr val="FF0000"/>
                </a:solidFill>
                <a:latin typeface="宋体" pitchFamily="2" charset="-122"/>
              </a:rPr>
              <a:t>简单析取式</a:t>
            </a:r>
            <a:r>
              <a:rPr lang="zh-CN" altLang="en-US" sz="2800" dirty="0">
                <a:solidFill>
                  <a:schemeClr val="tx1"/>
                </a:solidFill>
                <a:latin typeface="宋体" pitchFamily="2" charset="-122"/>
              </a:rPr>
              <a:t>称为</a:t>
            </a:r>
            <a:r>
              <a:rPr lang="zh-CN" altLang="en-US" sz="2800" dirty="0">
                <a:solidFill>
                  <a:srgbClr val="FF0000"/>
                </a:solidFill>
                <a:latin typeface="宋体" pitchFamily="2" charset="-122"/>
              </a:rPr>
              <a:t>极大项</a:t>
            </a:r>
            <a:r>
              <a:rPr lang="zh-CN" altLang="en-US" sz="2800" dirty="0">
                <a:latin typeface="宋体" pitchFamily="2" charset="-122"/>
              </a:rPr>
              <a:t>，又称</a:t>
            </a:r>
            <a:r>
              <a:rPr lang="zh-CN" altLang="en-US" sz="2800" dirty="0">
                <a:solidFill>
                  <a:srgbClr val="FF0000"/>
                </a:solidFill>
                <a:latin typeface="宋体" pitchFamily="2" charset="-122"/>
              </a:rPr>
              <a:t>布尔析取</a:t>
            </a:r>
            <a:r>
              <a:rPr lang="zh-CN" altLang="en-US" sz="2800" dirty="0">
                <a:latin typeface="宋体" pitchFamily="2" charset="-122"/>
              </a:rPr>
              <a:t>。</a:t>
            </a:r>
            <a:endParaRPr lang="en-US" altLang="zh-CN" sz="2800" dirty="0">
              <a:latin typeface="宋体" pitchFamily="2" charset="-122"/>
            </a:endParaRPr>
          </a:p>
          <a:p>
            <a:pPr eaLnBrk="1" hangingPunct="1"/>
            <a:endParaRPr lang="zh-CN" altLang="en-US" dirty="0">
              <a:latin typeface="宋体" pitchFamily="2" charset="-122"/>
            </a:endParaRPr>
          </a:p>
        </p:txBody>
      </p:sp>
      <p:pic>
        <p:nvPicPr>
          <p:cNvPr id="66566" name="内容占位符 6"/>
          <p:cNvPicPr>
            <a:picLocks noChangeAspect="1"/>
          </p:cNvPicPr>
          <p:nvPr/>
        </p:nvPicPr>
        <p:blipFill>
          <a:blip r:embed="rId1"/>
          <a:stretch>
            <a:fillRect/>
          </a:stretch>
        </p:blipFill>
        <p:spPr>
          <a:xfrm>
            <a:off x="5508308" y="3429000"/>
            <a:ext cx="3152775" cy="2552700"/>
          </a:xfrm>
          <a:prstGeom prst="rect">
            <a:avLst/>
          </a:prstGeom>
          <a:noFill/>
          <a:ln w="9525">
            <a:noFill/>
          </a:ln>
        </p:spPr>
      </p:pic>
      <p:sp>
        <p:nvSpPr>
          <p:cNvPr id="66567" name="矩形 1"/>
          <p:cNvSpPr/>
          <p:nvPr/>
        </p:nvSpPr>
        <p:spPr>
          <a:xfrm>
            <a:off x="467678" y="3644900"/>
            <a:ext cx="4465637" cy="831850"/>
          </a:xfrm>
          <a:prstGeom prst="rect">
            <a:avLst/>
          </a:prstGeom>
          <a:noFill/>
          <a:ln w="9525">
            <a:noFill/>
          </a:ln>
        </p:spPr>
        <p:txBody>
          <a:bodyPr anchor="t" anchorCtr="0">
            <a:spAutoFit/>
          </a:bodyPr>
          <a:p>
            <a:pPr>
              <a:buClrTx/>
              <a:buFontTx/>
            </a:pPr>
            <a:r>
              <a:rPr lang="zh-CN" altLang="en-US" dirty="0">
                <a:latin typeface="Times New Roman" panose="02020503050405090304" pitchFamily="18" charset="0"/>
              </a:rPr>
              <a:t>用</a:t>
            </a:r>
            <a:r>
              <a:rPr lang="en-US" altLang="zh-CN" i="1" dirty="0">
                <a:latin typeface="Times New Roman" panose="02020503050405090304" pitchFamily="18" charset="0"/>
              </a:rPr>
              <a:t>M</a:t>
            </a:r>
            <a:r>
              <a:rPr lang="en-US" altLang="zh-CN" i="1" baseline="-30000" dirty="0">
                <a:latin typeface="Times New Roman" panose="02020503050405090304" pitchFamily="18" charset="0"/>
              </a:rPr>
              <a:t>i</a:t>
            </a:r>
            <a:r>
              <a:rPr lang="zh-CN" altLang="en-US" dirty="0">
                <a:latin typeface="Times New Roman" panose="02020503050405090304" pitchFamily="18" charset="0"/>
              </a:rPr>
              <a:t>表示第</a:t>
            </a:r>
            <a:r>
              <a:rPr lang="en-US" altLang="zh-CN" i="1" dirty="0">
                <a:latin typeface="Times New Roman" panose="02020503050405090304" pitchFamily="18" charset="0"/>
              </a:rPr>
              <a:t>i</a:t>
            </a:r>
            <a:r>
              <a:rPr lang="zh-CN" altLang="en-US" dirty="0">
                <a:latin typeface="Times New Roman" panose="02020503050405090304" pitchFamily="18" charset="0"/>
              </a:rPr>
              <a:t>个极大项，其中</a:t>
            </a:r>
            <a:r>
              <a:rPr lang="en-US" altLang="zh-CN" i="1" dirty="0">
                <a:latin typeface="Times New Roman" panose="02020503050405090304" pitchFamily="18" charset="0"/>
              </a:rPr>
              <a:t>i</a:t>
            </a:r>
            <a:r>
              <a:rPr lang="zh-CN" altLang="en-US" dirty="0">
                <a:latin typeface="Times New Roman" panose="02020503050405090304" pitchFamily="18" charset="0"/>
              </a:rPr>
              <a:t>是该极大项</a:t>
            </a:r>
            <a:r>
              <a:rPr lang="zh-CN" altLang="en-US" dirty="0">
                <a:solidFill>
                  <a:srgbClr val="FF0000"/>
                </a:solidFill>
                <a:latin typeface="Times New Roman" panose="02020503050405090304" pitchFamily="18" charset="0"/>
              </a:rPr>
              <a:t>成假</a:t>
            </a:r>
            <a:r>
              <a:rPr lang="zh-CN" altLang="en-US" dirty="0">
                <a:latin typeface="Times New Roman" panose="02020503050405090304" pitchFamily="18" charset="0"/>
              </a:rPr>
              <a:t>赋值的十进制表示</a:t>
            </a:r>
            <a:endParaRPr lang="zh-CN" altLang="en-US" dirty="0">
              <a:latin typeface="Tahoma" panose="020B0604030504040204" pitchFamily="34" charset="0"/>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5" name="灯片编号占位符 3"/>
          <p:cNvSpPr>
            <a:spLocks noGrp="1"/>
          </p:cNvSpPr>
          <p:nvPr>
            <p:ph type="sldNum" sz="quarter" idx="10"/>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r" eaLnBrk="1" hangingPunct="1">
              <a:buClrTx/>
              <a:buFontTx/>
            </a:pPr>
            <a:fld id="{9A0DB2DC-4C9A-4742-B13C-FB6460FD3503}" type="slidenum">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67586" name="日期占位符 4"/>
          <p:cNvSpPr>
            <a:spLocks noGrp="1"/>
          </p:cNvSpPr>
          <p:nvPr>
            <p:ph type="dt" sz="half" idx="11"/>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buClrTx/>
              <a:buFontTx/>
            </a:pPr>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67587" name="页脚占位符 5"/>
          <p:cNvSpPr>
            <a:spLocks noGrp="1"/>
          </p:cNvSpPr>
          <p:nvPr>
            <p:ph type="ftr" sz="quarter" idx="12"/>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buClrTx/>
              <a:buFontTx/>
            </a:pPr>
            <a:r>
              <a:rPr lang="en-US" altLang="zh-CN" sz="1200" b="1" i="1" dirty="0">
                <a:solidFill>
                  <a:srgbClr val="009999"/>
                </a:solidFill>
                <a:latin typeface="Arial Narrow" panose="020B0606020202030204" pitchFamily="34" charset="0"/>
              </a:rPr>
              <a:t>School of Computer Science, BUPT</a:t>
            </a:r>
            <a:endParaRPr lang="zh-CN" altLang="en-US" sz="1200" b="1" i="1" dirty="0">
              <a:solidFill>
                <a:srgbClr val="009999"/>
              </a:solidFill>
              <a:latin typeface="Arial Narrow" panose="020B0606020202030204" pitchFamily="34" charset="0"/>
            </a:endParaRPr>
          </a:p>
        </p:txBody>
      </p:sp>
      <p:sp>
        <p:nvSpPr>
          <p:cNvPr id="67588" name="Rectangle 2"/>
          <p:cNvSpPr>
            <a:spLocks noGrp="1"/>
          </p:cNvSpPr>
          <p:nvPr>
            <p:ph type="title"/>
          </p:nvPr>
        </p:nvSpPr>
        <p:spPr/>
        <p:txBody>
          <a:bodyPr vert="horz" wrap="square" lIns="91440" tIns="45720" rIns="91440" bIns="45720" anchor="b" anchorCtr="0"/>
          <a:p>
            <a:pPr eaLnBrk="1" hangingPunct="1"/>
            <a:r>
              <a:rPr lang="zh-CN" altLang="en-US" dirty="0"/>
              <a:t>主合取范式</a:t>
            </a:r>
            <a:r>
              <a:rPr lang="en-US" altLang="zh-CN" dirty="0"/>
              <a:t>(</a:t>
            </a:r>
            <a:r>
              <a:rPr lang="en-US" altLang="zh-CN" b="1" dirty="0">
                <a:latin typeface="宋体" pitchFamily="2" charset="-122"/>
              </a:rPr>
              <a:t>principal CNF</a:t>
            </a:r>
            <a:r>
              <a:rPr lang="en-US" altLang="zh-CN" dirty="0"/>
              <a:t> )</a:t>
            </a:r>
            <a:endParaRPr lang="zh-CN" altLang="en-US" dirty="0"/>
          </a:p>
        </p:txBody>
      </p:sp>
      <p:sp>
        <p:nvSpPr>
          <p:cNvPr id="67589" name="Rectangle 3"/>
          <p:cNvSpPr>
            <a:spLocks noGrp="1"/>
          </p:cNvSpPr>
          <p:nvPr>
            <p:ph idx="1"/>
          </p:nvPr>
        </p:nvSpPr>
        <p:spPr/>
        <p:txBody>
          <a:bodyPr vert="horz" wrap="square" lIns="91440" tIns="45720" rIns="91440" bIns="45720" anchor="t" anchorCtr="0"/>
          <a:p>
            <a:pPr eaLnBrk="1" hangingPunct="1"/>
            <a:r>
              <a:rPr lang="zh-CN" altLang="en-US" dirty="0">
                <a:latin typeface="宋体" pitchFamily="2" charset="-122"/>
              </a:rPr>
              <a:t>若干个不同的极大项的合取式，称为主合取范式。</a:t>
            </a:r>
            <a:endParaRPr lang="en-US" altLang="zh-CN" dirty="0">
              <a:latin typeface="宋体" pitchFamily="2" charset="-122"/>
            </a:endParaRPr>
          </a:p>
          <a:p>
            <a:pPr lvl="1" eaLnBrk="1" hangingPunct="1"/>
            <a:r>
              <a:rPr lang="en-US" altLang="zh-CN" dirty="0">
                <a:latin typeface="Times New Roman" panose="02020503050405090304" pitchFamily="18" charset="0"/>
              </a:rPr>
              <a:t>principal conjunctive normal form</a:t>
            </a:r>
            <a:endParaRPr lang="en-US" altLang="zh-CN" dirty="0">
              <a:latin typeface="Times New Roman" panose="02020503050405090304" pitchFamily="18" charset="0"/>
            </a:endParaRPr>
          </a:p>
          <a:p>
            <a:pPr lvl="1" eaLnBrk="1" hangingPunct="1"/>
            <a:r>
              <a:rPr lang="en-US" altLang="zh-CN" dirty="0">
                <a:latin typeface="Times New Roman" panose="02020503050405090304" pitchFamily="18" charset="0"/>
              </a:rPr>
              <a:t>Major CNF  </a:t>
            </a:r>
            <a:endParaRPr lang="zh-CN" altLang="en-US" dirty="0">
              <a:latin typeface="Times New Roman" panose="02020503050405090304" pitchFamily="18" charset="0"/>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09" name="灯片编号占位符 3"/>
          <p:cNvSpPr>
            <a:spLocks noGrp="1"/>
          </p:cNvSpPr>
          <p:nvPr>
            <p:ph type="sldNum" sz="quarter" idx="10"/>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r" eaLnBrk="1" hangingPunct="1">
              <a:buClrTx/>
              <a:buFontTx/>
            </a:pPr>
            <a:fld id="{9A0DB2DC-4C9A-4742-B13C-FB6460FD3503}" type="slidenum">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68610" name="日期占位符 4"/>
          <p:cNvSpPr>
            <a:spLocks noGrp="1"/>
          </p:cNvSpPr>
          <p:nvPr>
            <p:ph type="dt" sz="half" idx="11"/>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buClrTx/>
              <a:buFontTx/>
            </a:pPr>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68611" name="页脚占位符 5"/>
          <p:cNvSpPr>
            <a:spLocks noGrp="1"/>
          </p:cNvSpPr>
          <p:nvPr>
            <p:ph type="ftr" sz="quarter" idx="12"/>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buClrTx/>
              <a:buFontTx/>
            </a:pPr>
            <a:r>
              <a:rPr lang="en-US" altLang="zh-CN" sz="1200" b="1" i="1" dirty="0">
                <a:solidFill>
                  <a:srgbClr val="009999"/>
                </a:solidFill>
                <a:latin typeface="Arial Narrow" panose="020B0606020202030204" pitchFamily="34" charset="0"/>
              </a:rPr>
              <a:t>School of Computer Science, BUPT</a:t>
            </a:r>
            <a:endParaRPr lang="zh-CN" altLang="en-US" sz="1200" b="1" i="1" dirty="0">
              <a:solidFill>
                <a:srgbClr val="009999"/>
              </a:solidFill>
              <a:latin typeface="Arial Narrow" panose="020B0606020202030204" pitchFamily="34" charset="0"/>
            </a:endParaRPr>
          </a:p>
        </p:txBody>
      </p:sp>
      <p:sp>
        <p:nvSpPr>
          <p:cNvPr id="68612" name="Rectangle 2"/>
          <p:cNvSpPr>
            <a:spLocks noGrp="1"/>
          </p:cNvSpPr>
          <p:nvPr>
            <p:ph type="title"/>
          </p:nvPr>
        </p:nvSpPr>
        <p:spPr/>
        <p:txBody>
          <a:bodyPr vert="horz" wrap="square" lIns="91440" tIns="45720" rIns="91440" bIns="45720" anchor="b" anchorCtr="0"/>
          <a:p>
            <a:pPr eaLnBrk="1" hangingPunct="1"/>
            <a:r>
              <a:rPr lang="zh-CN" altLang="en-US" dirty="0"/>
              <a:t>定理</a:t>
            </a:r>
            <a:endParaRPr lang="zh-CN" altLang="en-US" dirty="0"/>
          </a:p>
        </p:txBody>
      </p:sp>
      <p:sp>
        <p:nvSpPr>
          <p:cNvPr id="68613" name="Rectangle 3"/>
          <p:cNvSpPr>
            <a:spLocks noGrp="1"/>
          </p:cNvSpPr>
          <p:nvPr>
            <p:ph idx="1"/>
          </p:nvPr>
        </p:nvSpPr>
        <p:spPr/>
        <p:txBody>
          <a:bodyPr vert="horz" wrap="square" lIns="91440" tIns="45720" rIns="91440" bIns="45720" anchor="t" anchorCtr="0"/>
          <a:p>
            <a:pPr eaLnBrk="1" hangingPunct="1"/>
            <a:r>
              <a:rPr lang="zh-CN" altLang="en-US" dirty="0">
                <a:latin typeface="Times New Roman" panose="02020503050405090304" pitchFamily="18" charset="0"/>
              </a:rPr>
              <a:t>任何一个命题公式均存在一个与之等值的主合取范式，</a:t>
            </a:r>
            <a:r>
              <a:rPr lang="zh-CN" altLang="en-US" dirty="0">
                <a:latin typeface="宋体" pitchFamily="2" charset="-122"/>
              </a:rPr>
              <a:t>而且是唯一的。</a:t>
            </a:r>
            <a:endParaRPr lang="en-US" altLang="zh-CN" dirty="0">
              <a:latin typeface="宋体" pitchFamily="2" charset="-122"/>
            </a:endParaRPr>
          </a:p>
          <a:p>
            <a:pPr lvl="1" eaLnBrk="1" hangingPunct="1"/>
            <a:r>
              <a:rPr lang="zh-CN" altLang="en-US" dirty="0">
                <a:latin typeface="宋体" pitchFamily="2" charset="-122"/>
              </a:rPr>
              <a:t>真值表法</a:t>
            </a:r>
            <a:endParaRPr lang="en-US" altLang="zh-CN" dirty="0">
              <a:latin typeface="宋体" pitchFamily="2" charset="-122"/>
            </a:endParaRPr>
          </a:p>
          <a:p>
            <a:pPr lvl="1" eaLnBrk="1" hangingPunct="1"/>
            <a:r>
              <a:rPr lang="zh-CN" altLang="en-US" dirty="0">
                <a:latin typeface="宋体" pitchFamily="2" charset="-122"/>
              </a:rPr>
              <a:t>等值演算的方法</a:t>
            </a:r>
            <a:endParaRPr lang="en-US" altLang="zh-CN" dirty="0">
              <a:latin typeface="宋体" pitchFamily="2" charset="-122"/>
            </a:endParaRPr>
          </a:p>
          <a:p>
            <a:pPr eaLnBrk="1" hangingPunct="1"/>
            <a:endParaRPr lang="zh-CN" altLang="en-US" dirty="0">
              <a:latin typeface="宋体" pitchFamily="2" charset="-122"/>
            </a:endParaRPr>
          </a:p>
        </p:txBody>
      </p:sp>
    </p:spTree>
  </p:cSld>
  <p:clrMapOvr>
    <a:masterClrMapping/>
  </p:clrMapOvr>
  <p:transition spd="slow"/>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3" name="灯片编号占位符 3"/>
          <p:cNvSpPr>
            <a:spLocks noGrp="1"/>
          </p:cNvSpPr>
          <p:nvPr>
            <p:ph type="sldNum" sz="quarter" idx="10"/>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r" eaLnBrk="1" hangingPunct="1">
              <a:buClrTx/>
              <a:buFontTx/>
            </a:pPr>
            <a:fld id="{9A0DB2DC-4C9A-4742-B13C-FB6460FD3503}" type="slidenum">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69634" name="日期占位符 4"/>
          <p:cNvSpPr>
            <a:spLocks noGrp="1"/>
          </p:cNvSpPr>
          <p:nvPr>
            <p:ph type="dt" sz="half" idx="11"/>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buClrTx/>
              <a:buFontTx/>
            </a:pPr>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69635" name="页脚占位符 5"/>
          <p:cNvSpPr>
            <a:spLocks noGrp="1"/>
          </p:cNvSpPr>
          <p:nvPr>
            <p:ph type="ftr" sz="quarter" idx="12"/>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buClrTx/>
              <a:buFontTx/>
            </a:pPr>
            <a:r>
              <a:rPr lang="en-US" altLang="zh-CN" sz="1200" b="1" i="1" dirty="0">
                <a:solidFill>
                  <a:srgbClr val="009999"/>
                </a:solidFill>
                <a:latin typeface="Arial Narrow" panose="020B0606020202030204" pitchFamily="34" charset="0"/>
              </a:rPr>
              <a:t>School of Computer Science, BUPT</a:t>
            </a:r>
            <a:endParaRPr lang="zh-CN" altLang="en-US" sz="1200" b="1" i="1" dirty="0">
              <a:solidFill>
                <a:srgbClr val="009999"/>
              </a:solidFill>
              <a:latin typeface="Arial Narrow" panose="020B0606020202030204" pitchFamily="34" charset="0"/>
            </a:endParaRPr>
          </a:p>
        </p:txBody>
      </p:sp>
      <p:sp>
        <p:nvSpPr>
          <p:cNvPr id="69636" name="Rectangle 2"/>
          <p:cNvSpPr>
            <a:spLocks noGrp="1"/>
          </p:cNvSpPr>
          <p:nvPr>
            <p:ph type="title"/>
          </p:nvPr>
        </p:nvSpPr>
        <p:spPr/>
        <p:txBody>
          <a:bodyPr vert="horz" wrap="square" lIns="91440" tIns="45720" rIns="91440" bIns="45720" anchor="b" anchorCtr="0"/>
          <a:p>
            <a:pPr eaLnBrk="1" hangingPunct="1"/>
            <a:r>
              <a:rPr lang="zh-CN" altLang="en-US" dirty="0"/>
              <a:t>例 求</a:t>
            </a:r>
            <a:r>
              <a:rPr lang="en-US" altLang="zh-CN" dirty="0"/>
              <a:t>P</a:t>
            </a:r>
            <a:r>
              <a:rPr lang="en-US" altLang="zh-CN" dirty="0">
                <a:sym typeface="Symbol" panose="05050102010706020507" pitchFamily="18" charset="2"/>
              </a:rPr>
              <a:t>Q</a:t>
            </a:r>
            <a:r>
              <a:rPr lang="zh-CN" altLang="en-US" dirty="0">
                <a:sym typeface="Symbol" panose="05050102010706020507" pitchFamily="18" charset="2"/>
              </a:rPr>
              <a:t>的主合取范式</a:t>
            </a:r>
            <a:endParaRPr lang="zh-CN" altLang="en-US" dirty="0"/>
          </a:p>
        </p:txBody>
      </p:sp>
      <p:sp>
        <p:nvSpPr>
          <p:cNvPr id="69637" name="Rectangle 3"/>
          <p:cNvSpPr>
            <a:spLocks noGrp="1"/>
          </p:cNvSpPr>
          <p:nvPr>
            <p:ph idx="1"/>
          </p:nvPr>
        </p:nvSpPr>
        <p:spPr/>
        <p:txBody>
          <a:bodyPr vert="horz" wrap="square" lIns="91440" tIns="45720" rIns="91440" bIns="45720" anchor="t" anchorCtr="0"/>
          <a:p>
            <a:pPr eaLnBrk="1" hangingPunct="1"/>
            <a:r>
              <a:rPr lang="zh-CN" altLang="en-US" dirty="0"/>
              <a:t>真值表法</a:t>
            </a:r>
            <a:endParaRPr lang="zh-CN" altLang="en-US" dirty="0"/>
          </a:p>
        </p:txBody>
      </p:sp>
      <p:grpSp>
        <p:nvGrpSpPr>
          <p:cNvPr id="2" name="组合 1"/>
          <p:cNvGrpSpPr/>
          <p:nvPr/>
        </p:nvGrpSpPr>
        <p:grpSpPr>
          <a:xfrm>
            <a:off x="1548130" y="2060258"/>
            <a:ext cx="1654175" cy="2592387"/>
            <a:chOff x="5868145" y="2342339"/>
            <a:chExt cx="1654424" cy="2592388"/>
          </a:xfrm>
        </p:grpSpPr>
        <p:grpSp>
          <p:nvGrpSpPr>
            <p:cNvPr id="69639" name="Group 5"/>
            <p:cNvGrpSpPr/>
            <p:nvPr/>
          </p:nvGrpSpPr>
          <p:grpSpPr>
            <a:xfrm>
              <a:off x="5873435" y="2345950"/>
              <a:ext cx="1649133" cy="2585167"/>
              <a:chOff x="0" y="0"/>
              <a:chExt cx="935" cy="2148"/>
            </a:xfrm>
          </p:grpSpPr>
          <p:grpSp>
            <p:nvGrpSpPr>
              <p:cNvPr id="69640" name="Group 6"/>
              <p:cNvGrpSpPr/>
              <p:nvPr/>
            </p:nvGrpSpPr>
            <p:grpSpPr>
              <a:xfrm>
                <a:off x="0" y="0"/>
                <a:ext cx="489" cy="460"/>
                <a:chOff x="0" y="0"/>
                <a:chExt cx="489" cy="460"/>
              </a:xfrm>
            </p:grpSpPr>
            <p:sp>
              <p:nvSpPr>
                <p:cNvPr id="69641" name="Rectangle 7"/>
                <p:cNvSpPr/>
                <p:nvPr/>
              </p:nvSpPr>
              <p:spPr>
                <a:xfrm>
                  <a:off x="43" y="0"/>
                  <a:ext cx="403" cy="460"/>
                </a:xfrm>
                <a:prstGeom prst="rect">
                  <a:avLst/>
                </a:prstGeom>
                <a:noFill/>
                <a:ln w="9525">
                  <a:noFill/>
                </a:ln>
              </p:spPr>
              <p:txBody>
                <a:bodyPr anchor="t" anchorCtr="0"/>
                <a:p>
                  <a:pPr algn="ctr">
                    <a:buClrTx/>
                    <a:buFontTx/>
                  </a:pPr>
                  <a:r>
                    <a:rPr lang="en-US" altLang="zh-CN" sz="1400" dirty="0">
                      <a:latin typeface="Times New Roman" panose="02020503050405090304" pitchFamily="18" charset="0"/>
                    </a:rPr>
                    <a:t>P   Q</a:t>
                  </a:r>
                  <a:endParaRPr lang="en-US" altLang="zh-CN" sz="1000" dirty="0">
                    <a:latin typeface="Times New Roman" panose="02020503050405090304" pitchFamily="18" charset="0"/>
                  </a:endParaRPr>
                </a:p>
                <a:p>
                  <a:pPr algn="ctr">
                    <a:buClrTx/>
                    <a:buFontTx/>
                  </a:pPr>
                  <a:endParaRPr lang="en-US" altLang="zh-CN" dirty="0">
                    <a:latin typeface="Times New Roman" panose="02020503050405090304" pitchFamily="18" charset="0"/>
                  </a:endParaRPr>
                </a:p>
              </p:txBody>
            </p:sp>
            <p:sp>
              <p:nvSpPr>
                <p:cNvPr id="69642" name="Rectangle 8"/>
                <p:cNvSpPr/>
                <p:nvPr/>
              </p:nvSpPr>
              <p:spPr>
                <a:xfrm>
                  <a:off x="0" y="0"/>
                  <a:ext cx="489" cy="460"/>
                </a:xfrm>
                <a:prstGeom prst="rect">
                  <a:avLst/>
                </a:prstGeom>
                <a:noFill/>
                <a:ln w="7" cap="flat" cmpd="sng">
                  <a:solidFill>
                    <a:srgbClr val="A0A0A0"/>
                  </a:solidFill>
                  <a:prstDash val="solid"/>
                  <a:miter/>
                  <a:headEnd type="none" w="med" len="med"/>
                  <a:tailEnd type="none" w="med" len="med"/>
                </a:ln>
              </p:spPr>
              <p:txBody>
                <a:bodyPr wrap="none" anchor="t" anchorCtr="0"/>
                <a:p>
                  <a:pPr>
                    <a:buClrTx/>
                    <a:buFontTx/>
                  </a:pPr>
                  <a:endParaRPr lang="zh-CN" altLang="en-US" dirty="0">
                    <a:latin typeface="Tahoma" panose="020B0604030504040204" pitchFamily="34" charset="0"/>
                  </a:endParaRPr>
                </a:p>
              </p:txBody>
            </p:sp>
          </p:grpSp>
          <p:grpSp>
            <p:nvGrpSpPr>
              <p:cNvPr id="69643" name="Group 9"/>
              <p:cNvGrpSpPr/>
              <p:nvPr/>
            </p:nvGrpSpPr>
            <p:grpSpPr>
              <a:xfrm>
                <a:off x="489" y="0"/>
                <a:ext cx="446" cy="460"/>
                <a:chOff x="489" y="0"/>
                <a:chExt cx="446" cy="460"/>
              </a:xfrm>
            </p:grpSpPr>
            <p:sp>
              <p:nvSpPr>
                <p:cNvPr id="69644" name="Rectangle 10"/>
                <p:cNvSpPr/>
                <p:nvPr/>
              </p:nvSpPr>
              <p:spPr>
                <a:xfrm>
                  <a:off x="532" y="0"/>
                  <a:ext cx="360" cy="460"/>
                </a:xfrm>
                <a:prstGeom prst="rect">
                  <a:avLst/>
                </a:prstGeom>
                <a:noFill/>
                <a:ln w="9525">
                  <a:noFill/>
                </a:ln>
              </p:spPr>
              <p:txBody>
                <a:bodyPr anchor="t" anchorCtr="0"/>
                <a:p>
                  <a:pPr algn="ctr">
                    <a:buClrTx/>
                    <a:buFontTx/>
                  </a:pPr>
                  <a:r>
                    <a:rPr lang="en-US" altLang="zh-CN" sz="1400" dirty="0">
                      <a:latin typeface="Times New Roman" panose="02020503050405090304" pitchFamily="18" charset="0"/>
                    </a:rPr>
                    <a:t>P</a:t>
                  </a:r>
                  <a:r>
                    <a:rPr lang="en-US" altLang="zh-CN" sz="1400" dirty="0">
                      <a:latin typeface="Times New Roman" panose="02020503050405090304" pitchFamily="18" charset="0"/>
                      <a:sym typeface="Symbol" panose="05050102010706020507" pitchFamily="18" charset="2"/>
                    </a:rPr>
                    <a:t></a:t>
                  </a:r>
                  <a:r>
                    <a:rPr lang="en-US" altLang="zh-CN" sz="1400" dirty="0">
                      <a:latin typeface="Times New Roman" panose="02020503050405090304" pitchFamily="18" charset="0"/>
                    </a:rPr>
                    <a:t>Q</a:t>
                  </a:r>
                  <a:endParaRPr lang="en-US" altLang="zh-CN" sz="1000" dirty="0">
                    <a:latin typeface="Times New Roman" panose="02020503050405090304" pitchFamily="18" charset="0"/>
                    <a:sym typeface="Symbol" panose="05050102010706020507" pitchFamily="18" charset="2"/>
                  </a:endParaRPr>
                </a:p>
                <a:p>
                  <a:pPr algn="ctr">
                    <a:buClrTx/>
                    <a:buFontTx/>
                  </a:pPr>
                  <a:endParaRPr lang="en-US" altLang="zh-CN" sz="1400" dirty="0">
                    <a:latin typeface="Times New Roman" panose="02020503050405090304" pitchFamily="18" charset="0"/>
                    <a:sym typeface="Symbol" panose="05050102010706020507" pitchFamily="18" charset="2"/>
                  </a:endParaRPr>
                </a:p>
              </p:txBody>
            </p:sp>
            <p:sp>
              <p:nvSpPr>
                <p:cNvPr id="69645" name="Rectangle 11"/>
                <p:cNvSpPr/>
                <p:nvPr/>
              </p:nvSpPr>
              <p:spPr>
                <a:xfrm>
                  <a:off x="489" y="0"/>
                  <a:ext cx="446" cy="460"/>
                </a:xfrm>
                <a:prstGeom prst="rect">
                  <a:avLst/>
                </a:prstGeom>
                <a:noFill/>
                <a:ln w="7" cap="flat" cmpd="sng">
                  <a:solidFill>
                    <a:srgbClr val="A0A0A0"/>
                  </a:solidFill>
                  <a:prstDash val="solid"/>
                  <a:miter/>
                  <a:headEnd type="none" w="med" len="med"/>
                  <a:tailEnd type="none" w="med" len="med"/>
                </a:ln>
              </p:spPr>
              <p:txBody>
                <a:bodyPr wrap="none" anchor="t" anchorCtr="0"/>
                <a:p>
                  <a:pPr>
                    <a:buClrTx/>
                    <a:buFontTx/>
                  </a:pPr>
                  <a:endParaRPr lang="zh-CN" altLang="en-US" dirty="0">
                    <a:latin typeface="Tahoma" panose="020B0604030504040204" pitchFamily="34" charset="0"/>
                  </a:endParaRPr>
                </a:p>
              </p:txBody>
            </p:sp>
          </p:grpSp>
          <p:grpSp>
            <p:nvGrpSpPr>
              <p:cNvPr id="69646" name="Group 15"/>
              <p:cNvGrpSpPr/>
              <p:nvPr/>
            </p:nvGrpSpPr>
            <p:grpSpPr>
              <a:xfrm>
                <a:off x="0" y="460"/>
                <a:ext cx="489" cy="422"/>
                <a:chOff x="0" y="460"/>
                <a:chExt cx="489" cy="422"/>
              </a:xfrm>
            </p:grpSpPr>
            <p:sp>
              <p:nvSpPr>
                <p:cNvPr id="69647" name="Rectangle 16"/>
                <p:cNvSpPr/>
                <p:nvPr/>
              </p:nvSpPr>
              <p:spPr>
                <a:xfrm>
                  <a:off x="43" y="460"/>
                  <a:ext cx="403" cy="422"/>
                </a:xfrm>
                <a:prstGeom prst="rect">
                  <a:avLst/>
                </a:prstGeom>
                <a:noFill/>
                <a:ln w="9525">
                  <a:noFill/>
                </a:ln>
              </p:spPr>
              <p:txBody>
                <a:bodyPr anchor="t" anchorCtr="0"/>
                <a:p>
                  <a:pPr algn="ctr">
                    <a:buClrTx/>
                    <a:buFontTx/>
                  </a:pPr>
                  <a:r>
                    <a:rPr lang="zh-CN" altLang="en-US" sz="1400" dirty="0">
                      <a:latin typeface="Times New Roman" panose="02020503050405090304" pitchFamily="18" charset="0"/>
                    </a:rPr>
                    <a:t>0   0</a:t>
                  </a:r>
                  <a:endParaRPr lang="zh-CN" altLang="en-US" sz="1000" dirty="0">
                    <a:latin typeface="Times New Roman" panose="02020503050405090304" pitchFamily="18" charset="0"/>
                  </a:endParaRPr>
                </a:p>
                <a:p>
                  <a:pPr algn="ctr">
                    <a:buClrTx/>
                    <a:buFontTx/>
                  </a:pPr>
                  <a:endParaRPr lang="zh-CN" altLang="en-US" dirty="0">
                    <a:latin typeface="Times New Roman" panose="02020503050405090304" pitchFamily="18" charset="0"/>
                  </a:endParaRPr>
                </a:p>
              </p:txBody>
            </p:sp>
            <p:sp>
              <p:nvSpPr>
                <p:cNvPr id="69648" name="Rectangle 17"/>
                <p:cNvSpPr/>
                <p:nvPr/>
              </p:nvSpPr>
              <p:spPr>
                <a:xfrm>
                  <a:off x="0" y="460"/>
                  <a:ext cx="489" cy="422"/>
                </a:xfrm>
                <a:prstGeom prst="rect">
                  <a:avLst/>
                </a:prstGeom>
                <a:noFill/>
                <a:ln w="7" cap="flat" cmpd="sng">
                  <a:solidFill>
                    <a:srgbClr val="A0A0A0"/>
                  </a:solidFill>
                  <a:prstDash val="solid"/>
                  <a:miter/>
                  <a:headEnd type="none" w="med" len="med"/>
                  <a:tailEnd type="none" w="med" len="med"/>
                </a:ln>
              </p:spPr>
              <p:txBody>
                <a:bodyPr wrap="none" anchor="t" anchorCtr="0"/>
                <a:p>
                  <a:pPr>
                    <a:buClrTx/>
                    <a:buFontTx/>
                  </a:pPr>
                  <a:endParaRPr lang="zh-CN" altLang="en-US" dirty="0">
                    <a:latin typeface="Tahoma" panose="020B0604030504040204" pitchFamily="34" charset="0"/>
                  </a:endParaRPr>
                </a:p>
              </p:txBody>
            </p:sp>
          </p:grpSp>
          <p:grpSp>
            <p:nvGrpSpPr>
              <p:cNvPr id="69649" name="Group 18"/>
              <p:cNvGrpSpPr/>
              <p:nvPr/>
            </p:nvGrpSpPr>
            <p:grpSpPr>
              <a:xfrm>
                <a:off x="489" y="460"/>
                <a:ext cx="446" cy="422"/>
                <a:chOff x="489" y="460"/>
                <a:chExt cx="446" cy="422"/>
              </a:xfrm>
            </p:grpSpPr>
            <p:sp>
              <p:nvSpPr>
                <p:cNvPr id="69650" name="Rectangle 19"/>
                <p:cNvSpPr/>
                <p:nvPr/>
              </p:nvSpPr>
              <p:spPr>
                <a:xfrm>
                  <a:off x="532" y="460"/>
                  <a:ext cx="360" cy="422"/>
                </a:xfrm>
                <a:prstGeom prst="rect">
                  <a:avLst/>
                </a:prstGeom>
                <a:noFill/>
                <a:ln w="9525">
                  <a:noFill/>
                </a:ln>
              </p:spPr>
              <p:txBody>
                <a:bodyPr anchor="t" anchorCtr="0"/>
                <a:p>
                  <a:pPr algn="ctr">
                    <a:buClrTx/>
                    <a:buFontTx/>
                  </a:pPr>
                  <a:r>
                    <a:rPr lang="en-US" altLang="zh-CN" sz="1400" dirty="0">
                      <a:latin typeface="Times New Roman" panose="02020503050405090304" pitchFamily="18" charset="0"/>
                    </a:rPr>
                    <a:t>1</a:t>
                  </a:r>
                  <a:endParaRPr lang="zh-CN" altLang="en-US" sz="1000" dirty="0">
                    <a:latin typeface="Times New Roman" panose="02020503050405090304" pitchFamily="18" charset="0"/>
                  </a:endParaRPr>
                </a:p>
                <a:p>
                  <a:pPr algn="ctr">
                    <a:buClrTx/>
                    <a:buFontTx/>
                  </a:pPr>
                  <a:endParaRPr lang="zh-CN" altLang="en-US" dirty="0">
                    <a:latin typeface="Times New Roman" panose="02020503050405090304" pitchFamily="18" charset="0"/>
                  </a:endParaRPr>
                </a:p>
              </p:txBody>
            </p:sp>
            <p:sp>
              <p:nvSpPr>
                <p:cNvPr id="69651" name="Rectangle 20"/>
                <p:cNvSpPr/>
                <p:nvPr/>
              </p:nvSpPr>
              <p:spPr>
                <a:xfrm>
                  <a:off x="489" y="460"/>
                  <a:ext cx="446" cy="422"/>
                </a:xfrm>
                <a:prstGeom prst="rect">
                  <a:avLst/>
                </a:prstGeom>
                <a:noFill/>
                <a:ln w="7" cap="flat" cmpd="sng">
                  <a:solidFill>
                    <a:srgbClr val="A0A0A0"/>
                  </a:solidFill>
                  <a:prstDash val="solid"/>
                  <a:miter/>
                  <a:headEnd type="none" w="med" len="med"/>
                  <a:tailEnd type="none" w="med" len="med"/>
                </a:ln>
              </p:spPr>
              <p:txBody>
                <a:bodyPr wrap="none" anchor="t" anchorCtr="0"/>
                <a:p>
                  <a:pPr>
                    <a:buClrTx/>
                    <a:buFontTx/>
                  </a:pPr>
                  <a:endParaRPr lang="zh-CN" altLang="en-US" dirty="0">
                    <a:latin typeface="Tahoma" panose="020B0604030504040204" pitchFamily="34" charset="0"/>
                  </a:endParaRPr>
                </a:p>
              </p:txBody>
            </p:sp>
          </p:grpSp>
          <p:grpSp>
            <p:nvGrpSpPr>
              <p:cNvPr id="69652" name="Group 24"/>
              <p:cNvGrpSpPr/>
              <p:nvPr/>
            </p:nvGrpSpPr>
            <p:grpSpPr>
              <a:xfrm>
                <a:off x="0" y="882"/>
                <a:ext cx="489" cy="422"/>
                <a:chOff x="0" y="882"/>
                <a:chExt cx="489" cy="422"/>
              </a:xfrm>
            </p:grpSpPr>
            <p:sp>
              <p:nvSpPr>
                <p:cNvPr id="69653" name="Rectangle 25"/>
                <p:cNvSpPr/>
                <p:nvPr/>
              </p:nvSpPr>
              <p:spPr>
                <a:xfrm>
                  <a:off x="43" y="882"/>
                  <a:ext cx="403" cy="422"/>
                </a:xfrm>
                <a:prstGeom prst="rect">
                  <a:avLst/>
                </a:prstGeom>
                <a:noFill/>
                <a:ln w="9525">
                  <a:noFill/>
                </a:ln>
              </p:spPr>
              <p:txBody>
                <a:bodyPr anchor="t" anchorCtr="0"/>
                <a:p>
                  <a:pPr algn="ctr">
                    <a:buClrTx/>
                    <a:buFontTx/>
                  </a:pPr>
                  <a:r>
                    <a:rPr lang="zh-CN" altLang="en-US" sz="1400" dirty="0">
                      <a:latin typeface="Times New Roman" panose="02020503050405090304" pitchFamily="18" charset="0"/>
                    </a:rPr>
                    <a:t>0   1</a:t>
                  </a:r>
                  <a:endParaRPr lang="zh-CN" altLang="en-US" sz="1000" dirty="0">
                    <a:latin typeface="Times New Roman" panose="02020503050405090304" pitchFamily="18" charset="0"/>
                  </a:endParaRPr>
                </a:p>
                <a:p>
                  <a:pPr algn="ctr">
                    <a:buClrTx/>
                    <a:buFontTx/>
                  </a:pPr>
                  <a:endParaRPr lang="zh-CN" altLang="en-US" dirty="0">
                    <a:latin typeface="Times New Roman" panose="02020503050405090304" pitchFamily="18" charset="0"/>
                  </a:endParaRPr>
                </a:p>
              </p:txBody>
            </p:sp>
            <p:sp>
              <p:nvSpPr>
                <p:cNvPr id="69654" name="Rectangle 26"/>
                <p:cNvSpPr/>
                <p:nvPr/>
              </p:nvSpPr>
              <p:spPr>
                <a:xfrm>
                  <a:off x="0" y="882"/>
                  <a:ext cx="489" cy="422"/>
                </a:xfrm>
                <a:prstGeom prst="rect">
                  <a:avLst/>
                </a:prstGeom>
                <a:noFill/>
                <a:ln w="7" cap="flat" cmpd="sng">
                  <a:solidFill>
                    <a:srgbClr val="A0A0A0"/>
                  </a:solidFill>
                  <a:prstDash val="solid"/>
                  <a:miter/>
                  <a:headEnd type="none" w="med" len="med"/>
                  <a:tailEnd type="none" w="med" len="med"/>
                </a:ln>
              </p:spPr>
              <p:txBody>
                <a:bodyPr wrap="none" anchor="t" anchorCtr="0"/>
                <a:p>
                  <a:pPr>
                    <a:buClrTx/>
                    <a:buFontTx/>
                  </a:pPr>
                  <a:endParaRPr lang="zh-CN" altLang="en-US" dirty="0">
                    <a:latin typeface="Tahoma" panose="020B0604030504040204" pitchFamily="34" charset="0"/>
                  </a:endParaRPr>
                </a:p>
              </p:txBody>
            </p:sp>
          </p:grpSp>
          <p:grpSp>
            <p:nvGrpSpPr>
              <p:cNvPr id="69655" name="Group 27"/>
              <p:cNvGrpSpPr/>
              <p:nvPr/>
            </p:nvGrpSpPr>
            <p:grpSpPr>
              <a:xfrm>
                <a:off x="489" y="882"/>
                <a:ext cx="446" cy="422"/>
                <a:chOff x="489" y="882"/>
                <a:chExt cx="446" cy="422"/>
              </a:xfrm>
            </p:grpSpPr>
            <p:sp>
              <p:nvSpPr>
                <p:cNvPr id="69656" name="Rectangle 28"/>
                <p:cNvSpPr/>
                <p:nvPr/>
              </p:nvSpPr>
              <p:spPr>
                <a:xfrm>
                  <a:off x="532" y="882"/>
                  <a:ext cx="360" cy="422"/>
                </a:xfrm>
                <a:prstGeom prst="rect">
                  <a:avLst/>
                </a:prstGeom>
                <a:noFill/>
                <a:ln w="9525">
                  <a:noFill/>
                </a:ln>
              </p:spPr>
              <p:txBody>
                <a:bodyPr anchor="t" anchorCtr="0"/>
                <a:p>
                  <a:pPr algn="ctr">
                    <a:buClrTx/>
                    <a:buFontTx/>
                  </a:pPr>
                  <a:r>
                    <a:rPr lang="zh-CN" altLang="en-US" sz="1400" dirty="0">
                      <a:latin typeface="Times New Roman" panose="02020503050405090304" pitchFamily="18" charset="0"/>
                    </a:rPr>
                    <a:t>0</a:t>
                  </a:r>
                  <a:endParaRPr lang="zh-CN" altLang="en-US" sz="1000" dirty="0">
                    <a:latin typeface="Times New Roman" panose="02020503050405090304" pitchFamily="18" charset="0"/>
                  </a:endParaRPr>
                </a:p>
                <a:p>
                  <a:pPr algn="ctr">
                    <a:buClrTx/>
                    <a:buFontTx/>
                  </a:pPr>
                  <a:endParaRPr lang="zh-CN" altLang="en-US" dirty="0">
                    <a:latin typeface="Times New Roman" panose="02020503050405090304" pitchFamily="18" charset="0"/>
                  </a:endParaRPr>
                </a:p>
              </p:txBody>
            </p:sp>
            <p:sp>
              <p:nvSpPr>
                <p:cNvPr id="69657" name="Rectangle 29"/>
                <p:cNvSpPr/>
                <p:nvPr/>
              </p:nvSpPr>
              <p:spPr>
                <a:xfrm>
                  <a:off x="489" y="882"/>
                  <a:ext cx="446" cy="422"/>
                </a:xfrm>
                <a:prstGeom prst="rect">
                  <a:avLst/>
                </a:prstGeom>
                <a:noFill/>
                <a:ln w="7" cap="flat" cmpd="sng">
                  <a:solidFill>
                    <a:srgbClr val="A0A0A0"/>
                  </a:solidFill>
                  <a:prstDash val="solid"/>
                  <a:miter/>
                  <a:headEnd type="none" w="med" len="med"/>
                  <a:tailEnd type="none" w="med" len="med"/>
                </a:ln>
              </p:spPr>
              <p:txBody>
                <a:bodyPr wrap="none" anchor="t" anchorCtr="0"/>
                <a:p>
                  <a:pPr>
                    <a:buClrTx/>
                    <a:buFontTx/>
                  </a:pPr>
                  <a:endParaRPr lang="zh-CN" altLang="en-US" dirty="0">
                    <a:latin typeface="Tahoma" panose="020B0604030504040204" pitchFamily="34" charset="0"/>
                  </a:endParaRPr>
                </a:p>
              </p:txBody>
            </p:sp>
          </p:grpSp>
          <p:grpSp>
            <p:nvGrpSpPr>
              <p:cNvPr id="69658" name="Group 33"/>
              <p:cNvGrpSpPr/>
              <p:nvPr/>
            </p:nvGrpSpPr>
            <p:grpSpPr>
              <a:xfrm>
                <a:off x="0" y="1304"/>
                <a:ext cx="489" cy="422"/>
                <a:chOff x="0" y="1304"/>
                <a:chExt cx="489" cy="422"/>
              </a:xfrm>
            </p:grpSpPr>
            <p:sp>
              <p:nvSpPr>
                <p:cNvPr id="69659" name="Rectangle 34"/>
                <p:cNvSpPr/>
                <p:nvPr/>
              </p:nvSpPr>
              <p:spPr>
                <a:xfrm>
                  <a:off x="43" y="1304"/>
                  <a:ext cx="403" cy="422"/>
                </a:xfrm>
                <a:prstGeom prst="rect">
                  <a:avLst/>
                </a:prstGeom>
                <a:noFill/>
                <a:ln w="9525">
                  <a:noFill/>
                </a:ln>
              </p:spPr>
              <p:txBody>
                <a:bodyPr anchor="t" anchorCtr="0"/>
                <a:p>
                  <a:pPr algn="ctr">
                    <a:buClrTx/>
                    <a:buFontTx/>
                  </a:pPr>
                  <a:r>
                    <a:rPr lang="zh-CN" altLang="en-US" sz="1400" dirty="0">
                      <a:latin typeface="Times New Roman" panose="02020503050405090304" pitchFamily="18" charset="0"/>
                    </a:rPr>
                    <a:t>1   0</a:t>
                  </a:r>
                  <a:endParaRPr lang="zh-CN" altLang="en-US" sz="1000" dirty="0">
                    <a:latin typeface="Times New Roman" panose="02020503050405090304" pitchFamily="18" charset="0"/>
                  </a:endParaRPr>
                </a:p>
                <a:p>
                  <a:pPr algn="ctr">
                    <a:buClrTx/>
                    <a:buFontTx/>
                  </a:pPr>
                  <a:endParaRPr lang="zh-CN" altLang="en-US" dirty="0">
                    <a:latin typeface="Times New Roman" panose="02020503050405090304" pitchFamily="18" charset="0"/>
                  </a:endParaRPr>
                </a:p>
              </p:txBody>
            </p:sp>
            <p:sp>
              <p:nvSpPr>
                <p:cNvPr id="69660" name="Rectangle 35"/>
                <p:cNvSpPr/>
                <p:nvPr/>
              </p:nvSpPr>
              <p:spPr>
                <a:xfrm>
                  <a:off x="0" y="1304"/>
                  <a:ext cx="489" cy="422"/>
                </a:xfrm>
                <a:prstGeom prst="rect">
                  <a:avLst/>
                </a:prstGeom>
                <a:noFill/>
                <a:ln w="7" cap="flat" cmpd="sng">
                  <a:solidFill>
                    <a:srgbClr val="A0A0A0"/>
                  </a:solidFill>
                  <a:prstDash val="solid"/>
                  <a:miter/>
                  <a:headEnd type="none" w="med" len="med"/>
                  <a:tailEnd type="none" w="med" len="med"/>
                </a:ln>
              </p:spPr>
              <p:txBody>
                <a:bodyPr wrap="none" anchor="t" anchorCtr="0"/>
                <a:p>
                  <a:pPr>
                    <a:buClrTx/>
                    <a:buFontTx/>
                  </a:pPr>
                  <a:endParaRPr lang="zh-CN" altLang="en-US" dirty="0">
                    <a:latin typeface="Tahoma" panose="020B0604030504040204" pitchFamily="34" charset="0"/>
                  </a:endParaRPr>
                </a:p>
              </p:txBody>
            </p:sp>
          </p:grpSp>
          <p:grpSp>
            <p:nvGrpSpPr>
              <p:cNvPr id="69661" name="Group 36"/>
              <p:cNvGrpSpPr/>
              <p:nvPr/>
            </p:nvGrpSpPr>
            <p:grpSpPr>
              <a:xfrm>
                <a:off x="489" y="1304"/>
                <a:ext cx="446" cy="422"/>
                <a:chOff x="489" y="1304"/>
                <a:chExt cx="446" cy="422"/>
              </a:xfrm>
            </p:grpSpPr>
            <p:sp>
              <p:nvSpPr>
                <p:cNvPr id="69662" name="Rectangle 37"/>
                <p:cNvSpPr/>
                <p:nvPr/>
              </p:nvSpPr>
              <p:spPr>
                <a:xfrm>
                  <a:off x="532" y="1304"/>
                  <a:ext cx="360" cy="422"/>
                </a:xfrm>
                <a:prstGeom prst="rect">
                  <a:avLst/>
                </a:prstGeom>
                <a:noFill/>
                <a:ln w="9525">
                  <a:noFill/>
                </a:ln>
              </p:spPr>
              <p:txBody>
                <a:bodyPr anchor="t" anchorCtr="0"/>
                <a:p>
                  <a:pPr algn="ctr">
                    <a:buClrTx/>
                    <a:buFontTx/>
                  </a:pPr>
                  <a:r>
                    <a:rPr lang="zh-CN" altLang="en-US" sz="1400" dirty="0">
                      <a:latin typeface="Times New Roman" panose="02020503050405090304" pitchFamily="18" charset="0"/>
                    </a:rPr>
                    <a:t>0</a:t>
                  </a:r>
                  <a:endParaRPr lang="zh-CN" altLang="en-US" sz="1000" dirty="0">
                    <a:latin typeface="Times New Roman" panose="02020503050405090304" pitchFamily="18" charset="0"/>
                  </a:endParaRPr>
                </a:p>
                <a:p>
                  <a:pPr algn="ctr">
                    <a:buClrTx/>
                    <a:buFontTx/>
                  </a:pPr>
                  <a:endParaRPr lang="zh-CN" altLang="en-US" dirty="0">
                    <a:latin typeface="Times New Roman" panose="02020503050405090304" pitchFamily="18" charset="0"/>
                  </a:endParaRPr>
                </a:p>
              </p:txBody>
            </p:sp>
            <p:sp>
              <p:nvSpPr>
                <p:cNvPr id="69663" name="Rectangle 38"/>
                <p:cNvSpPr/>
                <p:nvPr/>
              </p:nvSpPr>
              <p:spPr>
                <a:xfrm>
                  <a:off x="489" y="1304"/>
                  <a:ext cx="446" cy="422"/>
                </a:xfrm>
                <a:prstGeom prst="rect">
                  <a:avLst/>
                </a:prstGeom>
                <a:noFill/>
                <a:ln w="7" cap="flat" cmpd="sng">
                  <a:solidFill>
                    <a:srgbClr val="A0A0A0"/>
                  </a:solidFill>
                  <a:prstDash val="solid"/>
                  <a:miter/>
                  <a:headEnd type="none" w="med" len="med"/>
                  <a:tailEnd type="none" w="med" len="med"/>
                </a:ln>
              </p:spPr>
              <p:txBody>
                <a:bodyPr wrap="none" anchor="t" anchorCtr="0"/>
                <a:p>
                  <a:pPr>
                    <a:buClrTx/>
                    <a:buFontTx/>
                  </a:pPr>
                  <a:endParaRPr lang="zh-CN" altLang="en-US" dirty="0">
                    <a:latin typeface="Tahoma" panose="020B0604030504040204" pitchFamily="34" charset="0"/>
                  </a:endParaRPr>
                </a:p>
              </p:txBody>
            </p:sp>
          </p:grpSp>
          <p:grpSp>
            <p:nvGrpSpPr>
              <p:cNvPr id="69664" name="Group 42"/>
              <p:cNvGrpSpPr/>
              <p:nvPr/>
            </p:nvGrpSpPr>
            <p:grpSpPr>
              <a:xfrm>
                <a:off x="0" y="1726"/>
                <a:ext cx="489" cy="422"/>
                <a:chOff x="0" y="1726"/>
                <a:chExt cx="489" cy="422"/>
              </a:xfrm>
            </p:grpSpPr>
            <p:sp>
              <p:nvSpPr>
                <p:cNvPr id="69665" name="Rectangle 43"/>
                <p:cNvSpPr/>
                <p:nvPr/>
              </p:nvSpPr>
              <p:spPr>
                <a:xfrm>
                  <a:off x="43" y="1726"/>
                  <a:ext cx="403" cy="422"/>
                </a:xfrm>
                <a:prstGeom prst="rect">
                  <a:avLst/>
                </a:prstGeom>
                <a:noFill/>
                <a:ln w="9525">
                  <a:noFill/>
                </a:ln>
              </p:spPr>
              <p:txBody>
                <a:bodyPr anchor="t" anchorCtr="0"/>
                <a:p>
                  <a:pPr algn="ctr">
                    <a:buClrTx/>
                    <a:buFontTx/>
                  </a:pPr>
                  <a:r>
                    <a:rPr lang="zh-CN" altLang="en-US" sz="1400" dirty="0">
                      <a:latin typeface="Times New Roman" panose="02020503050405090304" pitchFamily="18" charset="0"/>
                    </a:rPr>
                    <a:t>1   1</a:t>
                  </a:r>
                  <a:endParaRPr lang="zh-CN" altLang="en-US" sz="1000" dirty="0">
                    <a:latin typeface="Times New Roman" panose="02020503050405090304" pitchFamily="18" charset="0"/>
                  </a:endParaRPr>
                </a:p>
                <a:p>
                  <a:pPr algn="ctr">
                    <a:buClrTx/>
                    <a:buFontTx/>
                  </a:pPr>
                  <a:endParaRPr lang="zh-CN" altLang="en-US" dirty="0">
                    <a:latin typeface="Times New Roman" panose="02020503050405090304" pitchFamily="18" charset="0"/>
                  </a:endParaRPr>
                </a:p>
              </p:txBody>
            </p:sp>
            <p:sp>
              <p:nvSpPr>
                <p:cNvPr id="69666" name="Rectangle 44"/>
                <p:cNvSpPr/>
                <p:nvPr/>
              </p:nvSpPr>
              <p:spPr>
                <a:xfrm>
                  <a:off x="0" y="1726"/>
                  <a:ext cx="489" cy="422"/>
                </a:xfrm>
                <a:prstGeom prst="rect">
                  <a:avLst/>
                </a:prstGeom>
                <a:noFill/>
                <a:ln w="7" cap="flat" cmpd="sng">
                  <a:solidFill>
                    <a:srgbClr val="A0A0A0"/>
                  </a:solidFill>
                  <a:prstDash val="solid"/>
                  <a:miter/>
                  <a:headEnd type="none" w="med" len="med"/>
                  <a:tailEnd type="none" w="med" len="med"/>
                </a:ln>
              </p:spPr>
              <p:txBody>
                <a:bodyPr wrap="none" anchor="t" anchorCtr="0"/>
                <a:p>
                  <a:pPr>
                    <a:buClrTx/>
                    <a:buFontTx/>
                  </a:pPr>
                  <a:endParaRPr lang="zh-CN" altLang="en-US" dirty="0">
                    <a:latin typeface="Tahoma" panose="020B0604030504040204" pitchFamily="34" charset="0"/>
                  </a:endParaRPr>
                </a:p>
              </p:txBody>
            </p:sp>
          </p:grpSp>
          <p:grpSp>
            <p:nvGrpSpPr>
              <p:cNvPr id="69667" name="Group 45"/>
              <p:cNvGrpSpPr/>
              <p:nvPr/>
            </p:nvGrpSpPr>
            <p:grpSpPr>
              <a:xfrm>
                <a:off x="489" y="1726"/>
                <a:ext cx="446" cy="422"/>
                <a:chOff x="489" y="1726"/>
                <a:chExt cx="446" cy="422"/>
              </a:xfrm>
            </p:grpSpPr>
            <p:sp>
              <p:nvSpPr>
                <p:cNvPr id="69668" name="Rectangle 46"/>
                <p:cNvSpPr/>
                <p:nvPr/>
              </p:nvSpPr>
              <p:spPr>
                <a:xfrm>
                  <a:off x="532" y="1726"/>
                  <a:ext cx="360" cy="422"/>
                </a:xfrm>
                <a:prstGeom prst="rect">
                  <a:avLst/>
                </a:prstGeom>
                <a:noFill/>
                <a:ln w="9525">
                  <a:noFill/>
                </a:ln>
              </p:spPr>
              <p:txBody>
                <a:bodyPr anchor="t" anchorCtr="0"/>
                <a:p>
                  <a:pPr algn="ctr">
                    <a:buClrTx/>
                    <a:buFontTx/>
                  </a:pPr>
                  <a:r>
                    <a:rPr lang="zh-CN" altLang="en-US" sz="1400" dirty="0">
                      <a:latin typeface="Times New Roman" panose="02020503050405090304" pitchFamily="18" charset="0"/>
                    </a:rPr>
                    <a:t>1</a:t>
                  </a:r>
                  <a:endParaRPr lang="zh-CN" altLang="en-US" sz="1000" dirty="0">
                    <a:latin typeface="Times New Roman" panose="02020503050405090304" pitchFamily="18" charset="0"/>
                  </a:endParaRPr>
                </a:p>
                <a:p>
                  <a:pPr algn="ctr">
                    <a:buClrTx/>
                    <a:buFontTx/>
                  </a:pPr>
                  <a:endParaRPr lang="zh-CN" altLang="en-US" dirty="0">
                    <a:latin typeface="Times New Roman" panose="02020503050405090304" pitchFamily="18" charset="0"/>
                  </a:endParaRPr>
                </a:p>
              </p:txBody>
            </p:sp>
            <p:sp>
              <p:nvSpPr>
                <p:cNvPr id="69669" name="Rectangle 47"/>
                <p:cNvSpPr/>
                <p:nvPr/>
              </p:nvSpPr>
              <p:spPr>
                <a:xfrm>
                  <a:off x="489" y="1726"/>
                  <a:ext cx="446" cy="422"/>
                </a:xfrm>
                <a:prstGeom prst="rect">
                  <a:avLst/>
                </a:prstGeom>
                <a:noFill/>
                <a:ln w="7" cap="flat" cmpd="sng">
                  <a:solidFill>
                    <a:srgbClr val="A0A0A0"/>
                  </a:solidFill>
                  <a:prstDash val="solid"/>
                  <a:miter/>
                  <a:headEnd type="none" w="med" len="med"/>
                  <a:tailEnd type="none" w="med" len="med"/>
                </a:ln>
              </p:spPr>
              <p:txBody>
                <a:bodyPr wrap="none" anchor="t" anchorCtr="0"/>
                <a:p>
                  <a:pPr>
                    <a:buClrTx/>
                    <a:buFontTx/>
                  </a:pPr>
                  <a:endParaRPr lang="zh-CN" altLang="en-US" dirty="0">
                    <a:latin typeface="Tahoma" panose="020B0604030504040204" pitchFamily="34" charset="0"/>
                  </a:endParaRPr>
                </a:p>
              </p:txBody>
            </p:sp>
          </p:grpSp>
        </p:grpSp>
        <p:sp>
          <p:nvSpPr>
            <p:cNvPr id="69670" name="Rectangle 51"/>
            <p:cNvSpPr/>
            <p:nvPr/>
          </p:nvSpPr>
          <p:spPr>
            <a:xfrm>
              <a:off x="5868145" y="2342339"/>
              <a:ext cx="1654424" cy="2592388"/>
            </a:xfrm>
            <a:prstGeom prst="rect">
              <a:avLst/>
            </a:prstGeom>
            <a:noFill/>
            <a:ln w="11112" cap="flat" cmpd="sng">
              <a:solidFill>
                <a:srgbClr val="A0A0A0"/>
              </a:solidFill>
              <a:prstDash val="solid"/>
              <a:miter/>
              <a:headEnd type="none" w="med" len="med"/>
              <a:tailEnd type="none" w="med" len="med"/>
            </a:ln>
          </p:spPr>
          <p:txBody>
            <a:bodyPr wrap="none" anchor="t" anchorCtr="0"/>
            <a:p>
              <a:pPr>
                <a:buClrTx/>
                <a:buFontTx/>
              </a:pPr>
              <a:endParaRPr lang="zh-CN" altLang="en-US" dirty="0">
                <a:latin typeface="Tahoma" panose="020B0604030504040204" pitchFamily="34" charset="0"/>
              </a:endParaRPr>
            </a:p>
          </p:txBody>
        </p:sp>
      </p:grpSp>
      <p:sp>
        <p:nvSpPr>
          <p:cNvPr id="56" name="Rectangle 3"/>
          <p:cNvSpPr txBox="1"/>
          <p:nvPr/>
        </p:nvSpPr>
        <p:spPr>
          <a:xfrm>
            <a:off x="3597275" y="1809750"/>
            <a:ext cx="5033963" cy="4114800"/>
          </a:xfrm>
          <a:prstGeom prst="rect">
            <a:avLst/>
          </a:prstGeom>
          <a:noFill/>
          <a:ln w="9525">
            <a:noFill/>
          </a:ln>
        </p:spPr>
        <p:txBody>
          <a:bodyPr anchor="t" anchorCtr="0"/>
          <a:p>
            <a:pPr marL="742950" lvl="1" indent="-285750" algn="just" rtl="0" eaLnBrk="1" fontAlgn="base" hangingPunct="1">
              <a:spcBef>
                <a:spcPct val="20000"/>
              </a:spcBef>
              <a:spcAft>
                <a:spcPct val="0"/>
              </a:spcAft>
              <a:buClr>
                <a:schemeClr val="hlink"/>
              </a:buClr>
              <a:buSzPct val="55000"/>
              <a:buFont typeface="Wingdings" panose="05000000000000000000" pitchFamily="2" charset="2"/>
              <a:buChar char="n"/>
            </a:pPr>
            <a:r>
              <a:rPr lang="en-US" altLang="zh-CN" sz="2400" dirty="0">
                <a:solidFill>
                  <a:schemeClr val="tx1"/>
                </a:solidFill>
                <a:latin typeface="Times New Roman" panose="02020503050405090304" pitchFamily="18" charset="0"/>
                <a:ea typeface="宋体" pitchFamily="2" charset="-122"/>
              </a:rPr>
              <a:t>P</a:t>
            </a:r>
            <a:r>
              <a:rPr lang="en-US" altLang="zh-CN" sz="2400" dirty="0">
                <a:solidFill>
                  <a:schemeClr val="tx1"/>
                </a:solidFill>
                <a:latin typeface="Times New Roman" panose="02020503050405090304" pitchFamily="18" charset="0"/>
                <a:ea typeface="宋体" pitchFamily="2" charset="-122"/>
                <a:sym typeface="Symbol" panose="05050102010706020507" pitchFamily="18" charset="2"/>
              </a:rPr>
              <a:t></a:t>
            </a:r>
            <a:r>
              <a:rPr lang="en-US" altLang="zh-CN" sz="2400" dirty="0">
                <a:solidFill>
                  <a:schemeClr val="tx1"/>
                </a:solidFill>
                <a:latin typeface="Times New Roman" panose="02020503050405090304" pitchFamily="18" charset="0"/>
                <a:ea typeface="宋体" pitchFamily="2" charset="-122"/>
              </a:rPr>
              <a:t>Q</a:t>
            </a:r>
            <a:r>
              <a:rPr lang="zh-CN" altLang="en-US" sz="2400" dirty="0">
                <a:solidFill>
                  <a:schemeClr val="tx1"/>
                </a:solidFill>
                <a:latin typeface="Times New Roman" panose="02020503050405090304" pitchFamily="18" charset="0"/>
                <a:ea typeface="宋体" pitchFamily="2" charset="-122"/>
              </a:rPr>
              <a:t>的真值表</a:t>
            </a:r>
            <a:endParaRPr lang="zh-CN" altLang="en-US" sz="2400" dirty="0">
              <a:solidFill>
                <a:schemeClr val="tx1"/>
              </a:solidFill>
              <a:latin typeface="Tahoma" panose="020B0604030504040204" pitchFamily="34" charset="0"/>
              <a:ea typeface="宋体" pitchFamily="2" charset="-122"/>
            </a:endParaRPr>
          </a:p>
          <a:p>
            <a:pPr marL="742950" lvl="1" indent="-285750" algn="just" rtl="0" eaLnBrk="1" fontAlgn="base" hangingPunct="1">
              <a:spcBef>
                <a:spcPct val="20000"/>
              </a:spcBef>
              <a:spcAft>
                <a:spcPct val="0"/>
              </a:spcAft>
              <a:buClr>
                <a:schemeClr val="hlink"/>
              </a:buClr>
              <a:buSzPct val="55000"/>
              <a:buFont typeface="Wingdings" panose="05000000000000000000" pitchFamily="2" charset="2"/>
              <a:buChar char="n"/>
            </a:pPr>
            <a:r>
              <a:rPr lang="zh-CN" altLang="en-US" sz="2400" dirty="0">
                <a:solidFill>
                  <a:schemeClr val="tx1"/>
                </a:solidFill>
                <a:latin typeface="Times New Roman" panose="02020503050405090304" pitchFamily="18" charset="0"/>
                <a:ea typeface="宋体" pitchFamily="2" charset="-122"/>
              </a:rPr>
              <a:t>找使公式为假的赋值。</a:t>
            </a:r>
            <a:endParaRPr lang="zh-CN" altLang="en-US" sz="2400" dirty="0">
              <a:solidFill>
                <a:schemeClr val="tx1"/>
              </a:solidFill>
              <a:latin typeface="Tahoma" panose="020B0604030504040204" pitchFamily="34" charset="0"/>
              <a:ea typeface="宋体" pitchFamily="2" charset="-122"/>
            </a:endParaRPr>
          </a:p>
          <a:p>
            <a:pPr marL="742950" lvl="1" indent="-285750" algn="just" rtl="0" eaLnBrk="1" fontAlgn="base" hangingPunct="1">
              <a:spcBef>
                <a:spcPct val="20000"/>
              </a:spcBef>
              <a:spcAft>
                <a:spcPct val="0"/>
              </a:spcAft>
              <a:buClr>
                <a:schemeClr val="hlink"/>
              </a:buClr>
              <a:buSzPct val="55000"/>
              <a:buFont typeface="Wingdings" panose="05000000000000000000" pitchFamily="2" charset="2"/>
              <a:buChar char="n"/>
            </a:pPr>
            <a:r>
              <a:rPr lang="zh-CN" altLang="en-US" sz="2400" dirty="0">
                <a:solidFill>
                  <a:schemeClr val="tx1"/>
                </a:solidFill>
                <a:latin typeface="Tahoma" panose="020B0604030504040204" pitchFamily="34" charset="0"/>
                <a:ea typeface="宋体" pitchFamily="2" charset="-122"/>
              </a:rPr>
              <a:t>0</a:t>
            </a:r>
            <a:r>
              <a:rPr lang="en-US" altLang="zh-CN" sz="2400" dirty="0">
                <a:solidFill>
                  <a:schemeClr val="tx1"/>
                </a:solidFill>
                <a:latin typeface="Tahoma" panose="020B0604030504040204" pitchFamily="34" charset="0"/>
                <a:ea typeface="宋体" pitchFamily="2" charset="-122"/>
              </a:rPr>
              <a:t>1</a:t>
            </a:r>
            <a:r>
              <a:rPr lang="zh-CN" altLang="en-US" sz="2400" dirty="0">
                <a:solidFill>
                  <a:schemeClr val="tx1"/>
                </a:solidFill>
                <a:latin typeface="Times New Roman" panose="02020503050405090304" pitchFamily="18" charset="0"/>
                <a:ea typeface="宋体" pitchFamily="2" charset="-122"/>
              </a:rPr>
              <a:t>对应的极大项是</a:t>
            </a:r>
            <a:r>
              <a:rPr lang="en-US" altLang="zh-CN" sz="2400" dirty="0">
                <a:solidFill>
                  <a:schemeClr val="tx1"/>
                </a:solidFill>
                <a:latin typeface="Tahoma" panose="020B0604030504040204" pitchFamily="34" charset="0"/>
                <a:ea typeface="宋体" pitchFamily="2" charset="-122"/>
              </a:rPr>
              <a:t>P</a:t>
            </a:r>
            <a:r>
              <a:rPr lang="en-US" altLang="zh-CN" sz="2400" dirty="0">
                <a:solidFill>
                  <a:schemeClr val="tx1"/>
                </a:solidFill>
                <a:latin typeface="Times New Roman" panose="02020503050405090304" pitchFamily="18" charset="0"/>
                <a:ea typeface="宋体" pitchFamily="2" charset="-122"/>
                <a:sym typeface="Symbol" panose="05050102010706020507" pitchFamily="18" charset="2"/>
              </a:rPr>
              <a:t>¬</a:t>
            </a:r>
            <a:r>
              <a:rPr lang="en-US" altLang="zh-CN" sz="2400" dirty="0">
                <a:solidFill>
                  <a:schemeClr val="tx1"/>
                </a:solidFill>
                <a:latin typeface="Tahoma" panose="020B0604030504040204" pitchFamily="34" charset="0"/>
                <a:ea typeface="宋体" pitchFamily="2" charset="-122"/>
              </a:rPr>
              <a:t>Q </a:t>
            </a:r>
            <a:r>
              <a:rPr lang="en-US" altLang="zh-CN" sz="2400" dirty="0">
                <a:solidFill>
                  <a:schemeClr val="tx1"/>
                </a:solidFill>
                <a:latin typeface="Times New Roman" panose="02020503050405090304" pitchFamily="18" charset="0"/>
                <a:ea typeface="宋体" pitchFamily="2" charset="-122"/>
              </a:rPr>
              <a:t>（</a:t>
            </a:r>
            <a:r>
              <a:rPr lang="en-US" altLang="zh-CN" sz="2400" dirty="0">
                <a:solidFill>
                  <a:schemeClr val="tx1"/>
                </a:solidFill>
                <a:latin typeface="Tahoma" panose="020B0604030504040204" pitchFamily="34" charset="0"/>
                <a:ea typeface="宋体" pitchFamily="2" charset="-122"/>
              </a:rPr>
              <a:t>M</a:t>
            </a:r>
            <a:r>
              <a:rPr lang="en-US" altLang="zh-CN" sz="2400" baseline="-30000" dirty="0">
                <a:solidFill>
                  <a:schemeClr val="tx1"/>
                </a:solidFill>
                <a:latin typeface="Tahoma" panose="020B0604030504040204" pitchFamily="34" charset="0"/>
                <a:ea typeface="宋体" pitchFamily="2" charset="-122"/>
              </a:rPr>
              <a:t>1</a:t>
            </a:r>
            <a:r>
              <a:rPr lang="en-US" altLang="zh-CN" sz="2400" dirty="0">
                <a:solidFill>
                  <a:schemeClr val="tx1"/>
                </a:solidFill>
                <a:latin typeface="Times New Roman" panose="02020503050405090304" pitchFamily="18" charset="0"/>
                <a:ea typeface="宋体" pitchFamily="2" charset="-122"/>
              </a:rPr>
              <a:t>）</a:t>
            </a:r>
            <a:endParaRPr lang="en-US" altLang="zh-CN" sz="2400" dirty="0">
              <a:solidFill>
                <a:schemeClr val="tx1"/>
              </a:solidFill>
              <a:latin typeface="Tahoma" panose="020B0604030504040204" pitchFamily="34" charset="0"/>
              <a:ea typeface="宋体" pitchFamily="2" charset="-122"/>
            </a:endParaRPr>
          </a:p>
          <a:p>
            <a:pPr marL="742950" lvl="1" indent="-285750" algn="just" rtl="0" eaLnBrk="1" fontAlgn="base" hangingPunct="1">
              <a:spcBef>
                <a:spcPct val="20000"/>
              </a:spcBef>
              <a:spcAft>
                <a:spcPct val="0"/>
              </a:spcAft>
              <a:buClr>
                <a:schemeClr val="hlink"/>
              </a:buClr>
              <a:buSzPct val="55000"/>
              <a:buFont typeface="Wingdings" panose="05000000000000000000" pitchFamily="2" charset="2"/>
              <a:buChar char="n"/>
            </a:pPr>
            <a:r>
              <a:rPr lang="en-US" altLang="zh-CN" sz="2400" dirty="0">
                <a:solidFill>
                  <a:schemeClr val="tx1"/>
                </a:solidFill>
                <a:latin typeface="Tahoma" panose="020B0604030504040204" pitchFamily="34" charset="0"/>
                <a:ea typeface="宋体" pitchFamily="2" charset="-122"/>
              </a:rPr>
              <a:t>10</a:t>
            </a:r>
            <a:r>
              <a:rPr lang="zh-CN" altLang="en-US" sz="2400" dirty="0">
                <a:solidFill>
                  <a:schemeClr val="tx1"/>
                </a:solidFill>
                <a:latin typeface="Times New Roman" panose="02020503050405090304" pitchFamily="18" charset="0"/>
                <a:ea typeface="宋体" pitchFamily="2" charset="-122"/>
              </a:rPr>
              <a:t>对应的极大项是</a:t>
            </a:r>
            <a:r>
              <a:rPr lang="en-US" altLang="zh-CN" sz="2400" dirty="0">
                <a:solidFill>
                  <a:schemeClr val="tx1"/>
                </a:solidFill>
                <a:latin typeface="Times New Roman" panose="02020503050405090304" pitchFamily="18" charset="0"/>
                <a:ea typeface="宋体" pitchFamily="2" charset="-122"/>
                <a:sym typeface="Symbol" panose="05050102010706020507" pitchFamily="18" charset="2"/>
              </a:rPr>
              <a:t>¬</a:t>
            </a:r>
            <a:r>
              <a:rPr lang="en-US" altLang="zh-CN" sz="2400" dirty="0">
                <a:solidFill>
                  <a:schemeClr val="tx1"/>
                </a:solidFill>
                <a:latin typeface="Tahoma" panose="020B0604030504040204" pitchFamily="34" charset="0"/>
                <a:ea typeface="宋体" pitchFamily="2" charset="-122"/>
              </a:rPr>
              <a:t>P</a:t>
            </a:r>
            <a:r>
              <a:rPr lang="en-US" altLang="zh-CN" sz="2400" dirty="0">
                <a:solidFill>
                  <a:schemeClr val="tx1"/>
                </a:solidFill>
                <a:latin typeface="Times New Roman" panose="02020503050405090304" pitchFamily="18" charset="0"/>
                <a:ea typeface="宋体" pitchFamily="2" charset="-122"/>
                <a:sym typeface="Symbol" panose="05050102010706020507" pitchFamily="18" charset="2"/>
              </a:rPr>
              <a:t>  </a:t>
            </a:r>
            <a:r>
              <a:rPr lang="en-US" altLang="zh-CN" sz="2400" dirty="0">
                <a:solidFill>
                  <a:schemeClr val="tx1"/>
                </a:solidFill>
                <a:latin typeface="Tahoma" panose="020B0604030504040204" pitchFamily="34" charset="0"/>
                <a:ea typeface="宋体" pitchFamily="2" charset="-122"/>
              </a:rPr>
              <a:t>Q </a:t>
            </a:r>
            <a:r>
              <a:rPr lang="en-US" altLang="zh-CN" sz="2400" dirty="0">
                <a:solidFill>
                  <a:schemeClr val="tx1"/>
                </a:solidFill>
                <a:latin typeface="Times New Roman" panose="02020503050405090304" pitchFamily="18" charset="0"/>
                <a:ea typeface="宋体" pitchFamily="2" charset="-122"/>
              </a:rPr>
              <a:t>（</a:t>
            </a:r>
            <a:r>
              <a:rPr lang="en-US" altLang="zh-CN" sz="2400" dirty="0">
                <a:solidFill>
                  <a:schemeClr val="tx1"/>
                </a:solidFill>
                <a:latin typeface="Tahoma" panose="020B0604030504040204" pitchFamily="34" charset="0"/>
                <a:ea typeface="宋体" pitchFamily="2" charset="-122"/>
              </a:rPr>
              <a:t>M</a:t>
            </a:r>
            <a:r>
              <a:rPr lang="en-US" altLang="zh-CN" sz="2400" baseline="-30000" dirty="0">
                <a:solidFill>
                  <a:schemeClr val="tx1"/>
                </a:solidFill>
                <a:latin typeface="Tahoma" panose="020B0604030504040204" pitchFamily="34" charset="0"/>
                <a:ea typeface="宋体" pitchFamily="2" charset="-122"/>
              </a:rPr>
              <a:t>2</a:t>
            </a:r>
            <a:r>
              <a:rPr lang="en-US" altLang="zh-CN" sz="2400" dirty="0">
                <a:solidFill>
                  <a:schemeClr val="tx1"/>
                </a:solidFill>
                <a:latin typeface="Times New Roman" panose="02020503050405090304" pitchFamily="18" charset="0"/>
                <a:ea typeface="宋体" pitchFamily="2" charset="-122"/>
              </a:rPr>
              <a:t>）</a:t>
            </a:r>
            <a:endParaRPr lang="en-US" altLang="zh-CN" sz="2400" dirty="0">
              <a:solidFill>
                <a:schemeClr val="tx1"/>
              </a:solidFill>
              <a:latin typeface="Tahoma" panose="020B0604030504040204" pitchFamily="34" charset="0"/>
              <a:ea typeface="宋体" pitchFamily="2" charset="-122"/>
            </a:endParaRPr>
          </a:p>
          <a:p>
            <a:pPr marL="742950" lvl="1" indent="-285750" algn="just" rtl="0" eaLnBrk="1" fontAlgn="base" hangingPunct="1">
              <a:spcBef>
                <a:spcPct val="20000"/>
              </a:spcBef>
              <a:spcAft>
                <a:spcPct val="0"/>
              </a:spcAft>
              <a:buClr>
                <a:schemeClr val="hlink"/>
              </a:buClr>
              <a:buSzPct val="55000"/>
              <a:buFont typeface="Wingdings" panose="05000000000000000000" pitchFamily="2" charset="2"/>
              <a:buChar char="n"/>
            </a:pPr>
            <a:r>
              <a:rPr lang="zh-CN" altLang="en-US" sz="2400" dirty="0">
                <a:solidFill>
                  <a:schemeClr val="tx1"/>
                </a:solidFill>
                <a:latin typeface="Times New Roman" panose="02020503050405090304" pitchFamily="18" charset="0"/>
                <a:ea typeface="宋体" pitchFamily="2" charset="-122"/>
              </a:rPr>
              <a:t>则原公式的主合取范式是</a:t>
            </a:r>
            <a:endParaRPr lang="zh-CN" altLang="en-US" sz="2400" dirty="0">
              <a:solidFill>
                <a:schemeClr val="tx1"/>
              </a:solidFill>
              <a:latin typeface="Tahoma" panose="020B0604030504040204" pitchFamily="34" charset="0"/>
              <a:ea typeface="宋体" pitchFamily="2" charset="-122"/>
            </a:endParaRPr>
          </a:p>
          <a:p>
            <a:pPr marL="742950" lvl="1" indent="-285750" algn="just" rtl="0" eaLnBrk="1" fontAlgn="base" hangingPunct="1">
              <a:spcBef>
                <a:spcPct val="20000"/>
              </a:spcBef>
              <a:spcAft>
                <a:spcPct val="0"/>
              </a:spcAft>
              <a:buClr>
                <a:schemeClr val="hlink"/>
              </a:buClr>
              <a:buSzPct val="55000"/>
              <a:buFont typeface="Wingdings" panose="05000000000000000000" pitchFamily="2" charset="2"/>
              <a:buChar char="n"/>
            </a:pPr>
            <a:r>
              <a:rPr lang="en-US" altLang="zh-CN" sz="2400" dirty="0">
                <a:solidFill>
                  <a:schemeClr val="tx1"/>
                </a:solidFill>
                <a:latin typeface="Times New Roman" panose="02020503050405090304" pitchFamily="18" charset="0"/>
                <a:ea typeface="宋体" pitchFamily="2" charset="-122"/>
              </a:rPr>
              <a:t>P</a:t>
            </a:r>
            <a:r>
              <a:rPr lang="en-US" altLang="zh-CN" sz="2400" dirty="0">
                <a:solidFill>
                  <a:schemeClr val="tx1"/>
                </a:solidFill>
                <a:latin typeface="Times New Roman" panose="02020503050405090304" pitchFamily="18" charset="0"/>
                <a:ea typeface="宋体" pitchFamily="2" charset="-122"/>
                <a:sym typeface="Symbol" panose="05050102010706020507" pitchFamily="18" charset="2"/>
              </a:rPr>
              <a:t></a:t>
            </a:r>
            <a:r>
              <a:rPr lang="en-US" altLang="zh-CN" sz="2400" dirty="0">
                <a:solidFill>
                  <a:schemeClr val="tx1"/>
                </a:solidFill>
                <a:latin typeface="Times New Roman" panose="02020503050405090304" pitchFamily="18" charset="0"/>
                <a:ea typeface="宋体" pitchFamily="2" charset="-122"/>
              </a:rPr>
              <a:t>Q</a:t>
            </a:r>
            <a:r>
              <a:rPr lang="en-US" altLang="zh-CN" sz="2400" dirty="0">
                <a:solidFill>
                  <a:schemeClr val="tx1"/>
                </a:solidFill>
                <a:latin typeface="Times New Roman" panose="02020503050405090304" pitchFamily="18" charset="0"/>
                <a:ea typeface="宋体" pitchFamily="2" charset="-122"/>
                <a:sym typeface="Symbol" panose="05050102010706020507" pitchFamily="18" charset="2"/>
              </a:rPr>
              <a:t>(</a:t>
            </a:r>
            <a:r>
              <a:rPr lang="en-US" altLang="zh-CN" sz="2400" dirty="0">
                <a:solidFill>
                  <a:schemeClr val="tx1"/>
                </a:solidFill>
                <a:latin typeface="Tahoma" panose="020B0604030504040204" pitchFamily="34" charset="0"/>
                <a:ea typeface="宋体" pitchFamily="2" charset="-122"/>
              </a:rPr>
              <a:t>P</a:t>
            </a:r>
            <a:r>
              <a:rPr lang="en-US" altLang="zh-CN" sz="2400" dirty="0">
                <a:solidFill>
                  <a:schemeClr val="tx1"/>
                </a:solidFill>
                <a:latin typeface="Times New Roman" panose="02020503050405090304" pitchFamily="18" charset="0"/>
                <a:ea typeface="宋体" pitchFamily="2" charset="-122"/>
                <a:sym typeface="Symbol" panose="05050102010706020507" pitchFamily="18" charset="2"/>
              </a:rPr>
              <a:t>¬</a:t>
            </a:r>
            <a:r>
              <a:rPr lang="en-US" altLang="zh-CN" sz="2400" dirty="0">
                <a:solidFill>
                  <a:schemeClr val="tx1"/>
                </a:solidFill>
                <a:latin typeface="Tahoma" panose="020B0604030504040204" pitchFamily="34" charset="0"/>
                <a:ea typeface="宋体" pitchFamily="2" charset="-122"/>
              </a:rPr>
              <a:t>Q)</a:t>
            </a:r>
            <a:r>
              <a:rPr lang="en-US" altLang="zh-CN" sz="2400" dirty="0">
                <a:solidFill>
                  <a:schemeClr val="tx1"/>
                </a:solidFill>
                <a:latin typeface="Times New Roman" panose="02020503050405090304" pitchFamily="18" charset="0"/>
                <a:ea typeface="宋体" pitchFamily="2" charset="-122"/>
                <a:sym typeface="Symbol" panose="05050102010706020507" pitchFamily="18" charset="2"/>
              </a:rPr>
              <a:t>(¬</a:t>
            </a:r>
            <a:r>
              <a:rPr lang="en-US" altLang="zh-CN" sz="2400" dirty="0">
                <a:solidFill>
                  <a:schemeClr val="tx1"/>
                </a:solidFill>
                <a:latin typeface="Tahoma" panose="020B0604030504040204" pitchFamily="34" charset="0"/>
                <a:ea typeface="宋体" pitchFamily="2" charset="-122"/>
              </a:rPr>
              <a:t>P</a:t>
            </a:r>
            <a:r>
              <a:rPr lang="en-US" altLang="zh-CN" sz="2400" dirty="0">
                <a:solidFill>
                  <a:schemeClr val="tx1"/>
                </a:solidFill>
                <a:latin typeface="Times New Roman" panose="02020503050405090304" pitchFamily="18" charset="0"/>
                <a:ea typeface="宋体" pitchFamily="2" charset="-122"/>
                <a:sym typeface="Symbol" panose="05050102010706020507" pitchFamily="18" charset="2"/>
              </a:rPr>
              <a:t></a:t>
            </a:r>
            <a:r>
              <a:rPr lang="en-US" altLang="zh-CN" sz="2400" dirty="0">
                <a:solidFill>
                  <a:schemeClr val="tx1"/>
                </a:solidFill>
                <a:latin typeface="Tahoma" panose="020B0604030504040204" pitchFamily="34" charset="0"/>
                <a:ea typeface="宋体" pitchFamily="2" charset="-122"/>
              </a:rPr>
              <a:t>Q)            </a:t>
            </a:r>
            <a:r>
              <a:rPr lang="en-US" altLang="zh-CN" sz="2400" dirty="0">
                <a:solidFill>
                  <a:schemeClr val="tx1"/>
                </a:solidFill>
                <a:latin typeface="Times New Roman" panose="02020503050405090304" pitchFamily="18" charset="0"/>
                <a:ea typeface="宋体" pitchFamily="2" charset="-122"/>
                <a:sym typeface="Symbol" panose="05050102010706020507" pitchFamily="18" charset="2"/>
              </a:rPr>
              <a:t></a:t>
            </a:r>
            <a:r>
              <a:rPr lang="en-US" altLang="zh-CN" sz="2400" dirty="0">
                <a:solidFill>
                  <a:schemeClr val="tx1"/>
                </a:solidFill>
                <a:latin typeface="Tahoma" panose="020B0604030504040204" pitchFamily="34" charset="0"/>
                <a:ea typeface="宋体" pitchFamily="2" charset="-122"/>
              </a:rPr>
              <a:t> M</a:t>
            </a:r>
            <a:r>
              <a:rPr lang="en-US" altLang="zh-CN" sz="2400" baseline="-30000" dirty="0">
                <a:solidFill>
                  <a:schemeClr val="tx1"/>
                </a:solidFill>
                <a:latin typeface="Tahoma" panose="020B0604030504040204" pitchFamily="34" charset="0"/>
                <a:ea typeface="宋体" pitchFamily="2" charset="-122"/>
              </a:rPr>
              <a:t>1</a:t>
            </a:r>
            <a:r>
              <a:rPr lang="en-US" altLang="zh-CN" sz="2400" dirty="0">
                <a:solidFill>
                  <a:schemeClr val="tx1"/>
                </a:solidFill>
                <a:latin typeface="Times New Roman" panose="02020503050405090304" pitchFamily="18" charset="0"/>
                <a:ea typeface="宋体" pitchFamily="2" charset="-122"/>
                <a:sym typeface="Symbol" panose="05050102010706020507" pitchFamily="18" charset="2"/>
              </a:rPr>
              <a:t>  </a:t>
            </a:r>
            <a:r>
              <a:rPr lang="en-US" altLang="zh-CN" sz="2400" dirty="0">
                <a:solidFill>
                  <a:schemeClr val="tx1"/>
                </a:solidFill>
                <a:latin typeface="Tahoma" panose="020B0604030504040204" pitchFamily="34" charset="0"/>
                <a:ea typeface="宋体" pitchFamily="2" charset="-122"/>
              </a:rPr>
              <a:t>M</a:t>
            </a:r>
            <a:r>
              <a:rPr lang="en-US" altLang="zh-CN" sz="2400" baseline="-30000" dirty="0">
                <a:solidFill>
                  <a:schemeClr val="tx1"/>
                </a:solidFill>
                <a:latin typeface="Tahoma" panose="020B0604030504040204" pitchFamily="34" charset="0"/>
                <a:ea typeface="宋体" pitchFamily="2" charset="-122"/>
              </a:rPr>
              <a:t>2</a:t>
            </a:r>
            <a:r>
              <a:rPr lang="en-US" altLang="zh-CN" sz="2400" dirty="0">
                <a:solidFill>
                  <a:schemeClr val="tx1"/>
                </a:solidFill>
                <a:latin typeface="Tahoma" panose="020B0604030504040204" pitchFamily="34" charset="0"/>
                <a:ea typeface="宋体" pitchFamily="2" charset="-122"/>
              </a:rPr>
              <a:t> </a:t>
            </a:r>
            <a:endParaRPr lang="zh-CN" altLang="en-US" sz="2400" dirty="0">
              <a:solidFill>
                <a:schemeClr val="tx1"/>
              </a:solidFill>
              <a:latin typeface="Tahoma" panose="020B0604030504040204" pitchFamily="34" charset="0"/>
              <a:ea typeface="宋体" pitchFamily="2" charset="-122"/>
            </a:endParaRPr>
          </a:p>
        </p:txBody>
      </p:sp>
      <p:sp>
        <p:nvSpPr>
          <p:cNvPr id="8" name="矩形 7"/>
          <p:cNvSpPr/>
          <p:nvPr/>
        </p:nvSpPr>
        <p:spPr>
          <a:xfrm>
            <a:off x="1619568" y="5326380"/>
            <a:ext cx="6172200" cy="829945"/>
          </a:xfrm>
          <a:prstGeom prst="rect">
            <a:avLst/>
          </a:prstGeom>
          <a:solidFill>
            <a:schemeClr val="accent2"/>
          </a:solid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0" lvl="0" indent="0" algn="ctr">
              <a:spcBef>
                <a:spcPct val="0"/>
              </a:spcBef>
              <a:buClrTx/>
              <a:buSzTx/>
              <a:buFontTx/>
              <a:buNone/>
            </a:pPr>
            <a:r>
              <a:rPr lang="zh-CN" altLang="zh-CN" sz="2400" b="1" dirty="0">
                <a:latin typeface="Times New Roman" panose="02020503050405090304" pitchFamily="18" charset="0"/>
                <a:cs typeface="Times New Roman" panose="02020503050405090304" pitchFamily="18" charset="0"/>
              </a:rPr>
              <a:t>命题公式的主</a:t>
            </a:r>
            <a:r>
              <a:rPr lang="zh-CN" altLang="en-US" sz="2400" b="1" dirty="0">
                <a:latin typeface="Times New Roman" panose="02020503050405090304" pitchFamily="18" charset="0"/>
                <a:cs typeface="Times New Roman" panose="02020503050405090304" pitchFamily="18" charset="0"/>
              </a:rPr>
              <a:t>合</a:t>
            </a:r>
            <a:r>
              <a:rPr lang="zh-CN" altLang="zh-CN" sz="2400" b="1" dirty="0">
                <a:latin typeface="Times New Roman" panose="02020503050405090304" pitchFamily="18" charset="0"/>
                <a:cs typeface="Times New Roman" panose="02020503050405090304" pitchFamily="18" charset="0"/>
              </a:rPr>
              <a:t>取范式是由使公式为假</a:t>
            </a:r>
            <a:r>
              <a:rPr lang="zh-CN" altLang="zh-CN" sz="2400" b="1" dirty="0">
                <a:latin typeface="Times New Roman" panose="02020503050405090304" pitchFamily="18" charset="0"/>
                <a:cs typeface="Times New Roman" panose="02020503050405090304" pitchFamily="18" charset="0"/>
              </a:rPr>
              <a:t>的赋值对应的极</a:t>
            </a:r>
            <a:r>
              <a:rPr lang="zh-CN" altLang="en-US" sz="2400" b="1" dirty="0">
                <a:latin typeface="Times New Roman" panose="02020503050405090304" pitchFamily="18" charset="0"/>
                <a:cs typeface="Times New Roman" panose="02020503050405090304" pitchFamily="18" charset="0"/>
              </a:rPr>
              <a:t>大</a:t>
            </a:r>
            <a:r>
              <a:rPr lang="zh-CN" altLang="zh-CN" sz="2400" b="1" dirty="0">
                <a:latin typeface="Times New Roman" panose="02020503050405090304" pitchFamily="18" charset="0"/>
                <a:cs typeface="Times New Roman" panose="02020503050405090304" pitchFamily="18" charset="0"/>
              </a:rPr>
              <a:t>项的</a:t>
            </a:r>
            <a:r>
              <a:rPr lang="zh-CN" altLang="en-US" sz="2400" b="1" dirty="0">
                <a:latin typeface="Times New Roman" panose="02020503050405090304" pitchFamily="18" charset="0"/>
                <a:cs typeface="Times New Roman" panose="02020503050405090304" pitchFamily="18" charset="0"/>
              </a:rPr>
              <a:t>合</a:t>
            </a:r>
            <a:r>
              <a:rPr lang="zh-CN" altLang="zh-CN" sz="2400" b="1" dirty="0">
                <a:latin typeface="Times New Roman" panose="02020503050405090304" pitchFamily="18" charset="0"/>
                <a:cs typeface="Times New Roman" panose="02020503050405090304" pitchFamily="18" charset="0"/>
              </a:rPr>
              <a:t>取组成的</a:t>
            </a:r>
            <a:endParaRPr lang="zh-CN" altLang="en-US" sz="2400"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6">
                                            <p:txEl>
                                              <p:charRg st="0"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6">
                                            <p:txEl>
                                              <p:charRg st="8" end="19"/>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6">
                                            <p:txEl>
                                              <p:charRg st="19" end="3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6">
                                            <p:txEl>
                                              <p:charRg st="38" end="59"/>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6">
                                            <p:txEl>
                                              <p:charRg st="59" end="7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6">
                                            <p:txEl>
                                              <p:charRg st="71" end="11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7" name="标题 1"/>
          <p:cNvSpPr>
            <a:spLocks noGrp="1"/>
          </p:cNvSpPr>
          <p:nvPr>
            <p:ph type="title"/>
          </p:nvPr>
        </p:nvSpPr>
        <p:spPr>
          <a:xfrm>
            <a:off x="755650" y="165735"/>
            <a:ext cx="8316595" cy="877570"/>
          </a:xfrm>
        </p:spPr>
        <p:txBody>
          <a:bodyPr vert="horz" wrap="square" lIns="91440" tIns="45720" rIns="91440" bIns="45720" anchor="b" anchorCtr="0"/>
          <a:p>
            <a:r>
              <a:rPr lang="zh-CN" altLang="en-US" dirty="0">
                <a:latin typeface="Times New Roman" panose="02020503050405090304" pitchFamily="18" charset="0"/>
              </a:rPr>
              <a:t>等值演算法求公式的主合取范式</a:t>
            </a:r>
            <a:endParaRPr lang="zh-CN" altLang="en-US" dirty="0"/>
          </a:p>
        </p:txBody>
      </p:sp>
      <p:sp>
        <p:nvSpPr>
          <p:cNvPr id="70658" name="内容占位符 2"/>
          <p:cNvSpPr>
            <a:spLocks noGrp="1"/>
          </p:cNvSpPr>
          <p:nvPr>
            <p:ph idx="1"/>
          </p:nvPr>
        </p:nvSpPr>
        <p:spPr>
          <a:xfrm>
            <a:off x="520700" y="1196975"/>
            <a:ext cx="7937500" cy="4114800"/>
          </a:xfrm>
        </p:spPr>
        <p:txBody>
          <a:bodyPr vert="horz" wrap="square" lIns="91440" tIns="45720" rIns="91440" bIns="45720" anchor="t" anchorCtr="0"/>
          <a:p>
            <a:pPr algn="just" eaLnBrk="1" hangingPunct="1">
              <a:lnSpc>
                <a:spcPct val="90000"/>
              </a:lnSpc>
            </a:pPr>
            <a:r>
              <a:rPr lang="zh-CN" altLang="en-US" sz="2800" dirty="0"/>
              <a:t>利用十六个命题公式、命题定理用等值演算的方法一步步将它化为主合取范式。</a:t>
            </a:r>
            <a:endParaRPr lang="zh-CN" altLang="en-US" sz="2800" dirty="0"/>
          </a:p>
          <a:p>
            <a:pPr lvl="1" algn="just" eaLnBrk="1" hangingPunct="1">
              <a:lnSpc>
                <a:spcPct val="90000"/>
              </a:lnSpc>
            </a:pPr>
            <a:r>
              <a:rPr lang="zh-CN" altLang="en-US" sz="2400" dirty="0"/>
              <a:t>第一步：将公式化为合取范式，“消去”含有永真式的简单析取式，这是因为（</a:t>
            </a:r>
            <a:r>
              <a:rPr lang="en-US" altLang="zh-CN" sz="2400" dirty="0"/>
              <a:t>P </a:t>
            </a:r>
            <a:r>
              <a:rPr lang="en-US" altLang="zh-CN" sz="2400" dirty="0">
                <a:sym typeface="Symbol" panose="05050102010706020507" pitchFamily="18" charset="2"/>
              </a:rPr>
              <a:t></a:t>
            </a:r>
            <a:r>
              <a:rPr lang="en-US" altLang="zh-CN" sz="2400" dirty="0"/>
              <a:t> </a:t>
            </a:r>
            <a:r>
              <a:rPr lang="en-US" altLang="zh-CN" sz="2400" dirty="0">
                <a:sym typeface="Symbol" panose="05050102010706020507" pitchFamily="18" charset="2"/>
              </a:rPr>
              <a:t>¬</a:t>
            </a:r>
            <a:r>
              <a:rPr lang="en-US" altLang="zh-CN" sz="2400" dirty="0"/>
              <a:t>P </a:t>
            </a:r>
            <a:r>
              <a:rPr lang="en-US" altLang="zh-CN" sz="2400" dirty="0">
                <a:sym typeface="Symbol" panose="05050102010706020507" pitchFamily="18" charset="2"/>
              </a:rPr>
              <a:t></a:t>
            </a:r>
            <a:r>
              <a:rPr lang="en-US" altLang="zh-CN" sz="2400" dirty="0"/>
              <a:t>Q</a:t>
            </a:r>
            <a:r>
              <a:rPr lang="zh-CN" altLang="en-US" sz="2400" dirty="0"/>
              <a:t>） </a:t>
            </a:r>
            <a:r>
              <a:rPr lang="zh-CN" altLang="en-US" sz="2400" dirty="0">
                <a:sym typeface="Symbol" panose="05050102010706020507" pitchFamily="18" charset="2"/>
              </a:rPr>
              <a:t></a:t>
            </a:r>
            <a:r>
              <a:rPr lang="zh-CN" altLang="en-US" sz="2400" dirty="0"/>
              <a:t> </a:t>
            </a:r>
            <a:r>
              <a:rPr lang="en-US" altLang="zh-CN" sz="2400" dirty="0"/>
              <a:t>G</a:t>
            </a:r>
            <a:r>
              <a:rPr lang="en-US" altLang="zh-CN" sz="2400" dirty="0">
                <a:sym typeface="Symbol" panose="05050102010706020507" pitchFamily="18" charset="2"/>
              </a:rPr>
              <a:t></a:t>
            </a:r>
            <a:r>
              <a:rPr lang="en-US" altLang="zh-CN" sz="2400" dirty="0"/>
              <a:t>G</a:t>
            </a:r>
            <a:r>
              <a:rPr lang="zh-CN" altLang="en-US" sz="2400" dirty="0"/>
              <a:t>，而</a:t>
            </a:r>
            <a:r>
              <a:rPr lang="en-US" altLang="zh-CN" sz="2400" dirty="0"/>
              <a:t>P </a:t>
            </a:r>
            <a:r>
              <a:rPr lang="en-US" altLang="zh-CN" sz="2400" dirty="0">
                <a:sym typeface="Symbol" panose="05050102010706020507" pitchFamily="18" charset="2"/>
              </a:rPr>
              <a:t> </a:t>
            </a:r>
            <a:r>
              <a:rPr lang="en-US" altLang="zh-CN" sz="2400" dirty="0"/>
              <a:t>P</a:t>
            </a:r>
            <a:r>
              <a:rPr lang="zh-CN" altLang="en-US" sz="2400" dirty="0"/>
              <a:t>用</a:t>
            </a:r>
            <a:r>
              <a:rPr lang="en-US" altLang="zh-CN" sz="2400" dirty="0"/>
              <a:t>P</a:t>
            </a:r>
            <a:r>
              <a:rPr lang="zh-CN" altLang="en-US" sz="2400" dirty="0"/>
              <a:t>代替。</a:t>
            </a:r>
            <a:endParaRPr lang="zh-CN" altLang="en-US" sz="2400" dirty="0"/>
          </a:p>
          <a:p>
            <a:pPr lvl="1" eaLnBrk="1" hangingPunct="1">
              <a:lnSpc>
                <a:spcPct val="90000"/>
              </a:lnSpc>
            </a:pPr>
            <a:r>
              <a:rPr lang="zh-CN" altLang="en-US" sz="2400" dirty="0">
                <a:latin typeface="宋体" pitchFamily="2" charset="-122"/>
              </a:rPr>
              <a:t>第二步：若合取范式中的简单析取式项不是极大项，即该项中缺命题变项，则添加（</a:t>
            </a:r>
            <a:r>
              <a:rPr lang="en-US" altLang="zh-CN" sz="2400" dirty="0"/>
              <a:t>P</a:t>
            </a:r>
            <a:r>
              <a:rPr lang="en-US" altLang="zh-CN" sz="2400" baseline="-30000" dirty="0"/>
              <a:t>i </a:t>
            </a:r>
            <a:r>
              <a:rPr lang="en-US" altLang="zh-CN" sz="2400" dirty="0">
                <a:sym typeface="Symbol" panose="05050102010706020507" pitchFamily="18" charset="2"/>
              </a:rPr>
              <a:t> ¬</a:t>
            </a:r>
            <a:r>
              <a:rPr lang="en-US" altLang="zh-CN" sz="2400" dirty="0"/>
              <a:t>P</a:t>
            </a:r>
            <a:r>
              <a:rPr lang="en-US" altLang="zh-CN" sz="2400" baseline="-30000" dirty="0"/>
              <a:t>i</a:t>
            </a:r>
            <a:r>
              <a:rPr lang="zh-CN" altLang="en-US" sz="2400" dirty="0">
                <a:latin typeface="宋体" pitchFamily="2" charset="-122"/>
              </a:rPr>
              <a:t>）再用分配律展开。</a:t>
            </a:r>
            <a:endParaRPr lang="zh-CN" altLang="en-US" sz="2400" dirty="0">
              <a:latin typeface="宋体" pitchFamily="2" charset="-122"/>
            </a:endParaRPr>
          </a:p>
          <a:p>
            <a:pPr lvl="1" eaLnBrk="1" hangingPunct="1">
              <a:lnSpc>
                <a:spcPct val="90000"/>
              </a:lnSpc>
            </a:pPr>
            <a:r>
              <a:rPr lang="zh-CN" altLang="en-US" sz="2400" dirty="0"/>
              <a:t>例如：公式中含</a:t>
            </a:r>
            <a:r>
              <a:rPr lang="en-US" altLang="zh-CN" sz="2400" dirty="0"/>
              <a:t>P</a:t>
            </a:r>
            <a:r>
              <a:rPr lang="zh-CN" altLang="en-US" sz="2400" dirty="0"/>
              <a:t>、</a:t>
            </a:r>
            <a:r>
              <a:rPr lang="en-US" altLang="zh-CN" sz="2400" dirty="0"/>
              <a:t>Q</a:t>
            </a:r>
            <a:r>
              <a:rPr lang="zh-CN" altLang="en-US" sz="2400" dirty="0"/>
              <a:t>、</a:t>
            </a:r>
            <a:r>
              <a:rPr lang="en-US" altLang="zh-CN" sz="2400" dirty="0"/>
              <a:t>R</a:t>
            </a:r>
            <a:r>
              <a:rPr lang="zh-CN" altLang="en-US" sz="2400" dirty="0"/>
              <a:t>，某析取项为</a:t>
            </a:r>
            <a:r>
              <a:rPr lang="en-US" altLang="zh-CN" sz="2400" dirty="0"/>
              <a:t>P </a:t>
            </a:r>
            <a:r>
              <a:rPr lang="en-US" altLang="zh-CN" sz="2400" dirty="0">
                <a:sym typeface="Symbol" panose="05050102010706020507" pitchFamily="18" charset="2"/>
              </a:rPr>
              <a:t> ¬</a:t>
            </a:r>
            <a:r>
              <a:rPr lang="en-US" altLang="zh-CN" sz="2400" dirty="0"/>
              <a:t>R</a:t>
            </a:r>
            <a:r>
              <a:rPr lang="zh-CN" altLang="en-US" sz="2400" dirty="0"/>
              <a:t>，缺</a:t>
            </a:r>
            <a:r>
              <a:rPr lang="en-US" altLang="zh-CN" sz="2400" dirty="0"/>
              <a:t>Q</a:t>
            </a:r>
            <a:r>
              <a:rPr lang="zh-CN" altLang="en-US" sz="2400" dirty="0"/>
              <a:t>。则</a:t>
            </a:r>
            <a:r>
              <a:rPr lang="en-US" altLang="zh-CN" sz="2400" dirty="0"/>
              <a:t>P </a:t>
            </a:r>
            <a:r>
              <a:rPr lang="en-US" altLang="zh-CN" sz="2400" dirty="0">
                <a:sym typeface="Symbol" panose="05050102010706020507" pitchFamily="18" charset="2"/>
              </a:rPr>
              <a:t>¬</a:t>
            </a:r>
            <a:r>
              <a:rPr lang="en-US" altLang="zh-CN" sz="2400" dirty="0"/>
              <a:t>R</a:t>
            </a:r>
            <a:r>
              <a:rPr lang="en-US" altLang="zh-CN" sz="2400" dirty="0">
                <a:sym typeface="Symbol" panose="05050102010706020507" pitchFamily="18" charset="2"/>
              </a:rPr>
              <a:t></a:t>
            </a:r>
            <a:r>
              <a:rPr lang="en-US" altLang="zh-CN" sz="2400" dirty="0"/>
              <a:t> P </a:t>
            </a:r>
            <a:r>
              <a:rPr lang="en-US" altLang="zh-CN" sz="2400" dirty="0">
                <a:sym typeface="Symbol" panose="05050102010706020507" pitchFamily="18" charset="2"/>
              </a:rPr>
              <a:t>¬</a:t>
            </a:r>
            <a:r>
              <a:rPr lang="en-US" altLang="zh-CN" sz="2400" dirty="0"/>
              <a:t>R </a:t>
            </a:r>
            <a:r>
              <a:rPr lang="en-US" altLang="zh-CN" sz="2400" dirty="0">
                <a:sym typeface="Symbol" panose="05050102010706020507" pitchFamily="18" charset="2"/>
              </a:rPr>
              <a:t></a:t>
            </a:r>
            <a:r>
              <a:rPr lang="zh-CN" altLang="en-US" sz="2400" dirty="0"/>
              <a:t>（</a:t>
            </a:r>
            <a:r>
              <a:rPr lang="en-US" altLang="zh-CN" sz="2400" dirty="0"/>
              <a:t>Q </a:t>
            </a:r>
            <a:r>
              <a:rPr lang="en-US" altLang="zh-CN" sz="2400" dirty="0">
                <a:sym typeface="Symbol" panose="05050102010706020507" pitchFamily="18" charset="2"/>
              </a:rPr>
              <a:t> ¬</a:t>
            </a:r>
            <a:r>
              <a:rPr lang="en-US" altLang="zh-CN" sz="2400" dirty="0"/>
              <a:t>Q</a:t>
            </a:r>
            <a:r>
              <a:rPr lang="zh-CN" altLang="en-US" sz="2400" dirty="0"/>
              <a:t>）</a:t>
            </a:r>
            <a:r>
              <a:rPr lang="zh-CN" altLang="en-US" sz="2400" dirty="0">
                <a:sym typeface="Symbol" panose="05050102010706020507" pitchFamily="18" charset="2"/>
              </a:rPr>
              <a:t></a:t>
            </a:r>
            <a:r>
              <a:rPr lang="zh-CN" altLang="en-US" sz="2400" dirty="0"/>
              <a:t>（</a:t>
            </a:r>
            <a:r>
              <a:rPr lang="en-US" altLang="zh-CN" sz="2400" dirty="0"/>
              <a:t>P  </a:t>
            </a:r>
            <a:r>
              <a:rPr lang="en-US" altLang="zh-CN" sz="2400" dirty="0">
                <a:sym typeface="Symbol" panose="05050102010706020507" pitchFamily="18" charset="2"/>
              </a:rPr>
              <a:t></a:t>
            </a:r>
            <a:r>
              <a:rPr lang="en-US" altLang="zh-CN" sz="2400" dirty="0"/>
              <a:t>Q </a:t>
            </a:r>
            <a:r>
              <a:rPr lang="en-US" altLang="zh-CN" sz="2400" dirty="0">
                <a:sym typeface="Symbol" panose="05050102010706020507" pitchFamily="18" charset="2"/>
              </a:rPr>
              <a:t>¬</a:t>
            </a:r>
            <a:r>
              <a:rPr lang="en-US" altLang="zh-CN" sz="2400" dirty="0"/>
              <a:t>R</a:t>
            </a:r>
            <a:r>
              <a:rPr lang="zh-CN" altLang="en-US" sz="2400" dirty="0"/>
              <a:t>） </a:t>
            </a:r>
            <a:r>
              <a:rPr lang="zh-CN" altLang="en-US" sz="2400" dirty="0">
                <a:sym typeface="Symbol" panose="05050102010706020507" pitchFamily="18" charset="2"/>
              </a:rPr>
              <a:t> </a:t>
            </a:r>
            <a:r>
              <a:rPr lang="zh-CN" altLang="en-US" sz="2400" dirty="0"/>
              <a:t>（</a:t>
            </a:r>
            <a:r>
              <a:rPr lang="en-US" altLang="zh-CN" sz="2400" dirty="0"/>
              <a:t>P  </a:t>
            </a:r>
            <a:r>
              <a:rPr lang="en-US" altLang="zh-CN" sz="2400" dirty="0">
                <a:sym typeface="Symbol" panose="05050102010706020507" pitchFamily="18" charset="2"/>
              </a:rPr>
              <a:t>¬</a:t>
            </a:r>
            <a:r>
              <a:rPr lang="en-US" altLang="zh-CN" sz="2400" dirty="0"/>
              <a:t>Q </a:t>
            </a:r>
            <a:r>
              <a:rPr lang="en-US" altLang="zh-CN" sz="2400" dirty="0">
                <a:sym typeface="Symbol" panose="05050102010706020507" pitchFamily="18" charset="2"/>
              </a:rPr>
              <a:t>¬</a:t>
            </a:r>
            <a:r>
              <a:rPr lang="en-US" altLang="zh-CN" sz="2400" dirty="0"/>
              <a:t>R</a:t>
            </a:r>
            <a:r>
              <a:rPr lang="zh-CN" altLang="en-US" sz="2400" dirty="0"/>
              <a:t>）</a:t>
            </a:r>
            <a:endParaRPr lang="zh-CN" altLang="en-US" sz="2400" dirty="0"/>
          </a:p>
          <a:p>
            <a:pPr lvl="1" eaLnBrk="1" hangingPunct="1">
              <a:lnSpc>
                <a:spcPct val="90000"/>
              </a:lnSpc>
            </a:pPr>
            <a:r>
              <a:rPr lang="zh-CN" altLang="en-US" sz="2400" dirty="0">
                <a:latin typeface="宋体" pitchFamily="2" charset="-122"/>
              </a:rPr>
              <a:t>第三步：用幂等律将重复的极大项删去，即</a:t>
            </a:r>
            <a:r>
              <a:rPr lang="en-US" altLang="zh-CN" sz="2400" dirty="0"/>
              <a:t>M</a:t>
            </a:r>
            <a:r>
              <a:rPr lang="en-US" altLang="zh-CN" sz="2400" baseline="-30000" dirty="0"/>
              <a:t>i</a:t>
            </a:r>
            <a:r>
              <a:rPr lang="en-US" altLang="zh-CN" sz="2400" dirty="0">
                <a:sym typeface="Symbol" panose="05050102010706020507" pitchFamily="18" charset="2"/>
              </a:rPr>
              <a:t></a:t>
            </a:r>
            <a:r>
              <a:rPr lang="en-US" altLang="zh-CN" sz="2400" dirty="0"/>
              <a:t>M</a:t>
            </a:r>
            <a:r>
              <a:rPr lang="en-US" altLang="zh-CN" sz="2400" baseline="-30000" dirty="0"/>
              <a:t>i</a:t>
            </a:r>
            <a:r>
              <a:rPr lang="en-US" altLang="zh-CN" sz="2400" dirty="0">
                <a:sym typeface="Symbol" panose="05050102010706020507" pitchFamily="18" charset="2"/>
              </a:rPr>
              <a:t></a:t>
            </a:r>
            <a:r>
              <a:rPr lang="en-US" altLang="zh-CN" sz="2400" dirty="0"/>
              <a:t>M</a:t>
            </a:r>
            <a:r>
              <a:rPr lang="en-US" altLang="zh-CN" sz="2400" baseline="-30000" dirty="0"/>
              <a:t>i</a:t>
            </a:r>
            <a:r>
              <a:rPr lang="zh-CN" altLang="en-US" sz="2400" dirty="0">
                <a:latin typeface="宋体" pitchFamily="2" charset="-122"/>
              </a:rPr>
              <a:t>然后将各极大项按顺序排列。</a:t>
            </a:r>
            <a:r>
              <a:rPr lang="zh-CN" altLang="en-US" dirty="0"/>
              <a:t> </a:t>
            </a:r>
            <a:endParaRPr lang="zh-CN" altLang="en-US" dirty="0"/>
          </a:p>
          <a:p>
            <a:endParaRPr lang="zh-CN" altLang="en-US" dirty="0"/>
          </a:p>
        </p:txBody>
      </p:sp>
      <p:sp>
        <p:nvSpPr>
          <p:cNvPr id="70659" name="灯片编号占位符 3"/>
          <p:cNvSpPr>
            <a:spLocks noGrp="1"/>
          </p:cNvSpPr>
          <p:nvPr>
            <p:ph type="sldNum" sz="quarter" idx="10"/>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r" eaLnBrk="1" hangingPunct="1">
              <a:buClrTx/>
              <a:buFontTx/>
            </a:pPr>
            <a:fld id="{9A0DB2DC-4C9A-4742-B13C-FB6460FD3503}" type="slidenum">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70660" name="日期占位符 4"/>
          <p:cNvSpPr>
            <a:spLocks noGrp="1"/>
          </p:cNvSpPr>
          <p:nvPr>
            <p:ph type="dt" sz="half" idx="11"/>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buClrTx/>
              <a:buFontTx/>
            </a:pPr>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70661" name="页脚占位符 5"/>
          <p:cNvSpPr>
            <a:spLocks noGrp="1"/>
          </p:cNvSpPr>
          <p:nvPr>
            <p:ph type="ftr" sz="quarter" idx="12"/>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buClrTx/>
              <a:buFontTx/>
            </a:pPr>
            <a:r>
              <a:rPr lang="en-US" altLang="zh-CN" sz="1200" b="1" i="1" dirty="0">
                <a:solidFill>
                  <a:srgbClr val="009999"/>
                </a:solidFill>
                <a:latin typeface="Arial Narrow" panose="020B0606020202030204" pitchFamily="34" charset="0"/>
              </a:rPr>
              <a:t>School of Computer Science, BUPT</a:t>
            </a:r>
            <a:endParaRPr lang="zh-CN" altLang="en-US" sz="1200" b="1" i="1" dirty="0">
              <a:solidFill>
                <a:srgbClr val="009999"/>
              </a:solidFill>
              <a:latin typeface="Arial Narrow" panose="020B0606020202030204" pitchFamily="34" charset="0"/>
            </a:endParaRPr>
          </a:p>
        </p:txBody>
      </p:sp>
    </p:spTree>
  </p:cSld>
  <p:clrMapOvr>
    <a:masterClrMapping/>
  </p:clrMapOvr>
  <p:transition spd="slow"/>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1" name="灯片编号占位符 3"/>
          <p:cNvSpPr>
            <a:spLocks noGrp="1"/>
          </p:cNvSpPr>
          <p:nvPr>
            <p:ph type="sldNum" sz="quarter" idx="10"/>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r" eaLnBrk="1" hangingPunct="1">
              <a:buClrTx/>
              <a:buFontTx/>
            </a:pPr>
            <a:fld id="{9A0DB2DC-4C9A-4742-B13C-FB6460FD3503}" type="slidenum">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71682" name="日期占位符 4"/>
          <p:cNvSpPr>
            <a:spLocks noGrp="1"/>
          </p:cNvSpPr>
          <p:nvPr>
            <p:ph type="dt" sz="half" idx="11"/>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buClrTx/>
              <a:buFontTx/>
            </a:pPr>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71683" name="页脚占位符 5"/>
          <p:cNvSpPr>
            <a:spLocks noGrp="1"/>
          </p:cNvSpPr>
          <p:nvPr>
            <p:ph type="ftr" sz="quarter" idx="12"/>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buClrTx/>
              <a:buFontTx/>
            </a:pPr>
            <a:r>
              <a:rPr lang="en-US" altLang="zh-CN" sz="1200" b="1" i="1" dirty="0">
                <a:solidFill>
                  <a:srgbClr val="009999"/>
                </a:solidFill>
                <a:latin typeface="Arial Narrow" panose="020B0606020202030204" pitchFamily="34" charset="0"/>
              </a:rPr>
              <a:t>School of Computer Science, BUPT</a:t>
            </a:r>
            <a:endParaRPr lang="zh-CN" altLang="en-US" sz="1200" b="1" i="1" dirty="0">
              <a:solidFill>
                <a:srgbClr val="009999"/>
              </a:solidFill>
              <a:latin typeface="Arial Narrow" panose="020B0606020202030204" pitchFamily="34" charset="0"/>
            </a:endParaRPr>
          </a:p>
        </p:txBody>
      </p:sp>
      <p:sp>
        <p:nvSpPr>
          <p:cNvPr id="71684" name="Rectangle 2"/>
          <p:cNvSpPr>
            <a:spLocks noGrp="1"/>
          </p:cNvSpPr>
          <p:nvPr>
            <p:ph type="title"/>
          </p:nvPr>
        </p:nvSpPr>
        <p:spPr/>
        <p:txBody>
          <a:bodyPr vert="horz" wrap="square" lIns="91440" tIns="45720" rIns="91440" bIns="45720" anchor="b" anchorCtr="0"/>
          <a:p>
            <a:pPr eaLnBrk="1" hangingPunct="1"/>
            <a:r>
              <a:rPr lang="zh-CN" altLang="en-US" dirty="0"/>
              <a:t>例 求</a:t>
            </a:r>
            <a:r>
              <a:rPr lang="en-US" altLang="zh-CN" dirty="0"/>
              <a:t>P</a:t>
            </a:r>
            <a:r>
              <a:rPr lang="en-US" altLang="zh-CN" dirty="0">
                <a:sym typeface="Symbol" panose="05050102010706020507" pitchFamily="18" charset="2"/>
              </a:rPr>
              <a:t>Q</a:t>
            </a:r>
            <a:r>
              <a:rPr lang="zh-CN" altLang="en-US" dirty="0">
                <a:sym typeface="Symbol" panose="05050102010706020507" pitchFamily="18" charset="2"/>
              </a:rPr>
              <a:t>的主合取范式</a:t>
            </a:r>
            <a:endParaRPr lang="zh-CN" altLang="en-US" dirty="0">
              <a:sym typeface="Symbol" panose="05050102010706020507" pitchFamily="18" charset="2"/>
            </a:endParaRPr>
          </a:p>
        </p:txBody>
      </p:sp>
      <p:sp>
        <p:nvSpPr>
          <p:cNvPr id="68614" name="Rectangle 3"/>
          <p:cNvSpPr>
            <a:spLocks noGrp="1" noChangeArrowheads="1"/>
          </p:cNvSpPr>
          <p:nvPr>
            <p:ph idx="1"/>
          </p:nvPr>
        </p:nvSpPr>
        <p:spPr/>
        <p:txBody>
          <a:bodyPr vert="horz" wrap="square" lIns="91440" tIns="45720" rIns="91440" bIns="45720" numCol="1" anchor="t" anchorCtr="0" compatLnSpc="1"/>
          <a:lstStyle/>
          <a:p>
            <a:pPr marL="342900" marR="0" lvl="0" indent="-342900" algn="just"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Char char="n"/>
              <a:defRPr/>
            </a:pPr>
            <a:r>
              <a:rPr kumimoji="1" lang="zh-CN" altLang="en-US" sz="3600" b="0" i="0" u="none" strike="noStrike" kern="0" cap="none" spc="0" normalizeH="0" baseline="0" noProof="1">
                <a:ln>
                  <a:noFill/>
                </a:ln>
                <a:solidFill>
                  <a:schemeClr val="tx1"/>
                </a:solidFill>
                <a:effectLst/>
                <a:uLnTx/>
                <a:uFillTx/>
                <a:latin typeface="Times New Roman" panose="02020503050405090304" pitchFamily="18" charset="0"/>
                <a:ea typeface="+mn-ea"/>
                <a:cs typeface="+mn-cs"/>
              </a:rPr>
              <a:t>解：</a:t>
            </a:r>
            <a:r>
              <a:rPr kumimoji="1" lang="en-US" altLang="zh-CN" sz="3200" b="0" i="0" u="none" strike="noStrike" kern="0" cap="none" spc="0" normalizeH="0" baseline="0" noProof="1">
                <a:ln>
                  <a:noFill/>
                </a:ln>
                <a:solidFill>
                  <a:schemeClr val="tx1"/>
                </a:solidFill>
                <a:effectLst/>
                <a:uLnTx/>
                <a:uFillTx/>
                <a:latin typeface="+mn-lt"/>
                <a:ea typeface="+mn-ea"/>
                <a:cs typeface="+mn-cs"/>
              </a:rPr>
              <a:t> P</a:t>
            </a:r>
            <a:r>
              <a:rPr kumimoji="1" lang="en-US" altLang="zh-CN" sz="3200" b="0" i="0" u="none" strike="noStrike" kern="0" cap="none" spc="0" normalizeH="0" baseline="0" noProof="1">
                <a:ln>
                  <a:noFill/>
                </a:ln>
                <a:solidFill>
                  <a:schemeClr val="tx1"/>
                </a:solidFill>
                <a:effectLst/>
                <a:uLnTx/>
                <a:uFillTx/>
                <a:latin typeface="Times New Roman" panose="02020503050405090304" pitchFamily="18" charset="0"/>
                <a:ea typeface="+mn-ea"/>
                <a:cs typeface="+mn-cs"/>
                <a:sym typeface="Symbol" panose="05050102010706020507" pitchFamily="18" charset="2"/>
              </a:rPr>
              <a:t></a:t>
            </a:r>
            <a:r>
              <a:rPr kumimoji="1" lang="en-US" altLang="zh-CN" sz="3200" b="0" i="0" u="none" strike="noStrike" kern="0" cap="none" spc="0" normalizeH="0" baseline="0" noProof="1">
                <a:ln>
                  <a:noFill/>
                </a:ln>
                <a:solidFill>
                  <a:schemeClr val="tx1"/>
                </a:solidFill>
                <a:effectLst/>
                <a:uLnTx/>
                <a:uFillTx/>
                <a:latin typeface="+mn-lt"/>
                <a:ea typeface="+mn-ea"/>
                <a:cs typeface="+mn-cs"/>
              </a:rPr>
              <a:t>Q </a:t>
            </a:r>
            <a:endParaRPr kumimoji="1" lang="en-US" altLang="zh-CN" sz="3200" b="0" i="0" u="none" strike="noStrike" kern="0" cap="none" spc="0" normalizeH="0" baseline="0" noProof="1">
              <a:ln>
                <a:noFill/>
              </a:ln>
              <a:solidFill>
                <a:schemeClr val="tx1"/>
              </a:solidFill>
              <a:effectLst/>
              <a:uLnTx/>
              <a:uFillTx/>
              <a:latin typeface="+mn-lt"/>
              <a:ea typeface="+mn-ea"/>
              <a:cs typeface="+mn-cs"/>
            </a:endParaRPr>
          </a:p>
          <a:p>
            <a:pPr marL="0" marR="0" lvl="0" indent="0" algn="just"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defRPr/>
            </a:pPr>
            <a:r>
              <a:rPr kumimoji="1" lang="en-US" altLang="zh-CN" sz="3200" b="0" i="0" u="none" strike="noStrike" kern="0" cap="none" spc="0" normalizeH="0" baseline="0" noProof="1">
                <a:ln>
                  <a:noFill/>
                </a:ln>
                <a:solidFill>
                  <a:schemeClr val="tx1"/>
                </a:solidFill>
                <a:effectLst/>
                <a:uLnTx/>
                <a:uFillTx/>
                <a:latin typeface="Times New Roman" panose="02020503050405090304" pitchFamily="18" charset="0"/>
                <a:ea typeface="+mn-ea"/>
                <a:cs typeface="+mn-cs"/>
                <a:sym typeface="Symbol" panose="05050102010706020507" pitchFamily="18" charset="2"/>
              </a:rPr>
              <a:t>         </a:t>
            </a:r>
            <a:r>
              <a:rPr kumimoji="1" lang="zh-CN" altLang="en-US" sz="3200" b="0" i="0" u="none" strike="noStrike" kern="0" cap="none" spc="0" normalizeH="0" baseline="0" noProof="1">
                <a:ln>
                  <a:noFill/>
                </a:ln>
                <a:solidFill>
                  <a:schemeClr val="tx1"/>
                </a:solidFill>
                <a:effectLst/>
                <a:uLnTx/>
                <a:uFillTx/>
                <a:latin typeface="Times New Roman" panose="02020503050405090304" pitchFamily="18" charset="0"/>
                <a:ea typeface="+mn-ea"/>
                <a:cs typeface="+mn-cs"/>
                <a:sym typeface="Symbol" panose="05050102010706020507" pitchFamily="18" charset="2"/>
              </a:rPr>
              <a:t></a:t>
            </a:r>
            <a:r>
              <a:rPr kumimoji="1" lang="en-US" altLang="zh-CN" sz="3200" b="0" i="0" u="none" strike="noStrike" kern="0" cap="none" spc="0" normalizeH="0" baseline="0" noProof="1">
                <a:ln>
                  <a:noFill/>
                </a:ln>
                <a:solidFill>
                  <a:schemeClr val="tx1"/>
                </a:solidFill>
                <a:effectLst/>
                <a:uLnTx/>
                <a:uFillTx/>
                <a:latin typeface="Times New Roman" panose="02020503050405090304" pitchFamily="18" charset="0"/>
                <a:ea typeface="+mn-ea"/>
                <a:cs typeface="+mn-cs"/>
                <a:sym typeface="Symbol" panose="05050102010706020507" pitchFamily="18" charset="2"/>
              </a:rPr>
              <a:t>(</a:t>
            </a:r>
            <a:r>
              <a:rPr kumimoji="1" lang="en-US" altLang="zh-CN" sz="3200" b="0" i="0" u="none" strike="noStrike" kern="0" cap="none" spc="0" normalizeH="0" baseline="0" noProof="1">
                <a:ln>
                  <a:noFill/>
                </a:ln>
                <a:solidFill>
                  <a:schemeClr val="tx1"/>
                </a:solidFill>
                <a:effectLst/>
                <a:uLnTx/>
                <a:uFillTx/>
                <a:latin typeface="+mn-lt"/>
                <a:ea typeface="+mn-ea"/>
                <a:cs typeface="+mn-cs"/>
              </a:rPr>
              <a:t>P</a:t>
            </a:r>
            <a:r>
              <a:rPr kumimoji="1" lang="en-US" altLang="zh-CN" sz="3200" b="0" i="0" u="none" strike="noStrike" kern="0" cap="none" spc="0" normalizeH="0" baseline="0" noProof="1">
                <a:ln>
                  <a:noFill/>
                </a:ln>
                <a:solidFill>
                  <a:schemeClr val="tx1"/>
                </a:solidFill>
                <a:effectLst/>
                <a:uLnTx/>
                <a:uFillTx/>
                <a:latin typeface="Times New Roman" panose="02020503050405090304" pitchFamily="18" charset="0"/>
                <a:ea typeface="+mn-ea"/>
                <a:cs typeface="+mn-cs"/>
                <a:sym typeface="Symbol" panose="05050102010706020507" pitchFamily="18" charset="2"/>
              </a:rPr>
              <a:t>(</a:t>
            </a:r>
            <a:r>
              <a:rPr kumimoji="1" lang="en-US" altLang="zh-CN" sz="3200" b="0" i="0" u="none" strike="noStrike" kern="0" cap="none" spc="0" normalizeH="0" baseline="0" noProof="1">
                <a:ln>
                  <a:noFill/>
                </a:ln>
                <a:solidFill>
                  <a:schemeClr val="tx1"/>
                </a:solidFill>
                <a:effectLst/>
                <a:uLnTx/>
                <a:uFillTx/>
                <a:latin typeface="+mn-lt"/>
                <a:ea typeface="+mn-ea"/>
                <a:cs typeface="+mn-cs"/>
              </a:rPr>
              <a:t>Q</a:t>
            </a:r>
            <a:r>
              <a:rPr kumimoji="1" lang="en-US" altLang="zh-CN" sz="3200" b="0" i="0" u="none" strike="noStrike" kern="0" cap="none" spc="0" normalizeH="0" baseline="0" noProof="1">
                <a:ln>
                  <a:noFill/>
                </a:ln>
                <a:solidFill>
                  <a:schemeClr val="tx1"/>
                </a:solidFill>
                <a:effectLst/>
                <a:uLnTx/>
                <a:uFillTx/>
                <a:latin typeface="Times New Roman" panose="02020503050405090304" pitchFamily="18" charset="0"/>
                <a:ea typeface="+mn-ea"/>
                <a:cs typeface="+mn-cs"/>
                <a:sym typeface="Symbol" panose="05050102010706020507" pitchFamily="18" charset="2"/>
              </a:rPr>
              <a:t> ¬</a:t>
            </a:r>
            <a:r>
              <a:rPr kumimoji="1" lang="en-US" altLang="zh-CN" sz="3200" b="0" i="0" u="none" strike="noStrike" kern="0" cap="none" spc="0" normalizeH="0" baseline="0" noProof="1">
                <a:ln>
                  <a:noFill/>
                </a:ln>
                <a:solidFill>
                  <a:schemeClr val="tx1"/>
                </a:solidFill>
                <a:effectLst/>
                <a:uLnTx/>
                <a:uFillTx/>
                <a:latin typeface="+mn-lt"/>
                <a:ea typeface="+mn-ea"/>
                <a:cs typeface="+mn-cs"/>
              </a:rPr>
              <a:t> Q))</a:t>
            </a:r>
            <a:r>
              <a:rPr kumimoji="1" lang="en-US" altLang="zh-CN" sz="3200" b="0" i="0" u="none" strike="noStrike" kern="0" cap="none" spc="0" normalizeH="0" baseline="0" noProof="1">
                <a:ln>
                  <a:noFill/>
                </a:ln>
                <a:solidFill>
                  <a:schemeClr val="tx1"/>
                </a:solidFill>
                <a:effectLst/>
                <a:uLnTx/>
                <a:uFillTx/>
                <a:latin typeface="Times New Roman" panose="02020503050405090304" pitchFamily="18" charset="0"/>
                <a:ea typeface="+mn-ea"/>
                <a:cs typeface="+mn-cs"/>
                <a:sym typeface="Symbol" panose="05050102010706020507" pitchFamily="18" charset="2"/>
              </a:rPr>
              <a:t>  (</a:t>
            </a:r>
            <a:r>
              <a:rPr kumimoji="1" lang="en-US" altLang="zh-CN" sz="3200" b="0" i="0" u="none" strike="noStrike" kern="0" cap="none" spc="0" normalizeH="0" baseline="0" noProof="1">
                <a:ln>
                  <a:noFill/>
                </a:ln>
                <a:solidFill>
                  <a:schemeClr val="tx1"/>
                </a:solidFill>
                <a:effectLst/>
                <a:uLnTx/>
                <a:uFillTx/>
                <a:latin typeface="+mn-lt"/>
                <a:ea typeface="+mn-ea"/>
                <a:cs typeface="+mn-cs"/>
              </a:rPr>
              <a:t>Q</a:t>
            </a:r>
            <a:r>
              <a:rPr kumimoji="1" lang="en-US" altLang="zh-CN" sz="3200" b="0" i="0" u="none" strike="noStrike" kern="0" cap="none" spc="0" normalizeH="0" baseline="0" noProof="1">
                <a:ln>
                  <a:noFill/>
                </a:ln>
                <a:solidFill>
                  <a:schemeClr val="tx1"/>
                </a:solidFill>
                <a:effectLst/>
                <a:uLnTx/>
                <a:uFillTx/>
                <a:latin typeface="Times New Roman" panose="02020503050405090304" pitchFamily="18" charset="0"/>
                <a:ea typeface="+mn-ea"/>
                <a:cs typeface="+mn-cs"/>
                <a:sym typeface="Symbol" panose="05050102010706020507" pitchFamily="18" charset="2"/>
              </a:rPr>
              <a:t>(</a:t>
            </a:r>
            <a:r>
              <a:rPr kumimoji="1" lang="en-US" altLang="zh-CN" sz="3200" b="0" i="0" u="none" strike="noStrike" kern="0" cap="none" spc="0" normalizeH="0" baseline="0" noProof="1">
                <a:ln>
                  <a:noFill/>
                </a:ln>
                <a:solidFill>
                  <a:schemeClr val="tx1"/>
                </a:solidFill>
                <a:effectLst/>
                <a:uLnTx/>
                <a:uFillTx/>
                <a:latin typeface="+mn-lt"/>
                <a:ea typeface="+mn-ea"/>
                <a:cs typeface="+mn-cs"/>
              </a:rPr>
              <a:t>P</a:t>
            </a:r>
            <a:r>
              <a:rPr kumimoji="1" lang="en-US" altLang="zh-CN" sz="3200" b="0" i="0" u="none" strike="noStrike" kern="0" cap="none" spc="0" normalizeH="0" baseline="0" noProof="1">
                <a:ln>
                  <a:noFill/>
                </a:ln>
                <a:solidFill>
                  <a:schemeClr val="tx1"/>
                </a:solidFill>
                <a:effectLst/>
                <a:uLnTx/>
                <a:uFillTx/>
                <a:latin typeface="Times New Roman" panose="02020503050405090304" pitchFamily="18" charset="0"/>
                <a:ea typeface="+mn-ea"/>
                <a:cs typeface="+mn-cs"/>
                <a:sym typeface="Symbol" panose="05050102010706020507" pitchFamily="18" charset="2"/>
              </a:rPr>
              <a:t>¬</a:t>
            </a:r>
            <a:r>
              <a:rPr kumimoji="1" lang="en-US" altLang="zh-CN" sz="3200" b="0" i="0" u="none" strike="noStrike" kern="0" cap="none" spc="0" normalizeH="0" baseline="0" noProof="1">
                <a:ln>
                  <a:noFill/>
                </a:ln>
                <a:solidFill>
                  <a:schemeClr val="tx1"/>
                </a:solidFill>
                <a:effectLst/>
                <a:uLnTx/>
                <a:uFillTx/>
                <a:latin typeface="+mn-lt"/>
                <a:ea typeface="+mn-ea"/>
                <a:cs typeface="+mn-cs"/>
              </a:rPr>
              <a:t> P))</a:t>
            </a:r>
            <a:endParaRPr kumimoji="1" lang="en-US" altLang="zh-CN" sz="3200" b="0" i="0" u="none" strike="noStrike" kern="0" cap="none" spc="0" normalizeH="0" baseline="0" noProof="1">
              <a:ln>
                <a:noFill/>
              </a:ln>
              <a:solidFill>
                <a:schemeClr val="tx1"/>
              </a:solidFill>
              <a:effectLst/>
              <a:uLnTx/>
              <a:uFillTx/>
              <a:latin typeface="+mn-lt"/>
              <a:ea typeface="+mn-ea"/>
              <a:cs typeface="+mn-cs"/>
            </a:endParaRPr>
          </a:p>
          <a:p>
            <a:pPr marL="0" marR="0" lvl="0" indent="0" algn="just"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defRPr/>
            </a:pPr>
            <a:r>
              <a:rPr kumimoji="1" lang="en-US" altLang="zh-CN" sz="3200" b="0" i="0" u="none" strike="noStrike" kern="0" cap="none" spc="0" normalizeH="0" baseline="0" noProof="1">
                <a:ln>
                  <a:noFill/>
                </a:ln>
                <a:solidFill>
                  <a:schemeClr val="tx1"/>
                </a:solidFill>
                <a:effectLst/>
                <a:uLnTx/>
                <a:uFillTx/>
                <a:latin typeface="+mn-lt"/>
                <a:ea typeface="+mn-ea"/>
                <a:cs typeface="+mn-cs"/>
              </a:rPr>
              <a:t>       </a:t>
            </a:r>
            <a:r>
              <a:rPr kumimoji="1" lang="en-US" altLang="zh-CN" sz="3200" b="0" i="0" u="none" strike="noStrike" kern="0" cap="none" spc="0" normalizeH="0" baseline="0" noProof="1">
                <a:ln>
                  <a:noFill/>
                </a:ln>
                <a:solidFill>
                  <a:schemeClr val="tx1"/>
                </a:solidFill>
                <a:effectLst/>
                <a:uLnTx/>
                <a:uFillTx/>
                <a:latin typeface="Times New Roman" panose="02020503050405090304" pitchFamily="18" charset="0"/>
                <a:ea typeface="+mn-ea"/>
                <a:cs typeface="+mn-cs"/>
                <a:sym typeface="Symbol" panose="05050102010706020507" pitchFamily="18" charset="2"/>
              </a:rPr>
              <a:t>((</a:t>
            </a:r>
            <a:r>
              <a:rPr kumimoji="1" lang="en-US" altLang="zh-CN" sz="3200" b="0" i="0" u="none" strike="noStrike" kern="0" cap="none" spc="0" normalizeH="0" baseline="0" noProof="1">
                <a:ln>
                  <a:noFill/>
                </a:ln>
                <a:solidFill>
                  <a:schemeClr val="tx1"/>
                </a:solidFill>
                <a:effectLst/>
                <a:uLnTx/>
                <a:uFillTx/>
                <a:latin typeface="+mn-lt"/>
                <a:ea typeface="+mn-ea"/>
                <a:cs typeface="+mn-cs"/>
              </a:rPr>
              <a:t>P</a:t>
            </a:r>
            <a:r>
              <a:rPr kumimoji="1" lang="en-US" altLang="zh-CN" sz="3200" b="0" i="0" u="none" strike="noStrike" kern="0" cap="none" spc="0" normalizeH="0" baseline="0" noProof="1">
                <a:ln>
                  <a:noFill/>
                </a:ln>
                <a:solidFill>
                  <a:schemeClr val="tx1"/>
                </a:solidFill>
                <a:effectLst/>
                <a:uLnTx/>
                <a:uFillTx/>
                <a:latin typeface="Times New Roman" panose="02020503050405090304" pitchFamily="18" charset="0"/>
                <a:ea typeface="+mn-ea"/>
                <a:cs typeface="+mn-cs"/>
                <a:sym typeface="Symbol" panose="05050102010706020507" pitchFamily="18" charset="2"/>
              </a:rPr>
              <a:t></a:t>
            </a:r>
            <a:r>
              <a:rPr kumimoji="1" lang="en-US" altLang="zh-CN" sz="3200" b="0" i="0" u="none" strike="noStrike" kern="0" cap="none" spc="0" normalizeH="0" baseline="0" noProof="1">
                <a:ln>
                  <a:noFill/>
                </a:ln>
                <a:solidFill>
                  <a:schemeClr val="tx1"/>
                </a:solidFill>
                <a:effectLst/>
                <a:uLnTx/>
                <a:uFillTx/>
                <a:latin typeface="+mn-lt"/>
                <a:ea typeface="+mn-ea"/>
                <a:cs typeface="+mn-cs"/>
              </a:rPr>
              <a:t>Q)</a:t>
            </a:r>
            <a:r>
              <a:rPr kumimoji="1" lang="en-US" altLang="zh-CN" sz="3200" b="0" i="0" u="none" strike="noStrike" kern="0" cap="none" spc="0" normalizeH="0" baseline="0" noProof="1">
                <a:ln>
                  <a:noFill/>
                </a:ln>
                <a:solidFill>
                  <a:srgbClr val="FF0000"/>
                </a:solidFill>
                <a:effectLst/>
                <a:uLnTx/>
                <a:uFillTx/>
                <a:latin typeface="Times New Roman" panose="02020503050405090304" pitchFamily="18" charset="0"/>
                <a:ea typeface="+mn-ea"/>
                <a:cs typeface="+mn-cs"/>
                <a:sym typeface="Symbol" panose="05050102010706020507" pitchFamily="18" charset="2"/>
              </a:rPr>
              <a:t></a:t>
            </a:r>
            <a:r>
              <a:rPr kumimoji="1" lang="en-US" altLang="zh-CN" sz="3200" b="0" i="0" u="none" strike="noStrike" kern="0" cap="none" spc="0" normalizeH="0" baseline="0" noProof="1">
                <a:ln>
                  <a:noFill/>
                </a:ln>
                <a:solidFill>
                  <a:schemeClr val="tx1"/>
                </a:solidFill>
                <a:effectLst/>
                <a:uLnTx/>
                <a:uFillTx/>
                <a:latin typeface="Times New Roman" panose="02020503050405090304" pitchFamily="18" charset="0"/>
                <a:ea typeface="+mn-ea"/>
                <a:cs typeface="+mn-cs"/>
                <a:sym typeface="Symbol" panose="05050102010706020507" pitchFamily="18" charset="2"/>
              </a:rPr>
              <a:t>(</a:t>
            </a:r>
            <a:r>
              <a:rPr kumimoji="1" lang="en-US" altLang="zh-CN" sz="3200" b="0" i="0" u="none" strike="noStrike" kern="0" cap="none" spc="0" normalizeH="0" baseline="0" noProof="1">
                <a:ln>
                  <a:noFill/>
                </a:ln>
                <a:solidFill>
                  <a:schemeClr val="tx1"/>
                </a:solidFill>
                <a:effectLst/>
                <a:uLnTx/>
                <a:uFillTx/>
                <a:latin typeface="+mn-lt"/>
                <a:ea typeface="+mn-ea"/>
                <a:cs typeface="+mn-cs"/>
              </a:rPr>
              <a:t>P</a:t>
            </a:r>
            <a:r>
              <a:rPr kumimoji="1" lang="en-US" altLang="zh-CN" sz="3200" b="0" i="0" u="none" strike="noStrike" kern="0" cap="none" spc="0" normalizeH="0" baseline="0" noProof="1">
                <a:ln>
                  <a:noFill/>
                </a:ln>
                <a:solidFill>
                  <a:schemeClr val="tx1"/>
                </a:solidFill>
                <a:effectLst/>
                <a:uLnTx/>
                <a:uFillTx/>
                <a:latin typeface="Times New Roman" panose="02020503050405090304" pitchFamily="18" charset="0"/>
                <a:ea typeface="+mn-ea"/>
                <a:cs typeface="+mn-cs"/>
                <a:sym typeface="Symbol" panose="05050102010706020507" pitchFamily="18" charset="2"/>
              </a:rPr>
              <a:t>¬</a:t>
            </a:r>
            <a:r>
              <a:rPr kumimoji="1" lang="en-US" altLang="zh-CN" sz="3200" b="0" i="0" u="none" strike="noStrike" kern="0" cap="none" spc="0" normalizeH="0" baseline="0" noProof="1">
                <a:ln>
                  <a:noFill/>
                </a:ln>
                <a:solidFill>
                  <a:schemeClr val="tx1"/>
                </a:solidFill>
                <a:effectLst/>
                <a:uLnTx/>
                <a:uFillTx/>
                <a:latin typeface="+mn-lt"/>
                <a:ea typeface="+mn-ea"/>
                <a:cs typeface="+mn-cs"/>
              </a:rPr>
              <a:t>Q)</a:t>
            </a:r>
            <a:r>
              <a:rPr kumimoji="1" lang="en-US" altLang="zh-CN" sz="3200" b="0" i="0" u="none" strike="noStrike" kern="0" cap="none" spc="0" normalizeH="0" baseline="0" noProof="1">
                <a:ln>
                  <a:noFill/>
                </a:ln>
                <a:solidFill>
                  <a:schemeClr val="tx1"/>
                </a:solidFill>
                <a:effectLst/>
                <a:uLnTx/>
                <a:uFillTx/>
                <a:latin typeface="Times New Roman" panose="02020503050405090304" pitchFamily="18" charset="0"/>
                <a:ea typeface="+mn-ea"/>
                <a:cs typeface="+mn-cs"/>
                <a:sym typeface="Symbol" panose="05050102010706020507" pitchFamily="18" charset="2"/>
              </a:rPr>
              <a:t> ((</a:t>
            </a:r>
            <a:r>
              <a:rPr kumimoji="1" lang="en-US" altLang="zh-CN" sz="3200" b="0" i="0" u="none" strike="noStrike" kern="0" cap="none" spc="0" normalizeH="0" baseline="0" noProof="1">
                <a:ln>
                  <a:noFill/>
                </a:ln>
                <a:solidFill>
                  <a:schemeClr val="tx1"/>
                </a:solidFill>
                <a:effectLst/>
                <a:uLnTx/>
                <a:uFillTx/>
                <a:latin typeface="+mn-lt"/>
                <a:ea typeface="+mn-ea"/>
                <a:cs typeface="+mn-cs"/>
              </a:rPr>
              <a:t>Q</a:t>
            </a:r>
            <a:r>
              <a:rPr kumimoji="1" lang="en-US" altLang="zh-CN" sz="3200" b="0" i="0" u="none" strike="noStrike" kern="0" cap="none" spc="0" normalizeH="0" baseline="0" noProof="1">
                <a:ln>
                  <a:noFill/>
                </a:ln>
                <a:solidFill>
                  <a:schemeClr val="tx1"/>
                </a:solidFill>
                <a:effectLst/>
                <a:uLnTx/>
                <a:uFillTx/>
                <a:latin typeface="Times New Roman" panose="02020503050405090304" pitchFamily="18" charset="0"/>
                <a:ea typeface="+mn-ea"/>
                <a:cs typeface="+mn-cs"/>
                <a:sym typeface="Symbol" panose="05050102010706020507" pitchFamily="18" charset="2"/>
              </a:rPr>
              <a:t></a:t>
            </a:r>
            <a:r>
              <a:rPr kumimoji="1" lang="en-US" altLang="zh-CN" sz="3200" b="0" i="0" u="none" strike="noStrike" kern="0" cap="none" spc="0" normalizeH="0" baseline="0" noProof="1">
                <a:ln>
                  <a:noFill/>
                </a:ln>
                <a:solidFill>
                  <a:schemeClr val="tx1"/>
                </a:solidFill>
                <a:effectLst/>
                <a:uLnTx/>
                <a:uFillTx/>
                <a:latin typeface="+mn-lt"/>
                <a:ea typeface="+mn-ea"/>
                <a:cs typeface="+mn-cs"/>
              </a:rPr>
              <a:t>P)</a:t>
            </a:r>
            <a:r>
              <a:rPr kumimoji="1" lang="en-US" altLang="zh-CN" sz="3200" b="0" i="0" u="none" strike="noStrike" kern="0" cap="none" spc="0" normalizeH="0" baseline="0" noProof="1">
                <a:ln>
                  <a:noFill/>
                </a:ln>
                <a:solidFill>
                  <a:srgbClr val="FF0000"/>
                </a:solidFill>
                <a:effectLst/>
                <a:uLnTx/>
                <a:uFillTx/>
                <a:latin typeface="Times New Roman" panose="02020503050405090304" pitchFamily="18" charset="0"/>
                <a:ea typeface="+mn-ea"/>
                <a:cs typeface="+mn-cs"/>
                <a:sym typeface="Symbol" panose="05050102010706020507" pitchFamily="18" charset="2"/>
              </a:rPr>
              <a:t></a:t>
            </a:r>
            <a:r>
              <a:rPr kumimoji="1" lang="en-US" altLang="zh-CN" sz="3200" b="0" i="0" u="none" strike="noStrike" kern="0" cap="none" spc="0" normalizeH="0" baseline="0" noProof="1">
                <a:ln>
                  <a:noFill/>
                </a:ln>
                <a:solidFill>
                  <a:schemeClr val="tx1"/>
                </a:solidFill>
                <a:effectLst/>
                <a:uLnTx/>
                <a:uFillTx/>
                <a:latin typeface="Times New Roman" panose="02020503050405090304" pitchFamily="18" charset="0"/>
                <a:ea typeface="+mn-ea"/>
                <a:cs typeface="+mn-cs"/>
                <a:sym typeface="Symbol" panose="05050102010706020507" pitchFamily="18" charset="2"/>
              </a:rPr>
              <a:t> (</a:t>
            </a:r>
            <a:r>
              <a:rPr kumimoji="1" lang="en-US" altLang="zh-CN" sz="3200" b="0" i="0" u="none" strike="noStrike" kern="0" cap="none" spc="0" normalizeH="0" baseline="0" noProof="1">
                <a:ln>
                  <a:noFill/>
                </a:ln>
                <a:solidFill>
                  <a:schemeClr val="tx1"/>
                </a:solidFill>
                <a:effectLst/>
                <a:uLnTx/>
                <a:uFillTx/>
                <a:latin typeface="+mn-lt"/>
                <a:ea typeface="+mn-ea"/>
                <a:cs typeface="+mn-cs"/>
              </a:rPr>
              <a:t>Q</a:t>
            </a:r>
            <a:r>
              <a:rPr kumimoji="1" lang="en-US" altLang="zh-CN" sz="3200" b="0" i="0" u="none" strike="noStrike" kern="0" cap="none" spc="0" normalizeH="0" baseline="0" noProof="1">
                <a:ln>
                  <a:noFill/>
                </a:ln>
                <a:solidFill>
                  <a:schemeClr val="tx1"/>
                </a:solidFill>
                <a:effectLst/>
                <a:uLnTx/>
                <a:uFillTx/>
                <a:latin typeface="Times New Roman" panose="02020503050405090304" pitchFamily="18" charset="0"/>
                <a:ea typeface="+mn-ea"/>
                <a:cs typeface="+mn-cs"/>
                <a:sym typeface="Symbol" panose="05050102010706020507" pitchFamily="18" charset="2"/>
              </a:rPr>
              <a:t>¬</a:t>
            </a:r>
            <a:r>
              <a:rPr kumimoji="1" lang="en-US" altLang="zh-CN" sz="3200" b="0" i="0" u="none" strike="noStrike" kern="0" cap="none" spc="0" normalizeH="0" baseline="0" noProof="1">
                <a:ln>
                  <a:noFill/>
                </a:ln>
                <a:solidFill>
                  <a:schemeClr val="tx1"/>
                </a:solidFill>
                <a:effectLst/>
                <a:uLnTx/>
                <a:uFillTx/>
                <a:latin typeface="+mn-lt"/>
                <a:ea typeface="+mn-ea"/>
                <a:cs typeface="+mn-cs"/>
              </a:rPr>
              <a:t> P))</a:t>
            </a:r>
            <a:endParaRPr kumimoji="1" lang="en-US" altLang="zh-CN" sz="3200" b="0" i="0" u="none" strike="noStrike" kern="0" cap="none" spc="0" normalizeH="0" baseline="0" noProof="1">
              <a:ln>
                <a:noFill/>
              </a:ln>
              <a:solidFill>
                <a:schemeClr val="tx1"/>
              </a:solidFill>
              <a:effectLst/>
              <a:uLnTx/>
              <a:uFillTx/>
              <a:latin typeface="+mn-lt"/>
              <a:ea typeface="+mn-ea"/>
              <a:cs typeface="+mn-cs"/>
            </a:endParaRPr>
          </a:p>
          <a:p>
            <a:pPr marL="0" marR="0" lvl="0" indent="0" algn="just"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defRPr/>
            </a:pPr>
            <a:r>
              <a:rPr kumimoji="1" lang="en-US" altLang="zh-CN" sz="3200" b="0" i="0" u="none" strike="noStrike" kern="0" cap="none" spc="0" normalizeH="0" baseline="0" noProof="1">
                <a:ln>
                  <a:noFill/>
                </a:ln>
                <a:solidFill>
                  <a:schemeClr val="tx1"/>
                </a:solidFill>
                <a:effectLst/>
                <a:uLnTx/>
                <a:uFillTx/>
                <a:latin typeface="+mn-lt"/>
                <a:ea typeface="+mn-ea"/>
                <a:cs typeface="+mn-cs"/>
              </a:rPr>
              <a:t>       </a:t>
            </a:r>
            <a:r>
              <a:rPr kumimoji="1" lang="en-US" altLang="zh-CN" sz="3200" b="0" i="0" u="none" strike="noStrike" kern="0" cap="none" spc="0" normalizeH="0" baseline="0" noProof="1">
                <a:ln>
                  <a:noFill/>
                </a:ln>
                <a:solidFill>
                  <a:schemeClr val="tx1"/>
                </a:solidFill>
                <a:effectLst/>
                <a:uLnTx/>
                <a:uFillTx/>
                <a:latin typeface="Times New Roman" panose="02020503050405090304" pitchFamily="18" charset="0"/>
                <a:ea typeface="+mn-ea"/>
                <a:cs typeface="+mn-cs"/>
                <a:sym typeface="Symbol" panose="05050102010706020507" pitchFamily="18" charset="2"/>
              </a:rPr>
              <a:t> (</a:t>
            </a:r>
            <a:r>
              <a:rPr kumimoji="1" lang="en-US" altLang="zh-CN" sz="3200" b="0" i="0" u="none" strike="noStrike" kern="0" cap="none" spc="0" normalizeH="0" baseline="0" noProof="1">
                <a:ln>
                  <a:noFill/>
                </a:ln>
                <a:solidFill>
                  <a:schemeClr val="tx1"/>
                </a:solidFill>
                <a:effectLst/>
                <a:uLnTx/>
                <a:uFillTx/>
                <a:latin typeface="+mn-lt"/>
                <a:ea typeface="+mn-ea"/>
                <a:cs typeface="+mn-cs"/>
              </a:rPr>
              <a:t>P</a:t>
            </a:r>
            <a:r>
              <a:rPr kumimoji="1" lang="en-US" altLang="zh-CN" sz="3200" b="0" i="0" u="none" strike="noStrike" kern="0" cap="none" spc="0" normalizeH="0" baseline="0" noProof="1">
                <a:ln>
                  <a:noFill/>
                </a:ln>
                <a:solidFill>
                  <a:schemeClr val="tx1"/>
                </a:solidFill>
                <a:effectLst/>
                <a:uLnTx/>
                <a:uFillTx/>
                <a:latin typeface="Times New Roman" panose="02020503050405090304" pitchFamily="18" charset="0"/>
                <a:ea typeface="+mn-ea"/>
                <a:cs typeface="+mn-cs"/>
                <a:sym typeface="Symbol" panose="05050102010706020507" pitchFamily="18" charset="2"/>
              </a:rPr>
              <a:t></a:t>
            </a:r>
            <a:r>
              <a:rPr kumimoji="1" lang="en-US" altLang="zh-CN" sz="3200" b="0" i="0" u="none" strike="noStrike" kern="0" cap="none" spc="0" normalizeH="0" baseline="0" noProof="1">
                <a:ln>
                  <a:noFill/>
                </a:ln>
                <a:solidFill>
                  <a:schemeClr val="tx1"/>
                </a:solidFill>
                <a:effectLst/>
                <a:uLnTx/>
                <a:uFillTx/>
                <a:latin typeface="+mn-lt"/>
                <a:ea typeface="+mn-ea"/>
                <a:cs typeface="+mn-cs"/>
              </a:rPr>
              <a:t>Q)</a:t>
            </a:r>
            <a:r>
              <a:rPr kumimoji="1" lang="en-US" altLang="zh-CN" sz="3200" b="0" i="0" u="none" strike="noStrike" kern="0" cap="none" spc="0" normalizeH="0" baseline="0" noProof="1">
                <a:ln>
                  <a:noFill/>
                </a:ln>
                <a:solidFill>
                  <a:srgbClr val="FF0000"/>
                </a:solidFill>
                <a:effectLst/>
                <a:uLnTx/>
                <a:uFillTx/>
                <a:latin typeface="Times New Roman" panose="02020503050405090304" pitchFamily="18" charset="0"/>
                <a:ea typeface="+mn-ea"/>
                <a:cs typeface="+mn-cs"/>
                <a:sym typeface="Symbol" panose="05050102010706020507" pitchFamily="18" charset="2"/>
              </a:rPr>
              <a:t></a:t>
            </a:r>
            <a:r>
              <a:rPr kumimoji="1" lang="en-US" altLang="zh-CN" sz="3200" b="0" i="0" u="none" strike="noStrike" kern="0" cap="none" spc="0" normalizeH="0" baseline="0" noProof="1">
                <a:ln>
                  <a:noFill/>
                </a:ln>
                <a:solidFill>
                  <a:schemeClr val="tx1"/>
                </a:solidFill>
                <a:effectLst/>
                <a:uLnTx/>
                <a:uFillTx/>
                <a:latin typeface="Times New Roman" panose="02020503050405090304" pitchFamily="18" charset="0"/>
                <a:ea typeface="+mn-ea"/>
                <a:cs typeface="+mn-cs"/>
                <a:sym typeface="Symbol" panose="05050102010706020507" pitchFamily="18" charset="2"/>
              </a:rPr>
              <a:t>(</a:t>
            </a:r>
            <a:r>
              <a:rPr kumimoji="1" lang="en-US" altLang="zh-CN" sz="3200" b="0" i="0" u="none" strike="noStrike" kern="0" cap="none" spc="0" normalizeH="0" baseline="0" noProof="1">
                <a:ln>
                  <a:noFill/>
                </a:ln>
                <a:solidFill>
                  <a:schemeClr val="tx1"/>
                </a:solidFill>
                <a:effectLst/>
                <a:uLnTx/>
                <a:uFillTx/>
                <a:latin typeface="+mn-lt"/>
                <a:ea typeface="+mn-ea"/>
                <a:cs typeface="+mn-cs"/>
              </a:rPr>
              <a:t>P</a:t>
            </a:r>
            <a:r>
              <a:rPr kumimoji="1" lang="en-US" altLang="zh-CN" sz="3200" b="0" i="0" u="none" strike="noStrike" kern="0" cap="none" spc="0" normalizeH="0" baseline="0" noProof="1">
                <a:ln>
                  <a:noFill/>
                </a:ln>
                <a:solidFill>
                  <a:schemeClr val="tx1"/>
                </a:solidFill>
                <a:effectLst/>
                <a:uLnTx/>
                <a:uFillTx/>
                <a:latin typeface="Times New Roman" panose="02020503050405090304" pitchFamily="18" charset="0"/>
                <a:ea typeface="+mn-ea"/>
                <a:cs typeface="+mn-cs"/>
                <a:sym typeface="Symbol" panose="05050102010706020507" pitchFamily="18" charset="2"/>
              </a:rPr>
              <a:t>¬</a:t>
            </a:r>
            <a:r>
              <a:rPr kumimoji="1" lang="en-US" altLang="zh-CN" sz="3200" b="0" i="0" u="none" strike="noStrike" kern="0" cap="none" spc="0" normalizeH="0" baseline="0" noProof="1">
                <a:ln>
                  <a:noFill/>
                </a:ln>
                <a:solidFill>
                  <a:schemeClr val="tx1"/>
                </a:solidFill>
                <a:effectLst/>
                <a:uLnTx/>
                <a:uFillTx/>
                <a:latin typeface="+mn-lt"/>
                <a:ea typeface="+mn-ea"/>
                <a:cs typeface="+mn-cs"/>
              </a:rPr>
              <a:t>Q)</a:t>
            </a:r>
            <a:r>
              <a:rPr kumimoji="1" lang="en-US" altLang="zh-CN" sz="3200" b="0" i="0" u="none" strike="noStrike" kern="0" cap="none" spc="0" normalizeH="0" baseline="0" noProof="1">
                <a:ln>
                  <a:noFill/>
                </a:ln>
                <a:solidFill>
                  <a:schemeClr val="tx1"/>
                </a:solidFill>
                <a:effectLst/>
                <a:uLnTx/>
                <a:uFillTx/>
                <a:latin typeface="Times New Roman" panose="02020503050405090304" pitchFamily="18" charset="0"/>
                <a:ea typeface="+mn-ea"/>
                <a:cs typeface="+mn-cs"/>
                <a:sym typeface="Symbol" panose="05050102010706020507" pitchFamily="18" charset="2"/>
              </a:rPr>
              <a:t>(</a:t>
            </a:r>
            <a:r>
              <a:rPr kumimoji="1" lang="en-US" altLang="zh-CN" sz="3200" b="0" i="0" u="none" strike="noStrike" kern="0" cap="none" spc="0" normalizeH="0" baseline="0" noProof="1">
                <a:ln>
                  <a:noFill/>
                </a:ln>
                <a:solidFill>
                  <a:schemeClr val="tx1"/>
                </a:solidFill>
                <a:effectLst/>
                <a:uLnTx/>
                <a:uFillTx/>
                <a:latin typeface="+mn-lt"/>
                <a:ea typeface="+mn-ea"/>
                <a:cs typeface="+mn-cs"/>
              </a:rPr>
              <a:t>Q</a:t>
            </a:r>
            <a:r>
              <a:rPr kumimoji="1" lang="en-US" altLang="zh-CN" sz="3200" b="0" i="0" u="none" strike="noStrike" kern="0" cap="none" spc="0" normalizeH="0" baseline="0" noProof="1">
                <a:ln>
                  <a:noFill/>
                </a:ln>
                <a:solidFill>
                  <a:schemeClr val="tx1"/>
                </a:solidFill>
                <a:effectLst/>
                <a:uLnTx/>
                <a:uFillTx/>
                <a:latin typeface="Times New Roman" panose="02020503050405090304" pitchFamily="18" charset="0"/>
                <a:ea typeface="+mn-ea"/>
                <a:cs typeface="+mn-cs"/>
                <a:sym typeface="Symbol" panose="05050102010706020507" pitchFamily="18" charset="2"/>
              </a:rPr>
              <a:t></a:t>
            </a:r>
            <a:r>
              <a:rPr kumimoji="1" lang="en-US" altLang="zh-CN" sz="3200" b="0" i="0" u="none" strike="noStrike" kern="0" cap="none" spc="0" normalizeH="0" baseline="0" noProof="1">
                <a:ln>
                  <a:noFill/>
                </a:ln>
                <a:solidFill>
                  <a:schemeClr val="tx1"/>
                </a:solidFill>
                <a:effectLst/>
                <a:uLnTx/>
                <a:uFillTx/>
                <a:latin typeface="+mn-lt"/>
                <a:ea typeface="+mn-ea"/>
                <a:cs typeface="+mn-cs"/>
              </a:rPr>
              <a:t>P)</a:t>
            </a:r>
            <a:r>
              <a:rPr kumimoji="1" lang="en-US" altLang="zh-CN" sz="3200" b="0" i="0" u="none" strike="noStrike" kern="0" cap="none" spc="0" normalizeH="0" baseline="0" noProof="1">
                <a:ln>
                  <a:noFill/>
                </a:ln>
                <a:solidFill>
                  <a:srgbClr val="FF0000"/>
                </a:solidFill>
                <a:effectLst/>
                <a:uLnTx/>
                <a:uFillTx/>
                <a:latin typeface="Times New Roman" panose="02020503050405090304" pitchFamily="18" charset="0"/>
                <a:ea typeface="+mn-ea"/>
                <a:cs typeface="+mn-cs"/>
                <a:sym typeface="Symbol" panose="05050102010706020507" pitchFamily="18" charset="2"/>
              </a:rPr>
              <a:t></a:t>
            </a:r>
            <a:r>
              <a:rPr kumimoji="1" lang="en-US" altLang="zh-CN" sz="3200" b="0" i="0" u="none" strike="noStrike" kern="0" cap="none" spc="0" normalizeH="0" baseline="0" noProof="1">
                <a:ln>
                  <a:noFill/>
                </a:ln>
                <a:solidFill>
                  <a:schemeClr val="tx1"/>
                </a:solidFill>
                <a:effectLst/>
                <a:uLnTx/>
                <a:uFillTx/>
                <a:latin typeface="Times New Roman" panose="02020503050405090304" pitchFamily="18" charset="0"/>
                <a:ea typeface="+mn-ea"/>
                <a:cs typeface="+mn-cs"/>
                <a:sym typeface="Symbol" panose="05050102010706020507" pitchFamily="18" charset="2"/>
              </a:rPr>
              <a:t> (</a:t>
            </a:r>
            <a:r>
              <a:rPr kumimoji="1" lang="en-US" altLang="zh-CN" sz="3200" b="0" i="0" u="none" strike="noStrike" kern="0" cap="none" spc="0" normalizeH="0" baseline="0" noProof="1">
                <a:ln>
                  <a:noFill/>
                </a:ln>
                <a:solidFill>
                  <a:schemeClr val="tx1"/>
                </a:solidFill>
                <a:effectLst/>
                <a:uLnTx/>
                <a:uFillTx/>
                <a:latin typeface="+mn-lt"/>
                <a:ea typeface="+mn-ea"/>
                <a:cs typeface="+mn-cs"/>
              </a:rPr>
              <a:t>Q</a:t>
            </a:r>
            <a:r>
              <a:rPr kumimoji="1" lang="en-US" altLang="zh-CN" sz="3200" b="0" i="0" u="none" strike="noStrike" kern="0" cap="none" spc="0" normalizeH="0" baseline="0" noProof="1">
                <a:ln>
                  <a:noFill/>
                </a:ln>
                <a:solidFill>
                  <a:schemeClr val="tx1"/>
                </a:solidFill>
                <a:effectLst/>
                <a:uLnTx/>
                <a:uFillTx/>
                <a:latin typeface="Times New Roman" panose="02020503050405090304" pitchFamily="18" charset="0"/>
                <a:ea typeface="+mn-ea"/>
                <a:cs typeface="+mn-cs"/>
                <a:sym typeface="Symbol" panose="05050102010706020507" pitchFamily="18" charset="2"/>
              </a:rPr>
              <a:t>¬</a:t>
            </a:r>
            <a:r>
              <a:rPr kumimoji="1" lang="en-US" altLang="zh-CN" sz="3200" b="0" i="0" u="none" strike="noStrike" kern="0" cap="none" spc="0" normalizeH="0" baseline="0" noProof="1">
                <a:ln>
                  <a:noFill/>
                </a:ln>
                <a:solidFill>
                  <a:schemeClr val="tx1"/>
                </a:solidFill>
                <a:effectLst/>
                <a:uLnTx/>
                <a:uFillTx/>
                <a:latin typeface="+mn-lt"/>
                <a:ea typeface="+mn-ea"/>
                <a:cs typeface="+mn-cs"/>
              </a:rPr>
              <a:t> P)</a:t>
            </a:r>
            <a:endParaRPr kumimoji="1" lang="en-US" altLang="zh-CN" sz="3200" b="0" i="0" u="none" strike="noStrike" kern="0" cap="none" spc="0" normalizeH="0" baseline="0" noProof="1">
              <a:ln>
                <a:noFill/>
              </a:ln>
              <a:solidFill>
                <a:schemeClr val="tx1"/>
              </a:solidFill>
              <a:effectLst/>
              <a:uLnTx/>
              <a:uFillTx/>
              <a:latin typeface="+mn-lt"/>
              <a:ea typeface="+mn-ea"/>
              <a:cs typeface="+mn-cs"/>
            </a:endParaRPr>
          </a:p>
          <a:p>
            <a:pPr marL="0" marR="0" lvl="0" indent="0" algn="just"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defRPr/>
            </a:pPr>
            <a:r>
              <a:rPr kumimoji="1" lang="en-US" altLang="zh-CN" sz="3200" b="0" i="0" u="none" strike="noStrike" kern="0" cap="none" spc="0" normalizeH="0" baseline="0" noProof="1">
                <a:ln>
                  <a:noFill/>
                </a:ln>
                <a:solidFill>
                  <a:schemeClr val="tx1"/>
                </a:solidFill>
                <a:effectLst/>
                <a:uLnTx/>
                <a:uFillTx/>
                <a:latin typeface="Times New Roman" panose="02020503050405090304" pitchFamily="18" charset="0"/>
                <a:ea typeface="+mn-ea"/>
                <a:cs typeface="+mn-cs"/>
                <a:sym typeface="Symbol" panose="05050102010706020507" pitchFamily="18" charset="2"/>
              </a:rPr>
              <a:t>         (</a:t>
            </a:r>
            <a:r>
              <a:rPr kumimoji="1" lang="en-US" altLang="zh-CN" sz="3200" b="0" i="0" u="none" strike="noStrike" kern="0" cap="none" spc="0" normalizeH="0" baseline="0" noProof="1">
                <a:ln>
                  <a:noFill/>
                </a:ln>
                <a:solidFill>
                  <a:schemeClr val="tx1"/>
                </a:solidFill>
                <a:effectLst/>
                <a:uLnTx/>
                <a:uFillTx/>
                <a:latin typeface="+mn-lt"/>
                <a:ea typeface="+mn-ea"/>
                <a:cs typeface="+mn-cs"/>
              </a:rPr>
              <a:t>P</a:t>
            </a:r>
            <a:r>
              <a:rPr kumimoji="1" lang="en-US" altLang="zh-CN" sz="3200" b="0" i="0" u="none" strike="noStrike" kern="0" cap="none" spc="0" normalizeH="0" baseline="0" noProof="1">
                <a:ln>
                  <a:noFill/>
                </a:ln>
                <a:solidFill>
                  <a:schemeClr val="tx1"/>
                </a:solidFill>
                <a:effectLst/>
                <a:uLnTx/>
                <a:uFillTx/>
                <a:latin typeface="Times New Roman" panose="02020503050405090304" pitchFamily="18" charset="0"/>
                <a:ea typeface="+mn-ea"/>
                <a:cs typeface="+mn-cs"/>
                <a:sym typeface="Symbol" panose="05050102010706020507" pitchFamily="18" charset="2"/>
              </a:rPr>
              <a:t></a:t>
            </a:r>
            <a:r>
              <a:rPr kumimoji="1" lang="en-US" altLang="zh-CN" sz="3200" b="0" i="0" u="none" strike="noStrike" kern="0" cap="none" spc="0" normalizeH="0" baseline="0" noProof="1">
                <a:ln>
                  <a:noFill/>
                </a:ln>
                <a:solidFill>
                  <a:schemeClr val="tx1"/>
                </a:solidFill>
                <a:effectLst/>
                <a:uLnTx/>
                <a:uFillTx/>
                <a:latin typeface="+mn-lt"/>
                <a:ea typeface="+mn-ea"/>
                <a:cs typeface="+mn-cs"/>
              </a:rPr>
              <a:t>Q)</a:t>
            </a:r>
            <a:r>
              <a:rPr kumimoji="1" lang="en-US" altLang="zh-CN" sz="3200" b="0" i="0" u="none" strike="noStrike" kern="0" cap="none" spc="0" normalizeH="0" baseline="0" noProof="1">
                <a:ln>
                  <a:noFill/>
                </a:ln>
                <a:solidFill>
                  <a:srgbClr val="FF0000"/>
                </a:solidFill>
                <a:effectLst/>
                <a:uLnTx/>
                <a:uFillTx/>
                <a:latin typeface="Times New Roman" panose="02020503050405090304" pitchFamily="18" charset="0"/>
                <a:ea typeface="+mn-ea"/>
                <a:cs typeface="+mn-cs"/>
                <a:sym typeface="Symbol" panose="05050102010706020507" pitchFamily="18" charset="2"/>
              </a:rPr>
              <a:t></a:t>
            </a:r>
            <a:r>
              <a:rPr kumimoji="1" lang="en-US" altLang="zh-CN" sz="3200" b="0" i="0" u="none" strike="noStrike" kern="0" cap="none" spc="0" normalizeH="0" baseline="0" noProof="1">
                <a:ln>
                  <a:noFill/>
                </a:ln>
                <a:solidFill>
                  <a:schemeClr val="tx1"/>
                </a:solidFill>
                <a:effectLst/>
                <a:uLnTx/>
                <a:uFillTx/>
                <a:latin typeface="Times New Roman" panose="02020503050405090304" pitchFamily="18" charset="0"/>
                <a:ea typeface="+mn-ea"/>
                <a:cs typeface="+mn-cs"/>
                <a:sym typeface="Symbol" panose="05050102010706020507" pitchFamily="18" charset="2"/>
              </a:rPr>
              <a:t>(</a:t>
            </a:r>
            <a:r>
              <a:rPr kumimoji="1" lang="en-US" altLang="zh-CN" sz="3200" b="0" i="0" u="none" strike="noStrike" kern="0" cap="none" spc="0" normalizeH="0" baseline="0" noProof="1">
                <a:ln>
                  <a:noFill/>
                </a:ln>
                <a:solidFill>
                  <a:schemeClr val="tx1"/>
                </a:solidFill>
                <a:effectLst/>
                <a:uLnTx/>
                <a:uFillTx/>
                <a:latin typeface="+mn-lt"/>
                <a:ea typeface="+mn-ea"/>
                <a:cs typeface="+mn-cs"/>
              </a:rPr>
              <a:t>P</a:t>
            </a:r>
            <a:r>
              <a:rPr kumimoji="1" lang="en-US" altLang="zh-CN" sz="3200" b="0" i="0" u="none" strike="noStrike" kern="0" cap="none" spc="0" normalizeH="0" baseline="0" noProof="1">
                <a:ln>
                  <a:noFill/>
                </a:ln>
                <a:solidFill>
                  <a:schemeClr val="tx1"/>
                </a:solidFill>
                <a:effectLst/>
                <a:uLnTx/>
                <a:uFillTx/>
                <a:latin typeface="Times New Roman" panose="02020503050405090304" pitchFamily="18" charset="0"/>
                <a:ea typeface="+mn-ea"/>
                <a:cs typeface="+mn-cs"/>
                <a:sym typeface="Symbol" panose="05050102010706020507" pitchFamily="18" charset="2"/>
              </a:rPr>
              <a:t>¬</a:t>
            </a:r>
            <a:r>
              <a:rPr kumimoji="1" lang="en-US" altLang="zh-CN" sz="3200" b="0" i="0" u="none" strike="noStrike" kern="0" cap="none" spc="0" normalizeH="0" baseline="0" noProof="1">
                <a:ln>
                  <a:noFill/>
                </a:ln>
                <a:solidFill>
                  <a:schemeClr val="tx1"/>
                </a:solidFill>
                <a:effectLst/>
                <a:uLnTx/>
                <a:uFillTx/>
                <a:latin typeface="+mn-lt"/>
                <a:ea typeface="+mn-ea"/>
                <a:cs typeface="+mn-cs"/>
              </a:rPr>
              <a:t>Q)</a:t>
            </a:r>
            <a:r>
              <a:rPr kumimoji="1" lang="en-US" altLang="zh-CN" sz="3200" b="0" i="0" u="none" strike="noStrike" kern="0" cap="none" spc="0" normalizeH="0" baseline="0" noProof="1">
                <a:ln>
                  <a:noFill/>
                </a:ln>
                <a:solidFill>
                  <a:schemeClr val="tx1"/>
                </a:solidFill>
                <a:effectLst/>
                <a:uLnTx/>
                <a:uFillTx/>
                <a:latin typeface="Times New Roman" panose="02020503050405090304" pitchFamily="18" charset="0"/>
                <a:ea typeface="+mn-ea"/>
                <a:cs typeface="+mn-cs"/>
                <a:sym typeface="Symbol" panose="05050102010706020507" pitchFamily="18" charset="2"/>
              </a:rPr>
              <a:t>(</a:t>
            </a:r>
            <a:r>
              <a:rPr kumimoji="1" lang="en-US" altLang="zh-CN" sz="3200" b="0" i="0" u="none" strike="noStrike" kern="0" cap="none" spc="0" normalizeH="0" baseline="0" noProof="1">
                <a:ln>
                  <a:noFill/>
                </a:ln>
                <a:solidFill>
                  <a:srgbClr val="FF0000"/>
                </a:solidFill>
                <a:effectLst/>
                <a:uLnTx/>
                <a:uFillTx/>
                <a:latin typeface="+mn-lt"/>
                <a:ea typeface="+mn-ea"/>
                <a:cs typeface="+mn-cs"/>
              </a:rPr>
              <a:t>P</a:t>
            </a:r>
            <a:r>
              <a:rPr kumimoji="1" lang="en-US" altLang="zh-CN" sz="3200" b="0" i="0" u="none" strike="noStrike" kern="0" cap="none" spc="0" normalizeH="0" baseline="0" noProof="1">
                <a:ln>
                  <a:noFill/>
                </a:ln>
                <a:solidFill>
                  <a:srgbClr val="FF0000"/>
                </a:solidFill>
                <a:effectLst/>
                <a:uLnTx/>
                <a:uFillTx/>
                <a:latin typeface="Times New Roman" panose="02020503050405090304" pitchFamily="18" charset="0"/>
                <a:ea typeface="+mn-ea"/>
                <a:cs typeface="+mn-cs"/>
                <a:sym typeface="Symbol" panose="05050102010706020507" pitchFamily="18" charset="2"/>
              </a:rPr>
              <a:t></a:t>
            </a:r>
            <a:r>
              <a:rPr kumimoji="1" lang="en-US" altLang="zh-CN" sz="3200" b="0" i="0" u="none" strike="noStrike" kern="0" cap="none" spc="0" normalizeH="0" baseline="0" noProof="1">
                <a:ln>
                  <a:noFill/>
                </a:ln>
                <a:solidFill>
                  <a:srgbClr val="FF0000"/>
                </a:solidFill>
                <a:effectLst/>
                <a:uLnTx/>
                <a:uFillTx/>
                <a:latin typeface="+mn-lt"/>
                <a:ea typeface="+mn-ea"/>
                <a:cs typeface="+mn-cs"/>
              </a:rPr>
              <a:t>Q</a:t>
            </a:r>
            <a:r>
              <a:rPr kumimoji="1" lang="en-US" altLang="zh-CN" sz="3200" b="0" i="0" u="none" strike="noStrike" kern="0" cap="none" spc="0" normalizeH="0" baseline="0" noProof="1">
                <a:ln>
                  <a:noFill/>
                </a:ln>
                <a:solidFill>
                  <a:schemeClr val="tx1"/>
                </a:solidFill>
                <a:effectLst/>
                <a:uLnTx/>
                <a:uFillTx/>
                <a:latin typeface="+mn-lt"/>
                <a:ea typeface="+mn-ea"/>
                <a:cs typeface="+mn-cs"/>
              </a:rPr>
              <a:t>)</a:t>
            </a:r>
            <a:r>
              <a:rPr kumimoji="1" lang="en-US" altLang="zh-CN" sz="3200" b="0" i="0" u="none" strike="noStrike" kern="0" cap="none" spc="0" normalizeH="0" baseline="0" noProof="1">
                <a:ln>
                  <a:noFill/>
                </a:ln>
                <a:solidFill>
                  <a:srgbClr val="FF0000"/>
                </a:solidFill>
                <a:effectLst/>
                <a:uLnTx/>
                <a:uFillTx/>
                <a:latin typeface="Times New Roman" panose="02020503050405090304" pitchFamily="18" charset="0"/>
                <a:ea typeface="+mn-ea"/>
                <a:cs typeface="+mn-cs"/>
                <a:sym typeface="Symbol" panose="05050102010706020507" pitchFamily="18" charset="2"/>
              </a:rPr>
              <a:t></a:t>
            </a:r>
            <a:r>
              <a:rPr kumimoji="1" lang="en-US" altLang="zh-CN" sz="3200" b="0" i="0" u="none" strike="noStrike" kern="0" cap="none" spc="0" normalizeH="0" baseline="0" noProof="1">
                <a:ln>
                  <a:noFill/>
                </a:ln>
                <a:solidFill>
                  <a:schemeClr val="tx1"/>
                </a:solidFill>
                <a:effectLst/>
                <a:uLnTx/>
                <a:uFillTx/>
                <a:latin typeface="Times New Roman" panose="02020503050405090304" pitchFamily="18" charset="0"/>
                <a:ea typeface="+mn-ea"/>
                <a:cs typeface="+mn-cs"/>
                <a:sym typeface="Symbol" panose="05050102010706020507" pitchFamily="18" charset="2"/>
              </a:rPr>
              <a:t> (</a:t>
            </a:r>
            <a:r>
              <a:rPr kumimoji="1" lang="en-US" altLang="zh-CN" sz="3200" b="0" i="0" u="none" strike="noStrike" kern="0" cap="none" spc="0" normalizeH="0" baseline="0" noProof="1">
                <a:ln>
                  <a:noFill/>
                </a:ln>
                <a:solidFill>
                  <a:srgbClr val="FF0000"/>
                </a:solidFill>
                <a:effectLst/>
                <a:uLnTx/>
                <a:uFillTx/>
                <a:latin typeface="Times New Roman" panose="02020503050405090304" pitchFamily="18" charset="0"/>
                <a:ea typeface="+mn-ea"/>
                <a:cs typeface="+mn-cs"/>
                <a:sym typeface="Symbol" panose="05050102010706020507" pitchFamily="18" charset="2"/>
              </a:rPr>
              <a:t>¬</a:t>
            </a:r>
            <a:r>
              <a:rPr kumimoji="1" lang="en-US" altLang="zh-CN" sz="3200" b="0" i="0" u="none" strike="noStrike" kern="0" cap="none" spc="0" normalizeH="0" baseline="0" noProof="1">
                <a:ln>
                  <a:noFill/>
                </a:ln>
                <a:solidFill>
                  <a:srgbClr val="FF0000"/>
                </a:solidFill>
                <a:effectLst/>
                <a:uLnTx/>
                <a:uFillTx/>
                <a:latin typeface="+mn-lt"/>
                <a:ea typeface="+mn-ea"/>
                <a:cs typeface="+mn-cs"/>
              </a:rPr>
              <a:t> P</a:t>
            </a:r>
            <a:r>
              <a:rPr kumimoji="1" lang="en-US" altLang="zh-CN" sz="3200" b="0" i="0" u="none" strike="noStrike" kern="0" cap="none" spc="0" normalizeH="0" baseline="0" noProof="1">
                <a:ln>
                  <a:noFill/>
                </a:ln>
                <a:solidFill>
                  <a:srgbClr val="FF0000"/>
                </a:solidFill>
                <a:effectLst/>
                <a:uLnTx/>
                <a:uFillTx/>
                <a:latin typeface="Times New Roman" panose="02020503050405090304" pitchFamily="18" charset="0"/>
                <a:ea typeface="+mn-ea"/>
                <a:cs typeface="+mn-cs"/>
                <a:sym typeface="Symbol" panose="05050102010706020507" pitchFamily="18" charset="2"/>
              </a:rPr>
              <a:t></a:t>
            </a:r>
            <a:r>
              <a:rPr kumimoji="1" lang="en-US" altLang="zh-CN" sz="3200" b="0" i="0" u="none" strike="noStrike" kern="0" cap="none" spc="0" normalizeH="0" baseline="0" noProof="1">
                <a:ln>
                  <a:noFill/>
                </a:ln>
                <a:solidFill>
                  <a:srgbClr val="FF0000"/>
                </a:solidFill>
                <a:effectLst/>
                <a:uLnTx/>
                <a:uFillTx/>
                <a:latin typeface="+mn-lt"/>
                <a:ea typeface="+mn-ea"/>
                <a:cs typeface="+mn-cs"/>
              </a:rPr>
              <a:t>Q</a:t>
            </a:r>
            <a:r>
              <a:rPr kumimoji="1" lang="en-US" altLang="zh-CN" sz="3200" b="0" i="0" u="none" strike="noStrike" kern="0" cap="none" spc="0" normalizeH="0" baseline="0" noProof="1">
                <a:ln>
                  <a:noFill/>
                </a:ln>
                <a:solidFill>
                  <a:schemeClr val="tx1"/>
                </a:solidFill>
                <a:effectLst/>
                <a:uLnTx/>
                <a:uFillTx/>
                <a:latin typeface="+mn-lt"/>
                <a:ea typeface="+mn-ea"/>
                <a:cs typeface="+mn-cs"/>
              </a:rPr>
              <a:t>)</a:t>
            </a:r>
            <a:endParaRPr kumimoji="1" lang="en-US" altLang="zh-CN" sz="3200" b="0" i="0" u="none" strike="noStrike" kern="0" cap="none" spc="0" normalizeH="0" baseline="0" noProof="1">
              <a:ln>
                <a:noFill/>
              </a:ln>
              <a:solidFill>
                <a:schemeClr val="tx1"/>
              </a:solidFill>
              <a:effectLst/>
              <a:uLnTx/>
              <a:uFillTx/>
              <a:latin typeface="+mn-lt"/>
              <a:ea typeface="+mn-ea"/>
              <a:cs typeface="+mn-cs"/>
            </a:endParaRPr>
          </a:p>
          <a:p>
            <a:pPr marL="0" marR="0" lvl="0" indent="0" algn="just"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defRPr/>
            </a:pPr>
            <a:r>
              <a:rPr kumimoji="1" lang="en-US" altLang="zh-CN" sz="3200" b="0" i="0" u="none" strike="noStrike" kern="0" cap="none" spc="0" normalizeH="0" baseline="0" noProof="1">
                <a:ln>
                  <a:noFill/>
                </a:ln>
                <a:solidFill>
                  <a:schemeClr val="tx1"/>
                </a:solidFill>
                <a:effectLst/>
                <a:uLnTx/>
                <a:uFillTx/>
                <a:latin typeface="Times New Roman" panose="02020503050405090304" pitchFamily="18" charset="0"/>
                <a:ea typeface="+mn-ea"/>
                <a:cs typeface="+mn-cs"/>
                <a:sym typeface="Symbol" panose="05050102010706020507" pitchFamily="18" charset="2"/>
              </a:rPr>
              <a:t>         (</a:t>
            </a:r>
            <a:r>
              <a:rPr kumimoji="1" lang="en-US" altLang="zh-CN" sz="3200" b="0" i="0" u="none" strike="noStrike" kern="0" cap="none" spc="0" normalizeH="0" baseline="0" noProof="1">
                <a:ln>
                  <a:noFill/>
                </a:ln>
                <a:solidFill>
                  <a:schemeClr val="tx1"/>
                </a:solidFill>
                <a:effectLst/>
                <a:uLnTx/>
                <a:uFillTx/>
                <a:latin typeface="+mn-lt"/>
                <a:ea typeface="+mn-ea"/>
                <a:cs typeface="+mn-cs"/>
              </a:rPr>
              <a:t>P</a:t>
            </a:r>
            <a:r>
              <a:rPr kumimoji="1" lang="en-US" altLang="zh-CN" sz="3200" b="0" i="0" u="none" strike="noStrike" kern="0" cap="none" spc="0" normalizeH="0" baseline="0" noProof="1">
                <a:ln>
                  <a:noFill/>
                </a:ln>
                <a:solidFill>
                  <a:schemeClr val="tx1"/>
                </a:solidFill>
                <a:effectLst/>
                <a:uLnTx/>
                <a:uFillTx/>
                <a:latin typeface="Times New Roman" panose="02020503050405090304" pitchFamily="18" charset="0"/>
                <a:ea typeface="+mn-ea"/>
                <a:cs typeface="+mn-cs"/>
                <a:sym typeface="Symbol" panose="05050102010706020507" pitchFamily="18" charset="2"/>
              </a:rPr>
              <a:t></a:t>
            </a:r>
            <a:r>
              <a:rPr kumimoji="1" lang="en-US" altLang="zh-CN" sz="3200" b="0" i="0" u="none" strike="noStrike" kern="0" cap="none" spc="0" normalizeH="0" baseline="0" noProof="1">
                <a:ln>
                  <a:noFill/>
                </a:ln>
                <a:solidFill>
                  <a:schemeClr val="tx1"/>
                </a:solidFill>
                <a:effectLst/>
                <a:uLnTx/>
                <a:uFillTx/>
                <a:latin typeface="+mn-lt"/>
                <a:ea typeface="+mn-ea"/>
                <a:cs typeface="+mn-cs"/>
              </a:rPr>
              <a:t>Q)</a:t>
            </a:r>
            <a:r>
              <a:rPr kumimoji="1" lang="en-US" altLang="zh-CN" sz="3200" b="0" i="0" u="none" strike="noStrike" kern="0" cap="none" spc="0" normalizeH="0" baseline="0" noProof="1">
                <a:ln>
                  <a:noFill/>
                </a:ln>
                <a:solidFill>
                  <a:srgbClr val="FF0000"/>
                </a:solidFill>
                <a:effectLst/>
                <a:uLnTx/>
                <a:uFillTx/>
                <a:latin typeface="Times New Roman" panose="02020503050405090304" pitchFamily="18" charset="0"/>
                <a:ea typeface="+mn-ea"/>
                <a:cs typeface="+mn-cs"/>
                <a:sym typeface="Symbol" panose="05050102010706020507" pitchFamily="18" charset="2"/>
              </a:rPr>
              <a:t></a:t>
            </a:r>
            <a:r>
              <a:rPr kumimoji="1" lang="en-US" altLang="zh-CN" sz="3200" b="0" i="0" u="none" strike="noStrike" kern="0" cap="none" spc="0" normalizeH="0" baseline="0" noProof="1">
                <a:ln>
                  <a:noFill/>
                </a:ln>
                <a:solidFill>
                  <a:schemeClr val="tx1"/>
                </a:solidFill>
                <a:effectLst/>
                <a:uLnTx/>
                <a:uFillTx/>
                <a:latin typeface="Times New Roman" panose="02020503050405090304" pitchFamily="18" charset="0"/>
                <a:ea typeface="+mn-ea"/>
                <a:cs typeface="+mn-cs"/>
                <a:sym typeface="Symbol" panose="05050102010706020507" pitchFamily="18" charset="2"/>
              </a:rPr>
              <a:t>(</a:t>
            </a:r>
            <a:r>
              <a:rPr kumimoji="1" lang="en-US" altLang="zh-CN" sz="3200" b="0" i="0" u="none" strike="noStrike" kern="0" cap="none" spc="0" normalizeH="0" baseline="0" noProof="1">
                <a:ln>
                  <a:noFill/>
                </a:ln>
                <a:solidFill>
                  <a:schemeClr val="tx1"/>
                </a:solidFill>
                <a:effectLst/>
                <a:uLnTx/>
                <a:uFillTx/>
                <a:latin typeface="+mn-lt"/>
                <a:ea typeface="+mn-ea"/>
                <a:cs typeface="+mn-cs"/>
              </a:rPr>
              <a:t>P</a:t>
            </a:r>
            <a:r>
              <a:rPr kumimoji="1" lang="en-US" altLang="zh-CN" sz="3200" b="0" i="0" u="none" strike="noStrike" kern="0" cap="none" spc="0" normalizeH="0" baseline="0" noProof="1">
                <a:ln>
                  <a:noFill/>
                </a:ln>
                <a:solidFill>
                  <a:schemeClr val="tx1"/>
                </a:solidFill>
                <a:effectLst/>
                <a:uLnTx/>
                <a:uFillTx/>
                <a:latin typeface="Times New Roman" panose="02020503050405090304" pitchFamily="18" charset="0"/>
                <a:ea typeface="+mn-ea"/>
                <a:cs typeface="+mn-cs"/>
                <a:sym typeface="Symbol" panose="05050102010706020507" pitchFamily="18" charset="2"/>
              </a:rPr>
              <a:t>¬</a:t>
            </a:r>
            <a:r>
              <a:rPr kumimoji="1" lang="en-US" altLang="zh-CN" sz="3200" b="0" i="0" u="none" strike="noStrike" kern="0" cap="none" spc="0" normalizeH="0" baseline="0" noProof="1">
                <a:ln>
                  <a:noFill/>
                </a:ln>
                <a:solidFill>
                  <a:schemeClr val="tx1"/>
                </a:solidFill>
                <a:effectLst/>
                <a:uLnTx/>
                <a:uFillTx/>
                <a:latin typeface="+mn-lt"/>
                <a:ea typeface="+mn-ea"/>
                <a:cs typeface="+mn-cs"/>
              </a:rPr>
              <a:t>Q)</a:t>
            </a:r>
            <a:r>
              <a:rPr kumimoji="1" lang="en-US" altLang="zh-CN" sz="3200" b="0" i="0" u="none" strike="noStrike" kern="0" cap="none" spc="0" normalizeH="0" baseline="0" noProof="1">
                <a:ln>
                  <a:noFill/>
                </a:ln>
                <a:solidFill>
                  <a:schemeClr val="tx1"/>
                </a:solidFill>
                <a:effectLst/>
                <a:uLnTx/>
                <a:uFillTx/>
                <a:latin typeface="Times New Roman" panose="02020503050405090304" pitchFamily="18" charset="0"/>
                <a:ea typeface="+mn-ea"/>
                <a:cs typeface="+mn-cs"/>
                <a:sym typeface="Symbol" panose="05050102010706020507" pitchFamily="18" charset="2"/>
              </a:rPr>
              <a:t>(</a:t>
            </a:r>
            <a:r>
              <a:rPr kumimoji="1" lang="en-US" altLang="zh-CN" sz="3200" b="0" i="0" u="none" strike="noStrike" kern="0" cap="none" spc="0" normalizeH="0" baseline="0" noProof="1">
                <a:ln>
                  <a:noFill/>
                </a:ln>
                <a:solidFill>
                  <a:srgbClr val="FF0000"/>
                </a:solidFill>
                <a:effectLst/>
                <a:uLnTx/>
                <a:uFillTx/>
                <a:latin typeface="Times New Roman" panose="02020503050405090304" pitchFamily="18" charset="0"/>
                <a:ea typeface="+mn-ea"/>
                <a:cs typeface="+mn-cs"/>
                <a:sym typeface="Symbol" panose="05050102010706020507" pitchFamily="18" charset="2"/>
              </a:rPr>
              <a:t>¬</a:t>
            </a:r>
            <a:r>
              <a:rPr kumimoji="1" lang="en-US" altLang="zh-CN" sz="3200" b="0" i="0" u="none" strike="noStrike" kern="0" cap="none" spc="0" normalizeH="0" baseline="0" noProof="1">
                <a:ln>
                  <a:noFill/>
                </a:ln>
                <a:solidFill>
                  <a:srgbClr val="FF0000"/>
                </a:solidFill>
                <a:effectLst/>
                <a:uLnTx/>
                <a:uFillTx/>
                <a:latin typeface="+mn-lt"/>
                <a:ea typeface="+mn-ea"/>
                <a:cs typeface="+mn-cs"/>
              </a:rPr>
              <a:t> P</a:t>
            </a:r>
            <a:r>
              <a:rPr kumimoji="1" lang="en-US" altLang="zh-CN" sz="3200" b="0" i="0" u="none" strike="noStrike" kern="0" cap="none" spc="0" normalizeH="0" baseline="0" noProof="1">
                <a:ln>
                  <a:noFill/>
                </a:ln>
                <a:solidFill>
                  <a:srgbClr val="FF0000"/>
                </a:solidFill>
                <a:effectLst/>
                <a:uLnTx/>
                <a:uFillTx/>
                <a:latin typeface="Times New Roman" panose="02020503050405090304" pitchFamily="18" charset="0"/>
                <a:ea typeface="+mn-ea"/>
                <a:cs typeface="+mn-cs"/>
                <a:sym typeface="Symbol" panose="05050102010706020507" pitchFamily="18" charset="2"/>
              </a:rPr>
              <a:t></a:t>
            </a:r>
            <a:r>
              <a:rPr kumimoji="1" lang="en-US" altLang="zh-CN" sz="3200" b="0" i="0" u="none" strike="noStrike" kern="0" cap="none" spc="0" normalizeH="0" baseline="0" noProof="1">
                <a:ln>
                  <a:noFill/>
                </a:ln>
                <a:solidFill>
                  <a:srgbClr val="FF0000"/>
                </a:solidFill>
                <a:effectLst/>
                <a:uLnTx/>
                <a:uFillTx/>
                <a:latin typeface="+mn-lt"/>
                <a:ea typeface="+mn-ea"/>
                <a:cs typeface="+mn-cs"/>
              </a:rPr>
              <a:t>Q</a:t>
            </a:r>
            <a:r>
              <a:rPr kumimoji="1" lang="en-US" altLang="zh-CN" sz="3200" b="0" i="0" u="none" strike="noStrike" kern="0" cap="none" spc="0" normalizeH="0" baseline="0" noProof="1">
                <a:ln>
                  <a:noFill/>
                </a:ln>
                <a:solidFill>
                  <a:schemeClr val="tx1"/>
                </a:solidFill>
                <a:effectLst/>
                <a:uLnTx/>
                <a:uFillTx/>
                <a:latin typeface="+mn-lt"/>
                <a:ea typeface="+mn-ea"/>
                <a:cs typeface="+mn-cs"/>
              </a:rPr>
              <a:t>)</a:t>
            </a:r>
            <a:endParaRPr kumimoji="1" lang="en-US" altLang="zh-CN" sz="3200" b="0" i="0" u="none" strike="noStrike" kern="0" cap="none" spc="0" normalizeH="0" baseline="0" noProof="1">
              <a:ln>
                <a:noFill/>
              </a:ln>
              <a:solidFill>
                <a:schemeClr val="tx1"/>
              </a:solidFill>
              <a:effectLst/>
              <a:uLnTx/>
              <a:uFillTx/>
              <a:latin typeface="+mn-lt"/>
              <a:ea typeface="+mn-ea"/>
              <a:cs typeface="+mn-cs"/>
            </a:endParaRPr>
          </a:p>
          <a:p>
            <a:pPr marL="0" marR="0" lvl="0" indent="0" algn="just"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defRPr/>
            </a:pPr>
            <a:r>
              <a:rPr kumimoji="1" lang="en-US" altLang="zh-CN" sz="3200" b="0" i="0" u="none" strike="noStrike" kern="0" cap="none" spc="0" normalizeH="0" baseline="0" noProof="1">
                <a:ln>
                  <a:noFill/>
                </a:ln>
                <a:solidFill>
                  <a:schemeClr val="tx1"/>
                </a:solidFill>
                <a:effectLst/>
                <a:uLnTx/>
                <a:uFillTx/>
                <a:latin typeface="+mn-lt"/>
                <a:ea typeface="+mn-ea"/>
                <a:cs typeface="+mn-cs"/>
              </a:rPr>
              <a:t>       </a:t>
            </a:r>
            <a:r>
              <a:rPr kumimoji="1" lang="en-US" altLang="zh-CN" sz="3200" b="0" i="0" u="none" strike="noStrike" kern="0" cap="none" spc="0" normalizeH="0" baseline="0" noProof="1">
                <a:ln>
                  <a:noFill/>
                </a:ln>
                <a:solidFill>
                  <a:schemeClr val="tx1"/>
                </a:solidFill>
                <a:effectLst/>
                <a:uLnTx/>
                <a:uFillTx/>
                <a:latin typeface="Times New Roman" panose="02020503050405090304" pitchFamily="18" charset="0"/>
                <a:ea typeface="+mn-ea"/>
                <a:cs typeface="+mn-cs"/>
                <a:sym typeface="Symbol" panose="05050102010706020507" pitchFamily="18" charset="2"/>
              </a:rPr>
              <a:t></a:t>
            </a:r>
            <a:r>
              <a:rPr kumimoji="1" lang="en-US" altLang="zh-CN" sz="3200" b="0" i="0" u="none" strike="noStrike" kern="0" cap="none" spc="0" normalizeH="0" baseline="0" noProof="1">
                <a:ln>
                  <a:noFill/>
                </a:ln>
                <a:solidFill>
                  <a:schemeClr val="tx1"/>
                </a:solidFill>
                <a:effectLst/>
                <a:uLnTx/>
                <a:uFillTx/>
                <a:latin typeface="+mn-lt"/>
                <a:ea typeface="+mn-ea"/>
                <a:cs typeface="+mn-cs"/>
              </a:rPr>
              <a:t>M</a:t>
            </a:r>
            <a:r>
              <a:rPr kumimoji="1" lang="en-US" altLang="zh-CN" sz="3200" b="0" i="0" u="none" strike="noStrike" kern="0" cap="none" spc="0" normalizeH="0" baseline="-30000" noProof="1">
                <a:ln>
                  <a:noFill/>
                </a:ln>
                <a:solidFill>
                  <a:schemeClr val="tx1"/>
                </a:solidFill>
                <a:effectLst/>
                <a:uLnTx/>
                <a:uFillTx/>
                <a:latin typeface="+mn-lt"/>
                <a:ea typeface="+mn-ea"/>
                <a:cs typeface="+mn-cs"/>
              </a:rPr>
              <a:t>0</a:t>
            </a:r>
            <a:r>
              <a:rPr kumimoji="1" lang="en-US" altLang="zh-CN" sz="3200" b="0" i="0" u="none" strike="noStrike" kern="0" cap="none" spc="0" normalizeH="0" baseline="0" noProof="1">
                <a:ln>
                  <a:noFill/>
                </a:ln>
                <a:solidFill>
                  <a:schemeClr val="tx1"/>
                </a:solidFill>
                <a:effectLst/>
                <a:uLnTx/>
                <a:uFillTx/>
                <a:latin typeface="Times New Roman" panose="02020503050405090304" pitchFamily="18" charset="0"/>
                <a:ea typeface="+mn-ea"/>
                <a:cs typeface="+mn-cs"/>
                <a:sym typeface="Symbol" panose="05050102010706020507" pitchFamily="18" charset="2"/>
              </a:rPr>
              <a:t>  M</a:t>
            </a:r>
            <a:r>
              <a:rPr kumimoji="1" lang="en-US" altLang="zh-CN" sz="3200" b="0" i="0" u="none" strike="noStrike" kern="0" cap="none" spc="0" normalizeH="0" baseline="-30000" noProof="1">
                <a:ln>
                  <a:noFill/>
                </a:ln>
                <a:solidFill>
                  <a:schemeClr val="tx1"/>
                </a:solidFill>
                <a:effectLst/>
                <a:uLnTx/>
                <a:uFillTx/>
                <a:latin typeface="+mn-lt"/>
                <a:ea typeface="+mn-ea"/>
                <a:cs typeface="+mn-cs"/>
              </a:rPr>
              <a:t>1</a:t>
            </a:r>
            <a:r>
              <a:rPr kumimoji="1" lang="en-US" altLang="zh-CN" sz="3200" b="0" i="0" u="none" strike="noStrike" kern="0" cap="none" spc="0" normalizeH="0" baseline="0" noProof="1">
                <a:ln>
                  <a:noFill/>
                </a:ln>
                <a:solidFill>
                  <a:schemeClr val="tx1"/>
                </a:solidFill>
                <a:effectLst/>
                <a:uLnTx/>
                <a:uFillTx/>
                <a:latin typeface="Times New Roman" panose="02020503050405090304" pitchFamily="18" charset="0"/>
                <a:ea typeface="+mn-ea"/>
                <a:cs typeface="+mn-cs"/>
                <a:sym typeface="Symbol" panose="05050102010706020507" pitchFamily="18" charset="2"/>
              </a:rPr>
              <a:t>  </a:t>
            </a:r>
            <a:r>
              <a:rPr kumimoji="1" lang="en-US" altLang="zh-CN" sz="3200" b="0" i="0" u="none" strike="noStrike" kern="0" cap="none" spc="0" normalizeH="0" baseline="0" noProof="1">
                <a:ln>
                  <a:noFill/>
                </a:ln>
                <a:solidFill>
                  <a:schemeClr val="tx1"/>
                </a:solidFill>
                <a:effectLst/>
                <a:uLnTx/>
                <a:uFillTx/>
                <a:latin typeface="+mn-lt"/>
                <a:ea typeface="+mn-ea"/>
                <a:cs typeface="+mn-cs"/>
              </a:rPr>
              <a:t>M</a:t>
            </a:r>
            <a:r>
              <a:rPr kumimoji="1" lang="en-US" altLang="zh-CN" sz="3200" b="0" i="0" u="none" strike="noStrike" kern="0" cap="none" spc="0" normalizeH="0" baseline="-30000" noProof="1">
                <a:ln>
                  <a:noFill/>
                </a:ln>
                <a:solidFill>
                  <a:schemeClr val="tx1"/>
                </a:solidFill>
                <a:effectLst/>
                <a:uLnTx/>
                <a:uFillTx/>
                <a:latin typeface="+mn-lt"/>
                <a:ea typeface="+mn-ea"/>
                <a:cs typeface="+mn-cs"/>
              </a:rPr>
              <a:t>2</a:t>
            </a:r>
            <a:endParaRPr kumimoji="1" lang="zh-CN" altLang="en-US" sz="3200" b="0" i="0" u="none" strike="noStrike" kern="0" cap="none" spc="0" normalizeH="0" baseline="0" noProof="1">
              <a:ln>
                <a:noFill/>
              </a:ln>
              <a:solidFill>
                <a:schemeClr val="tx1"/>
              </a:solidFill>
              <a:effectLst/>
              <a:uLnTx/>
              <a:uFillTx/>
              <a:latin typeface="+mn-lt"/>
              <a:ea typeface="+mn-ea"/>
              <a:cs typeface="+mn-cs"/>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5" name="灯片编号占位符 3"/>
          <p:cNvSpPr>
            <a:spLocks noGrp="1"/>
          </p:cNvSpPr>
          <p:nvPr>
            <p:ph type="sldNum" sz="quarter" idx="10"/>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r" eaLnBrk="1" hangingPunct="1">
              <a:buClrTx/>
              <a:buFontTx/>
            </a:pPr>
            <a:fld id="{9A0DB2DC-4C9A-4742-B13C-FB6460FD3503}" type="slidenum">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72706" name="日期占位符 4"/>
          <p:cNvSpPr>
            <a:spLocks noGrp="1"/>
          </p:cNvSpPr>
          <p:nvPr>
            <p:ph type="dt" sz="half" idx="11"/>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buClrTx/>
              <a:buFontTx/>
            </a:pPr>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72707" name="页脚占位符 5"/>
          <p:cNvSpPr>
            <a:spLocks noGrp="1"/>
          </p:cNvSpPr>
          <p:nvPr>
            <p:ph type="ftr" sz="quarter" idx="12"/>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buClrTx/>
              <a:buFontTx/>
            </a:pPr>
            <a:r>
              <a:rPr lang="en-US" altLang="zh-CN" sz="1200" b="1" i="1" dirty="0">
                <a:solidFill>
                  <a:srgbClr val="009999"/>
                </a:solidFill>
                <a:latin typeface="Arial Narrow" panose="020B0606020202030204" pitchFamily="34" charset="0"/>
              </a:rPr>
              <a:t>School of Computer Science, BUPT</a:t>
            </a:r>
            <a:endParaRPr lang="zh-CN" altLang="en-US" sz="1200" b="1" i="1" dirty="0">
              <a:solidFill>
                <a:srgbClr val="009999"/>
              </a:solidFill>
              <a:latin typeface="Arial Narrow" panose="020B0606020202030204" pitchFamily="34" charset="0"/>
            </a:endParaRPr>
          </a:p>
        </p:txBody>
      </p:sp>
      <p:sp>
        <p:nvSpPr>
          <p:cNvPr id="72708" name="Rectangle 2"/>
          <p:cNvSpPr>
            <a:spLocks noGrp="1"/>
          </p:cNvSpPr>
          <p:nvPr>
            <p:ph type="title"/>
          </p:nvPr>
        </p:nvSpPr>
        <p:spPr/>
        <p:txBody>
          <a:bodyPr vert="horz" wrap="square" lIns="91440" tIns="45720" rIns="91440" bIns="45720" anchor="b" anchorCtr="0"/>
          <a:p>
            <a:pPr eaLnBrk="1" hangingPunct="1"/>
            <a:r>
              <a:rPr lang="zh-CN" altLang="en-US" dirty="0"/>
              <a:t>例 求</a:t>
            </a:r>
            <a:r>
              <a:rPr lang="en-US" altLang="zh-CN" dirty="0"/>
              <a:t>P</a:t>
            </a:r>
            <a:r>
              <a:rPr lang="en-US" altLang="zh-CN" dirty="0">
                <a:sym typeface="Symbol" panose="05050102010706020507" pitchFamily="18" charset="2"/>
              </a:rPr>
              <a:t>Q</a:t>
            </a:r>
            <a:r>
              <a:rPr lang="zh-CN" altLang="en-US" dirty="0">
                <a:sym typeface="Symbol" panose="05050102010706020507" pitchFamily="18" charset="2"/>
              </a:rPr>
              <a:t>的主合取范式</a:t>
            </a:r>
            <a:endParaRPr lang="zh-CN" altLang="en-US" dirty="0">
              <a:sym typeface="Symbol" panose="05050102010706020507" pitchFamily="18" charset="2"/>
            </a:endParaRPr>
          </a:p>
        </p:txBody>
      </p:sp>
      <p:sp>
        <p:nvSpPr>
          <p:cNvPr id="68614" name="Rectangle 3"/>
          <p:cNvSpPr>
            <a:spLocks noGrp="1" noChangeArrowheads="1"/>
          </p:cNvSpPr>
          <p:nvPr>
            <p:ph idx="1"/>
          </p:nvPr>
        </p:nvSpPr>
        <p:spPr/>
        <p:txBody>
          <a:bodyPr vert="horz" wrap="square" lIns="91440" tIns="45720" rIns="91440" bIns="45720" numCol="1" anchor="t" anchorCtr="0" compatLnSpc="1"/>
          <a:lstStyle/>
          <a:p>
            <a:pPr marL="342900" marR="0" lvl="0" indent="-342900" algn="just"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Char char="n"/>
              <a:defRPr/>
            </a:pPr>
            <a:r>
              <a:rPr kumimoji="1" lang="zh-CN" altLang="en-US" sz="3600" b="0" i="0" u="none" strike="noStrike" kern="0" cap="none" spc="0" normalizeH="0" baseline="0" noProof="1">
                <a:ln>
                  <a:noFill/>
                </a:ln>
                <a:solidFill>
                  <a:schemeClr val="tx1"/>
                </a:solidFill>
                <a:effectLst/>
                <a:uLnTx/>
                <a:uFillTx/>
                <a:latin typeface="Times New Roman" panose="02020503050405090304" pitchFamily="18" charset="0"/>
                <a:ea typeface="+mn-ea"/>
                <a:cs typeface="+mn-cs"/>
              </a:rPr>
              <a:t>解：</a:t>
            </a:r>
            <a:r>
              <a:rPr kumimoji="1" lang="en-US" altLang="zh-CN" sz="3200" b="0" i="0" u="none" strike="noStrike" kern="0" cap="none" spc="0" normalizeH="0" baseline="0" noProof="1">
                <a:ln>
                  <a:noFill/>
                </a:ln>
                <a:solidFill>
                  <a:schemeClr val="tx1"/>
                </a:solidFill>
                <a:effectLst/>
                <a:uLnTx/>
                <a:uFillTx/>
                <a:latin typeface="+mn-lt"/>
                <a:ea typeface="+mn-ea"/>
                <a:cs typeface="+mn-cs"/>
              </a:rPr>
              <a:t> P</a:t>
            </a:r>
            <a:r>
              <a:rPr kumimoji="1" lang="en-US" altLang="zh-CN" sz="3200" b="0" i="0" u="none" strike="noStrike" kern="0" cap="none" spc="0" normalizeH="0" baseline="0" noProof="1">
                <a:ln>
                  <a:noFill/>
                </a:ln>
                <a:solidFill>
                  <a:schemeClr val="tx1"/>
                </a:solidFill>
                <a:effectLst/>
                <a:uLnTx/>
                <a:uFillTx/>
                <a:latin typeface="Times New Roman" panose="02020503050405090304" pitchFamily="18" charset="0"/>
                <a:ea typeface="+mn-ea"/>
                <a:cs typeface="+mn-cs"/>
                <a:sym typeface="Symbol" panose="05050102010706020507" pitchFamily="18" charset="2"/>
              </a:rPr>
              <a:t></a:t>
            </a:r>
            <a:r>
              <a:rPr kumimoji="1" lang="en-US" altLang="zh-CN" sz="3200" b="0" i="0" u="none" strike="noStrike" kern="0" cap="none" spc="0" normalizeH="0" baseline="0" noProof="1">
                <a:ln>
                  <a:noFill/>
                </a:ln>
                <a:solidFill>
                  <a:schemeClr val="tx1"/>
                </a:solidFill>
                <a:effectLst/>
                <a:uLnTx/>
                <a:uFillTx/>
                <a:latin typeface="+mn-lt"/>
                <a:ea typeface="+mn-ea"/>
                <a:cs typeface="+mn-cs"/>
              </a:rPr>
              <a:t>Q </a:t>
            </a:r>
            <a:endParaRPr kumimoji="1" lang="en-US" altLang="zh-CN" sz="3200" b="0" i="0" u="none" strike="noStrike" kern="0" cap="none" spc="0" normalizeH="0" baseline="0" noProof="1">
              <a:ln>
                <a:noFill/>
              </a:ln>
              <a:solidFill>
                <a:schemeClr val="tx1"/>
              </a:solidFill>
              <a:effectLst/>
              <a:uLnTx/>
              <a:uFillTx/>
              <a:latin typeface="+mn-lt"/>
              <a:ea typeface="+mn-ea"/>
              <a:cs typeface="+mn-cs"/>
            </a:endParaRPr>
          </a:p>
          <a:p>
            <a:pPr marL="0" marR="0" lvl="0" indent="0" algn="just"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defRPr/>
            </a:pPr>
            <a:r>
              <a:rPr kumimoji="1" lang="en-US" altLang="zh-CN" sz="3200" b="0" i="0" u="none" strike="noStrike" kern="0" cap="none" spc="0" normalizeH="0" baseline="0" noProof="1">
                <a:ln>
                  <a:noFill/>
                </a:ln>
                <a:solidFill>
                  <a:schemeClr val="tx1"/>
                </a:solidFill>
                <a:effectLst/>
                <a:uLnTx/>
                <a:uFillTx/>
                <a:latin typeface="Times New Roman" panose="02020503050405090304" pitchFamily="18" charset="0"/>
                <a:ea typeface="+mn-ea"/>
                <a:cs typeface="+mn-cs"/>
                <a:sym typeface="Symbol" panose="05050102010706020507" pitchFamily="18" charset="2"/>
              </a:rPr>
              <a:t>         </a:t>
            </a:r>
            <a:r>
              <a:rPr kumimoji="1" lang="zh-CN" altLang="en-US" sz="3200" b="0" i="0" u="none" strike="noStrike" kern="0" cap="none" spc="0" normalizeH="0" baseline="0" noProof="1">
                <a:ln>
                  <a:noFill/>
                </a:ln>
                <a:solidFill>
                  <a:schemeClr val="tx1"/>
                </a:solidFill>
                <a:effectLst/>
                <a:uLnTx/>
                <a:uFillTx/>
                <a:latin typeface="Times New Roman" panose="02020503050405090304" pitchFamily="18" charset="0"/>
                <a:ea typeface="+mn-ea"/>
                <a:cs typeface="+mn-cs"/>
                <a:sym typeface="Symbol" panose="05050102010706020507" pitchFamily="18" charset="2"/>
              </a:rPr>
              <a:t></a:t>
            </a:r>
            <a:r>
              <a:rPr kumimoji="1" lang="en-US" altLang="zh-CN" sz="3200" b="0" i="0" u="none" strike="noStrike" kern="0" cap="none" spc="0" normalizeH="0" baseline="0" noProof="1">
                <a:ln>
                  <a:noFill/>
                </a:ln>
                <a:solidFill>
                  <a:schemeClr val="tx1"/>
                </a:solidFill>
                <a:effectLst/>
                <a:uLnTx/>
                <a:uFillTx/>
                <a:latin typeface="Times New Roman" panose="02020503050405090304" pitchFamily="18" charset="0"/>
                <a:ea typeface="+mn-ea"/>
                <a:cs typeface="+mn-cs"/>
                <a:sym typeface="Symbol" panose="05050102010706020507" pitchFamily="18" charset="2"/>
              </a:rPr>
              <a:t>(</a:t>
            </a:r>
            <a:r>
              <a:rPr kumimoji="1" lang="en-US" altLang="zh-CN" sz="3200" b="0" i="0" u="none" strike="noStrike" kern="0" cap="none" spc="0" normalizeH="0" baseline="0" noProof="1">
                <a:ln>
                  <a:noFill/>
                </a:ln>
                <a:solidFill>
                  <a:schemeClr val="tx1"/>
                </a:solidFill>
                <a:effectLst/>
                <a:uLnTx/>
                <a:uFillTx/>
                <a:latin typeface="+mn-lt"/>
                <a:ea typeface="+mn-ea"/>
                <a:cs typeface="+mn-cs"/>
              </a:rPr>
              <a:t>P</a:t>
            </a:r>
            <a:r>
              <a:rPr kumimoji="1" lang="en-US" altLang="zh-CN" sz="3200" b="0" i="0" u="none" strike="noStrike" kern="0" cap="none" spc="0" normalizeH="0" baseline="0" noProof="1">
                <a:ln>
                  <a:noFill/>
                </a:ln>
                <a:solidFill>
                  <a:schemeClr val="tx1"/>
                </a:solidFill>
                <a:effectLst/>
                <a:uLnTx/>
                <a:uFillTx/>
                <a:latin typeface="Times New Roman" panose="02020503050405090304" pitchFamily="18" charset="0"/>
                <a:ea typeface="+mn-ea"/>
                <a:cs typeface="+mn-cs"/>
                <a:sym typeface="Symbol" panose="05050102010706020507" pitchFamily="18" charset="2"/>
              </a:rPr>
              <a:t>(</a:t>
            </a:r>
            <a:r>
              <a:rPr kumimoji="1" lang="en-US" altLang="zh-CN" sz="3200" b="0" i="0" u="none" strike="noStrike" kern="0" cap="none" spc="0" normalizeH="0" baseline="0" noProof="1">
                <a:ln>
                  <a:noFill/>
                </a:ln>
                <a:solidFill>
                  <a:schemeClr val="tx1"/>
                </a:solidFill>
                <a:effectLst/>
                <a:uLnTx/>
                <a:uFillTx/>
                <a:latin typeface="+mn-lt"/>
                <a:ea typeface="+mn-ea"/>
                <a:cs typeface="+mn-cs"/>
              </a:rPr>
              <a:t>Q</a:t>
            </a:r>
            <a:r>
              <a:rPr kumimoji="1" lang="en-US" altLang="zh-CN" sz="3200" b="0" i="0" u="none" strike="noStrike" kern="0" cap="none" spc="0" normalizeH="0" baseline="0" noProof="1">
                <a:ln>
                  <a:noFill/>
                </a:ln>
                <a:solidFill>
                  <a:schemeClr val="tx1"/>
                </a:solidFill>
                <a:effectLst/>
                <a:uLnTx/>
                <a:uFillTx/>
                <a:latin typeface="Times New Roman" panose="02020503050405090304" pitchFamily="18" charset="0"/>
                <a:ea typeface="+mn-ea"/>
                <a:cs typeface="+mn-cs"/>
                <a:sym typeface="Symbol" panose="05050102010706020507" pitchFamily="18" charset="2"/>
              </a:rPr>
              <a:t> ¬</a:t>
            </a:r>
            <a:r>
              <a:rPr kumimoji="1" lang="en-US" altLang="zh-CN" sz="3200" b="0" i="0" u="none" strike="noStrike" kern="0" cap="none" spc="0" normalizeH="0" baseline="0" noProof="1">
                <a:ln>
                  <a:noFill/>
                </a:ln>
                <a:solidFill>
                  <a:schemeClr val="tx1"/>
                </a:solidFill>
                <a:effectLst/>
                <a:uLnTx/>
                <a:uFillTx/>
                <a:latin typeface="+mn-lt"/>
                <a:ea typeface="+mn-ea"/>
                <a:cs typeface="+mn-cs"/>
              </a:rPr>
              <a:t> Q))</a:t>
            </a:r>
            <a:r>
              <a:rPr kumimoji="1" lang="en-US" altLang="zh-CN" sz="3200" b="0" i="0" u="none" strike="noStrike" kern="0" cap="none" spc="0" normalizeH="0" baseline="0" noProof="1">
                <a:ln>
                  <a:noFill/>
                </a:ln>
                <a:solidFill>
                  <a:schemeClr val="tx1"/>
                </a:solidFill>
                <a:effectLst/>
                <a:uLnTx/>
                <a:uFillTx/>
                <a:latin typeface="Times New Roman" panose="02020503050405090304" pitchFamily="18" charset="0"/>
                <a:ea typeface="+mn-ea"/>
                <a:cs typeface="+mn-cs"/>
                <a:sym typeface="Symbol" panose="05050102010706020507" pitchFamily="18" charset="2"/>
              </a:rPr>
              <a:t>  (</a:t>
            </a:r>
            <a:r>
              <a:rPr kumimoji="1" lang="en-US" altLang="zh-CN" sz="3200" b="0" i="0" u="none" strike="noStrike" kern="0" cap="none" spc="0" normalizeH="0" baseline="0" noProof="1">
                <a:ln>
                  <a:noFill/>
                </a:ln>
                <a:solidFill>
                  <a:schemeClr val="tx1"/>
                </a:solidFill>
                <a:effectLst/>
                <a:uLnTx/>
                <a:uFillTx/>
                <a:latin typeface="+mn-lt"/>
                <a:ea typeface="+mn-ea"/>
                <a:cs typeface="+mn-cs"/>
              </a:rPr>
              <a:t>Q</a:t>
            </a:r>
            <a:r>
              <a:rPr kumimoji="1" lang="en-US" altLang="zh-CN" sz="3200" b="0" i="0" u="none" strike="noStrike" kern="0" cap="none" spc="0" normalizeH="0" baseline="0" noProof="1">
                <a:ln>
                  <a:noFill/>
                </a:ln>
                <a:solidFill>
                  <a:schemeClr val="tx1"/>
                </a:solidFill>
                <a:effectLst/>
                <a:uLnTx/>
                <a:uFillTx/>
                <a:latin typeface="Times New Roman" panose="02020503050405090304" pitchFamily="18" charset="0"/>
                <a:ea typeface="+mn-ea"/>
                <a:cs typeface="+mn-cs"/>
                <a:sym typeface="Symbol" panose="05050102010706020507" pitchFamily="18" charset="2"/>
              </a:rPr>
              <a:t>(</a:t>
            </a:r>
            <a:r>
              <a:rPr kumimoji="1" lang="en-US" altLang="zh-CN" sz="3200" b="0" i="0" u="none" strike="noStrike" kern="0" cap="none" spc="0" normalizeH="0" baseline="0" noProof="1">
                <a:ln>
                  <a:noFill/>
                </a:ln>
                <a:solidFill>
                  <a:schemeClr val="tx1"/>
                </a:solidFill>
                <a:effectLst/>
                <a:uLnTx/>
                <a:uFillTx/>
                <a:latin typeface="+mn-lt"/>
                <a:ea typeface="+mn-ea"/>
                <a:cs typeface="+mn-cs"/>
              </a:rPr>
              <a:t>P</a:t>
            </a:r>
            <a:r>
              <a:rPr kumimoji="1" lang="en-US" altLang="zh-CN" sz="3200" b="0" i="0" u="none" strike="noStrike" kern="0" cap="none" spc="0" normalizeH="0" baseline="0" noProof="1">
                <a:ln>
                  <a:noFill/>
                </a:ln>
                <a:solidFill>
                  <a:schemeClr val="tx1"/>
                </a:solidFill>
                <a:effectLst/>
                <a:uLnTx/>
                <a:uFillTx/>
                <a:latin typeface="Times New Roman" panose="02020503050405090304" pitchFamily="18" charset="0"/>
                <a:ea typeface="+mn-ea"/>
                <a:cs typeface="+mn-cs"/>
                <a:sym typeface="Symbol" panose="05050102010706020507" pitchFamily="18" charset="2"/>
              </a:rPr>
              <a:t>¬</a:t>
            </a:r>
            <a:r>
              <a:rPr kumimoji="1" lang="en-US" altLang="zh-CN" sz="3200" b="0" i="0" u="none" strike="noStrike" kern="0" cap="none" spc="0" normalizeH="0" baseline="0" noProof="1">
                <a:ln>
                  <a:noFill/>
                </a:ln>
                <a:solidFill>
                  <a:schemeClr val="tx1"/>
                </a:solidFill>
                <a:effectLst/>
                <a:uLnTx/>
                <a:uFillTx/>
                <a:latin typeface="+mn-lt"/>
                <a:ea typeface="+mn-ea"/>
                <a:cs typeface="+mn-cs"/>
              </a:rPr>
              <a:t> P))</a:t>
            </a:r>
            <a:endParaRPr kumimoji="1" lang="en-US" altLang="zh-CN" sz="3200" b="0" i="0" u="none" strike="noStrike" kern="0" cap="none" spc="0" normalizeH="0" baseline="0" noProof="1">
              <a:ln>
                <a:noFill/>
              </a:ln>
              <a:solidFill>
                <a:schemeClr val="tx1"/>
              </a:solidFill>
              <a:effectLst/>
              <a:uLnTx/>
              <a:uFillTx/>
              <a:latin typeface="+mn-lt"/>
              <a:ea typeface="+mn-ea"/>
              <a:cs typeface="+mn-cs"/>
            </a:endParaRPr>
          </a:p>
          <a:p>
            <a:pPr marL="0" marR="0" lvl="0" indent="0" algn="just"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defRPr/>
            </a:pPr>
            <a:r>
              <a:rPr kumimoji="1" lang="en-US" altLang="zh-CN" sz="3200" b="0" i="0" u="none" strike="noStrike" kern="0" cap="none" spc="0" normalizeH="0" baseline="0" noProof="1">
                <a:ln>
                  <a:noFill/>
                </a:ln>
                <a:solidFill>
                  <a:schemeClr val="tx1"/>
                </a:solidFill>
                <a:effectLst/>
                <a:uLnTx/>
                <a:uFillTx/>
                <a:latin typeface="+mn-lt"/>
                <a:ea typeface="+mn-ea"/>
                <a:cs typeface="+mn-cs"/>
              </a:rPr>
              <a:t>       </a:t>
            </a:r>
            <a:r>
              <a:rPr kumimoji="1" lang="en-US" altLang="zh-CN" sz="3200" b="0" i="0" u="none" strike="noStrike" kern="0" cap="none" spc="0" normalizeH="0" baseline="0" noProof="1">
                <a:ln>
                  <a:noFill/>
                </a:ln>
                <a:solidFill>
                  <a:schemeClr val="tx1"/>
                </a:solidFill>
                <a:effectLst/>
                <a:uLnTx/>
                <a:uFillTx/>
                <a:latin typeface="Times New Roman" panose="02020503050405090304" pitchFamily="18" charset="0"/>
                <a:ea typeface="+mn-ea"/>
                <a:cs typeface="+mn-cs"/>
                <a:sym typeface="Symbol" panose="05050102010706020507" pitchFamily="18" charset="2"/>
              </a:rPr>
              <a:t>((</a:t>
            </a:r>
            <a:r>
              <a:rPr kumimoji="1" lang="en-US" altLang="zh-CN" sz="3200" b="0" i="0" u="none" strike="noStrike" kern="0" cap="none" spc="0" normalizeH="0" baseline="0" noProof="1">
                <a:ln>
                  <a:noFill/>
                </a:ln>
                <a:solidFill>
                  <a:schemeClr val="tx1"/>
                </a:solidFill>
                <a:effectLst/>
                <a:uLnTx/>
                <a:uFillTx/>
                <a:latin typeface="+mn-lt"/>
                <a:ea typeface="+mn-ea"/>
                <a:cs typeface="+mn-cs"/>
              </a:rPr>
              <a:t>P</a:t>
            </a:r>
            <a:r>
              <a:rPr kumimoji="1" lang="en-US" altLang="zh-CN" sz="3200" b="0" i="0" u="none" strike="noStrike" kern="0" cap="none" spc="0" normalizeH="0" baseline="0" noProof="1">
                <a:ln>
                  <a:noFill/>
                </a:ln>
                <a:solidFill>
                  <a:schemeClr val="tx1"/>
                </a:solidFill>
                <a:effectLst/>
                <a:uLnTx/>
                <a:uFillTx/>
                <a:latin typeface="Times New Roman" panose="02020503050405090304" pitchFamily="18" charset="0"/>
                <a:ea typeface="+mn-ea"/>
                <a:cs typeface="+mn-cs"/>
                <a:sym typeface="Symbol" panose="05050102010706020507" pitchFamily="18" charset="2"/>
              </a:rPr>
              <a:t></a:t>
            </a:r>
            <a:r>
              <a:rPr kumimoji="1" lang="en-US" altLang="zh-CN" sz="3200" b="0" i="0" u="none" strike="noStrike" kern="0" cap="none" spc="0" normalizeH="0" baseline="0" noProof="1">
                <a:ln>
                  <a:noFill/>
                </a:ln>
                <a:solidFill>
                  <a:schemeClr val="tx1"/>
                </a:solidFill>
                <a:effectLst/>
                <a:uLnTx/>
                <a:uFillTx/>
                <a:latin typeface="+mn-lt"/>
                <a:ea typeface="+mn-ea"/>
                <a:cs typeface="+mn-cs"/>
              </a:rPr>
              <a:t>Q)</a:t>
            </a:r>
            <a:r>
              <a:rPr kumimoji="1" lang="en-US" altLang="zh-CN" sz="3200" b="0" i="0" u="none" strike="noStrike" kern="0" cap="none" spc="0" normalizeH="0" baseline="0" noProof="1">
                <a:ln>
                  <a:noFill/>
                </a:ln>
                <a:solidFill>
                  <a:srgbClr val="FF0000"/>
                </a:solidFill>
                <a:effectLst/>
                <a:uLnTx/>
                <a:uFillTx/>
                <a:latin typeface="Times New Roman" panose="02020503050405090304" pitchFamily="18" charset="0"/>
                <a:ea typeface="+mn-ea"/>
                <a:cs typeface="+mn-cs"/>
                <a:sym typeface="Symbol" panose="05050102010706020507" pitchFamily="18" charset="2"/>
              </a:rPr>
              <a:t></a:t>
            </a:r>
            <a:r>
              <a:rPr kumimoji="1" lang="en-US" altLang="zh-CN" sz="3200" b="0" i="0" u="none" strike="noStrike" kern="0" cap="none" spc="0" normalizeH="0" baseline="0" noProof="1">
                <a:ln>
                  <a:noFill/>
                </a:ln>
                <a:solidFill>
                  <a:schemeClr val="tx1"/>
                </a:solidFill>
                <a:effectLst/>
                <a:uLnTx/>
                <a:uFillTx/>
                <a:latin typeface="Times New Roman" panose="02020503050405090304" pitchFamily="18" charset="0"/>
                <a:ea typeface="+mn-ea"/>
                <a:cs typeface="+mn-cs"/>
                <a:sym typeface="Symbol" panose="05050102010706020507" pitchFamily="18" charset="2"/>
              </a:rPr>
              <a:t>(</a:t>
            </a:r>
            <a:r>
              <a:rPr kumimoji="1" lang="en-US" altLang="zh-CN" sz="3200" b="0" i="0" u="none" strike="noStrike" kern="0" cap="none" spc="0" normalizeH="0" baseline="0" noProof="1">
                <a:ln>
                  <a:noFill/>
                </a:ln>
                <a:solidFill>
                  <a:schemeClr val="tx1"/>
                </a:solidFill>
                <a:effectLst/>
                <a:uLnTx/>
                <a:uFillTx/>
                <a:latin typeface="+mn-lt"/>
                <a:ea typeface="+mn-ea"/>
                <a:cs typeface="+mn-cs"/>
              </a:rPr>
              <a:t>P</a:t>
            </a:r>
            <a:r>
              <a:rPr kumimoji="1" lang="en-US" altLang="zh-CN" sz="3200" b="0" i="0" u="none" strike="noStrike" kern="0" cap="none" spc="0" normalizeH="0" baseline="0" noProof="1">
                <a:ln>
                  <a:noFill/>
                </a:ln>
                <a:solidFill>
                  <a:schemeClr val="tx1"/>
                </a:solidFill>
                <a:effectLst/>
                <a:uLnTx/>
                <a:uFillTx/>
                <a:latin typeface="Times New Roman" panose="02020503050405090304" pitchFamily="18" charset="0"/>
                <a:ea typeface="+mn-ea"/>
                <a:cs typeface="+mn-cs"/>
                <a:sym typeface="Symbol" panose="05050102010706020507" pitchFamily="18" charset="2"/>
              </a:rPr>
              <a:t>¬</a:t>
            </a:r>
            <a:r>
              <a:rPr kumimoji="1" lang="en-US" altLang="zh-CN" sz="3200" b="0" i="0" u="none" strike="noStrike" kern="0" cap="none" spc="0" normalizeH="0" baseline="0" noProof="1">
                <a:ln>
                  <a:noFill/>
                </a:ln>
                <a:solidFill>
                  <a:schemeClr val="tx1"/>
                </a:solidFill>
                <a:effectLst/>
                <a:uLnTx/>
                <a:uFillTx/>
                <a:latin typeface="+mn-lt"/>
                <a:ea typeface="+mn-ea"/>
                <a:cs typeface="+mn-cs"/>
              </a:rPr>
              <a:t>Q)</a:t>
            </a:r>
            <a:r>
              <a:rPr kumimoji="1" lang="en-US" altLang="zh-CN" sz="3200" b="0" i="0" u="none" strike="noStrike" kern="0" cap="none" spc="0" normalizeH="0" baseline="0" noProof="1">
                <a:ln>
                  <a:noFill/>
                </a:ln>
                <a:solidFill>
                  <a:schemeClr val="tx1"/>
                </a:solidFill>
                <a:effectLst/>
                <a:uLnTx/>
                <a:uFillTx/>
                <a:latin typeface="Times New Roman" panose="02020503050405090304" pitchFamily="18" charset="0"/>
                <a:ea typeface="+mn-ea"/>
                <a:cs typeface="+mn-cs"/>
                <a:sym typeface="Symbol" panose="05050102010706020507" pitchFamily="18" charset="2"/>
              </a:rPr>
              <a:t> ((</a:t>
            </a:r>
            <a:r>
              <a:rPr kumimoji="1" lang="en-US" altLang="zh-CN" sz="3200" b="0" i="0" u="none" strike="noStrike" kern="0" cap="none" spc="0" normalizeH="0" baseline="0" noProof="1">
                <a:ln>
                  <a:noFill/>
                </a:ln>
                <a:solidFill>
                  <a:schemeClr val="tx1"/>
                </a:solidFill>
                <a:effectLst/>
                <a:uLnTx/>
                <a:uFillTx/>
                <a:latin typeface="+mn-lt"/>
                <a:ea typeface="+mn-ea"/>
                <a:cs typeface="+mn-cs"/>
              </a:rPr>
              <a:t>Q</a:t>
            </a:r>
            <a:r>
              <a:rPr kumimoji="1" lang="en-US" altLang="zh-CN" sz="3200" b="0" i="0" u="none" strike="noStrike" kern="0" cap="none" spc="0" normalizeH="0" baseline="0" noProof="1">
                <a:ln>
                  <a:noFill/>
                </a:ln>
                <a:solidFill>
                  <a:schemeClr val="tx1"/>
                </a:solidFill>
                <a:effectLst/>
                <a:uLnTx/>
                <a:uFillTx/>
                <a:latin typeface="Times New Roman" panose="02020503050405090304" pitchFamily="18" charset="0"/>
                <a:ea typeface="+mn-ea"/>
                <a:cs typeface="+mn-cs"/>
                <a:sym typeface="Symbol" panose="05050102010706020507" pitchFamily="18" charset="2"/>
              </a:rPr>
              <a:t></a:t>
            </a:r>
            <a:r>
              <a:rPr kumimoji="1" lang="en-US" altLang="zh-CN" sz="3200" b="0" i="0" u="none" strike="noStrike" kern="0" cap="none" spc="0" normalizeH="0" baseline="0" noProof="1">
                <a:ln>
                  <a:noFill/>
                </a:ln>
                <a:solidFill>
                  <a:schemeClr val="tx1"/>
                </a:solidFill>
                <a:effectLst/>
                <a:uLnTx/>
                <a:uFillTx/>
                <a:latin typeface="+mn-lt"/>
                <a:ea typeface="+mn-ea"/>
                <a:cs typeface="+mn-cs"/>
              </a:rPr>
              <a:t>P)</a:t>
            </a:r>
            <a:r>
              <a:rPr kumimoji="1" lang="en-US" altLang="zh-CN" sz="3200" b="0" i="0" u="none" strike="noStrike" kern="0" cap="none" spc="0" normalizeH="0" baseline="0" noProof="1">
                <a:ln>
                  <a:noFill/>
                </a:ln>
                <a:solidFill>
                  <a:srgbClr val="FF0000"/>
                </a:solidFill>
                <a:effectLst/>
                <a:uLnTx/>
                <a:uFillTx/>
                <a:latin typeface="Times New Roman" panose="02020503050405090304" pitchFamily="18" charset="0"/>
                <a:ea typeface="+mn-ea"/>
                <a:cs typeface="+mn-cs"/>
                <a:sym typeface="Symbol" panose="05050102010706020507" pitchFamily="18" charset="2"/>
              </a:rPr>
              <a:t></a:t>
            </a:r>
            <a:r>
              <a:rPr kumimoji="1" lang="en-US" altLang="zh-CN" sz="3200" b="0" i="0" u="none" strike="noStrike" kern="0" cap="none" spc="0" normalizeH="0" baseline="0" noProof="1">
                <a:ln>
                  <a:noFill/>
                </a:ln>
                <a:solidFill>
                  <a:schemeClr val="tx1"/>
                </a:solidFill>
                <a:effectLst/>
                <a:uLnTx/>
                <a:uFillTx/>
                <a:latin typeface="Times New Roman" panose="02020503050405090304" pitchFamily="18" charset="0"/>
                <a:ea typeface="+mn-ea"/>
                <a:cs typeface="+mn-cs"/>
                <a:sym typeface="Symbol" panose="05050102010706020507" pitchFamily="18" charset="2"/>
              </a:rPr>
              <a:t> (</a:t>
            </a:r>
            <a:r>
              <a:rPr kumimoji="1" lang="en-US" altLang="zh-CN" sz="3200" b="0" i="0" u="none" strike="noStrike" kern="0" cap="none" spc="0" normalizeH="0" baseline="0" noProof="1">
                <a:ln>
                  <a:noFill/>
                </a:ln>
                <a:solidFill>
                  <a:schemeClr val="tx1"/>
                </a:solidFill>
                <a:effectLst/>
                <a:uLnTx/>
                <a:uFillTx/>
                <a:latin typeface="+mn-lt"/>
                <a:ea typeface="+mn-ea"/>
                <a:cs typeface="+mn-cs"/>
              </a:rPr>
              <a:t>Q</a:t>
            </a:r>
            <a:r>
              <a:rPr kumimoji="1" lang="en-US" altLang="zh-CN" sz="3200" b="0" i="0" u="none" strike="noStrike" kern="0" cap="none" spc="0" normalizeH="0" baseline="0" noProof="1">
                <a:ln>
                  <a:noFill/>
                </a:ln>
                <a:solidFill>
                  <a:schemeClr val="tx1"/>
                </a:solidFill>
                <a:effectLst/>
                <a:uLnTx/>
                <a:uFillTx/>
                <a:latin typeface="Times New Roman" panose="02020503050405090304" pitchFamily="18" charset="0"/>
                <a:ea typeface="+mn-ea"/>
                <a:cs typeface="+mn-cs"/>
                <a:sym typeface="Symbol" panose="05050102010706020507" pitchFamily="18" charset="2"/>
              </a:rPr>
              <a:t>¬</a:t>
            </a:r>
            <a:r>
              <a:rPr kumimoji="1" lang="en-US" altLang="zh-CN" sz="3200" b="0" i="0" u="none" strike="noStrike" kern="0" cap="none" spc="0" normalizeH="0" baseline="0" noProof="1">
                <a:ln>
                  <a:noFill/>
                </a:ln>
                <a:solidFill>
                  <a:schemeClr val="tx1"/>
                </a:solidFill>
                <a:effectLst/>
                <a:uLnTx/>
                <a:uFillTx/>
                <a:latin typeface="+mn-lt"/>
                <a:ea typeface="+mn-ea"/>
                <a:cs typeface="+mn-cs"/>
              </a:rPr>
              <a:t> P))</a:t>
            </a:r>
            <a:endParaRPr kumimoji="1" lang="en-US" altLang="zh-CN" sz="3200" b="0" i="0" u="none" strike="noStrike" kern="0" cap="none" spc="0" normalizeH="0" baseline="0" noProof="1">
              <a:ln>
                <a:noFill/>
              </a:ln>
              <a:solidFill>
                <a:schemeClr val="tx1"/>
              </a:solidFill>
              <a:effectLst/>
              <a:uLnTx/>
              <a:uFillTx/>
              <a:latin typeface="+mn-lt"/>
              <a:ea typeface="+mn-ea"/>
              <a:cs typeface="+mn-cs"/>
            </a:endParaRPr>
          </a:p>
          <a:p>
            <a:pPr marL="0" marR="0" lvl="0" indent="0" algn="just"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defRPr/>
            </a:pPr>
            <a:r>
              <a:rPr kumimoji="1" lang="en-US" altLang="zh-CN" sz="3200" b="0" i="0" u="none" strike="noStrike" kern="0" cap="none" spc="0" normalizeH="0" baseline="0" noProof="1">
                <a:ln>
                  <a:noFill/>
                </a:ln>
                <a:solidFill>
                  <a:schemeClr val="tx1"/>
                </a:solidFill>
                <a:effectLst/>
                <a:uLnTx/>
                <a:uFillTx/>
                <a:latin typeface="+mn-lt"/>
                <a:ea typeface="+mn-ea"/>
                <a:cs typeface="+mn-cs"/>
              </a:rPr>
              <a:t>       </a:t>
            </a:r>
            <a:r>
              <a:rPr kumimoji="1" lang="en-US" altLang="zh-CN" sz="3200" b="0" i="0" u="none" strike="noStrike" kern="0" cap="none" spc="0" normalizeH="0" baseline="0" noProof="1">
                <a:ln>
                  <a:noFill/>
                </a:ln>
                <a:solidFill>
                  <a:schemeClr val="tx1"/>
                </a:solidFill>
                <a:effectLst/>
                <a:uLnTx/>
                <a:uFillTx/>
                <a:latin typeface="Times New Roman" panose="02020503050405090304" pitchFamily="18" charset="0"/>
                <a:ea typeface="+mn-ea"/>
                <a:cs typeface="+mn-cs"/>
                <a:sym typeface="Symbol" panose="05050102010706020507" pitchFamily="18" charset="2"/>
              </a:rPr>
              <a:t> (</a:t>
            </a:r>
            <a:r>
              <a:rPr kumimoji="1" lang="en-US" altLang="zh-CN" sz="3200" b="0" i="0" u="none" strike="noStrike" kern="0" cap="none" spc="0" normalizeH="0" baseline="0" noProof="1">
                <a:ln>
                  <a:noFill/>
                </a:ln>
                <a:solidFill>
                  <a:schemeClr val="tx1"/>
                </a:solidFill>
                <a:effectLst/>
                <a:uLnTx/>
                <a:uFillTx/>
                <a:latin typeface="+mn-lt"/>
                <a:ea typeface="+mn-ea"/>
                <a:cs typeface="+mn-cs"/>
              </a:rPr>
              <a:t>P</a:t>
            </a:r>
            <a:r>
              <a:rPr kumimoji="1" lang="en-US" altLang="zh-CN" sz="3200" b="0" i="0" u="none" strike="noStrike" kern="0" cap="none" spc="0" normalizeH="0" baseline="0" noProof="1">
                <a:ln>
                  <a:noFill/>
                </a:ln>
                <a:solidFill>
                  <a:schemeClr val="tx1"/>
                </a:solidFill>
                <a:effectLst/>
                <a:uLnTx/>
                <a:uFillTx/>
                <a:latin typeface="Times New Roman" panose="02020503050405090304" pitchFamily="18" charset="0"/>
                <a:ea typeface="+mn-ea"/>
                <a:cs typeface="+mn-cs"/>
                <a:sym typeface="Symbol" panose="05050102010706020507" pitchFamily="18" charset="2"/>
              </a:rPr>
              <a:t></a:t>
            </a:r>
            <a:r>
              <a:rPr kumimoji="1" lang="en-US" altLang="zh-CN" sz="3200" b="0" i="0" u="none" strike="noStrike" kern="0" cap="none" spc="0" normalizeH="0" baseline="0" noProof="1">
                <a:ln>
                  <a:noFill/>
                </a:ln>
                <a:solidFill>
                  <a:schemeClr val="tx1"/>
                </a:solidFill>
                <a:effectLst/>
                <a:uLnTx/>
                <a:uFillTx/>
                <a:latin typeface="+mn-lt"/>
                <a:ea typeface="+mn-ea"/>
                <a:cs typeface="+mn-cs"/>
              </a:rPr>
              <a:t>Q)</a:t>
            </a:r>
            <a:r>
              <a:rPr kumimoji="1" lang="en-US" altLang="zh-CN" sz="3200" b="0" i="0" u="none" strike="noStrike" kern="0" cap="none" spc="0" normalizeH="0" baseline="0" noProof="1">
                <a:ln>
                  <a:noFill/>
                </a:ln>
                <a:solidFill>
                  <a:srgbClr val="FF0000"/>
                </a:solidFill>
                <a:effectLst/>
                <a:uLnTx/>
                <a:uFillTx/>
                <a:latin typeface="Times New Roman" panose="02020503050405090304" pitchFamily="18" charset="0"/>
                <a:ea typeface="+mn-ea"/>
                <a:cs typeface="+mn-cs"/>
                <a:sym typeface="Symbol" panose="05050102010706020507" pitchFamily="18" charset="2"/>
              </a:rPr>
              <a:t></a:t>
            </a:r>
            <a:r>
              <a:rPr kumimoji="1" lang="en-US" altLang="zh-CN" sz="3200" b="0" i="0" u="none" strike="noStrike" kern="0" cap="none" spc="0" normalizeH="0" baseline="0" noProof="1">
                <a:ln>
                  <a:noFill/>
                </a:ln>
                <a:solidFill>
                  <a:schemeClr val="tx1"/>
                </a:solidFill>
                <a:effectLst/>
                <a:uLnTx/>
                <a:uFillTx/>
                <a:latin typeface="Times New Roman" panose="02020503050405090304" pitchFamily="18" charset="0"/>
                <a:ea typeface="+mn-ea"/>
                <a:cs typeface="+mn-cs"/>
                <a:sym typeface="Symbol" panose="05050102010706020507" pitchFamily="18" charset="2"/>
              </a:rPr>
              <a:t>(</a:t>
            </a:r>
            <a:r>
              <a:rPr kumimoji="1" lang="en-US" altLang="zh-CN" sz="3200" b="0" i="0" u="none" strike="noStrike" kern="0" cap="none" spc="0" normalizeH="0" baseline="0" noProof="1">
                <a:ln>
                  <a:noFill/>
                </a:ln>
                <a:solidFill>
                  <a:schemeClr val="tx1"/>
                </a:solidFill>
                <a:effectLst/>
                <a:uLnTx/>
                <a:uFillTx/>
                <a:latin typeface="+mn-lt"/>
                <a:ea typeface="+mn-ea"/>
                <a:cs typeface="+mn-cs"/>
              </a:rPr>
              <a:t>P</a:t>
            </a:r>
            <a:r>
              <a:rPr kumimoji="1" lang="en-US" altLang="zh-CN" sz="3200" b="0" i="0" u="none" strike="noStrike" kern="0" cap="none" spc="0" normalizeH="0" baseline="0" noProof="1">
                <a:ln>
                  <a:noFill/>
                </a:ln>
                <a:solidFill>
                  <a:schemeClr val="tx1"/>
                </a:solidFill>
                <a:effectLst/>
                <a:uLnTx/>
                <a:uFillTx/>
                <a:latin typeface="Times New Roman" panose="02020503050405090304" pitchFamily="18" charset="0"/>
                <a:ea typeface="+mn-ea"/>
                <a:cs typeface="+mn-cs"/>
                <a:sym typeface="Symbol" panose="05050102010706020507" pitchFamily="18" charset="2"/>
              </a:rPr>
              <a:t>¬</a:t>
            </a:r>
            <a:r>
              <a:rPr kumimoji="1" lang="en-US" altLang="zh-CN" sz="3200" b="0" i="0" u="none" strike="noStrike" kern="0" cap="none" spc="0" normalizeH="0" baseline="0" noProof="1">
                <a:ln>
                  <a:noFill/>
                </a:ln>
                <a:solidFill>
                  <a:schemeClr val="tx1"/>
                </a:solidFill>
                <a:effectLst/>
                <a:uLnTx/>
                <a:uFillTx/>
                <a:latin typeface="+mn-lt"/>
                <a:ea typeface="+mn-ea"/>
                <a:cs typeface="+mn-cs"/>
              </a:rPr>
              <a:t>Q)</a:t>
            </a:r>
            <a:r>
              <a:rPr kumimoji="1" lang="en-US" altLang="zh-CN" sz="3200" b="0" i="0" u="none" strike="noStrike" kern="0" cap="none" spc="0" normalizeH="0" baseline="0" noProof="1">
                <a:ln>
                  <a:noFill/>
                </a:ln>
                <a:solidFill>
                  <a:schemeClr val="tx1"/>
                </a:solidFill>
                <a:effectLst/>
                <a:uLnTx/>
                <a:uFillTx/>
                <a:latin typeface="Times New Roman" panose="02020503050405090304" pitchFamily="18" charset="0"/>
                <a:ea typeface="+mn-ea"/>
                <a:cs typeface="+mn-cs"/>
                <a:sym typeface="Symbol" panose="05050102010706020507" pitchFamily="18" charset="2"/>
              </a:rPr>
              <a:t>(</a:t>
            </a:r>
            <a:r>
              <a:rPr kumimoji="1" lang="en-US" altLang="zh-CN" sz="3200" b="0" i="0" u="none" strike="noStrike" kern="0" cap="none" spc="0" normalizeH="0" baseline="0" noProof="1">
                <a:ln>
                  <a:noFill/>
                </a:ln>
                <a:solidFill>
                  <a:schemeClr val="tx1"/>
                </a:solidFill>
                <a:effectLst/>
                <a:uLnTx/>
                <a:uFillTx/>
                <a:latin typeface="+mn-lt"/>
                <a:ea typeface="+mn-ea"/>
                <a:cs typeface="+mn-cs"/>
              </a:rPr>
              <a:t>Q</a:t>
            </a:r>
            <a:r>
              <a:rPr kumimoji="1" lang="en-US" altLang="zh-CN" sz="3200" b="0" i="0" u="none" strike="noStrike" kern="0" cap="none" spc="0" normalizeH="0" baseline="0" noProof="1">
                <a:ln>
                  <a:noFill/>
                </a:ln>
                <a:solidFill>
                  <a:schemeClr val="tx1"/>
                </a:solidFill>
                <a:effectLst/>
                <a:uLnTx/>
                <a:uFillTx/>
                <a:latin typeface="Times New Roman" panose="02020503050405090304" pitchFamily="18" charset="0"/>
                <a:ea typeface="+mn-ea"/>
                <a:cs typeface="+mn-cs"/>
                <a:sym typeface="Symbol" panose="05050102010706020507" pitchFamily="18" charset="2"/>
              </a:rPr>
              <a:t></a:t>
            </a:r>
            <a:r>
              <a:rPr kumimoji="1" lang="en-US" altLang="zh-CN" sz="3200" b="0" i="0" u="none" strike="noStrike" kern="0" cap="none" spc="0" normalizeH="0" baseline="0" noProof="1">
                <a:ln>
                  <a:noFill/>
                </a:ln>
                <a:solidFill>
                  <a:schemeClr val="tx1"/>
                </a:solidFill>
                <a:effectLst/>
                <a:uLnTx/>
                <a:uFillTx/>
                <a:latin typeface="+mn-lt"/>
                <a:ea typeface="+mn-ea"/>
                <a:cs typeface="+mn-cs"/>
              </a:rPr>
              <a:t>P)</a:t>
            </a:r>
            <a:r>
              <a:rPr kumimoji="1" lang="en-US" altLang="zh-CN" sz="3200" b="0" i="0" u="none" strike="noStrike" kern="0" cap="none" spc="0" normalizeH="0" baseline="0" noProof="1">
                <a:ln>
                  <a:noFill/>
                </a:ln>
                <a:solidFill>
                  <a:srgbClr val="FF0000"/>
                </a:solidFill>
                <a:effectLst/>
                <a:uLnTx/>
                <a:uFillTx/>
                <a:latin typeface="Times New Roman" panose="02020503050405090304" pitchFamily="18" charset="0"/>
                <a:ea typeface="+mn-ea"/>
                <a:cs typeface="+mn-cs"/>
                <a:sym typeface="Symbol" panose="05050102010706020507" pitchFamily="18" charset="2"/>
              </a:rPr>
              <a:t></a:t>
            </a:r>
            <a:r>
              <a:rPr kumimoji="1" lang="en-US" altLang="zh-CN" sz="3200" b="0" i="0" u="none" strike="noStrike" kern="0" cap="none" spc="0" normalizeH="0" baseline="0" noProof="1">
                <a:ln>
                  <a:noFill/>
                </a:ln>
                <a:solidFill>
                  <a:schemeClr val="tx1"/>
                </a:solidFill>
                <a:effectLst/>
                <a:uLnTx/>
                <a:uFillTx/>
                <a:latin typeface="Times New Roman" panose="02020503050405090304" pitchFamily="18" charset="0"/>
                <a:ea typeface="+mn-ea"/>
                <a:cs typeface="+mn-cs"/>
                <a:sym typeface="Symbol" panose="05050102010706020507" pitchFamily="18" charset="2"/>
              </a:rPr>
              <a:t> (</a:t>
            </a:r>
            <a:r>
              <a:rPr kumimoji="1" lang="en-US" altLang="zh-CN" sz="3200" b="0" i="0" u="none" strike="noStrike" kern="0" cap="none" spc="0" normalizeH="0" baseline="0" noProof="1">
                <a:ln>
                  <a:noFill/>
                </a:ln>
                <a:solidFill>
                  <a:schemeClr val="tx1"/>
                </a:solidFill>
                <a:effectLst/>
                <a:uLnTx/>
                <a:uFillTx/>
                <a:latin typeface="+mn-lt"/>
                <a:ea typeface="+mn-ea"/>
                <a:cs typeface="+mn-cs"/>
              </a:rPr>
              <a:t>Q</a:t>
            </a:r>
            <a:r>
              <a:rPr kumimoji="1" lang="en-US" altLang="zh-CN" sz="3200" b="0" i="0" u="none" strike="noStrike" kern="0" cap="none" spc="0" normalizeH="0" baseline="0" noProof="1">
                <a:ln>
                  <a:noFill/>
                </a:ln>
                <a:solidFill>
                  <a:schemeClr val="tx1"/>
                </a:solidFill>
                <a:effectLst/>
                <a:uLnTx/>
                <a:uFillTx/>
                <a:latin typeface="Times New Roman" panose="02020503050405090304" pitchFamily="18" charset="0"/>
                <a:ea typeface="+mn-ea"/>
                <a:cs typeface="+mn-cs"/>
                <a:sym typeface="Symbol" panose="05050102010706020507" pitchFamily="18" charset="2"/>
              </a:rPr>
              <a:t>¬</a:t>
            </a:r>
            <a:r>
              <a:rPr kumimoji="1" lang="en-US" altLang="zh-CN" sz="3200" b="0" i="0" u="none" strike="noStrike" kern="0" cap="none" spc="0" normalizeH="0" baseline="0" noProof="1">
                <a:ln>
                  <a:noFill/>
                </a:ln>
                <a:solidFill>
                  <a:schemeClr val="tx1"/>
                </a:solidFill>
                <a:effectLst/>
                <a:uLnTx/>
                <a:uFillTx/>
                <a:latin typeface="+mn-lt"/>
                <a:ea typeface="+mn-ea"/>
                <a:cs typeface="+mn-cs"/>
              </a:rPr>
              <a:t> P)</a:t>
            </a:r>
            <a:endParaRPr kumimoji="1" lang="en-US" altLang="zh-CN" sz="3200" b="0" i="0" u="none" strike="noStrike" kern="0" cap="none" spc="0" normalizeH="0" baseline="0" noProof="1">
              <a:ln>
                <a:noFill/>
              </a:ln>
              <a:solidFill>
                <a:schemeClr val="tx1"/>
              </a:solidFill>
              <a:effectLst/>
              <a:uLnTx/>
              <a:uFillTx/>
              <a:latin typeface="+mn-lt"/>
              <a:ea typeface="+mn-ea"/>
              <a:cs typeface="+mn-cs"/>
            </a:endParaRPr>
          </a:p>
          <a:p>
            <a:pPr marL="0" marR="0" lvl="0" indent="0" algn="just"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defRPr/>
            </a:pPr>
            <a:r>
              <a:rPr kumimoji="1" lang="en-US" altLang="zh-CN" sz="3200" b="0" i="0" u="none" strike="noStrike" kern="0" cap="none" spc="0" normalizeH="0" baseline="0" noProof="1">
                <a:ln>
                  <a:noFill/>
                </a:ln>
                <a:solidFill>
                  <a:schemeClr val="tx1"/>
                </a:solidFill>
                <a:effectLst/>
                <a:uLnTx/>
                <a:uFillTx/>
                <a:latin typeface="Times New Roman" panose="02020503050405090304" pitchFamily="18" charset="0"/>
                <a:ea typeface="+mn-ea"/>
                <a:cs typeface="+mn-cs"/>
                <a:sym typeface="Symbol" panose="05050102010706020507" pitchFamily="18" charset="2"/>
              </a:rPr>
              <a:t>         (</a:t>
            </a:r>
            <a:r>
              <a:rPr kumimoji="1" lang="en-US" altLang="zh-CN" sz="3200" b="0" i="0" u="none" strike="noStrike" kern="0" cap="none" spc="0" normalizeH="0" baseline="0" noProof="1">
                <a:ln>
                  <a:noFill/>
                </a:ln>
                <a:solidFill>
                  <a:schemeClr val="tx1"/>
                </a:solidFill>
                <a:effectLst/>
                <a:uLnTx/>
                <a:uFillTx/>
                <a:latin typeface="+mn-lt"/>
                <a:ea typeface="+mn-ea"/>
                <a:cs typeface="+mn-cs"/>
              </a:rPr>
              <a:t>P</a:t>
            </a:r>
            <a:r>
              <a:rPr kumimoji="1" lang="en-US" altLang="zh-CN" sz="3200" b="0" i="0" u="none" strike="noStrike" kern="0" cap="none" spc="0" normalizeH="0" baseline="0" noProof="1">
                <a:ln>
                  <a:noFill/>
                </a:ln>
                <a:solidFill>
                  <a:schemeClr val="tx1"/>
                </a:solidFill>
                <a:effectLst/>
                <a:uLnTx/>
                <a:uFillTx/>
                <a:latin typeface="Times New Roman" panose="02020503050405090304" pitchFamily="18" charset="0"/>
                <a:ea typeface="+mn-ea"/>
                <a:cs typeface="+mn-cs"/>
                <a:sym typeface="Symbol" panose="05050102010706020507" pitchFamily="18" charset="2"/>
              </a:rPr>
              <a:t></a:t>
            </a:r>
            <a:r>
              <a:rPr kumimoji="1" lang="en-US" altLang="zh-CN" sz="3200" b="0" i="0" u="none" strike="noStrike" kern="0" cap="none" spc="0" normalizeH="0" baseline="0" noProof="1">
                <a:ln>
                  <a:noFill/>
                </a:ln>
                <a:solidFill>
                  <a:schemeClr val="tx1"/>
                </a:solidFill>
                <a:effectLst/>
                <a:uLnTx/>
                <a:uFillTx/>
                <a:latin typeface="+mn-lt"/>
                <a:ea typeface="+mn-ea"/>
                <a:cs typeface="+mn-cs"/>
              </a:rPr>
              <a:t>Q)</a:t>
            </a:r>
            <a:r>
              <a:rPr kumimoji="1" lang="en-US" altLang="zh-CN" sz="3200" b="0" i="0" u="none" strike="noStrike" kern="0" cap="none" spc="0" normalizeH="0" baseline="0" noProof="1">
                <a:ln>
                  <a:noFill/>
                </a:ln>
                <a:solidFill>
                  <a:srgbClr val="FF0000"/>
                </a:solidFill>
                <a:effectLst/>
                <a:uLnTx/>
                <a:uFillTx/>
                <a:latin typeface="Times New Roman" panose="02020503050405090304" pitchFamily="18" charset="0"/>
                <a:ea typeface="+mn-ea"/>
                <a:cs typeface="+mn-cs"/>
                <a:sym typeface="Symbol" panose="05050102010706020507" pitchFamily="18" charset="2"/>
              </a:rPr>
              <a:t></a:t>
            </a:r>
            <a:r>
              <a:rPr kumimoji="1" lang="en-US" altLang="zh-CN" sz="3200" b="0" i="0" u="none" strike="noStrike" kern="0" cap="none" spc="0" normalizeH="0" baseline="0" noProof="1">
                <a:ln>
                  <a:noFill/>
                </a:ln>
                <a:solidFill>
                  <a:schemeClr val="tx1"/>
                </a:solidFill>
                <a:effectLst/>
                <a:uLnTx/>
                <a:uFillTx/>
                <a:latin typeface="Times New Roman" panose="02020503050405090304" pitchFamily="18" charset="0"/>
                <a:ea typeface="+mn-ea"/>
                <a:cs typeface="+mn-cs"/>
                <a:sym typeface="Symbol" panose="05050102010706020507" pitchFamily="18" charset="2"/>
              </a:rPr>
              <a:t>(</a:t>
            </a:r>
            <a:r>
              <a:rPr kumimoji="1" lang="en-US" altLang="zh-CN" sz="3200" b="0" i="0" u="none" strike="noStrike" kern="0" cap="none" spc="0" normalizeH="0" baseline="0" noProof="1">
                <a:ln>
                  <a:noFill/>
                </a:ln>
                <a:solidFill>
                  <a:schemeClr val="tx1"/>
                </a:solidFill>
                <a:effectLst/>
                <a:uLnTx/>
                <a:uFillTx/>
                <a:latin typeface="+mn-lt"/>
                <a:ea typeface="+mn-ea"/>
                <a:cs typeface="+mn-cs"/>
              </a:rPr>
              <a:t>P</a:t>
            </a:r>
            <a:r>
              <a:rPr kumimoji="1" lang="en-US" altLang="zh-CN" sz="3200" b="0" i="0" u="none" strike="noStrike" kern="0" cap="none" spc="0" normalizeH="0" baseline="0" noProof="1">
                <a:ln>
                  <a:noFill/>
                </a:ln>
                <a:solidFill>
                  <a:schemeClr val="tx1"/>
                </a:solidFill>
                <a:effectLst/>
                <a:uLnTx/>
                <a:uFillTx/>
                <a:latin typeface="Times New Roman" panose="02020503050405090304" pitchFamily="18" charset="0"/>
                <a:ea typeface="+mn-ea"/>
                <a:cs typeface="+mn-cs"/>
                <a:sym typeface="Symbol" panose="05050102010706020507" pitchFamily="18" charset="2"/>
              </a:rPr>
              <a:t>¬</a:t>
            </a:r>
            <a:r>
              <a:rPr kumimoji="1" lang="en-US" altLang="zh-CN" sz="3200" b="0" i="0" u="none" strike="noStrike" kern="0" cap="none" spc="0" normalizeH="0" baseline="0" noProof="1">
                <a:ln>
                  <a:noFill/>
                </a:ln>
                <a:solidFill>
                  <a:schemeClr val="tx1"/>
                </a:solidFill>
                <a:effectLst/>
                <a:uLnTx/>
                <a:uFillTx/>
                <a:latin typeface="+mn-lt"/>
                <a:ea typeface="+mn-ea"/>
                <a:cs typeface="+mn-cs"/>
              </a:rPr>
              <a:t>Q)</a:t>
            </a:r>
            <a:r>
              <a:rPr kumimoji="1" lang="en-US" altLang="zh-CN" sz="3200" b="0" i="0" u="none" strike="noStrike" kern="0" cap="none" spc="0" normalizeH="0" baseline="0" noProof="1">
                <a:ln>
                  <a:noFill/>
                </a:ln>
                <a:solidFill>
                  <a:schemeClr val="tx1"/>
                </a:solidFill>
                <a:effectLst/>
                <a:uLnTx/>
                <a:uFillTx/>
                <a:latin typeface="Times New Roman" panose="02020503050405090304" pitchFamily="18" charset="0"/>
                <a:ea typeface="+mn-ea"/>
                <a:cs typeface="+mn-cs"/>
                <a:sym typeface="Symbol" panose="05050102010706020507" pitchFamily="18" charset="2"/>
              </a:rPr>
              <a:t>(</a:t>
            </a:r>
            <a:r>
              <a:rPr kumimoji="1" lang="en-US" altLang="zh-CN" sz="3200" b="0" i="0" u="none" strike="noStrike" kern="0" cap="none" spc="0" normalizeH="0" baseline="0" noProof="1">
                <a:ln>
                  <a:noFill/>
                </a:ln>
                <a:solidFill>
                  <a:srgbClr val="FF0000"/>
                </a:solidFill>
                <a:effectLst/>
                <a:uLnTx/>
                <a:uFillTx/>
                <a:latin typeface="+mn-lt"/>
                <a:ea typeface="+mn-ea"/>
                <a:cs typeface="+mn-cs"/>
              </a:rPr>
              <a:t>P</a:t>
            </a:r>
            <a:r>
              <a:rPr kumimoji="1" lang="en-US" altLang="zh-CN" sz="3200" b="0" i="0" u="none" strike="noStrike" kern="0" cap="none" spc="0" normalizeH="0" baseline="0" noProof="1">
                <a:ln>
                  <a:noFill/>
                </a:ln>
                <a:solidFill>
                  <a:srgbClr val="FF0000"/>
                </a:solidFill>
                <a:effectLst/>
                <a:uLnTx/>
                <a:uFillTx/>
                <a:latin typeface="Times New Roman" panose="02020503050405090304" pitchFamily="18" charset="0"/>
                <a:ea typeface="+mn-ea"/>
                <a:cs typeface="+mn-cs"/>
                <a:sym typeface="Symbol" panose="05050102010706020507" pitchFamily="18" charset="2"/>
              </a:rPr>
              <a:t></a:t>
            </a:r>
            <a:r>
              <a:rPr kumimoji="1" lang="en-US" altLang="zh-CN" sz="3200" b="0" i="0" u="none" strike="noStrike" kern="0" cap="none" spc="0" normalizeH="0" baseline="0" noProof="1">
                <a:ln>
                  <a:noFill/>
                </a:ln>
                <a:solidFill>
                  <a:srgbClr val="FF0000"/>
                </a:solidFill>
                <a:effectLst/>
                <a:uLnTx/>
                <a:uFillTx/>
                <a:latin typeface="+mn-lt"/>
                <a:ea typeface="+mn-ea"/>
                <a:cs typeface="+mn-cs"/>
              </a:rPr>
              <a:t>Q</a:t>
            </a:r>
            <a:r>
              <a:rPr kumimoji="1" lang="en-US" altLang="zh-CN" sz="3200" b="0" i="0" u="none" strike="noStrike" kern="0" cap="none" spc="0" normalizeH="0" baseline="0" noProof="1">
                <a:ln>
                  <a:noFill/>
                </a:ln>
                <a:solidFill>
                  <a:schemeClr val="tx1"/>
                </a:solidFill>
                <a:effectLst/>
                <a:uLnTx/>
                <a:uFillTx/>
                <a:latin typeface="+mn-lt"/>
                <a:ea typeface="+mn-ea"/>
                <a:cs typeface="+mn-cs"/>
              </a:rPr>
              <a:t>)</a:t>
            </a:r>
            <a:r>
              <a:rPr kumimoji="1" lang="en-US" altLang="zh-CN" sz="3200" b="0" i="0" u="none" strike="noStrike" kern="0" cap="none" spc="0" normalizeH="0" baseline="0" noProof="1">
                <a:ln>
                  <a:noFill/>
                </a:ln>
                <a:solidFill>
                  <a:srgbClr val="FF0000"/>
                </a:solidFill>
                <a:effectLst/>
                <a:uLnTx/>
                <a:uFillTx/>
                <a:latin typeface="Times New Roman" panose="02020503050405090304" pitchFamily="18" charset="0"/>
                <a:ea typeface="+mn-ea"/>
                <a:cs typeface="+mn-cs"/>
                <a:sym typeface="Symbol" panose="05050102010706020507" pitchFamily="18" charset="2"/>
              </a:rPr>
              <a:t></a:t>
            </a:r>
            <a:r>
              <a:rPr kumimoji="1" lang="en-US" altLang="zh-CN" sz="3200" b="0" i="0" u="none" strike="noStrike" kern="0" cap="none" spc="0" normalizeH="0" baseline="0" noProof="1">
                <a:ln>
                  <a:noFill/>
                </a:ln>
                <a:solidFill>
                  <a:schemeClr val="tx1"/>
                </a:solidFill>
                <a:effectLst/>
                <a:uLnTx/>
                <a:uFillTx/>
                <a:latin typeface="Times New Roman" panose="02020503050405090304" pitchFamily="18" charset="0"/>
                <a:ea typeface="+mn-ea"/>
                <a:cs typeface="+mn-cs"/>
                <a:sym typeface="Symbol" panose="05050102010706020507" pitchFamily="18" charset="2"/>
              </a:rPr>
              <a:t> (</a:t>
            </a:r>
            <a:r>
              <a:rPr kumimoji="1" lang="en-US" altLang="zh-CN" sz="3200" b="0" i="0" u="none" strike="noStrike" kern="0" cap="none" spc="0" normalizeH="0" baseline="0" noProof="1">
                <a:ln>
                  <a:noFill/>
                </a:ln>
                <a:solidFill>
                  <a:srgbClr val="FF0000"/>
                </a:solidFill>
                <a:effectLst/>
                <a:uLnTx/>
                <a:uFillTx/>
                <a:latin typeface="Times New Roman" panose="02020503050405090304" pitchFamily="18" charset="0"/>
                <a:ea typeface="+mn-ea"/>
                <a:cs typeface="+mn-cs"/>
                <a:sym typeface="Symbol" panose="05050102010706020507" pitchFamily="18" charset="2"/>
              </a:rPr>
              <a:t>¬</a:t>
            </a:r>
            <a:r>
              <a:rPr kumimoji="1" lang="en-US" altLang="zh-CN" sz="3200" b="0" i="0" u="none" strike="noStrike" kern="0" cap="none" spc="0" normalizeH="0" baseline="0" noProof="1">
                <a:ln>
                  <a:noFill/>
                </a:ln>
                <a:solidFill>
                  <a:srgbClr val="FF0000"/>
                </a:solidFill>
                <a:effectLst/>
                <a:uLnTx/>
                <a:uFillTx/>
                <a:latin typeface="+mn-lt"/>
                <a:ea typeface="+mn-ea"/>
                <a:cs typeface="+mn-cs"/>
              </a:rPr>
              <a:t> P</a:t>
            </a:r>
            <a:r>
              <a:rPr kumimoji="1" lang="en-US" altLang="zh-CN" sz="3200" b="0" i="0" u="none" strike="noStrike" kern="0" cap="none" spc="0" normalizeH="0" baseline="0" noProof="1">
                <a:ln>
                  <a:noFill/>
                </a:ln>
                <a:solidFill>
                  <a:srgbClr val="FF0000"/>
                </a:solidFill>
                <a:effectLst/>
                <a:uLnTx/>
                <a:uFillTx/>
                <a:latin typeface="Times New Roman" panose="02020503050405090304" pitchFamily="18" charset="0"/>
                <a:ea typeface="+mn-ea"/>
                <a:cs typeface="+mn-cs"/>
                <a:sym typeface="Symbol" panose="05050102010706020507" pitchFamily="18" charset="2"/>
              </a:rPr>
              <a:t></a:t>
            </a:r>
            <a:r>
              <a:rPr kumimoji="1" lang="en-US" altLang="zh-CN" sz="3200" b="0" i="0" u="none" strike="noStrike" kern="0" cap="none" spc="0" normalizeH="0" baseline="0" noProof="1">
                <a:ln>
                  <a:noFill/>
                </a:ln>
                <a:solidFill>
                  <a:srgbClr val="FF0000"/>
                </a:solidFill>
                <a:effectLst/>
                <a:uLnTx/>
                <a:uFillTx/>
                <a:latin typeface="+mn-lt"/>
                <a:ea typeface="+mn-ea"/>
                <a:cs typeface="+mn-cs"/>
              </a:rPr>
              <a:t>Q</a:t>
            </a:r>
            <a:r>
              <a:rPr kumimoji="1" lang="en-US" altLang="zh-CN" sz="3200" b="0" i="0" u="none" strike="noStrike" kern="0" cap="none" spc="0" normalizeH="0" baseline="0" noProof="1">
                <a:ln>
                  <a:noFill/>
                </a:ln>
                <a:solidFill>
                  <a:schemeClr val="tx1"/>
                </a:solidFill>
                <a:effectLst/>
                <a:uLnTx/>
                <a:uFillTx/>
                <a:latin typeface="+mn-lt"/>
                <a:ea typeface="+mn-ea"/>
                <a:cs typeface="+mn-cs"/>
              </a:rPr>
              <a:t>)</a:t>
            </a:r>
            <a:endParaRPr kumimoji="1" lang="en-US" altLang="zh-CN" sz="3200" b="0" i="0" u="none" strike="noStrike" kern="0" cap="none" spc="0" normalizeH="0" baseline="0" noProof="1">
              <a:ln>
                <a:noFill/>
              </a:ln>
              <a:solidFill>
                <a:schemeClr val="tx1"/>
              </a:solidFill>
              <a:effectLst/>
              <a:uLnTx/>
              <a:uFillTx/>
              <a:latin typeface="+mn-lt"/>
              <a:ea typeface="+mn-ea"/>
              <a:cs typeface="+mn-cs"/>
            </a:endParaRPr>
          </a:p>
          <a:p>
            <a:pPr marL="0" marR="0" lvl="0" indent="0" algn="just"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defRPr/>
            </a:pPr>
            <a:r>
              <a:rPr kumimoji="1" lang="en-US" altLang="zh-CN" sz="3200" b="0" i="0" u="none" strike="noStrike" kern="0" cap="none" spc="0" normalizeH="0" baseline="0" noProof="1">
                <a:ln>
                  <a:noFill/>
                </a:ln>
                <a:solidFill>
                  <a:schemeClr val="tx1"/>
                </a:solidFill>
                <a:effectLst/>
                <a:uLnTx/>
                <a:uFillTx/>
                <a:latin typeface="Times New Roman" panose="02020503050405090304" pitchFamily="18" charset="0"/>
                <a:ea typeface="+mn-ea"/>
                <a:cs typeface="+mn-cs"/>
                <a:sym typeface="Symbol" panose="05050102010706020507" pitchFamily="18" charset="2"/>
              </a:rPr>
              <a:t>         (</a:t>
            </a:r>
            <a:r>
              <a:rPr kumimoji="1" lang="en-US" altLang="zh-CN" sz="3200" b="0" i="0" u="none" strike="noStrike" kern="0" cap="none" spc="0" normalizeH="0" baseline="0" noProof="1">
                <a:ln>
                  <a:noFill/>
                </a:ln>
                <a:solidFill>
                  <a:schemeClr val="tx1"/>
                </a:solidFill>
                <a:effectLst/>
                <a:uLnTx/>
                <a:uFillTx/>
                <a:latin typeface="+mn-lt"/>
                <a:ea typeface="+mn-ea"/>
                <a:cs typeface="+mn-cs"/>
              </a:rPr>
              <a:t>P</a:t>
            </a:r>
            <a:r>
              <a:rPr kumimoji="1" lang="en-US" altLang="zh-CN" sz="3200" b="0" i="0" u="none" strike="noStrike" kern="0" cap="none" spc="0" normalizeH="0" baseline="0" noProof="1">
                <a:ln>
                  <a:noFill/>
                </a:ln>
                <a:solidFill>
                  <a:schemeClr val="tx1"/>
                </a:solidFill>
                <a:effectLst/>
                <a:uLnTx/>
                <a:uFillTx/>
                <a:latin typeface="Times New Roman" panose="02020503050405090304" pitchFamily="18" charset="0"/>
                <a:ea typeface="+mn-ea"/>
                <a:cs typeface="+mn-cs"/>
                <a:sym typeface="Symbol" panose="05050102010706020507" pitchFamily="18" charset="2"/>
              </a:rPr>
              <a:t></a:t>
            </a:r>
            <a:r>
              <a:rPr kumimoji="1" lang="en-US" altLang="zh-CN" sz="3200" b="0" i="0" u="none" strike="noStrike" kern="0" cap="none" spc="0" normalizeH="0" baseline="0" noProof="1">
                <a:ln>
                  <a:noFill/>
                </a:ln>
                <a:solidFill>
                  <a:schemeClr val="tx1"/>
                </a:solidFill>
                <a:effectLst/>
                <a:uLnTx/>
                <a:uFillTx/>
                <a:latin typeface="+mn-lt"/>
                <a:ea typeface="+mn-ea"/>
                <a:cs typeface="+mn-cs"/>
              </a:rPr>
              <a:t>Q)</a:t>
            </a:r>
            <a:r>
              <a:rPr kumimoji="1" lang="en-US" altLang="zh-CN" sz="3200" b="0" i="0" u="none" strike="noStrike" kern="0" cap="none" spc="0" normalizeH="0" baseline="0" noProof="1">
                <a:ln>
                  <a:noFill/>
                </a:ln>
                <a:solidFill>
                  <a:srgbClr val="FF0000"/>
                </a:solidFill>
                <a:effectLst/>
                <a:uLnTx/>
                <a:uFillTx/>
                <a:latin typeface="Times New Roman" panose="02020503050405090304" pitchFamily="18" charset="0"/>
                <a:ea typeface="+mn-ea"/>
                <a:cs typeface="+mn-cs"/>
                <a:sym typeface="Symbol" panose="05050102010706020507" pitchFamily="18" charset="2"/>
              </a:rPr>
              <a:t></a:t>
            </a:r>
            <a:r>
              <a:rPr kumimoji="1" lang="en-US" altLang="zh-CN" sz="3200" b="0" i="0" u="none" strike="noStrike" kern="0" cap="none" spc="0" normalizeH="0" baseline="0" noProof="1">
                <a:ln>
                  <a:noFill/>
                </a:ln>
                <a:solidFill>
                  <a:schemeClr val="tx1"/>
                </a:solidFill>
                <a:effectLst/>
                <a:uLnTx/>
                <a:uFillTx/>
                <a:latin typeface="Times New Roman" panose="02020503050405090304" pitchFamily="18" charset="0"/>
                <a:ea typeface="+mn-ea"/>
                <a:cs typeface="+mn-cs"/>
                <a:sym typeface="Symbol" panose="05050102010706020507" pitchFamily="18" charset="2"/>
              </a:rPr>
              <a:t>(</a:t>
            </a:r>
            <a:r>
              <a:rPr kumimoji="1" lang="en-US" altLang="zh-CN" sz="3200" b="0" i="0" u="none" strike="noStrike" kern="0" cap="none" spc="0" normalizeH="0" baseline="0" noProof="1">
                <a:ln>
                  <a:noFill/>
                </a:ln>
                <a:solidFill>
                  <a:schemeClr val="tx1"/>
                </a:solidFill>
                <a:effectLst/>
                <a:uLnTx/>
                <a:uFillTx/>
                <a:latin typeface="+mn-lt"/>
                <a:ea typeface="+mn-ea"/>
                <a:cs typeface="+mn-cs"/>
              </a:rPr>
              <a:t>P</a:t>
            </a:r>
            <a:r>
              <a:rPr kumimoji="1" lang="en-US" altLang="zh-CN" sz="3200" b="0" i="0" u="none" strike="noStrike" kern="0" cap="none" spc="0" normalizeH="0" baseline="0" noProof="1">
                <a:ln>
                  <a:noFill/>
                </a:ln>
                <a:solidFill>
                  <a:schemeClr val="tx1"/>
                </a:solidFill>
                <a:effectLst/>
                <a:uLnTx/>
                <a:uFillTx/>
                <a:latin typeface="Times New Roman" panose="02020503050405090304" pitchFamily="18" charset="0"/>
                <a:ea typeface="+mn-ea"/>
                <a:cs typeface="+mn-cs"/>
                <a:sym typeface="Symbol" panose="05050102010706020507" pitchFamily="18" charset="2"/>
              </a:rPr>
              <a:t>¬</a:t>
            </a:r>
            <a:r>
              <a:rPr kumimoji="1" lang="en-US" altLang="zh-CN" sz="3200" b="0" i="0" u="none" strike="noStrike" kern="0" cap="none" spc="0" normalizeH="0" baseline="0" noProof="1">
                <a:ln>
                  <a:noFill/>
                </a:ln>
                <a:solidFill>
                  <a:schemeClr val="tx1"/>
                </a:solidFill>
                <a:effectLst/>
                <a:uLnTx/>
                <a:uFillTx/>
                <a:latin typeface="+mn-lt"/>
                <a:ea typeface="+mn-ea"/>
                <a:cs typeface="+mn-cs"/>
              </a:rPr>
              <a:t>Q)</a:t>
            </a:r>
            <a:r>
              <a:rPr kumimoji="1" lang="en-US" altLang="zh-CN" sz="3200" b="0" i="0" u="none" strike="noStrike" kern="0" cap="none" spc="0" normalizeH="0" baseline="0" noProof="1">
                <a:ln>
                  <a:noFill/>
                </a:ln>
                <a:solidFill>
                  <a:schemeClr val="tx1"/>
                </a:solidFill>
                <a:effectLst/>
                <a:uLnTx/>
                <a:uFillTx/>
                <a:latin typeface="Times New Roman" panose="02020503050405090304" pitchFamily="18" charset="0"/>
                <a:ea typeface="+mn-ea"/>
                <a:cs typeface="+mn-cs"/>
                <a:sym typeface="Symbol" panose="05050102010706020507" pitchFamily="18" charset="2"/>
              </a:rPr>
              <a:t>(</a:t>
            </a:r>
            <a:r>
              <a:rPr kumimoji="1" lang="en-US" altLang="zh-CN" sz="3200" b="0" i="0" u="none" strike="noStrike" kern="0" cap="none" spc="0" normalizeH="0" baseline="0" noProof="1">
                <a:ln>
                  <a:noFill/>
                </a:ln>
                <a:solidFill>
                  <a:srgbClr val="FF0000"/>
                </a:solidFill>
                <a:effectLst/>
                <a:uLnTx/>
                <a:uFillTx/>
                <a:latin typeface="Times New Roman" panose="02020503050405090304" pitchFamily="18" charset="0"/>
                <a:ea typeface="+mn-ea"/>
                <a:cs typeface="+mn-cs"/>
                <a:sym typeface="Symbol" panose="05050102010706020507" pitchFamily="18" charset="2"/>
              </a:rPr>
              <a:t>¬</a:t>
            </a:r>
            <a:r>
              <a:rPr kumimoji="1" lang="en-US" altLang="zh-CN" sz="3200" b="0" i="0" u="none" strike="noStrike" kern="0" cap="none" spc="0" normalizeH="0" baseline="0" noProof="1">
                <a:ln>
                  <a:noFill/>
                </a:ln>
                <a:solidFill>
                  <a:srgbClr val="FF0000"/>
                </a:solidFill>
                <a:effectLst/>
                <a:uLnTx/>
                <a:uFillTx/>
                <a:latin typeface="+mn-lt"/>
                <a:ea typeface="+mn-ea"/>
                <a:cs typeface="+mn-cs"/>
              </a:rPr>
              <a:t> P</a:t>
            </a:r>
            <a:r>
              <a:rPr kumimoji="1" lang="en-US" altLang="zh-CN" sz="3200" b="0" i="0" u="none" strike="noStrike" kern="0" cap="none" spc="0" normalizeH="0" baseline="0" noProof="1">
                <a:ln>
                  <a:noFill/>
                </a:ln>
                <a:solidFill>
                  <a:srgbClr val="FF0000"/>
                </a:solidFill>
                <a:effectLst/>
                <a:uLnTx/>
                <a:uFillTx/>
                <a:latin typeface="Times New Roman" panose="02020503050405090304" pitchFamily="18" charset="0"/>
                <a:ea typeface="+mn-ea"/>
                <a:cs typeface="+mn-cs"/>
                <a:sym typeface="Symbol" panose="05050102010706020507" pitchFamily="18" charset="2"/>
              </a:rPr>
              <a:t></a:t>
            </a:r>
            <a:r>
              <a:rPr kumimoji="1" lang="en-US" altLang="zh-CN" sz="3200" b="0" i="0" u="none" strike="noStrike" kern="0" cap="none" spc="0" normalizeH="0" baseline="0" noProof="1">
                <a:ln>
                  <a:noFill/>
                </a:ln>
                <a:solidFill>
                  <a:srgbClr val="FF0000"/>
                </a:solidFill>
                <a:effectLst/>
                <a:uLnTx/>
                <a:uFillTx/>
                <a:latin typeface="+mn-lt"/>
                <a:ea typeface="+mn-ea"/>
                <a:cs typeface="+mn-cs"/>
              </a:rPr>
              <a:t>Q</a:t>
            </a:r>
            <a:r>
              <a:rPr kumimoji="1" lang="en-US" altLang="zh-CN" sz="3200" b="0" i="0" u="none" strike="noStrike" kern="0" cap="none" spc="0" normalizeH="0" baseline="0" noProof="1">
                <a:ln>
                  <a:noFill/>
                </a:ln>
                <a:solidFill>
                  <a:schemeClr val="tx1"/>
                </a:solidFill>
                <a:effectLst/>
                <a:uLnTx/>
                <a:uFillTx/>
                <a:latin typeface="+mn-lt"/>
                <a:ea typeface="+mn-ea"/>
                <a:cs typeface="+mn-cs"/>
              </a:rPr>
              <a:t>)</a:t>
            </a:r>
            <a:endParaRPr kumimoji="1" lang="en-US" altLang="zh-CN" sz="3200" b="0" i="0" u="none" strike="noStrike" kern="0" cap="none" spc="0" normalizeH="0" baseline="0" noProof="1">
              <a:ln>
                <a:noFill/>
              </a:ln>
              <a:solidFill>
                <a:schemeClr val="tx1"/>
              </a:solidFill>
              <a:effectLst/>
              <a:uLnTx/>
              <a:uFillTx/>
              <a:latin typeface="+mn-lt"/>
              <a:ea typeface="+mn-ea"/>
              <a:cs typeface="+mn-cs"/>
            </a:endParaRPr>
          </a:p>
          <a:p>
            <a:pPr marL="0" marR="0" lvl="0" indent="0" algn="just"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defRPr/>
            </a:pPr>
            <a:r>
              <a:rPr kumimoji="1" lang="en-US" altLang="zh-CN" sz="3200" b="0" i="0" u="none" strike="noStrike" kern="0" cap="none" spc="0" normalizeH="0" baseline="0" noProof="1">
                <a:ln>
                  <a:noFill/>
                </a:ln>
                <a:solidFill>
                  <a:schemeClr val="tx1"/>
                </a:solidFill>
                <a:effectLst/>
                <a:uLnTx/>
                <a:uFillTx/>
                <a:latin typeface="+mn-lt"/>
                <a:ea typeface="+mn-ea"/>
                <a:cs typeface="+mn-cs"/>
              </a:rPr>
              <a:t>       </a:t>
            </a:r>
            <a:r>
              <a:rPr kumimoji="1" lang="en-US" altLang="zh-CN" sz="3200" b="0" i="0" u="none" strike="noStrike" kern="0" cap="none" spc="0" normalizeH="0" baseline="0" noProof="1">
                <a:ln>
                  <a:noFill/>
                </a:ln>
                <a:solidFill>
                  <a:schemeClr val="tx1"/>
                </a:solidFill>
                <a:effectLst/>
                <a:uLnTx/>
                <a:uFillTx/>
                <a:latin typeface="Times New Roman" panose="02020503050405090304" pitchFamily="18" charset="0"/>
                <a:ea typeface="+mn-ea"/>
                <a:cs typeface="+mn-cs"/>
                <a:sym typeface="Symbol" panose="05050102010706020507" pitchFamily="18" charset="2"/>
              </a:rPr>
              <a:t></a:t>
            </a:r>
            <a:r>
              <a:rPr kumimoji="1" lang="en-US" altLang="zh-CN" sz="3200" b="0" i="0" u="none" strike="noStrike" kern="0" cap="none" spc="0" normalizeH="0" baseline="0" noProof="1">
                <a:ln>
                  <a:noFill/>
                </a:ln>
                <a:solidFill>
                  <a:schemeClr val="tx1"/>
                </a:solidFill>
                <a:effectLst/>
                <a:uLnTx/>
                <a:uFillTx/>
                <a:latin typeface="+mn-lt"/>
                <a:ea typeface="+mn-ea"/>
                <a:cs typeface="+mn-cs"/>
              </a:rPr>
              <a:t>M</a:t>
            </a:r>
            <a:r>
              <a:rPr kumimoji="1" lang="en-US" altLang="zh-CN" sz="3200" b="0" i="0" u="none" strike="noStrike" kern="0" cap="none" spc="0" normalizeH="0" baseline="-30000" noProof="1">
                <a:ln>
                  <a:noFill/>
                </a:ln>
                <a:solidFill>
                  <a:schemeClr val="tx1"/>
                </a:solidFill>
                <a:effectLst/>
                <a:uLnTx/>
                <a:uFillTx/>
                <a:latin typeface="+mn-lt"/>
                <a:ea typeface="+mn-ea"/>
                <a:cs typeface="+mn-cs"/>
              </a:rPr>
              <a:t>0</a:t>
            </a:r>
            <a:r>
              <a:rPr kumimoji="1" lang="en-US" altLang="zh-CN" sz="3200" b="0" i="0" u="none" strike="noStrike" kern="0" cap="none" spc="0" normalizeH="0" baseline="0" noProof="1">
                <a:ln>
                  <a:noFill/>
                </a:ln>
                <a:solidFill>
                  <a:schemeClr val="tx1"/>
                </a:solidFill>
                <a:effectLst/>
                <a:uLnTx/>
                <a:uFillTx/>
                <a:latin typeface="Times New Roman" panose="02020503050405090304" pitchFamily="18" charset="0"/>
                <a:ea typeface="+mn-ea"/>
                <a:cs typeface="+mn-cs"/>
                <a:sym typeface="Symbol" panose="05050102010706020507" pitchFamily="18" charset="2"/>
              </a:rPr>
              <a:t>  M</a:t>
            </a:r>
            <a:r>
              <a:rPr kumimoji="1" lang="en-US" altLang="zh-CN" sz="3200" b="0" i="0" u="none" strike="noStrike" kern="0" cap="none" spc="0" normalizeH="0" baseline="-30000" noProof="1">
                <a:ln>
                  <a:noFill/>
                </a:ln>
                <a:solidFill>
                  <a:schemeClr val="tx1"/>
                </a:solidFill>
                <a:effectLst/>
                <a:uLnTx/>
                <a:uFillTx/>
                <a:latin typeface="+mn-lt"/>
                <a:ea typeface="+mn-ea"/>
                <a:cs typeface="+mn-cs"/>
              </a:rPr>
              <a:t>1</a:t>
            </a:r>
            <a:r>
              <a:rPr kumimoji="1" lang="en-US" altLang="zh-CN" sz="3200" b="0" i="0" u="none" strike="noStrike" kern="0" cap="none" spc="0" normalizeH="0" baseline="0" noProof="1">
                <a:ln>
                  <a:noFill/>
                </a:ln>
                <a:solidFill>
                  <a:schemeClr val="tx1"/>
                </a:solidFill>
                <a:effectLst/>
                <a:uLnTx/>
                <a:uFillTx/>
                <a:latin typeface="Times New Roman" panose="02020503050405090304" pitchFamily="18" charset="0"/>
                <a:ea typeface="+mn-ea"/>
                <a:cs typeface="+mn-cs"/>
                <a:sym typeface="Symbol" panose="05050102010706020507" pitchFamily="18" charset="2"/>
              </a:rPr>
              <a:t>  </a:t>
            </a:r>
            <a:r>
              <a:rPr kumimoji="1" lang="en-US" altLang="zh-CN" sz="3200" b="0" i="0" u="none" strike="noStrike" kern="0" cap="none" spc="0" normalizeH="0" baseline="0" noProof="1">
                <a:ln>
                  <a:noFill/>
                </a:ln>
                <a:solidFill>
                  <a:schemeClr val="tx1"/>
                </a:solidFill>
                <a:effectLst/>
                <a:uLnTx/>
                <a:uFillTx/>
                <a:latin typeface="+mn-lt"/>
                <a:ea typeface="+mn-ea"/>
                <a:cs typeface="+mn-cs"/>
              </a:rPr>
              <a:t>M</a:t>
            </a:r>
            <a:r>
              <a:rPr kumimoji="1" lang="en-US" altLang="zh-CN" sz="3200" b="0" i="0" u="none" strike="noStrike" kern="0" cap="none" spc="0" normalizeH="0" baseline="-30000" noProof="1">
                <a:ln>
                  <a:noFill/>
                </a:ln>
                <a:solidFill>
                  <a:schemeClr val="tx1"/>
                </a:solidFill>
                <a:effectLst/>
                <a:uLnTx/>
                <a:uFillTx/>
                <a:latin typeface="+mn-lt"/>
                <a:ea typeface="+mn-ea"/>
                <a:cs typeface="+mn-cs"/>
              </a:rPr>
              <a:t>2</a:t>
            </a:r>
            <a:endParaRPr kumimoji="1" lang="zh-CN" altLang="en-US" sz="3200" b="0" i="0" u="none" strike="noStrike" kern="0" cap="none" spc="0" normalizeH="0" baseline="0" noProof="1">
              <a:ln>
                <a:noFill/>
              </a:ln>
              <a:solidFill>
                <a:schemeClr val="tx1"/>
              </a:solidFill>
              <a:effectLst/>
              <a:uLnTx/>
              <a:uFillTx/>
              <a:latin typeface="+mn-lt"/>
              <a:ea typeface="+mn-ea"/>
              <a:cs typeface="+mn-cs"/>
            </a:endParaRPr>
          </a:p>
        </p:txBody>
      </p:sp>
    </p:spTree>
  </p:cSld>
  <p:clrMapOvr>
    <a:masterClrMapping/>
  </p:clrMapOvr>
  <p:transition spd="slow"/>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44471" y="476636"/>
            <a:ext cx="8161119" cy="523875"/>
          </a:xfrm>
        </p:spPr>
        <p:txBody>
          <a:bodyPr/>
          <a:lstStyle/>
          <a:p>
            <a:r>
              <a:rPr kumimoji="1" lang="zh-CN" altLang="en-US" b="1">
                <a:latin typeface="微软雅黑" charset="-122"/>
                <a:ea typeface="微软雅黑" charset="-122"/>
              </a:rPr>
              <a:t>等值演算法求与公式逻辑等值的主范式</a:t>
            </a:r>
            <a:endParaRPr kumimoji="1" lang="zh-CN" altLang="en-US" b="1" dirty="0">
              <a:latin typeface="微软雅黑" charset="-122"/>
              <a:ea typeface="微软雅黑" charset="-122"/>
            </a:endParaRPr>
          </a:p>
        </p:txBody>
      </p:sp>
      <p:sp>
        <p:nvSpPr>
          <p:cNvPr id="3" name="文本框 2"/>
          <p:cNvSpPr txBox="1"/>
          <p:nvPr/>
        </p:nvSpPr>
        <p:spPr>
          <a:xfrm>
            <a:off x="386080" y="1059180"/>
            <a:ext cx="8617585" cy="1002665"/>
          </a:xfrm>
          <a:prstGeom prst="rect">
            <a:avLst/>
          </a:prstGeom>
          <a:solidFill>
            <a:schemeClr val="accent5">
              <a:lumMod val="20000"/>
              <a:lumOff val="80000"/>
              <a:alpha val="50000"/>
            </a:schemeClr>
          </a:solidFill>
        </p:spPr>
        <p:txBody>
          <a:bodyPr wrap="square" rtlCol="0">
            <a:spAutoFit/>
          </a:bodyPr>
          <a:lstStyle/>
          <a:p>
            <a:pPr>
              <a:spcBef>
                <a:spcPts val="450"/>
              </a:spcBef>
              <a:spcAft>
                <a:spcPts val="225"/>
              </a:spcAft>
            </a:pPr>
            <a:r>
              <a:rPr lang="zh-CN" altLang="en-US" sz="1600" b="1">
                <a:solidFill>
                  <a:srgbClr val="002060"/>
                </a:solidFill>
                <a:latin typeface="楷体" panose="02010609060101010101" pitchFamily="49" charset="-122"/>
                <a:ea typeface="楷体" panose="02010609060101010101" pitchFamily="49" charset="-122"/>
              </a:rPr>
              <a:t>先用等值演算求与公式逻辑等值的范式，然后将范式扩展为主范式</a:t>
            </a:r>
            <a:endParaRPr lang="en-US" altLang="zh-CN" sz="1600" b="1">
              <a:solidFill>
                <a:srgbClr val="002060"/>
              </a:solidFill>
              <a:latin typeface="楷体" panose="02010609060101010101" pitchFamily="49" charset="-122"/>
              <a:ea typeface="楷体" panose="02010609060101010101" pitchFamily="49" charset="-122"/>
            </a:endParaRPr>
          </a:p>
          <a:p>
            <a:pPr marL="214630" indent="-214630">
              <a:spcBef>
                <a:spcPts val="450"/>
              </a:spcBef>
              <a:spcAft>
                <a:spcPts val="225"/>
              </a:spcAft>
              <a:buFont typeface="Arial" panose="020B0604020202090204" pitchFamily="34" charset="0"/>
              <a:buChar char="•"/>
            </a:pPr>
            <a:r>
              <a:rPr lang="zh-CN" altLang="en-US" sz="1600" b="1">
                <a:solidFill>
                  <a:schemeClr val="accent6">
                    <a:lumMod val="50000"/>
                  </a:schemeClr>
                </a:solidFill>
                <a:latin typeface="宋体" pitchFamily="2" charset="-122"/>
                <a:ea typeface="宋体" pitchFamily="2" charset="-122"/>
              </a:rPr>
              <a:t>将析取范式的每个简单合取式扩展为极小项，或将合取范式的每个简单析取式扩展为极大项</a:t>
            </a:r>
            <a:endParaRPr lang="en-US" altLang="zh-CN" sz="1600" b="1">
              <a:solidFill>
                <a:schemeClr val="accent6">
                  <a:lumMod val="50000"/>
                </a:schemeClr>
              </a:solidFill>
              <a:latin typeface="宋体" pitchFamily="2" charset="-122"/>
              <a:ea typeface="宋体" pitchFamily="2" charset="-122"/>
            </a:endParaRPr>
          </a:p>
          <a:p>
            <a:pPr marL="214630" indent="-214630">
              <a:spcBef>
                <a:spcPts val="450"/>
              </a:spcBef>
              <a:spcAft>
                <a:spcPts val="225"/>
              </a:spcAft>
              <a:buFont typeface="Arial" panose="020B0604020202090204" pitchFamily="34" charset="0"/>
              <a:buChar char="•"/>
            </a:pPr>
            <a:r>
              <a:rPr lang="zh-CN" altLang="en-US" sz="1600" b="1">
                <a:solidFill>
                  <a:schemeClr val="accent6">
                    <a:lumMod val="50000"/>
                  </a:schemeClr>
                </a:solidFill>
                <a:latin typeface="宋体" pitchFamily="2" charset="-122"/>
                <a:ea typeface="宋体" pitchFamily="2" charset="-122"/>
              </a:rPr>
              <a:t>固定命题变量的顺序，这种扩展可通过编码进行，并编写为计算机程序</a:t>
            </a:r>
            <a:endParaRPr lang="zh-CN" altLang="en-US" sz="1600" b="1">
              <a:solidFill>
                <a:schemeClr val="accent6">
                  <a:lumMod val="50000"/>
                </a:schemeClr>
              </a:solidFill>
              <a:latin typeface="宋体" pitchFamily="2" charset="-122"/>
              <a:ea typeface="宋体" pitchFamily="2" charset="-122"/>
            </a:endParaRPr>
          </a:p>
        </p:txBody>
      </p:sp>
      <mc:AlternateContent xmlns:mc="http://schemas.openxmlformats.org/markup-compatibility/2006">
        <mc:Choice xmlns:a14="http://schemas.microsoft.com/office/drawing/2010/main" Requires="a14">
          <p:sp>
            <p:nvSpPr>
              <p:cNvPr id="4" name="文本框 3"/>
              <p:cNvSpPr txBox="1"/>
              <p:nvPr/>
            </p:nvSpPr>
            <p:spPr>
              <a:xfrm>
                <a:off x="268813" y="2182441"/>
                <a:ext cx="8468447" cy="240665"/>
              </a:xfrm>
              <a:prstGeom prst="rect">
                <a:avLst/>
              </a:prstGeom>
              <a:solidFill>
                <a:schemeClr val="accent6">
                  <a:lumMod val="50000"/>
                </a:schemeClr>
              </a:solidFill>
            </p:spPr>
            <p:txBody>
              <a:bodyPr wrap="square" tIns="0" bIns="0" rtlCol="0">
                <a:spAutoFit/>
              </a:bodyPr>
              <a:lstStyle/>
              <a:p>
                <a:r>
                  <a:rPr lang="zh-CN" altLang="en-US" sz="1400">
                    <a:solidFill>
                      <a:schemeClr val="bg1"/>
                    </a:solidFill>
                  </a:rPr>
                  <a:t>与公式</a:t>
                </a:r>
                <a14:m>
                  <m:oMath xmlns:m="http://schemas.openxmlformats.org/officeDocument/2006/math">
                    <m:r>
                      <a:rPr lang="en-US" altLang="zh-CN" sz="1400" i="1">
                        <a:solidFill>
                          <a:schemeClr val="bg1"/>
                        </a:solidFill>
                        <a:latin typeface="Cambria Math" panose="02040503050406030204" pitchFamily="18" charset="0"/>
                      </a:rPr>
                      <m:t>𝐴</m:t>
                    </m:r>
                    <m:r>
                      <a:rPr lang="en-US" altLang="zh-CN" sz="1400" i="1">
                        <a:solidFill>
                          <a:schemeClr val="bg1"/>
                        </a:solidFill>
                        <a:latin typeface="Cambria Math" panose="02040503050406030204" pitchFamily="18" charset="0"/>
                      </a:rPr>
                      <m:t> = </m:t>
                    </m:r>
                    <m:d>
                      <m:dPr>
                        <m:ctrlPr>
                          <a:rPr lang="en-US" altLang="zh-CN" sz="1400" i="1">
                            <a:solidFill>
                              <a:schemeClr val="bg1"/>
                            </a:solidFill>
                            <a:latin typeface="Cambria Math" panose="02040503050406030204" pitchFamily="18" charset="0"/>
                          </a:rPr>
                        </m:ctrlPr>
                      </m:dPr>
                      <m:e>
                        <m:r>
                          <a:rPr lang="en-US" altLang="zh-CN" sz="1400" i="1">
                            <a:solidFill>
                              <a:schemeClr val="bg1"/>
                            </a:solidFill>
                            <a:latin typeface="Cambria Math" panose="02040503050406030204" pitchFamily="18" charset="0"/>
                          </a:rPr>
                          <m:t>𝑟</m:t>
                        </m:r>
                        <m:r>
                          <a:rPr lang="en-US" altLang="zh-CN" sz="1400" i="1">
                            <a:solidFill>
                              <a:schemeClr val="bg1"/>
                            </a:solidFill>
                            <a:latin typeface="Cambria Math" panose="02040503050406030204" pitchFamily="18" charset="0"/>
                          </a:rPr>
                          <m:t>∨</m:t>
                        </m:r>
                        <m:d>
                          <m:dPr>
                            <m:ctrlPr>
                              <a:rPr lang="en-US" altLang="zh-CN" sz="1400" i="1">
                                <a:solidFill>
                                  <a:schemeClr val="bg1"/>
                                </a:solidFill>
                                <a:latin typeface="Cambria Math" panose="02040503050406030204" pitchFamily="18" charset="0"/>
                              </a:rPr>
                            </m:ctrlPr>
                          </m:dPr>
                          <m:e>
                            <m:r>
                              <a:rPr lang="en-US" altLang="zh-CN" sz="1400" i="1">
                                <a:solidFill>
                                  <a:schemeClr val="bg1"/>
                                </a:solidFill>
                                <a:latin typeface="Cambria Math" panose="02040503050406030204" pitchFamily="18" charset="0"/>
                              </a:rPr>
                              <m:t>𝑝</m:t>
                            </m:r>
                            <m:r>
                              <a:rPr lang="en-US" altLang="zh-CN" sz="1400" i="1">
                                <a:solidFill>
                                  <a:schemeClr val="bg1"/>
                                </a:solidFill>
                                <a:latin typeface="Cambria Math" panose="02040503050406030204" pitchFamily="18" charset="0"/>
                              </a:rPr>
                              <m:t>∧¬</m:t>
                            </m:r>
                            <m:r>
                              <a:rPr lang="en-US" altLang="zh-CN" sz="1400" i="1">
                                <a:solidFill>
                                  <a:schemeClr val="bg1"/>
                                </a:solidFill>
                                <a:latin typeface="Cambria Math" panose="02040503050406030204" pitchFamily="18" charset="0"/>
                              </a:rPr>
                              <m:t>𝑞</m:t>
                            </m:r>
                          </m:e>
                        </m:d>
                      </m:e>
                    </m:d>
                    <m:r>
                      <a:rPr lang="en-US" altLang="zh-CN" sz="1400" i="1">
                        <a:solidFill>
                          <a:schemeClr val="bg1"/>
                        </a:solidFill>
                        <a:latin typeface="Cambria Math" panose="02040503050406030204" pitchFamily="18" charset="0"/>
                      </a:rPr>
                      <m:t>∧</m:t>
                    </m:r>
                    <m:d>
                      <m:dPr>
                        <m:ctrlPr>
                          <a:rPr lang="en-US" altLang="zh-CN" sz="1400" i="1">
                            <a:solidFill>
                              <a:schemeClr val="bg1"/>
                            </a:solidFill>
                            <a:latin typeface="Cambria Math" panose="02040503050406030204" pitchFamily="18" charset="0"/>
                          </a:rPr>
                        </m:ctrlPr>
                      </m:dPr>
                      <m:e>
                        <m:r>
                          <a:rPr lang="en-US" altLang="zh-CN" sz="1400" i="1">
                            <a:solidFill>
                              <a:schemeClr val="bg1"/>
                            </a:solidFill>
                            <a:latin typeface="Cambria Math" panose="02040503050406030204" pitchFamily="18" charset="0"/>
                          </a:rPr>
                          <m:t>𝑟</m:t>
                        </m:r>
                        <m:r>
                          <a:rPr lang="en-US" altLang="zh-CN" sz="1400" i="1">
                            <a:solidFill>
                              <a:schemeClr val="bg1"/>
                            </a:solidFill>
                            <a:latin typeface="Cambria Math" panose="02040503050406030204" pitchFamily="18" charset="0"/>
                          </a:rPr>
                          <m:t>→</m:t>
                        </m:r>
                        <m:r>
                          <a:rPr lang="en-US" altLang="zh-CN" sz="1400" i="1">
                            <a:solidFill>
                              <a:schemeClr val="bg1"/>
                            </a:solidFill>
                            <a:latin typeface="Cambria Math" panose="02040503050406030204" pitchFamily="18" charset="0"/>
                          </a:rPr>
                          <m:t>𝑝</m:t>
                        </m:r>
                        <m:r>
                          <a:rPr lang="en-US" altLang="zh-CN" sz="1400" i="1">
                            <a:solidFill>
                              <a:schemeClr val="bg1"/>
                            </a:solidFill>
                            <a:latin typeface="Cambria Math" panose="02040503050406030204" pitchFamily="18" charset="0"/>
                          </a:rPr>
                          <m:t>∧</m:t>
                        </m:r>
                        <m:r>
                          <a:rPr lang="en-US" altLang="zh-CN" sz="1400" i="1">
                            <a:solidFill>
                              <a:schemeClr val="bg1"/>
                            </a:solidFill>
                            <a:latin typeface="Cambria Math" panose="02040503050406030204" pitchFamily="18" charset="0"/>
                          </a:rPr>
                          <m:t>𝑞</m:t>
                        </m:r>
                      </m:e>
                    </m:d>
                  </m:oMath>
                </a14:m>
                <a:r>
                  <a:rPr lang="zh-CN" altLang="en-US" sz="1400">
                    <a:solidFill>
                      <a:schemeClr val="bg1"/>
                    </a:solidFill>
                  </a:rPr>
                  <a:t>逻辑等值的一个合取范式是</a:t>
                </a:r>
                <a14:m>
                  <m:oMath xmlns:m="http://schemas.openxmlformats.org/officeDocument/2006/math">
                    <m:d>
                      <m:dPr>
                        <m:ctrlPr>
                          <a:rPr lang="en-US" altLang="zh-CN" sz="1400" i="1">
                            <a:solidFill>
                              <a:schemeClr val="bg1"/>
                            </a:solidFill>
                            <a:latin typeface="Cambria Math" panose="02040503050406030204" pitchFamily="18" charset="0"/>
                          </a:rPr>
                        </m:ctrlPr>
                      </m:dPr>
                      <m:e>
                        <m:r>
                          <a:rPr lang="en-US" altLang="zh-CN" sz="1400" i="1">
                            <a:solidFill>
                              <a:schemeClr val="bg1"/>
                            </a:solidFill>
                            <a:latin typeface="Cambria Math" panose="02040503050406030204" pitchFamily="18" charset="0"/>
                          </a:rPr>
                          <m:t>𝑟</m:t>
                        </m:r>
                        <m:r>
                          <a:rPr lang="en-US" altLang="zh-CN" sz="1400" i="1">
                            <a:solidFill>
                              <a:schemeClr val="bg1"/>
                            </a:solidFill>
                            <a:latin typeface="Cambria Math" panose="02040503050406030204" pitchFamily="18" charset="0"/>
                          </a:rPr>
                          <m:t>∨</m:t>
                        </m:r>
                        <m:r>
                          <a:rPr lang="en-US" altLang="zh-CN" sz="1400" i="1">
                            <a:solidFill>
                              <a:schemeClr val="bg1"/>
                            </a:solidFill>
                            <a:latin typeface="Cambria Math" panose="02040503050406030204" pitchFamily="18" charset="0"/>
                          </a:rPr>
                          <m:t>𝑝</m:t>
                        </m:r>
                      </m:e>
                    </m:d>
                    <m:r>
                      <a:rPr lang="en-US" altLang="zh-CN" sz="1400" i="1">
                        <a:solidFill>
                          <a:schemeClr val="bg1"/>
                        </a:solidFill>
                        <a:latin typeface="Cambria Math" panose="02040503050406030204" pitchFamily="18" charset="0"/>
                      </a:rPr>
                      <m:t>∧</m:t>
                    </m:r>
                    <m:d>
                      <m:dPr>
                        <m:ctrlPr>
                          <a:rPr lang="en-US" altLang="zh-CN" sz="1400" i="1">
                            <a:solidFill>
                              <a:schemeClr val="bg1"/>
                            </a:solidFill>
                            <a:latin typeface="Cambria Math" panose="02040503050406030204" pitchFamily="18" charset="0"/>
                          </a:rPr>
                        </m:ctrlPr>
                      </m:dPr>
                      <m:e>
                        <m:r>
                          <a:rPr lang="en-US" altLang="zh-CN" sz="1400" i="1">
                            <a:solidFill>
                              <a:schemeClr val="bg1"/>
                            </a:solidFill>
                            <a:latin typeface="Cambria Math" panose="02040503050406030204" pitchFamily="18" charset="0"/>
                          </a:rPr>
                          <m:t>𝑟</m:t>
                        </m:r>
                        <m:r>
                          <a:rPr lang="en-US" altLang="zh-CN" sz="1400" i="1">
                            <a:solidFill>
                              <a:schemeClr val="bg1"/>
                            </a:solidFill>
                            <a:latin typeface="Cambria Math" panose="02040503050406030204" pitchFamily="18" charset="0"/>
                          </a:rPr>
                          <m:t>∨¬</m:t>
                        </m:r>
                        <m:r>
                          <a:rPr lang="en-US" altLang="zh-CN" sz="1400" i="1">
                            <a:solidFill>
                              <a:schemeClr val="bg1"/>
                            </a:solidFill>
                            <a:latin typeface="Cambria Math" panose="02040503050406030204" pitchFamily="18" charset="0"/>
                          </a:rPr>
                          <m:t>𝑞</m:t>
                        </m:r>
                      </m:e>
                    </m:d>
                    <m:r>
                      <a:rPr lang="en-US" altLang="zh-CN" sz="1400" i="1">
                        <a:solidFill>
                          <a:schemeClr val="bg1"/>
                        </a:solidFill>
                        <a:latin typeface="Cambria Math" panose="02040503050406030204" pitchFamily="18" charset="0"/>
                      </a:rPr>
                      <m:t>∧</m:t>
                    </m:r>
                    <m:d>
                      <m:dPr>
                        <m:ctrlPr>
                          <a:rPr lang="en-US" altLang="zh-CN" sz="1400" i="1">
                            <a:solidFill>
                              <a:schemeClr val="bg1"/>
                            </a:solidFill>
                            <a:latin typeface="Cambria Math" panose="02040503050406030204" pitchFamily="18" charset="0"/>
                          </a:rPr>
                        </m:ctrlPr>
                      </m:dPr>
                      <m:e>
                        <m:r>
                          <a:rPr lang="en-US" altLang="zh-CN" sz="1400" i="1">
                            <a:solidFill>
                              <a:schemeClr val="bg1"/>
                            </a:solidFill>
                            <a:latin typeface="Cambria Math" panose="02040503050406030204" pitchFamily="18" charset="0"/>
                          </a:rPr>
                          <m:t>¬</m:t>
                        </m:r>
                        <m:r>
                          <a:rPr lang="en-US" altLang="zh-CN" sz="1400" i="1">
                            <a:solidFill>
                              <a:schemeClr val="bg1"/>
                            </a:solidFill>
                            <a:latin typeface="Cambria Math" panose="02040503050406030204" pitchFamily="18" charset="0"/>
                          </a:rPr>
                          <m:t>𝑟</m:t>
                        </m:r>
                        <m:r>
                          <a:rPr lang="en-US" altLang="zh-CN" sz="1400" i="1">
                            <a:solidFill>
                              <a:schemeClr val="bg1"/>
                            </a:solidFill>
                            <a:latin typeface="Cambria Math" panose="02040503050406030204" pitchFamily="18" charset="0"/>
                          </a:rPr>
                          <m:t>∨</m:t>
                        </m:r>
                        <m:r>
                          <a:rPr lang="en-US" altLang="zh-CN" sz="1400" i="1">
                            <a:solidFill>
                              <a:schemeClr val="bg1"/>
                            </a:solidFill>
                            <a:latin typeface="Cambria Math" panose="02040503050406030204" pitchFamily="18" charset="0"/>
                          </a:rPr>
                          <m:t>𝑝</m:t>
                        </m:r>
                      </m:e>
                    </m:d>
                    <m:r>
                      <a:rPr lang="en-US" altLang="zh-CN" sz="1400" i="1">
                        <a:solidFill>
                          <a:schemeClr val="bg1"/>
                        </a:solidFill>
                        <a:latin typeface="Cambria Math" panose="02040503050406030204" pitchFamily="18" charset="0"/>
                      </a:rPr>
                      <m:t>∧</m:t>
                    </m:r>
                    <m:d>
                      <m:dPr>
                        <m:ctrlPr>
                          <a:rPr lang="en-US" altLang="zh-CN" sz="1400" i="1">
                            <a:solidFill>
                              <a:schemeClr val="bg1"/>
                            </a:solidFill>
                            <a:latin typeface="Cambria Math" panose="02040503050406030204" pitchFamily="18" charset="0"/>
                          </a:rPr>
                        </m:ctrlPr>
                      </m:dPr>
                      <m:e>
                        <m:r>
                          <a:rPr lang="en-US" altLang="zh-CN" sz="1400" i="1">
                            <a:solidFill>
                              <a:schemeClr val="bg1"/>
                            </a:solidFill>
                            <a:latin typeface="Cambria Math" panose="02040503050406030204" pitchFamily="18" charset="0"/>
                          </a:rPr>
                          <m:t>¬</m:t>
                        </m:r>
                        <m:r>
                          <a:rPr lang="en-US" altLang="zh-CN" sz="1400" i="1">
                            <a:solidFill>
                              <a:schemeClr val="bg1"/>
                            </a:solidFill>
                            <a:latin typeface="Cambria Math" panose="02040503050406030204" pitchFamily="18" charset="0"/>
                          </a:rPr>
                          <m:t>𝑟</m:t>
                        </m:r>
                        <m:r>
                          <a:rPr lang="en-US" altLang="zh-CN" sz="1400" i="1">
                            <a:solidFill>
                              <a:schemeClr val="bg1"/>
                            </a:solidFill>
                            <a:latin typeface="Cambria Math" panose="02040503050406030204" pitchFamily="18" charset="0"/>
                          </a:rPr>
                          <m:t>∨</m:t>
                        </m:r>
                        <m:r>
                          <a:rPr lang="en-US" altLang="zh-CN" sz="1400" i="1">
                            <a:solidFill>
                              <a:schemeClr val="bg1"/>
                            </a:solidFill>
                            <a:latin typeface="Cambria Math" panose="02040503050406030204" pitchFamily="18" charset="0"/>
                          </a:rPr>
                          <m:t>𝑞</m:t>
                        </m:r>
                      </m:e>
                    </m:d>
                  </m:oMath>
                </a14:m>
                <a:endParaRPr lang="zh-CN" altLang="en-US" sz="1400">
                  <a:solidFill>
                    <a:schemeClr val="bg1"/>
                  </a:solidFill>
                </a:endParaRPr>
              </a:p>
            </p:txBody>
          </p:sp>
        </mc:Choice>
        <mc:Fallback>
          <p:sp>
            <p:nvSpPr>
              <p:cNvPr id="4" name="文本框 3"/>
              <p:cNvSpPr txBox="1">
                <a:spLocks noRot="1" noChangeAspect="1" noMove="1" noResize="1" noEditPoints="1" noAdjustHandles="1" noChangeArrowheads="1" noChangeShapeType="1" noTextEdit="1"/>
              </p:cNvSpPr>
              <p:nvPr/>
            </p:nvSpPr>
            <p:spPr>
              <a:xfrm>
                <a:off x="268813" y="2182441"/>
                <a:ext cx="8468447" cy="240665"/>
              </a:xfrm>
              <a:prstGeom prst="rect">
                <a:avLst/>
              </a:prstGeom>
              <a:blipFill rotWithShape="1">
                <a:blip r:embed="rId1"/>
                <a:stretch>
                  <a:fillRect l="-2" t="-241" r="3" b="-582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文本框 5"/>
              <p:cNvSpPr txBox="1"/>
              <p:nvPr/>
            </p:nvSpPr>
            <p:spPr>
              <a:xfrm>
                <a:off x="197692" y="2501018"/>
                <a:ext cx="7933209" cy="184785"/>
              </a:xfrm>
              <a:prstGeom prst="rect">
                <a:avLst/>
              </a:prstGeom>
              <a:solidFill>
                <a:schemeClr val="bg1">
                  <a:lumMod val="95000"/>
                </a:schemeClr>
              </a:solidFill>
            </p:spPr>
            <p:txBody>
              <a:bodyPr wrap="square" tIns="0" bIns="0" rtlCol="0">
                <a:spAutoFit/>
              </a:bodyPr>
              <a:lstStyle/>
              <a:p>
                <a:r>
                  <a:rPr lang="zh-CN" altLang="en-US" sz="1200" b="1">
                    <a:solidFill>
                      <a:schemeClr val="accent6">
                        <a:lumMod val="50000"/>
                      </a:schemeClr>
                    </a:solidFill>
                  </a:rPr>
                  <a:t>扩展简单析取式</a:t>
                </a:r>
                <a14:m>
                  <m:oMath xmlns:m="http://schemas.openxmlformats.org/officeDocument/2006/math">
                    <m:d>
                      <m:dPr>
                        <m:ctrlPr>
                          <a:rPr lang="en-US" altLang="zh-CN" sz="1200" b="1" i="1">
                            <a:solidFill>
                              <a:schemeClr val="accent6">
                                <a:lumMod val="50000"/>
                              </a:schemeClr>
                            </a:solidFill>
                            <a:latin typeface="Cambria Math" panose="02040503050406030204" pitchFamily="18" charset="0"/>
                          </a:rPr>
                        </m:ctrlPr>
                      </m:dPr>
                      <m:e>
                        <m:r>
                          <a:rPr lang="en-US" altLang="zh-CN" sz="1200" b="1" i="1">
                            <a:solidFill>
                              <a:schemeClr val="accent6">
                                <a:lumMod val="50000"/>
                              </a:schemeClr>
                            </a:solidFill>
                            <a:latin typeface="Cambria Math" panose="02040503050406030204" pitchFamily="18" charset="0"/>
                          </a:rPr>
                          <m:t>𝒓</m:t>
                        </m:r>
                        <m:r>
                          <a:rPr lang="en-US" altLang="zh-CN" sz="1200" b="1" i="1">
                            <a:solidFill>
                              <a:schemeClr val="accent6">
                                <a:lumMod val="50000"/>
                              </a:schemeClr>
                            </a:solidFill>
                            <a:latin typeface="Cambria Math" panose="02040503050406030204" pitchFamily="18" charset="0"/>
                          </a:rPr>
                          <m:t>∨</m:t>
                        </m:r>
                        <m:r>
                          <a:rPr lang="en-US" altLang="zh-CN" sz="1200" b="1" i="1">
                            <a:solidFill>
                              <a:schemeClr val="accent6">
                                <a:lumMod val="50000"/>
                              </a:schemeClr>
                            </a:solidFill>
                            <a:latin typeface="Cambria Math" panose="02040503050406030204" pitchFamily="18" charset="0"/>
                          </a:rPr>
                          <m:t>𝒑</m:t>
                        </m:r>
                      </m:e>
                    </m:d>
                    <m:r>
                      <a:rPr lang="zh-CN" altLang="en-US" sz="1200" b="1" i="1">
                        <a:solidFill>
                          <a:schemeClr val="accent6">
                            <a:lumMod val="50000"/>
                          </a:schemeClr>
                        </a:solidFill>
                        <a:latin typeface="Cambria Math" panose="02040503050406030204" pitchFamily="18" charset="0"/>
                      </a:rPr>
                      <m:t>以</m:t>
                    </m:r>
                  </m:oMath>
                </a14:m>
                <a:r>
                  <a:rPr lang="zh-CN" altLang="en-US" sz="1200" b="1">
                    <a:solidFill>
                      <a:schemeClr val="accent6">
                        <a:lumMod val="50000"/>
                      </a:schemeClr>
                    </a:solidFill>
                  </a:rPr>
                  <a:t>包含变量</a:t>
                </a:r>
                <a14:m>
                  <m:oMath xmlns:m="http://schemas.openxmlformats.org/officeDocument/2006/math">
                    <m:r>
                      <a:rPr lang="en-US" altLang="zh-CN" sz="1200" b="1" i="1">
                        <a:solidFill>
                          <a:schemeClr val="accent6">
                            <a:lumMod val="50000"/>
                          </a:schemeClr>
                        </a:solidFill>
                        <a:latin typeface="Cambria Math" panose="02040503050406030204" pitchFamily="18" charset="0"/>
                      </a:rPr>
                      <m:t>𝒒</m:t>
                    </m:r>
                  </m:oMath>
                </a14:m>
                <a:r>
                  <a:rPr lang="zh-CN" altLang="en-US" sz="1200" b="1">
                    <a:solidFill>
                      <a:schemeClr val="accent6">
                        <a:lumMod val="50000"/>
                      </a:schemeClr>
                    </a:solidFill>
                  </a:rPr>
                  <a:t>：</a:t>
                </a:r>
                <a14:m>
                  <m:oMath xmlns:m="http://schemas.openxmlformats.org/officeDocument/2006/math">
                    <m:d>
                      <m:dPr>
                        <m:ctrlPr>
                          <a:rPr lang="en-US" altLang="zh-CN" sz="1200" b="1" i="1">
                            <a:solidFill>
                              <a:schemeClr val="accent6">
                                <a:lumMod val="50000"/>
                              </a:schemeClr>
                            </a:solidFill>
                            <a:latin typeface="Cambria Math" panose="02040503050406030204" pitchFamily="18" charset="0"/>
                          </a:rPr>
                        </m:ctrlPr>
                      </m:dPr>
                      <m:e>
                        <m:r>
                          <a:rPr lang="en-US" altLang="zh-CN" sz="1200" b="1" i="1">
                            <a:solidFill>
                              <a:schemeClr val="accent6">
                                <a:lumMod val="50000"/>
                              </a:schemeClr>
                            </a:solidFill>
                            <a:latin typeface="Cambria Math" panose="02040503050406030204" pitchFamily="18" charset="0"/>
                          </a:rPr>
                          <m:t>𝒓</m:t>
                        </m:r>
                        <m:r>
                          <a:rPr lang="en-US" altLang="zh-CN" sz="1200" b="1" i="1">
                            <a:solidFill>
                              <a:schemeClr val="accent6">
                                <a:lumMod val="50000"/>
                              </a:schemeClr>
                            </a:solidFill>
                            <a:latin typeface="Cambria Math" panose="02040503050406030204" pitchFamily="18" charset="0"/>
                          </a:rPr>
                          <m:t>∨</m:t>
                        </m:r>
                        <m:r>
                          <a:rPr lang="en-US" altLang="zh-CN" sz="1200" b="1" i="1">
                            <a:solidFill>
                              <a:schemeClr val="accent6">
                                <a:lumMod val="50000"/>
                              </a:schemeClr>
                            </a:solidFill>
                            <a:latin typeface="Cambria Math" panose="02040503050406030204" pitchFamily="18" charset="0"/>
                          </a:rPr>
                          <m:t>𝒑</m:t>
                        </m:r>
                      </m:e>
                    </m:d>
                    <m:r>
                      <a:rPr lang="en-US" altLang="zh-CN" sz="1200" b="1" i="1">
                        <a:solidFill>
                          <a:schemeClr val="accent6">
                            <a:lumMod val="50000"/>
                          </a:schemeClr>
                        </a:solidFill>
                        <a:latin typeface="Cambria Math" panose="02040503050406030204" pitchFamily="18" charset="0"/>
                      </a:rPr>
                      <m:t>≡</m:t>
                    </m:r>
                    <m:d>
                      <m:dPr>
                        <m:ctrlPr>
                          <a:rPr lang="en-US" altLang="zh-CN" sz="1200" b="1" i="1">
                            <a:solidFill>
                              <a:schemeClr val="accent6">
                                <a:lumMod val="50000"/>
                              </a:schemeClr>
                            </a:solidFill>
                            <a:latin typeface="Cambria Math" panose="02040503050406030204" pitchFamily="18" charset="0"/>
                          </a:rPr>
                        </m:ctrlPr>
                      </m:dPr>
                      <m:e>
                        <m:r>
                          <a:rPr lang="en-US" altLang="zh-CN" sz="1200" b="1" i="1">
                            <a:solidFill>
                              <a:schemeClr val="accent6">
                                <a:lumMod val="50000"/>
                              </a:schemeClr>
                            </a:solidFill>
                            <a:latin typeface="Cambria Math" panose="02040503050406030204" pitchFamily="18" charset="0"/>
                          </a:rPr>
                          <m:t>𝒑</m:t>
                        </m:r>
                        <m:r>
                          <a:rPr lang="en-US" altLang="zh-CN" sz="1200" b="1" i="1">
                            <a:solidFill>
                              <a:schemeClr val="accent6">
                                <a:lumMod val="50000"/>
                              </a:schemeClr>
                            </a:solidFill>
                            <a:latin typeface="Cambria Math" panose="02040503050406030204" pitchFamily="18" charset="0"/>
                          </a:rPr>
                          <m:t>∨</m:t>
                        </m:r>
                        <m:r>
                          <a:rPr lang="en-US" altLang="zh-CN" sz="1200" b="1" i="1">
                            <a:solidFill>
                              <a:schemeClr val="accent6">
                                <a:lumMod val="50000"/>
                              </a:schemeClr>
                            </a:solidFill>
                            <a:latin typeface="Cambria Math" panose="02040503050406030204" pitchFamily="18" charset="0"/>
                          </a:rPr>
                          <m:t>𝒓</m:t>
                        </m:r>
                      </m:e>
                    </m:d>
                    <m:r>
                      <a:rPr lang="en-US" altLang="zh-CN" sz="1200" b="1" i="1">
                        <a:solidFill>
                          <a:schemeClr val="accent6">
                            <a:lumMod val="50000"/>
                          </a:schemeClr>
                        </a:solidFill>
                        <a:latin typeface="Cambria Math" panose="02040503050406030204" pitchFamily="18" charset="0"/>
                      </a:rPr>
                      <m:t>≡</m:t>
                    </m:r>
                    <m:d>
                      <m:dPr>
                        <m:ctrlPr>
                          <a:rPr lang="en-US" altLang="zh-CN" sz="1200" b="1" i="1">
                            <a:solidFill>
                              <a:schemeClr val="accent6">
                                <a:lumMod val="50000"/>
                              </a:schemeClr>
                            </a:solidFill>
                            <a:latin typeface="Cambria Math" panose="02040503050406030204" pitchFamily="18" charset="0"/>
                          </a:rPr>
                        </m:ctrlPr>
                      </m:dPr>
                      <m:e>
                        <m:r>
                          <a:rPr lang="en-US" altLang="zh-CN" sz="1200" b="1" i="1">
                            <a:solidFill>
                              <a:schemeClr val="accent6">
                                <a:lumMod val="50000"/>
                              </a:schemeClr>
                            </a:solidFill>
                            <a:latin typeface="Cambria Math" panose="02040503050406030204" pitchFamily="18" charset="0"/>
                          </a:rPr>
                          <m:t>𝒑</m:t>
                        </m:r>
                        <m:r>
                          <a:rPr lang="en-US" altLang="zh-CN" sz="1200" b="1" i="1">
                            <a:solidFill>
                              <a:schemeClr val="accent6">
                                <a:lumMod val="50000"/>
                              </a:schemeClr>
                            </a:solidFill>
                            <a:latin typeface="Cambria Math" panose="02040503050406030204" pitchFamily="18" charset="0"/>
                          </a:rPr>
                          <m:t>∨</m:t>
                        </m:r>
                        <m:r>
                          <a:rPr lang="en-US" altLang="zh-CN" sz="1200" b="1" i="1">
                            <a:solidFill>
                              <a:schemeClr val="accent6">
                                <a:lumMod val="50000"/>
                              </a:schemeClr>
                            </a:solidFill>
                            <a:latin typeface="Cambria Math" panose="02040503050406030204" pitchFamily="18" charset="0"/>
                          </a:rPr>
                          <m:t>𝒓</m:t>
                        </m:r>
                      </m:e>
                    </m:d>
                    <m:r>
                      <a:rPr lang="en-US" altLang="zh-CN" sz="1200" b="1" i="1">
                        <a:solidFill>
                          <a:schemeClr val="accent6">
                            <a:lumMod val="50000"/>
                          </a:schemeClr>
                        </a:solidFill>
                        <a:latin typeface="Cambria Math" panose="02040503050406030204" pitchFamily="18" charset="0"/>
                      </a:rPr>
                      <m:t>∧</m:t>
                    </m:r>
                    <m:d>
                      <m:dPr>
                        <m:ctrlPr>
                          <a:rPr lang="en-US" altLang="zh-CN" sz="1200" b="1" i="1">
                            <a:solidFill>
                              <a:schemeClr val="accent6">
                                <a:lumMod val="50000"/>
                              </a:schemeClr>
                            </a:solidFill>
                            <a:latin typeface="Cambria Math" panose="02040503050406030204" pitchFamily="18" charset="0"/>
                          </a:rPr>
                        </m:ctrlPr>
                      </m:dPr>
                      <m:e>
                        <m:r>
                          <a:rPr lang="en-US" altLang="zh-CN" sz="1200" b="1" i="1">
                            <a:solidFill>
                              <a:schemeClr val="accent6">
                                <a:lumMod val="50000"/>
                              </a:schemeClr>
                            </a:solidFill>
                            <a:latin typeface="Cambria Math" panose="02040503050406030204" pitchFamily="18" charset="0"/>
                          </a:rPr>
                          <m:t>𝒒</m:t>
                        </m:r>
                        <m:r>
                          <a:rPr lang="en-US" altLang="zh-CN" sz="1200" b="1" i="1">
                            <a:solidFill>
                              <a:schemeClr val="accent6">
                                <a:lumMod val="50000"/>
                              </a:schemeClr>
                            </a:solidFill>
                            <a:latin typeface="Cambria Math" panose="02040503050406030204" pitchFamily="18" charset="0"/>
                          </a:rPr>
                          <m:t>∨¬</m:t>
                        </m:r>
                        <m:r>
                          <a:rPr lang="en-US" altLang="zh-CN" sz="1200" b="1" i="1">
                            <a:solidFill>
                              <a:schemeClr val="accent6">
                                <a:lumMod val="50000"/>
                              </a:schemeClr>
                            </a:solidFill>
                            <a:latin typeface="Cambria Math" panose="02040503050406030204" pitchFamily="18" charset="0"/>
                          </a:rPr>
                          <m:t>𝒒</m:t>
                        </m:r>
                      </m:e>
                    </m:d>
                    <m:r>
                      <a:rPr lang="en-US" altLang="zh-CN" sz="1200" b="1" i="1">
                        <a:solidFill>
                          <a:schemeClr val="accent6">
                            <a:lumMod val="50000"/>
                          </a:schemeClr>
                        </a:solidFill>
                        <a:latin typeface="Cambria Math" panose="02040503050406030204" pitchFamily="18" charset="0"/>
                      </a:rPr>
                      <m:t>≡</m:t>
                    </m:r>
                    <m:d>
                      <m:dPr>
                        <m:ctrlPr>
                          <a:rPr lang="en-US" altLang="zh-CN" sz="1200" b="1" i="1">
                            <a:solidFill>
                              <a:schemeClr val="accent6">
                                <a:lumMod val="50000"/>
                              </a:schemeClr>
                            </a:solidFill>
                            <a:latin typeface="Cambria Math" panose="02040503050406030204" pitchFamily="18" charset="0"/>
                          </a:rPr>
                        </m:ctrlPr>
                      </m:dPr>
                      <m:e>
                        <m:r>
                          <a:rPr lang="en-US" altLang="zh-CN" sz="1200" b="1" i="1">
                            <a:solidFill>
                              <a:schemeClr val="accent6">
                                <a:lumMod val="50000"/>
                              </a:schemeClr>
                            </a:solidFill>
                            <a:latin typeface="Cambria Math" panose="02040503050406030204" pitchFamily="18" charset="0"/>
                          </a:rPr>
                          <m:t>𝒑</m:t>
                        </m:r>
                        <m:r>
                          <a:rPr lang="en-US" altLang="zh-CN" sz="1200" b="1" i="1">
                            <a:solidFill>
                              <a:schemeClr val="accent6">
                                <a:lumMod val="50000"/>
                              </a:schemeClr>
                            </a:solidFill>
                            <a:latin typeface="Cambria Math" panose="02040503050406030204" pitchFamily="18" charset="0"/>
                          </a:rPr>
                          <m:t>∨</m:t>
                        </m:r>
                        <m:r>
                          <a:rPr lang="en-US" altLang="zh-CN" sz="1200" b="1" i="1">
                            <a:solidFill>
                              <a:schemeClr val="accent6">
                                <a:lumMod val="50000"/>
                              </a:schemeClr>
                            </a:solidFill>
                            <a:latin typeface="Cambria Math" panose="02040503050406030204" pitchFamily="18" charset="0"/>
                          </a:rPr>
                          <m:t>𝒒</m:t>
                        </m:r>
                        <m:r>
                          <a:rPr lang="en-US" altLang="zh-CN" sz="1200" b="1" i="1">
                            <a:solidFill>
                              <a:schemeClr val="accent6">
                                <a:lumMod val="50000"/>
                              </a:schemeClr>
                            </a:solidFill>
                            <a:latin typeface="Cambria Math" panose="02040503050406030204" pitchFamily="18" charset="0"/>
                          </a:rPr>
                          <m:t>∨</m:t>
                        </m:r>
                        <m:r>
                          <a:rPr lang="en-US" altLang="zh-CN" sz="1200" b="1" i="1">
                            <a:solidFill>
                              <a:schemeClr val="accent6">
                                <a:lumMod val="50000"/>
                              </a:schemeClr>
                            </a:solidFill>
                            <a:latin typeface="Cambria Math" panose="02040503050406030204" pitchFamily="18" charset="0"/>
                          </a:rPr>
                          <m:t>𝒓</m:t>
                        </m:r>
                      </m:e>
                    </m:d>
                    <m:r>
                      <a:rPr lang="en-US" altLang="zh-CN" sz="1200" b="1" i="1">
                        <a:solidFill>
                          <a:schemeClr val="accent6">
                            <a:lumMod val="50000"/>
                          </a:schemeClr>
                        </a:solidFill>
                        <a:latin typeface="Cambria Math" panose="02040503050406030204" pitchFamily="18" charset="0"/>
                      </a:rPr>
                      <m:t>∧</m:t>
                    </m:r>
                    <m:d>
                      <m:dPr>
                        <m:ctrlPr>
                          <a:rPr lang="en-US" altLang="zh-CN" sz="1200" b="1" i="1">
                            <a:solidFill>
                              <a:schemeClr val="accent6">
                                <a:lumMod val="50000"/>
                              </a:schemeClr>
                            </a:solidFill>
                            <a:latin typeface="Cambria Math" panose="02040503050406030204" pitchFamily="18" charset="0"/>
                          </a:rPr>
                        </m:ctrlPr>
                      </m:dPr>
                      <m:e>
                        <m:r>
                          <a:rPr lang="en-US" altLang="zh-CN" sz="1200" b="1" i="1">
                            <a:solidFill>
                              <a:schemeClr val="accent6">
                                <a:lumMod val="50000"/>
                              </a:schemeClr>
                            </a:solidFill>
                            <a:latin typeface="Cambria Math" panose="02040503050406030204" pitchFamily="18" charset="0"/>
                          </a:rPr>
                          <m:t>𝒑</m:t>
                        </m:r>
                        <m:r>
                          <a:rPr lang="en-US" altLang="zh-CN" sz="1200" b="1" i="1">
                            <a:solidFill>
                              <a:schemeClr val="accent6">
                                <a:lumMod val="50000"/>
                              </a:schemeClr>
                            </a:solidFill>
                            <a:latin typeface="Cambria Math" panose="02040503050406030204" pitchFamily="18" charset="0"/>
                          </a:rPr>
                          <m:t>∨¬</m:t>
                        </m:r>
                        <m:r>
                          <a:rPr lang="en-US" altLang="zh-CN" sz="1200" b="1" i="1">
                            <a:solidFill>
                              <a:schemeClr val="accent6">
                                <a:lumMod val="50000"/>
                              </a:schemeClr>
                            </a:solidFill>
                            <a:latin typeface="Cambria Math" panose="02040503050406030204" pitchFamily="18" charset="0"/>
                          </a:rPr>
                          <m:t>𝒒</m:t>
                        </m:r>
                        <m:r>
                          <a:rPr lang="en-US" altLang="zh-CN" sz="1200" b="1" i="1">
                            <a:solidFill>
                              <a:schemeClr val="accent6">
                                <a:lumMod val="50000"/>
                              </a:schemeClr>
                            </a:solidFill>
                            <a:latin typeface="Cambria Math" panose="02040503050406030204" pitchFamily="18" charset="0"/>
                          </a:rPr>
                          <m:t>∨</m:t>
                        </m:r>
                        <m:r>
                          <a:rPr lang="en-US" altLang="zh-CN" sz="1200" b="1" i="1">
                            <a:solidFill>
                              <a:schemeClr val="accent6">
                                <a:lumMod val="50000"/>
                              </a:schemeClr>
                            </a:solidFill>
                            <a:latin typeface="Cambria Math" panose="02040503050406030204" pitchFamily="18" charset="0"/>
                          </a:rPr>
                          <m:t>𝒓</m:t>
                        </m:r>
                      </m:e>
                    </m:d>
                    <m:r>
                      <a:rPr lang="en-US" altLang="zh-CN" sz="1200" b="1" i="1">
                        <a:solidFill>
                          <a:schemeClr val="accent6">
                            <a:lumMod val="50000"/>
                          </a:schemeClr>
                        </a:solidFill>
                        <a:latin typeface="Cambria Math" panose="02040503050406030204" pitchFamily="18" charset="0"/>
                      </a:rPr>
                      <m:t>≡</m:t>
                    </m:r>
                    <m:sSub>
                      <m:sSubPr>
                        <m:ctrlPr>
                          <a:rPr lang="en-US" altLang="zh-CN" sz="1200" b="1" i="1">
                            <a:solidFill>
                              <a:schemeClr val="accent6">
                                <a:lumMod val="50000"/>
                              </a:schemeClr>
                            </a:solidFill>
                            <a:latin typeface="Cambria Math" panose="02040503050406030204" pitchFamily="18" charset="0"/>
                          </a:rPr>
                        </m:ctrlPr>
                      </m:sSubPr>
                      <m:e>
                        <m:r>
                          <a:rPr lang="en-US" altLang="zh-CN" sz="1200" b="1" i="1">
                            <a:solidFill>
                              <a:schemeClr val="accent6">
                                <a:lumMod val="50000"/>
                              </a:schemeClr>
                            </a:solidFill>
                            <a:latin typeface="Cambria Math" panose="02040503050406030204" pitchFamily="18" charset="0"/>
                          </a:rPr>
                          <m:t>𝑴</m:t>
                        </m:r>
                      </m:e>
                      <m:sub>
                        <m:r>
                          <a:rPr lang="en-US" altLang="zh-CN" sz="1200" b="1" i="1">
                            <a:solidFill>
                              <a:schemeClr val="accent6">
                                <a:lumMod val="50000"/>
                              </a:schemeClr>
                            </a:solidFill>
                            <a:latin typeface="Cambria Math" panose="02040503050406030204" pitchFamily="18" charset="0"/>
                          </a:rPr>
                          <m:t>𝟎</m:t>
                        </m:r>
                      </m:sub>
                    </m:sSub>
                    <m:r>
                      <a:rPr lang="en-US" altLang="zh-CN" sz="1200" b="1" i="1">
                        <a:solidFill>
                          <a:schemeClr val="accent6">
                            <a:lumMod val="50000"/>
                          </a:schemeClr>
                        </a:solidFill>
                        <a:latin typeface="Cambria Math" panose="02040503050406030204" pitchFamily="18" charset="0"/>
                      </a:rPr>
                      <m:t>∧</m:t>
                    </m:r>
                    <m:sSub>
                      <m:sSubPr>
                        <m:ctrlPr>
                          <a:rPr lang="en-US" altLang="zh-CN" sz="1200" b="1" i="1">
                            <a:solidFill>
                              <a:schemeClr val="accent6">
                                <a:lumMod val="50000"/>
                              </a:schemeClr>
                            </a:solidFill>
                            <a:latin typeface="Cambria Math" panose="02040503050406030204" pitchFamily="18" charset="0"/>
                          </a:rPr>
                        </m:ctrlPr>
                      </m:sSubPr>
                      <m:e>
                        <m:r>
                          <a:rPr lang="en-US" altLang="zh-CN" sz="1200" b="1" i="1">
                            <a:solidFill>
                              <a:schemeClr val="accent6">
                                <a:lumMod val="50000"/>
                              </a:schemeClr>
                            </a:solidFill>
                            <a:latin typeface="Cambria Math" panose="02040503050406030204" pitchFamily="18" charset="0"/>
                          </a:rPr>
                          <m:t>𝑴</m:t>
                        </m:r>
                      </m:e>
                      <m:sub>
                        <m:r>
                          <a:rPr lang="en-US" altLang="zh-CN" sz="1200" b="1" i="1">
                            <a:solidFill>
                              <a:schemeClr val="accent6">
                                <a:lumMod val="50000"/>
                              </a:schemeClr>
                            </a:solidFill>
                            <a:latin typeface="Cambria Math" panose="02040503050406030204" pitchFamily="18" charset="0"/>
                          </a:rPr>
                          <m:t>𝟐</m:t>
                        </m:r>
                      </m:sub>
                    </m:sSub>
                  </m:oMath>
                </a14:m>
                <a:endParaRPr lang="zh-CN" altLang="en-US" sz="1200" b="1">
                  <a:solidFill>
                    <a:schemeClr val="accent6">
                      <a:lumMod val="50000"/>
                    </a:schemeClr>
                  </a:solidFill>
                </a:endParaRPr>
              </a:p>
            </p:txBody>
          </p:sp>
        </mc:Choice>
        <mc:Fallback>
          <p:sp>
            <p:nvSpPr>
              <p:cNvPr id="6" name="文本框 5"/>
              <p:cNvSpPr txBox="1">
                <a:spLocks noRot="1" noChangeAspect="1" noMove="1" noResize="1" noEditPoints="1" noAdjustHandles="1" noChangeArrowheads="1" noChangeShapeType="1" noTextEdit="1"/>
              </p:cNvSpPr>
              <p:nvPr/>
            </p:nvSpPr>
            <p:spPr>
              <a:xfrm>
                <a:off x="197692" y="2501018"/>
                <a:ext cx="7933209" cy="184785"/>
              </a:xfrm>
              <a:prstGeom prst="rect">
                <a:avLst/>
              </a:prstGeom>
              <a:blipFill rotWithShape="1">
                <a:blip r:embed="rId2"/>
                <a:stretch>
                  <a:fillRect l="-3" t="-210" r="5" b="-1559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文本框 6"/>
              <p:cNvSpPr txBox="1"/>
              <p:nvPr/>
            </p:nvSpPr>
            <p:spPr>
              <a:xfrm>
                <a:off x="201682" y="2754300"/>
                <a:ext cx="7933209" cy="184785"/>
              </a:xfrm>
              <a:prstGeom prst="rect">
                <a:avLst/>
              </a:prstGeom>
              <a:solidFill>
                <a:schemeClr val="bg1">
                  <a:lumMod val="95000"/>
                </a:schemeClr>
              </a:solidFill>
            </p:spPr>
            <p:txBody>
              <a:bodyPr wrap="square" tIns="0" bIns="0" rtlCol="0">
                <a:spAutoFit/>
              </a:bodyPr>
              <a:lstStyle/>
              <a:p>
                <a:r>
                  <a:rPr lang="zh-CN" altLang="en-US" sz="1200" b="1">
                    <a:solidFill>
                      <a:schemeClr val="accent6">
                        <a:lumMod val="50000"/>
                      </a:schemeClr>
                    </a:solidFill>
                  </a:rPr>
                  <a:t>扩展简单析取式</a:t>
                </a:r>
                <a14:m>
                  <m:oMath xmlns:m="http://schemas.openxmlformats.org/officeDocument/2006/math">
                    <m:d>
                      <m:dPr>
                        <m:ctrlPr>
                          <a:rPr lang="en-US" altLang="zh-CN" sz="1200" b="1" i="1">
                            <a:solidFill>
                              <a:schemeClr val="accent6">
                                <a:lumMod val="50000"/>
                              </a:schemeClr>
                            </a:solidFill>
                            <a:latin typeface="Cambria Math" panose="02040503050406030204" pitchFamily="18" charset="0"/>
                          </a:rPr>
                        </m:ctrlPr>
                      </m:dPr>
                      <m:e>
                        <m:r>
                          <a:rPr lang="en-US" altLang="zh-CN" sz="1200" b="1" i="1">
                            <a:solidFill>
                              <a:schemeClr val="accent6">
                                <a:lumMod val="50000"/>
                              </a:schemeClr>
                            </a:solidFill>
                            <a:latin typeface="Cambria Math" panose="02040503050406030204" pitchFamily="18" charset="0"/>
                          </a:rPr>
                          <m:t>𝒓</m:t>
                        </m:r>
                        <m:r>
                          <a:rPr lang="en-US" altLang="zh-CN" sz="1200" b="1" i="1">
                            <a:solidFill>
                              <a:schemeClr val="accent6">
                                <a:lumMod val="50000"/>
                              </a:schemeClr>
                            </a:solidFill>
                            <a:latin typeface="Cambria Math" panose="02040503050406030204" pitchFamily="18" charset="0"/>
                          </a:rPr>
                          <m:t>∨¬</m:t>
                        </m:r>
                        <m:r>
                          <a:rPr lang="en-US" altLang="zh-CN" sz="1200" b="1" i="1">
                            <a:solidFill>
                              <a:schemeClr val="accent6">
                                <a:lumMod val="50000"/>
                              </a:schemeClr>
                            </a:solidFill>
                            <a:latin typeface="Cambria Math" panose="02040503050406030204" pitchFamily="18" charset="0"/>
                          </a:rPr>
                          <m:t>𝒒</m:t>
                        </m:r>
                      </m:e>
                    </m:d>
                    <m:r>
                      <a:rPr lang="zh-CN" altLang="en-US" sz="1200" b="1" i="1">
                        <a:solidFill>
                          <a:schemeClr val="accent6">
                            <a:lumMod val="50000"/>
                          </a:schemeClr>
                        </a:solidFill>
                        <a:latin typeface="Cambria Math" panose="02040503050406030204" pitchFamily="18" charset="0"/>
                      </a:rPr>
                      <m:t>以</m:t>
                    </m:r>
                  </m:oMath>
                </a14:m>
                <a:r>
                  <a:rPr lang="zh-CN" altLang="en-US" sz="1200" b="1">
                    <a:solidFill>
                      <a:schemeClr val="accent6">
                        <a:lumMod val="50000"/>
                      </a:schemeClr>
                    </a:solidFill>
                  </a:rPr>
                  <a:t>包含变量</a:t>
                </a:r>
                <a14:m>
                  <m:oMath xmlns:m="http://schemas.openxmlformats.org/officeDocument/2006/math">
                    <m:r>
                      <a:rPr lang="en-US" altLang="zh-CN" sz="1200" b="1" i="1">
                        <a:solidFill>
                          <a:schemeClr val="accent6">
                            <a:lumMod val="50000"/>
                          </a:schemeClr>
                        </a:solidFill>
                        <a:latin typeface="Cambria Math" panose="02040503050406030204" pitchFamily="18" charset="0"/>
                      </a:rPr>
                      <m:t>𝒑</m:t>
                    </m:r>
                  </m:oMath>
                </a14:m>
                <a:r>
                  <a:rPr lang="zh-CN" altLang="en-US" sz="1200" b="1">
                    <a:solidFill>
                      <a:schemeClr val="accent6">
                        <a:lumMod val="50000"/>
                      </a:schemeClr>
                    </a:solidFill>
                  </a:rPr>
                  <a:t>：</a:t>
                </a:r>
                <a14:m>
                  <m:oMath xmlns:m="http://schemas.openxmlformats.org/officeDocument/2006/math">
                    <m:d>
                      <m:dPr>
                        <m:ctrlPr>
                          <a:rPr lang="en-US" altLang="zh-CN" sz="1200" b="1" i="1">
                            <a:solidFill>
                              <a:schemeClr val="accent6">
                                <a:lumMod val="50000"/>
                              </a:schemeClr>
                            </a:solidFill>
                            <a:latin typeface="Cambria Math" panose="02040503050406030204" pitchFamily="18" charset="0"/>
                          </a:rPr>
                        </m:ctrlPr>
                      </m:dPr>
                      <m:e>
                        <m:r>
                          <a:rPr lang="en-US" altLang="zh-CN" sz="1200" b="1" i="1">
                            <a:solidFill>
                              <a:schemeClr val="accent6">
                                <a:lumMod val="50000"/>
                              </a:schemeClr>
                            </a:solidFill>
                            <a:latin typeface="Cambria Math" panose="02040503050406030204" pitchFamily="18" charset="0"/>
                          </a:rPr>
                          <m:t>𝒓</m:t>
                        </m:r>
                        <m:r>
                          <a:rPr lang="en-US" altLang="zh-CN" sz="1200" b="1" i="1">
                            <a:solidFill>
                              <a:schemeClr val="accent6">
                                <a:lumMod val="50000"/>
                              </a:schemeClr>
                            </a:solidFill>
                            <a:latin typeface="Cambria Math" panose="02040503050406030204" pitchFamily="18" charset="0"/>
                          </a:rPr>
                          <m:t>∨¬</m:t>
                        </m:r>
                        <m:r>
                          <a:rPr lang="en-US" altLang="zh-CN" sz="1200" b="1" i="1">
                            <a:solidFill>
                              <a:schemeClr val="accent6">
                                <a:lumMod val="50000"/>
                              </a:schemeClr>
                            </a:solidFill>
                            <a:latin typeface="Cambria Math" panose="02040503050406030204" pitchFamily="18" charset="0"/>
                          </a:rPr>
                          <m:t>𝒒</m:t>
                        </m:r>
                      </m:e>
                    </m:d>
                    <m:r>
                      <a:rPr lang="en-US" altLang="zh-CN" sz="1200" b="1" i="1">
                        <a:solidFill>
                          <a:schemeClr val="accent6">
                            <a:lumMod val="50000"/>
                          </a:schemeClr>
                        </a:solidFill>
                        <a:latin typeface="Cambria Math" panose="02040503050406030204" pitchFamily="18" charset="0"/>
                      </a:rPr>
                      <m:t>≡</m:t>
                    </m:r>
                    <m:d>
                      <m:dPr>
                        <m:ctrlPr>
                          <a:rPr lang="en-US" altLang="zh-CN" sz="1200" b="1" i="1">
                            <a:solidFill>
                              <a:schemeClr val="accent6">
                                <a:lumMod val="50000"/>
                              </a:schemeClr>
                            </a:solidFill>
                            <a:latin typeface="Cambria Math" panose="02040503050406030204" pitchFamily="18" charset="0"/>
                          </a:rPr>
                        </m:ctrlPr>
                      </m:dPr>
                      <m:e>
                        <m:r>
                          <a:rPr lang="en-US" altLang="zh-CN" sz="1200" b="1" i="1">
                            <a:solidFill>
                              <a:schemeClr val="accent6">
                                <a:lumMod val="50000"/>
                              </a:schemeClr>
                            </a:solidFill>
                            <a:latin typeface="Cambria Math" panose="02040503050406030204" pitchFamily="18" charset="0"/>
                          </a:rPr>
                          <m:t>¬</m:t>
                        </m:r>
                        <m:r>
                          <a:rPr lang="en-US" altLang="zh-CN" sz="1200" b="1" i="1">
                            <a:solidFill>
                              <a:schemeClr val="accent6">
                                <a:lumMod val="50000"/>
                              </a:schemeClr>
                            </a:solidFill>
                            <a:latin typeface="Cambria Math" panose="02040503050406030204" pitchFamily="18" charset="0"/>
                          </a:rPr>
                          <m:t>𝒒</m:t>
                        </m:r>
                        <m:r>
                          <a:rPr lang="en-US" altLang="zh-CN" sz="1200" b="1" i="1">
                            <a:solidFill>
                              <a:schemeClr val="accent6">
                                <a:lumMod val="50000"/>
                              </a:schemeClr>
                            </a:solidFill>
                            <a:latin typeface="Cambria Math" panose="02040503050406030204" pitchFamily="18" charset="0"/>
                          </a:rPr>
                          <m:t>∨</m:t>
                        </m:r>
                        <m:r>
                          <a:rPr lang="en-US" altLang="zh-CN" sz="1200" b="1" i="1">
                            <a:solidFill>
                              <a:schemeClr val="accent6">
                                <a:lumMod val="50000"/>
                              </a:schemeClr>
                            </a:solidFill>
                            <a:latin typeface="Cambria Math" panose="02040503050406030204" pitchFamily="18" charset="0"/>
                          </a:rPr>
                          <m:t>𝒓</m:t>
                        </m:r>
                      </m:e>
                    </m:d>
                    <m:r>
                      <a:rPr lang="en-US" altLang="zh-CN" sz="1200" b="1" i="1">
                        <a:solidFill>
                          <a:schemeClr val="accent6">
                            <a:lumMod val="50000"/>
                          </a:schemeClr>
                        </a:solidFill>
                        <a:latin typeface="Cambria Math" panose="02040503050406030204" pitchFamily="18" charset="0"/>
                      </a:rPr>
                      <m:t>∧</m:t>
                    </m:r>
                    <m:d>
                      <m:dPr>
                        <m:ctrlPr>
                          <a:rPr lang="en-US" altLang="zh-CN" sz="1200" b="1" i="1">
                            <a:solidFill>
                              <a:schemeClr val="accent6">
                                <a:lumMod val="50000"/>
                              </a:schemeClr>
                            </a:solidFill>
                            <a:latin typeface="Cambria Math" panose="02040503050406030204" pitchFamily="18" charset="0"/>
                          </a:rPr>
                        </m:ctrlPr>
                      </m:dPr>
                      <m:e>
                        <m:r>
                          <a:rPr lang="en-US" altLang="zh-CN" sz="1200" b="1" i="1">
                            <a:solidFill>
                              <a:schemeClr val="accent6">
                                <a:lumMod val="50000"/>
                              </a:schemeClr>
                            </a:solidFill>
                            <a:latin typeface="Cambria Math" panose="02040503050406030204" pitchFamily="18" charset="0"/>
                          </a:rPr>
                          <m:t>𝒑</m:t>
                        </m:r>
                        <m:r>
                          <a:rPr lang="en-US" altLang="zh-CN" sz="1200" b="1" i="1">
                            <a:solidFill>
                              <a:schemeClr val="accent6">
                                <a:lumMod val="50000"/>
                              </a:schemeClr>
                            </a:solidFill>
                            <a:latin typeface="Cambria Math" panose="02040503050406030204" pitchFamily="18" charset="0"/>
                          </a:rPr>
                          <m:t>∨¬</m:t>
                        </m:r>
                        <m:r>
                          <a:rPr lang="en-US" altLang="zh-CN" sz="1200" b="1" i="1">
                            <a:solidFill>
                              <a:schemeClr val="accent6">
                                <a:lumMod val="50000"/>
                              </a:schemeClr>
                            </a:solidFill>
                            <a:latin typeface="Cambria Math" panose="02040503050406030204" pitchFamily="18" charset="0"/>
                          </a:rPr>
                          <m:t>𝒑</m:t>
                        </m:r>
                      </m:e>
                    </m:d>
                    <m:r>
                      <a:rPr lang="en-US" altLang="zh-CN" sz="1200" b="1" i="1">
                        <a:solidFill>
                          <a:schemeClr val="accent6">
                            <a:lumMod val="50000"/>
                          </a:schemeClr>
                        </a:solidFill>
                        <a:latin typeface="Cambria Math" panose="02040503050406030204" pitchFamily="18" charset="0"/>
                      </a:rPr>
                      <m:t>≡</m:t>
                    </m:r>
                    <m:d>
                      <m:dPr>
                        <m:ctrlPr>
                          <a:rPr lang="en-US" altLang="zh-CN" sz="1200" b="1" i="1">
                            <a:solidFill>
                              <a:schemeClr val="accent6">
                                <a:lumMod val="50000"/>
                              </a:schemeClr>
                            </a:solidFill>
                            <a:latin typeface="Cambria Math" panose="02040503050406030204" pitchFamily="18" charset="0"/>
                          </a:rPr>
                        </m:ctrlPr>
                      </m:dPr>
                      <m:e>
                        <m:r>
                          <a:rPr lang="en-US" altLang="zh-CN" sz="1200" b="1" i="1">
                            <a:solidFill>
                              <a:schemeClr val="accent6">
                                <a:lumMod val="50000"/>
                              </a:schemeClr>
                            </a:solidFill>
                            <a:latin typeface="Cambria Math" panose="02040503050406030204" pitchFamily="18" charset="0"/>
                          </a:rPr>
                          <m:t>𝒑</m:t>
                        </m:r>
                        <m:r>
                          <a:rPr lang="en-US" altLang="zh-CN" sz="1200" b="1" i="1">
                            <a:solidFill>
                              <a:schemeClr val="accent6">
                                <a:lumMod val="50000"/>
                              </a:schemeClr>
                            </a:solidFill>
                            <a:latin typeface="Cambria Math" panose="02040503050406030204" pitchFamily="18" charset="0"/>
                          </a:rPr>
                          <m:t>∨¬</m:t>
                        </m:r>
                        <m:r>
                          <a:rPr lang="en-US" altLang="zh-CN" sz="1200" b="1" i="1">
                            <a:solidFill>
                              <a:schemeClr val="accent6">
                                <a:lumMod val="50000"/>
                              </a:schemeClr>
                            </a:solidFill>
                            <a:latin typeface="Cambria Math" panose="02040503050406030204" pitchFamily="18" charset="0"/>
                          </a:rPr>
                          <m:t>𝒒</m:t>
                        </m:r>
                        <m:r>
                          <a:rPr lang="en-US" altLang="zh-CN" sz="1200" b="1" i="1">
                            <a:solidFill>
                              <a:schemeClr val="accent6">
                                <a:lumMod val="50000"/>
                              </a:schemeClr>
                            </a:solidFill>
                            <a:latin typeface="Cambria Math" panose="02040503050406030204" pitchFamily="18" charset="0"/>
                          </a:rPr>
                          <m:t>∨</m:t>
                        </m:r>
                        <m:r>
                          <a:rPr lang="en-US" altLang="zh-CN" sz="1200" b="1" i="1">
                            <a:solidFill>
                              <a:schemeClr val="accent6">
                                <a:lumMod val="50000"/>
                              </a:schemeClr>
                            </a:solidFill>
                            <a:latin typeface="Cambria Math" panose="02040503050406030204" pitchFamily="18" charset="0"/>
                          </a:rPr>
                          <m:t>𝒓</m:t>
                        </m:r>
                      </m:e>
                    </m:d>
                    <m:r>
                      <a:rPr lang="en-US" altLang="zh-CN" sz="1200" b="1" i="1">
                        <a:solidFill>
                          <a:schemeClr val="accent6">
                            <a:lumMod val="50000"/>
                          </a:schemeClr>
                        </a:solidFill>
                        <a:latin typeface="Cambria Math" panose="02040503050406030204" pitchFamily="18" charset="0"/>
                      </a:rPr>
                      <m:t>∧(¬</m:t>
                    </m:r>
                    <m:r>
                      <a:rPr lang="en-US" altLang="zh-CN" sz="1200" b="1" i="1">
                        <a:solidFill>
                          <a:schemeClr val="accent6">
                            <a:lumMod val="50000"/>
                          </a:schemeClr>
                        </a:solidFill>
                        <a:latin typeface="Cambria Math" panose="02040503050406030204" pitchFamily="18" charset="0"/>
                      </a:rPr>
                      <m:t>𝒑</m:t>
                    </m:r>
                    <m:r>
                      <a:rPr lang="en-US" altLang="zh-CN" sz="1200" b="1" i="1">
                        <a:solidFill>
                          <a:schemeClr val="accent6">
                            <a:lumMod val="50000"/>
                          </a:schemeClr>
                        </a:solidFill>
                        <a:latin typeface="Cambria Math" panose="02040503050406030204" pitchFamily="18" charset="0"/>
                      </a:rPr>
                      <m:t>∨¬</m:t>
                    </m:r>
                    <m:r>
                      <a:rPr lang="en-US" altLang="zh-CN" sz="1200" b="1" i="1">
                        <a:solidFill>
                          <a:schemeClr val="accent6">
                            <a:lumMod val="50000"/>
                          </a:schemeClr>
                        </a:solidFill>
                        <a:latin typeface="Cambria Math" panose="02040503050406030204" pitchFamily="18" charset="0"/>
                      </a:rPr>
                      <m:t>𝒒</m:t>
                    </m:r>
                    <m:r>
                      <a:rPr lang="en-US" altLang="zh-CN" sz="1200" b="1" i="1">
                        <a:solidFill>
                          <a:schemeClr val="accent6">
                            <a:lumMod val="50000"/>
                          </a:schemeClr>
                        </a:solidFill>
                        <a:latin typeface="Cambria Math" panose="02040503050406030204" pitchFamily="18" charset="0"/>
                      </a:rPr>
                      <m:t>∨</m:t>
                    </m:r>
                    <m:r>
                      <a:rPr lang="en-US" altLang="zh-CN" sz="1200" b="1" i="1">
                        <a:solidFill>
                          <a:schemeClr val="accent6">
                            <a:lumMod val="50000"/>
                          </a:schemeClr>
                        </a:solidFill>
                        <a:latin typeface="Cambria Math" panose="02040503050406030204" pitchFamily="18" charset="0"/>
                      </a:rPr>
                      <m:t>𝒓</m:t>
                    </m:r>
                    <m:r>
                      <a:rPr lang="en-US" altLang="zh-CN" sz="1200" b="1" i="1">
                        <a:solidFill>
                          <a:schemeClr val="accent6">
                            <a:lumMod val="50000"/>
                          </a:schemeClr>
                        </a:solidFill>
                        <a:latin typeface="Cambria Math" panose="02040503050406030204" pitchFamily="18" charset="0"/>
                      </a:rPr>
                      <m:t>)≡</m:t>
                    </m:r>
                    <m:sSub>
                      <m:sSubPr>
                        <m:ctrlPr>
                          <a:rPr lang="en-US" altLang="zh-CN" sz="1200" b="1" i="1">
                            <a:solidFill>
                              <a:schemeClr val="accent6">
                                <a:lumMod val="50000"/>
                              </a:schemeClr>
                            </a:solidFill>
                            <a:latin typeface="Cambria Math" panose="02040503050406030204" pitchFamily="18" charset="0"/>
                          </a:rPr>
                        </m:ctrlPr>
                      </m:sSubPr>
                      <m:e>
                        <m:r>
                          <a:rPr lang="en-US" altLang="zh-CN" sz="1200" b="1" i="1">
                            <a:solidFill>
                              <a:schemeClr val="accent6">
                                <a:lumMod val="50000"/>
                              </a:schemeClr>
                            </a:solidFill>
                            <a:latin typeface="Cambria Math" panose="02040503050406030204" pitchFamily="18" charset="0"/>
                          </a:rPr>
                          <m:t>𝑴</m:t>
                        </m:r>
                      </m:e>
                      <m:sub>
                        <m:r>
                          <a:rPr lang="en-US" altLang="zh-CN" sz="1200" b="1" i="1">
                            <a:solidFill>
                              <a:schemeClr val="accent6">
                                <a:lumMod val="50000"/>
                              </a:schemeClr>
                            </a:solidFill>
                            <a:latin typeface="Cambria Math" panose="02040503050406030204" pitchFamily="18" charset="0"/>
                          </a:rPr>
                          <m:t>𝟐</m:t>
                        </m:r>
                      </m:sub>
                    </m:sSub>
                    <m:r>
                      <a:rPr lang="en-US" altLang="zh-CN" sz="1200" b="1" i="1">
                        <a:solidFill>
                          <a:schemeClr val="accent6">
                            <a:lumMod val="50000"/>
                          </a:schemeClr>
                        </a:solidFill>
                        <a:latin typeface="Cambria Math" panose="02040503050406030204" pitchFamily="18" charset="0"/>
                      </a:rPr>
                      <m:t>∧</m:t>
                    </m:r>
                    <m:sSub>
                      <m:sSubPr>
                        <m:ctrlPr>
                          <a:rPr lang="en-US" altLang="zh-CN" sz="1200" b="1" i="1">
                            <a:solidFill>
                              <a:schemeClr val="accent6">
                                <a:lumMod val="50000"/>
                              </a:schemeClr>
                            </a:solidFill>
                            <a:latin typeface="Cambria Math" panose="02040503050406030204" pitchFamily="18" charset="0"/>
                          </a:rPr>
                        </m:ctrlPr>
                      </m:sSubPr>
                      <m:e>
                        <m:r>
                          <a:rPr lang="en-US" altLang="zh-CN" sz="1200" b="1" i="1">
                            <a:solidFill>
                              <a:schemeClr val="accent6">
                                <a:lumMod val="50000"/>
                              </a:schemeClr>
                            </a:solidFill>
                            <a:latin typeface="Cambria Math" panose="02040503050406030204" pitchFamily="18" charset="0"/>
                          </a:rPr>
                          <m:t>𝑴</m:t>
                        </m:r>
                      </m:e>
                      <m:sub>
                        <m:r>
                          <a:rPr lang="en-US" altLang="zh-CN" sz="1200" b="1" i="1">
                            <a:solidFill>
                              <a:schemeClr val="accent6">
                                <a:lumMod val="50000"/>
                              </a:schemeClr>
                            </a:solidFill>
                            <a:latin typeface="Cambria Math" panose="02040503050406030204" pitchFamily="18" charset="0"/>
                          </a:rPr>
                          <m:t>𝟔</m:t>
                        </m:r>
                      </m:sub>
                    </m:sSub>
                  </m:oMath>
                </a14:m>
                <a:endParaRPr lang="zh-CN" altLang="en-US" sz="1200" b="1">
                  <a:solidFill>
                    <a:schemeClr val="accent6">
                      <a:lumMod val="50000"/>
                    </a:schemeClr>
                  </a:solidFill>
                </a:endParaRPr>
              </a:p>
            </p:txBody>
          </p:sp>
        </mc:Choice>
        <mc:Fallback>
          <p:sp>
            <p:nvSpPr>
              <p:cNvPr id="7" name="文本框 6"/>
              <p:cNvSpPr txBox="1">
                <a:spLocks noRot="1" noChangeAspect="1" noMove="1" noResize="1" noEditPoints="1" noAdjustHandles="1" noChangeArrowheads="1" noChangeShapeType="1" noTextEdit="1"/>
              </p:cNvSpPr>
              <p:nvPr/>
            </p:nvSpPr>
            <p:spPr>
              <a:xfrm>
                <a:off x="201682" y="2754300"/>
                <a:ext cx="7933209" cy="184785"/>
              </a:xfrm>
              <a:prstGeom prst="rect">
                <a:avLst/>
              </a:prstGeom>
              <a:blipFill rotWithShape="1">
                <a:blip r:embed="rId3"/>
                <a:stretch>
                  <a:fillRect l="-5" t="-165" r="7" b="-1564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文本框 7"/>
              <p:cNvSpPr txBox="1"/>
              <p:nvPr/>
            </p:nvSpPr>
            <p:spPr>
              <a:xfrm>
                <a:off x="197693" y="3015623"/>
                <a:ext cx="7933207" cy="184785"/>
              </a:xfrm>
              <a:prstGeom prst="rect">
                <a:avLst/>
              </a:prstGeom>
              <a:solidFill>
                <a:schemeClr val="bg1">
                  <a:lumMod val="95000"/>
                </a:schemeClr>
              </a:solidFill>
            </p:spPr>
            <p:txBody>
              <a:bodyPr wrap="square" tIns="0" bIns="0" rtlCol="0">
                <a:spAutoFit/>
              </a:bodyPr>
              <a:lstStyle/>
              <a:p>
                <a:r>
                  <a:rPr lang="zh-CN" altLang="en-US" sz="1200" b="1">
                    <a:solidFill>
                      <a:schemeClr val="accent6">
                        <a:lumMod val="50000"/>
                      </a:schemeClr>
                    </a:solidFill>
                  </a:rPr>
                  <a:t>扩展简单析取式</a:t>
                </a:r>
                <a14:m>
                  <m:oMath xmlns:m="http://schemas.openxmlformats.org/officeDocument/2006/math">
                    <m:d>
                      <m:dPr>
                        <m:ctrlPr>
                          <a:rPr lang="en-US" altLang="zh-CN" sz="1200" b="1" i="1">
                            <a:solidFill>
                              <a:schemeClr val="accent6">
                                <a:lumMod val="50000"/>
                              </a:schemeClr>
                            </a:solidFill>
                            <a:latin typeface="Cambria Math" panose="02040503050406030204" pitchFamily="18" charset="0"/>
                          </a:rPr>
                        </m:ctrlPr>
                      </m:dPr>
                      <m:e>
                        <m:r>
                          <a:rPr lang="en-US" altLang="zh-CN" sz="1200" b="1" i="1">
                            <a:solidFill>
                              <a:schemeClr val="accent6">
                                <a:lumMod val="50000"/>
                              </a:schemeClr>
                            </a:solidFill>
                            <a:latin typeface="Cambria Math" panose="02040503050406030204" pitchFamily="18" charset="0"/>
                          </a:rPr>
                          <m:t>¬</m:t>
                        </m:r>
                        <m:r>
                          <a:rPr lang="en-US" altLang="zh-CN" sz="1200" b="1" i="1">
                            <a:solidFill>
                              <a:schemeClr val="accent6">
                                <a:lumMod val="50000"/>
                              </a:schemeClr>
                            </a:solidFill>
                            <a:latin typeface="Cambria Math" panose="02040503050406030204" pitchFamily="18" charset="0"/>
                          </a:rPr>
                          <m:t>𝒓</m:t>
                        </m:r>
                        <m:r>
                          <a:rPr lang="en-US" altLang="zh-CN" sz="1200" b="1" i="1">
                            <a:solidFill>
                              <a:schemeClr val="accent6">
                                <a:lumMod val="50000"/>
                              </a:schemeClr>
                            </a:solidFill>
                            <a:latin typeface="Cambria Math" panose="02040503050406030204" pitchFamily="18" charset="0"/>
                          </a:rPr>
                          <m:t>∨</m:t>
                        </m:r>
                        <m:r>
                          <a:rPr lang="en-US" altLang="zh-CN" sz="1200" b="1" i="1">
                            <a:solidFill>
                              <a:schemeClr val="accent6">
                                <a:lumMod val="50000"/>
                              </a:schemeClr>
                            </a:solidFill>
                            <a:latin typeface="Cambria Math" panose="02040503050406030204" pitchFamily="18" charset="0"/>
                          </a:rPr>
                          <m:t>𝒑</m:t>
                        </m:r>
                      </m:e>
                    </m:d>
                    <m:r>
                      <a:rPr lang="zh-CN" altLang="en-US" sz="1200" b="1" i="1">
                        <a:solidFill>
                          <a:schemeClr val="accent6">
                            <a:lumMod val="50000"/>
                          </a:schemeClr>
                        </a:solidFill>
                        <a:latin typeface="Cambria Math" panose="02040503050406030204" pitchFamily="18" charset="0"/>
                      </a:rPr>
                      <m:t>以</m:t>
                    </m:r>
                  </m:oMath>
                </a14:m>
                <a:r>
                  <a:rPr lang="zh-CN" altLang="en-US" sz="1200" b="1">
                    <a:solidFill>
                      <a:schemeClr val="accent6">
                        <a:lumMod val="50000"/>
                      </a:schemeClr>
                    </a:solidFill>
                  </a:rPr>
                  <a:t>包含变量</a:t>
                </a:r>
                <a14:m>
                  <m:oMath xmlns:m="http://schemas.openxmlformats.org/officeDocument/2006/math">
                    <m:r>
                      <a:rPr lang="en-US" altLang="zh-CN" sz="1200" b="1" i="1">
                        <a:solidFill>
                          <a:schemeClr val="accent6">
                            <a:lumMod val="50000"/>
                          </a:schemeClr>
                        </a:solidFill>
                        <a:latin typeface="Cambria Math" panose="02040503050406030204" pitchFamily="18" charset="0"/>
                      </a:rPr>
                      <m:t>𝒒</m:t>
                    </m:r>
                  </m:oMath>
                </a14:m>
                <a:r>
                  <a:rPr lang="zh-CN" altLang="en-US" sz="1200" b="1">
                    <a:solidFill>
                      <a:schemeClr val="accent6">
                        <a:lumMod val="50000"/>
                      </a:schemeClr>
                    </a:solidFill>
                  </a:rPr>
                  <a:t>：</a:t>
                </a:r>
                <a14:m>
                  <m:oMath xmlns:m="http://schemas.openxmlformats.org/officeDocument/2006/math">
                    <m:d>
                      <m:dPr>
                        <m:ctrlPr>
                          <a:rPr lang="en-US" altLang="zh-CN" sz="1200" b="1" i="1">
                            <a:solidFill>
                              <a:schemeClr val="accent6">
                                <a:lumMod val="50000"/>
                              </a:schemeClr>
                            </a:solidFill>
                            <a:latin typeface="Cambria Math" panose="02040503050406030204" pitchFamily="18" charset="0"/>
                          </a:rPr>
                        </m:ctrlPr>
                      </m:dPr>
                      <m:e>
                        <m:r>
                          <a:rPr lang="en-US" altLang="zh-CN" sz="1200" b="1" i="1">
                            <a:solidFill>
                              <a:schemeClr val="accent6">
                                <a:lumMod val="50000"/>
                              </a:schemeClr>
                            </a:solidFill>
                            <a:latin typeface="Cambria Math" panose="02040503050406030204" pitchFamily="18" charset="0"/>
                          </a:rPr>
                          <m:t>¬</m:t>
                        </m:r>
                        <m:r>
                          <a:rPr lang="en-US" altLang="zh-CN" sz="1200" b="1" i="1">
                            <a:solidFill>
                              <a:schemeClr val="accent6">
                                <a:lumMod val="50000"/>
                              </a:schemeClr>
                            </a:solidFill>
                            <a:latin typeface="Cambria Math" panose="02040503050406030204" pitchFamily="18" charset="0"/>
                          </a:rPr>
                          <m:t>𝒓</m:t>
                        </m:r>
                        <m:r>
                          <a:rPr lang="en-US" altLang="zh-CN" sz="1200" b="1" i="1">
                            <a:solidFill>
                              <a:schemeClr val="accent6">
                                <a:lumMod val="50000"/>
                              </a:schemeClr>
                            </a:solidFill>
                            <a:latin typeface="Cambria Math" panose="02040503050406030204" pitchFamily="18" charset="0"/>
                          </a:rPr>
                          <m:t>∨</m:t>
                        </m:r>
                        <m:r>
                          <a:rPr lang="en-US" altLang="zh-CN" sz="1200" b="1" i="1">
                            <a:solidFill>
                              <a:schemeClr val="accent6">
                                <a:lumMod val="50000"/>
                              </a:schemeClr>
                            </a:solidFill>
                            <a:latin typeface="Cambria Math" panose="02040503050406030204" pitchFamily="18" charset="0"/>
                          </a:rPr>
                          <m:t>𝒑</m:t>
                        </m:r>
                      </m:e>
                    </m:d>
                    <m:r>
                      <a:rPr lang="en-US" altLang="zh-CN" sz="1200" b="1" i="1">
                        <a:solidFill>
                          <a:schemeClr val="accent6">
                            <a:lumMod val="50000"/>
                          </a:schemeClr>
                        </a:solidFill>
                        <a:latin typeface="Cambria Math" panose="02040503050406030204" pitchFamily="18" charset="0"/>
                      </a:rPr>
                      <m:t>≡</m:t>
                    </m:r>
                    <m:d>
                      <m:dPr>
                        <m:ctrlPr>
                          <a:rPr lang="en-US" altLang="zh-CN" sz="1200" b="1" i="1">
                            <a:solidFill>
                              <a:schemeClr val="accent6">
                                <a:lumMod val="50000"/>
                              </a:schemeClr>
                            </a:solidFill>
                            <a:latin typeface="Cambria Math" panose="02040503050406030204" pitchFamily="18" charset="0"/>
                          </a:rPr>
                        </m:ctrlPr>
                      </m:dPr>
                      <m:e>
                        <m:r>
                          <a:rPr lang="en-US" altLang="zh-CN" sz="1200" b="1" i="1">
                            <a:solidFill>
                              <a:schemeClr val="accent6">
                                <a:lumMod val="50000"/>
                              </a:schemeClr>
                            </a:solidFill>
                            <a:latin typeface="Cambria Math" panose="02040503050406030204" pitchFamily="18" charset="0"/>
                          </a:rPr>
                          <m:t>𝒑</m:t>
                        </m:r>
                        <m:r>
                          <a:rPr lang="en-US" altLang="zh-CN" sz="1200" b="1" i="1">
                            <a:solidFill>
                              <a:schemeClr val="accent6">
                                <a:lumMod val="50000"/>
                              </a:schemeClr>
                            </a:solidFill>
                            <a:latin typeface="Cambria Math" panose="02040503050406030204" pitchFamily="18" charset="0"/>
                          </a:rPr>
                          <m:t>∨¬</m:t>
                        </m:r>
                        <m:r>
                          <a:rPr lang="en-US" altLang="zh-CN" sz="1200" b="1" i="1">
                            <a:solidFill>
                              <a:schemeClr val="accent6">
                                <a:lumMod val="50000"/>
                              </a:schemeClr>
                            </a:solidFill>
                            <a:latin typeface="Cambria Math" panose="02040503050406030204" pitchFamily="18" charset="0"/>
                          </a:rPr>
                          <m:t>𝒓</m:t>
                        </m:r>
                      </m:e>
                    </m:d>
                    <m:r>
                      <a:rPr lang="en-US" altLang="zh-CN" sz="1200" b="1" i="1">
                        <a:solidFill>
                          <a:schemeClr val="accent6">
                            <a:lumMod val="50000"/>
                          </a:schemeClr>
                        </a:solidFill>
                        <a:latin typeface="Cambria Math" panose="02040503050406030204" pitchFamily="18" charset="0"/>
                      </a:rPr>
                      <m:t>∧</m:t>
                    </m:r>
                    <m:d>
                      <m:dPr>
                        <m:ctrlPr>
                          <a:rPr lang="en-US" altLang="zh-CN" sz="1200" b="1" i="1">
                            <a:solidFill>
                              <a:schemeClr val="accent6">
                                <a:lumMod val="50000"/>
                              </a:schemeClr>
                            </a:solidFill>
                            <a:latin typeface="Cambria Math" panose="02040503050406030204" pitchFamily="18" charset="0"/>
                          </a:rPr>
                        </m:ctrlPr>
                      </m:dPr>
                      <m:e>
                        <m:r>
                          <a:rPr lang="en-US" altLang="zh-CN" sz="1200" b="1" i="1">
                            <a:solidFill>
                              <a:schemeClr val="accent6">
                                <a:lumMod val="50000"/>
                              </a:schemeClr>
                            </a:solidFill>
                            <a:latin typeface="Cambria Math" panose="02040503050406030204" pitchFamily="18" charset="0"/>
                          </a:rPr>
                          <m:t>𝒒</m:t>
                        </m:r>
                        <m:r>
                          <a:rPr lang="en-US" altLang="zh-CN" sz="1200" b="1" i="1">
                            <a:solidFill>
                              <a:schemeClr val="accent6">
                                <a:lumMod val="50000"/>
                              </a:schemeClr>
                            </a:solidFill>
                            <a:latin typeface="Cambria Math" panose="02040503050406030204" pitchFamily="18" charset="0"/>
                          </a:rPr>
                          <m:t>∨¬</m:t>
                        </m:r>
                        <m:r>
                          <a:rPr lang="en-US" altLang="zh-CN" sz="1200" b="1" i="1">
                            <a:solidFill>
                              <a:schemeClr val="accent6">
                                <a:lumMod val="50000"/>
                              </a:schemeClr>
                            </a:solidFill>
                            <a:latin typeface="Cambria Math" panose="02040503050406030204" pitchFamily="18" charset="0"/>
                          </a:rPr>
                          <m:t>𝒒</m:t>
                        </m:r>
                      </m:e>
                    </m:d>
                    <m:r>
                      <a:rPr lang="en-US" altLang="zh-CN" sz="1200" b="1" i="1">
                        <a:solidFill>
                          <a:schemeClr val="accent6">
                            <a:lumMod val="50000"/>
                          </a:schemeClr>
                        </a:solidFill>
                        <a:latin typeface="Cambria Math" panose="02040503050406030204" pitchFamily="18" charset="0"/>
                      </a:rPr>
                      <m:t>≡</m:t>
                    </m:r>
                    <m:d>
                      <m:dPr>
                        <m:ctrlPr>
                          <a:rPr lang="en-US" altLang="zh-CN" sz="1200" b="1" i="1">
                            <a:solidFill>
                              <a:schemeClr val="accent6">
                                <a:lumMod val="50000"/>
                              </a:schemeClr>
                            </a:solidFill>
                            <a:latin typeface="Cambria Math" panose="02040503050406030204" pitchFamily="18" charset="0"/>
                          </a:rPr>
                        </m:ctrlPr>
                      </m:dPr>
                      <m:e>
                        <m:r>
                          <a:rPr lang="en-US" altLang="zh-CN" sz="1200" b="1" i="1">
                            <a:solidFill>
                              <a:schemeClr val="accent6">
                                <a:lumMod val="50000"/>
                              </a:schemeClr>
                            </a:solidFill>
                            <a:latin typeface="Cambria Math" panose="02040503050406030204" pitchFamily="18" charset="0"/>
                          </a:rPr>
                          <m:t>𝒑</m:t>
                        </m:r>
                        <m:r>
                          <a:rPr lang="en-US" altLang="zh-CN" sz="1200" b="1" i="1">
                            <a:solidFill>
                              <a:schemeClr val="accent6">
                                <a:lumMod val="50000"/>
                              </a:schemeClr>
                            </a:solidFill>
                            <a:latin typeface="Cambria Math" panose="02040503050406030204" pitchFamily="18" charset="0"/>
                          </a:rPr>
                          <m:t>∨</m:t>
                        </m:r>
                        <m:r>
                          <a:rPr lang="en-US" altLang="zh-CN" sz="1200" b="1" i="1">
                            <a:solidFill>
                              <a:schemeClr val="accent6">
                                <a:lumMod val="50000"/>
                              </a:schemeClr>
                            </a:solidFill>
                            <a:latin typeface="Cambria Math" panose="02040503050406030204" pitchFamily="18" charset="0"/>
                          </a:rPr>
                          <m:t>𝒒</m:t>
                        </m:r>
                        <m:r>
                          <a:rPr lang="en-US" altLang="zh-CN" sz="1200" b="1" i="1">
                            <a:solidFill>
                              <a:schemeClr val="accent6">
                                <a:lumMod val="50000"/>
                              </a:schemeClr>
                            </a:solidFill>
                            <a:latin typeface="Cambria Math" panose="02040503050406030204" pitchFamily="18" charset="0"/>
                          </a:rPr>
                          <m:t>∨¬</m:t>
                        </m:r>
                        <m:r>
                          <a:rPr lang="en-US" altLang="zh-CN" sz="1200" b="1" i="1">
                            <a:solidFill>
                              <a:schemeClr val="accent6">
                                <a:lumMod val="50000"/>
                              </a:schemeClr>
                            </a:solidFill>
                            <a:latin typeface="Cambria Math" panose="02040503050406030204" pitchFamily="18" charset="0"/>
                          </a:rPr>
                          <m:t>𝒓</m:t>
                        </m:r>
                      </m:e>
                    </m:d>
                    <m:r>
                      <a:rPr lang="en-US" altLang="zh-CN" sz="1200" b="1" i="1">
                        <a:solidFill>
                          <a:schemeClr val="accent6">
                            <a:lumMod val="50000"/>
                          </a:schemeClr>
                        </a:solidFill>
                        <a:latin typeface="Cambria Math" panose="02040503050406030204" pitchFamily="18" charset="0"/>
                      </a:rPr>
                      <m:t>∧(</m:t>
                    </m:r>
                    <m:r>
                      <a:rPr lang="en-US" altLang="zh-CN" sz="1200" b="1" i="1">
                        <a:solidFill>
                          <a:schemeClr val="accent6">
                            <a:lumMod val="50000"/>
                          </a:schemeClr>
                        </a:solidFill>
                        <a:latin typeface="Cambria Math" panose="02040503050406030204" pitchFamily="18" charset="0"/>
                      </a:rPr>
                      <m:t>𝒑</m:t>
                    </m:r>
                    <m:r>
                      <a:rPr lang="en-US" altLang="zh-CN" sz="1200" b="1" i="1">
                        <a:solidFill>
                          <a:schemeClr val="accent6">
                            <a:lumMod val="50000"/>
                          </a:schemeClr>
                        </a:solidFill>
                        <a:latin typeface="Cambria Math" panose="02040503050406030204" pitchFamily="18" charset="0"/>
                      </a:rPr>
                      <m:t>∨¬</m:t>
                    </m:r>
                    <m:r>
                      <a:rPr lang="en-US" altLang="zh-CN" sz="1200" b="1" i="1">
                        <a:solidFill>
                          <a:schemeClr val="accent6">
                            <a:lumMod val="50000"/>
                          </a:schemeClr>
                        </a:solidFill>
                        <a:latin typeface="Cambria Math" panose="02040503050406030204" pitchFamily="18" charset="0"/>
                      </a:rPr>
                      <m:t>𝒒</m:t>
                    </m:r>
                    <m:r>
                      <a:rPr lang="en-US" altLang="zh-CN" sz="1200" b="1" i="1">
                        <a:solidFill>
                          <a:schemeClr val="accent6">
                            <a:lumMod val="50000"/>
                          </a:schemeClr>
                        </a:solidFill>
                        <a:latin typeface="Cambria Math" panose="02040503050406030204" pitchFamily="18" charset="0"/>
                      </a:rPr>
                      <m:t>∨¬</m:t>
                    </m:r>
                    <m:r>
                      <a:rPr lang="en-US" altLang="zh-CN" sz="1200" b="1" i="1">
                        <a:solidFill>
                          <a:schemeClr val="accent6">
                            <a:lumMod val="50000"/>
                          </a:schemeClr>
                        </a:solidFill>
                        <a:latin typeface="Cambria Math" panose="02040503050406030204" pitchFamily="18" charset="0"/>
                      </a:rPr>
                      <m:t>𝒓</m:t>
                    </m:r>
                    <m:r>
                      <a:rPr lang="en-US" altLang="zh-CN" sz="1200" b="1" i="1">
                        <a:solidFill>
                          <a:schemeClr val="accent6">
                            <a:lumMod val="50000"/>
                          </a:schemeClr>
                        </a:solidFill>
                        <a:latin typeface="Cambria Math" panose="02040503050406030204" pitchFamily="18" charset="0"/>
                      </a:rPr>
                      <m:t>)≡</m:t>
                    </m:r>
                    <m:sSub>
                      <m:sSubPr>
                        <m:ctrlPr>
                          <a:rPr lang="en-US" altLang="zh-CN" sz="1200" b="1" i="1">
                            <a:solidFill>
                              <a:schemeClr val="accent6">
                                <a:lumMod val="50000"/>
                              </a:schemeClr>
                            </a:solidFill>
                            <a:latin typeface="Cambria Math" panose="02040503050406030204" pitchFamily="18" charset="0"/>
                          </a:rPr>
                        </m:ctrlPr>
                      </m:sSubPr>
                      <m:e>
                        <m:r>
                          <a:rPr lang="en-US" altLang="zh-CN" sz="1200" b="1" i="1">
                            <a:solidFill>
                              <a:schemeClr val="accent6">
                                <a:lumMod val="50000"/>
                              </a:schemeClr>
                            </a:solidFill>
                            <a:latin typeface="Cambria Math" panose="02040503050406030204" pitchFamily="18" charset="0"/>
                          </a:rPr>
                          <m:t>𝑴</m:t>
                        </m:r>
                      </m:e>
                      <m:sub>
                        <m:r>
                          <a:rPr lang="en-US" altLang="zh-CN" sz="1200" b="1" i="1">
                            <a:solidFill>
                              <a:schemeClr val="accent6">
                                <a:lumMod val="50000"/>
                              </a:schemeClr>
                            </a:solidFill>
                            <a:latin typeface="Cambria Math" panose="02040503050406030204" pitchFamily="18" charset="0"/>
                          </a:rPr>
                          <m:t>𝟏</m:t>
                        </m:r>
                      </m:sub>
                    </m:sSub>
                    <m:r>
                      <a:rPr lang="en-US" altLang="zh-CN" sz="1200" b="1" i="1">
                        <a:solidFill>
                          <a:schemeClr val="accent6">
                            <a:lumMod val="50000"/>
                          </a:schemeClr>
                        </a:solidFill>
                        <a:latin typeface="Cambria Math" panose="02040503050406030204" pitchFamily="18" charset="0"/>
                      </a:rPr>
                      <m:t>∧</m:t>
                    </m:r>
                    <m:sSub>
                      <m:sSubPr>
                        <m:ctrlPr>
                          <a:rPr lang="en-US" altLang="zh-CN" sz="1200" b="1" i="1">
                            <a:solidFill>
                              <a:schemeClr val="accent6">
                                <a:lumMod val="50000"/>
                              </a:schemeClr>
                            </a:solidFill>
                            <a:latin typeface="Cambria Math" panose="02040503050406030204" pitchFamily="18" charset="0"/>
                          </a:rPr>
                        </m:ctrlPr>
                      </m:sSubPr>
                      <m:e>
                        <m:r>
                          <a:rPr lang="en-US" altLang="zh-CN" sz="1200" b="1" i="1">
                            <a:solidFill>
                              <a:schemeClr val="accent6">
                                <a:lumMod val="50000"/>
                              </a:schemeClr>
                            </a:solidFill>
                            <a:latin typeface="Cambria Math" panose="02040503050406030204" pitchFamily="18" charset="0"/>
                          </a:rPr>
                          <m:t>𝑴</m:t>
                        </m:r>
                      </m:e>
                      <m:sub>
                        <m:r>
                          <a:rPr lang="en-US" altLang="zh-CN" sz="1200" b="1" i="1">
                            <a:solidFill>
                              <a:schemeClr val="accent6">
                                <a:lumMod val="50000"/>
                              </a:schemeClr>
                            </a:solidFill>
                            <a:latin typeface="Cambria Math" panose="02040503050406030204" pitchFamily="18" charset="0"/>
                          </a:rPr>
                          <m:t>𝟑</m:t>
                        </m:r>
                      </m:sub>
                    </m:sSub>
                  </m:oMath>
                </a14:m>
                <a:endParaRPr lang="zh-CN" altLang="en-US" sz="1200" b="1">
                  <a:solidFill>
                    <a:schemeClr val="accent6">
                      <a:lumMod val="50000"/>
                    </a:schemeClr>
                  </a:solidFill>
                </a:endParaRPr>
              </a:p>
            </p:txBody>
          </p:sp>
        </mc:Choice>
        <mc:Fallback>
          <p:sp>
            <p:nvSpPr>
              <p:cNvPr id="8" name="文本框 7"/>
              <p:cNvSpPr txBox="1">
                <a:spLocks noRot="1" noChangeAspect="1" noMove="1" noResize="1" noEditPoints="1" noAdjustHandles="1" noChangeArrowheads="1" noChangeShapeType="1" noTextEdit="1"/>
              </p:cNvSpPr>
              <p:nvPr/>
            </p:nvSpPr>
            <p:spPr>
              <a:xfrm>
                <a:off x="197693" y="3015623"/>
                <a:ext cx="7933207" cy="184785"/>
              </a:xfrm>
              <a:prstGeom prst="rect">
                <a:avLst/>
              </a:prstGeom>
              <a:blipFill rotWithShape="1">
                <a:blip r:embed="rId4"/>
                <a:stretch>
                  <a:fillRect l="-3" t="-4" r="5" b="-1580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文本框 8"/>
              <p:cNvSpPr txBox="1"/>
              <p:nvPr/>
            </p:nvSpPr>
            <p:spPr>
              <a:xfrm>
                <a:off x="197693" y="3273657"/>
                <a:ext cx="7933207" cy="184785"/>
              </a:xfrm>
              <a:prstGeom prst="rect">
                <a:avLst/>
              </a:prstGeom>
              <a:solidFill>
                <a:schemeClr val="bg1">
                  <a:lumMod val="95000"/>
                </a:schemeClr>
              </a:solidFill>
            </p:spPr>
            <p:txBody>
              <a:bodyPr wrap="square" tIns="0" bIns="0" rtlCol="0">
                <a:spAutoFit/>
              </a:bodyPr>
              <a:lstStyle/>
              <a:p>
                <a:r>
                  <a:rPr lang="zh-CN" altLang="en-US" sz="1200" b="1">
                    <a:solidFill>
                      <a:schemeClr val="accent6">
                        <a:lumMod val="50000"/>
                      </a:schemeClr>
                    </a:solidFill>
                  </a:rPr>
                  <a:t>扩展简单析取式</a:t>
                </a:r>
                <a14:m>
                  <m:oMath xmlns:m="http://schemas.openxmlformats.org/officeDocument/2006/math">
                    <m:d>
                      <m:dPr>
                        <m:ctrlPr>
                          <a:rPr lang="en-US" altLang="zh-CN" sz="1200" b="1" i="1">
                            <a:solidFill>
                              <a:schemeClr val="accent6">
                                <a:lumMod val="50000"/>
                              </a:schemeClr>
                            </a:solidFill>
                            <a:latin typeface="Cambria Math" panose="02040503050406030204" pitchFamily="18" charset="0"/>
                          </a:rPr>
                        </m:ctrlPr>
                      </m:dPr>
                      <m:e>
                        <m:r>
                          <a:rPr lang="en-US" altLang="zh-CN" sz="1200" b="1" i="1">
                            <a:solidFill>
                              <a:schemeClr val="accent6">
                                <a:lumMod val="50000"/>
                              </a:schemeClr>
                            </a:solidFill>
                            <a:latin typeface="Cambria Math" panose="02040503050406030204" pitchFamily="18" charset="0"/>
                          </a:rPr>
                          <m:t>𝒓</m:t>
                        </m:r>
                        <m:r>
                          <a:rPr lang="en-US" altLang="zh-CN" sz="1200" b="1" i="1">
                            <a:solidFill>
                              <a:schemeClr val="accent6">
                                <a:lumMod val="50000"/>
                              </a:schemeClr>
                            </a:solidFill>
                            <a:latin typeface="Cambria Math" panose="02040503050406030204" pitchFamily="18" charset="0"/>
                          </a:rPr>
                          <m:t>∨</m:t>
                        </m:r>
                        <m:r>
                          <a:rPr lang="en-US" altLang="zh-CN" sz="1200" b="1" i="1">
                            <a:solidFill>
                              <a:schemeClr val="accent6">
                                <a:lumMod val="50000"/>
                              </a:schemeClr>
                            </a:solidFill>
                            <a:latin typeface="Cambria Math" panose="02040503050406030204" pitchFamily="18" charset="0"/>
                          </a:rPr>
                          <m:t>𝒒</m:t>
                        </m:r>
                      </m:e>
                    </m:d>
                    <m:r>
                      <a:rPr lang="zh-CN" altLang="en-US" sz="1200" b="1" i="1">
                        <a:solidFill>
                          <a:schemeClr val="accent6">
                            <a:lumMod val="50000"/>
                          </a:schemeClr>
                        </a:solidFill>
                        <a:latin typeface="Cambria Math" panose="02040503050406030204" pitchFamily="18" charset="0"/>
                      </a:rPr>
                      <m:t>以</m:t>
                    </m:r>
                  </m:oMath>
                </a14:m>
                <a:r>
                  <a:rPr lang="zh-CN" altLang="en-US" sz="1200" b="1">
                    <a:solidFill>
                      <a:schemeClr val="accent6">
                        <a:lumMod val="50000"/>
                      </a:schemeClr>
                    </a:solidFill>
                  </a:rPr>
                  <a:t>包含变量</a:t>
                </a:r>
                <a14:m>
                  <m:oMath xmlns:m="http://schemas.openxmlformats.org/officeDocument/2006/math">
                    <m:r>
                      <a:rPr lang="en-US" altLang="zh-CN" sz="1200" b="1" i="1">
                        <a:solidFill>
                          <a:schemeClr val="accent6">
                            <a:lumMod val="50000"/>
                          </a:schemeClr>
                        </a:solidFill>
                        <a:latin typeface="Cambria Math" panose="02040503050406030204" pitchFamily="18" charset="0"/>
                      </a:rPr>
                      <m:t>𝒑</m:t>
                    </m:r>
                  </m:oMath>
                </a14:m>
                <a:r>
                  <a:rPr lang="zh-CN" altLang="en-US" sz="1200" b="1">
                    <a:solidFill>
                      <a:schemeClr val="accent6">
                        <a:lumMod val="50000"/>
                      </a:schemeClr>
                    </a:solidFill>
                  </a:rPr>
                  <a:t>：</a:t>
                </a:r>
                <a14:m>
                  <m:oMath xmlns:m="http://schemas.openxmlformats.org/officeDocument/2006/math">
                    <m:d>
                      <m:dPr>
                        <m:ctrlPr>
                          <a:rPr lang="en-US" altLang="zh-CN" sz="1200" b="1" i="1">
                            <a:solidFill>
                              <a:schemeClr val="accent6">
                                <a:lumMod val="50000"/>
                              </a:schemeClr>
                            </a:solidFill>
                            <a:latin typeface="Cambria Math" panose="02040503050406030204" pitchFamily="18" charset="0"/>
                          </a:rPr>
                        </m:ctrlPr>
                      </m:dPr>
                      <m:e>
                        <m:r>
                          <a:rPr lang="en-US" altLang="zh-CN" sz="1200" b="1" i="1">
                            <a:solidFill>
                              <a:schemeClr val="accent6">
                                <a:lumMod val="50000"/>
                              </a:schemeClr>
                            </a:solidFill>
                            <a:latin typeface="Cambria Math" panose="02040503050406030204" pitchFamily="18" charset="0"/>
                          </a:rPr>
                          <m:t>¬</m:t>
                        </m:r>
                        <m:r>
                          <a:rPr lang="en-US" altLang="zh-CN" sz="1200" b="1" i="1">
                            <a:solidFill>
                              <a:schemeClr val="accent6">
                                <a:lumMod val="50000"/>
                              </a:schemeClr>
                            </a:solidFill>
                            <a:latin typeface="Cambria Math" panose="02040503050406030204" pitchFamily="18" charset="0"/>
                          </a:rPr>
                          <m:t>𝒓</m:t>
                        </m:r>
                        <m:r>
                          <a:rPr lang="en-US" altLang="zh-CN" sz="1200" b="1" i="1">
                            <a:solidFill>
                              <a:schemeClr val="accent6">
                                <a:lumMod val="50000"/>
                              </a:schemeClr>
                            </a:solidFill>
                            <a:latin typeface="Cambria Math" panose="02040503050406030204" pitchFamily="18" charset="0"/>
                          </a:rPr>
                          <m:t>∨</m:t>
                        </m:r>
                        <m:r>
                          <a:rPr lang="en-US" altLang="zh-CN" sz="1200" b="1" i="1">
                            <a:solidFill>
                              <a:schemeClr val="accent6">
                                <a:lumMod val="50000"/>
                              </a:schemeClr>
                            </a:solidFill>
                            <a:latin typeface="Cambria Math" panose="02040503050406030204" pitchFamily="18" charset="0"/>
                          </a:rPr>
                          <m:t>𝒒</m:t>
                        </m:r>
                      </m:e>
                    </m:d>
                    <m:r>
                      <a:rPr lang="en-US" altLang="zh-CN" sz="1200" b="1" i="1">
                        <a:solidFill>
                          <a:schemeClr val="accent6">
                            <a:lumMod val="50000"/>
                          </a:schemeClr>
                        </a:solidFill>
                        <a:latin typeface="Cambria Math" panose="02040503050406030204" pitchFamily="18" charset="0"/>
                      </a:rPr>
                      <m:t>≡</m:t>
                    </m:r>
                    <m:d>
                      <m:dPr>
                        <m:ctrlPr>
                          <a:rPr lang="en-US" altLang="zh-CN" sz="1200" b="1" i="1">
                            <a:solidFill>
                              <a:schemeClr val="accent6">
                                <a:lumMod val="50000"/>
                              </a:schemeClr>
                            </a:solidFill>
                            <a:latin typeface="Cambria Math" panose="02040503050406030204" pitchFamily="18" charset="0"/>
                          </a:rPr>
                        </m:ctrlPr>
                      </m:dPr>
                      <m:e>
                        <m:r>
                          <a:rPr lang="en-US" altLang="zh-CN" sz="1200" b="1" i="1">
                            <a:solidFill>
                              <a:schemeClr val="accent6">
                                <a:lumMod val="50000"/>
                              </a:schemeClr>
                            </a:solidFill>
                            <a:latin typeface="Cambria Math" panose="02040503050406030204" pitchFamily="18" charset="0"/>
                          </a:rPr>
                          <m:t>𝒒</m:t>
                        </m:r>
                        <m:r>
                          <a:rPr lang="en-US" altLang="zh-CN" sz="1200" b="1" i="1">
                            <a:solidFill>
                              <a:schemeClr val="accent6">
                                <a:lumMod val="50000"/>
                              </a:schemeClr>
                            </a:solidFill>
                            <a:latin typeface="Cambria Math" panose="02040503050406030204" pitchFamily="18" charset="0"/>
                          </a:rPr>
                          <m:t>∨¬</m:t>
                        </m:r>
                        <m:r>
                          <a:rPr lang="en-US" altLang="zh-CN" sz="1200" b="1" i="1">
                            <a:solidFill>
                              <a:schemeClr val="accent6">
                                <a:lumMod val="50000"/>
                              </a:schemeClr>
                            </a:solidFill>
                            <a:latin typeface="Cambria Math" panose="02040503050406030204" pitchFamily="18" charset="0"/>
                          </a:rPr>
                          <m:t>𝒓</m:t>
                        </m:r>
                      </m:e>
                    </m:d>
                    <m:r>
                      <a:rPr lang="en-US" altLang="zh-CN" sz="1200" b="1" i="1">
                        <a:solidFill>
                          <a:schemeClr val="accent6">
                            <a:lumMod val="50000"/>
                          </a:schemeClr>
                        </a:solidFill>
                        <a:latin typeface="Cambria Math" panose="02040503050406030204" pitchFamily="18" charset="0"/>
                      </a:rPr>
                      <m:t>∧</m:t>
                    </m:r>
                    <m:d>
                      <m:dPr>
                        <m:ctrlPr>
                          <a:rPr lang="en-US" altLang="zh-CN" sz="1200" b="1" i="1">
                            <a:solidFill>
                              <a:schemeClr val="accent6">
                                <a:lumMod val="50000"/>
                              </a:schemeClr>
                            </a:solidFill>
                            <a:latin typeface="Cambria Math" panose="02040503050406030204" pitchFamily="18" charset="0"/>
                          </a:rPr>
                        </m:ctrlPr>
                      </m:dPr>
                      <m:e>
                        <m:r>
                          <a:rPr lang="en-US" altLang="zh-CN" sz="1200" b="1" i="1">
                            <a:solidFill>
                              <a:schemeClr val="accent6">
                                <a:lumMod val="50000"/>
                              </a:schemeClr>
                            </a:solidFill>
                            <a:latin typeface="Cambria Math" panose="02040503050406030204" pitchFamily="18" charset="0"/>
                          </a:rPr>
                          <m:t>𝒑</m:t>
                        </m:r>
                        <m:r>
                          <a:rPr lang="en-US" altLang="zh-CN" sz="1200" b="1" i="1">
                            <a:solidFill>
                              <a:schemeClr val="accent6">
                                <a:lumMod val="50000"/>
                              </a:schemeClr>
                            </a:solidFill>
                            <a:latin typeface="Cambria Math" panose="02040503050406030204" pitchFamily="18" charset="0"/>
                          </a:rPr>
                          <m:t>∨¬</m:t>
                        </m:r>
                        <m:r>
                          <a:rPr lang="en-US" altLang="zh-CN" sz="1200" b="1" i="1">
                            <a:solidFill>
                              <a:schemeClr val="accent6">
                                <a:lumMod val="50000"/>
                              </a:schemeClr>
                            </a:solidFill>
                            <a:latin typeface="Cambria Math" panose="02040503050406030204" pitchFamily="18" charset="0"/>
                          </a:rPr>
                          <m:t>𝒑</m:t>
                        </m:r>
                      </m:e>
                    </m:d>
                    <m:r>
                      <a:rPr lang="en-US" altLang="zh-CN" sz="1200" b="1" i="1">
                        <a:solidFill>
                          <a:schemeClr val="accent6">
                            <a:lumMod val="50000"/>
                          </a:schemeClr>
                        </a:solidFill>
                        <a:latin typeface="Cambria Math" panose="02040503050406030204" pitchFamily="18" charset="0"/>
                      </a:rPr>
                      <m:t>≡</m:t>
                    </m:r>
                    <m:d>
                      <m:dPr>
                        <m:ctrlPr>
                          <a:rPr lang="en-US" altLang="zh-CN" sz="1200" b="1" i="1">
                            <a:solidFill>
                              <a:schemeClr val="accent6">
                                <a:lumMod val="50000"/>
                              </a:schemeClr>
                            </a:solidFill>
                            <a:latin typeface="Cambria Math" panose="02040503050406030204" pitchFamily="18" charset="0"/>
                          </a:rPr>
                        </m:ctrlPr>
                      </m:dPr>
                      <m:e>
                        <m:r>
                          <a:rPr lang="en-US" altLang="zh-CN" sz="1200" b="1" i="1">
                            <a:solidFill>
                              <a:schemeClr val="accent6">
                                <a:lumMod val="50000"/>
                              </a:schemeClr>
                            </a:solidFill>
                            <a:latin typeface="Cambria Math" panose="02040503050406030204" pitchFamily="18" charset="0"/>
                          </a:rPr>
                          <m:t>𝒑</m:t>
                        </m:r>
                        <m:r>
                          <a:rPr lang="en-US" altLang="zh-CN" sz="1200" b="1" i="1">
                            <a:solidFill>
                              <a:schemeClr val="accent6">
                                <a:lumMod val="50000"/>
                              </a:schemeClr>
                            </a:solidFill>
                            <a:latin typeface="Cambria Math" panose="02040503050406030204" pitchFamily="18" charset="0"/>
                          </a:rPr>
                          <m:t>∨</m:t>
                        </m:r>
                        <m:r>
                          <a:rPr lang="en-US" altLang="zh-CN" sz="1200" b="1" i="1">
                            <a:solidFill>
                              <a:schemeClr val="accent6">
                                <a:lumMod val="50000"/>
                              </a:schemeClr>
                            </a:solidFill>
                            <a:latin typeface="Cambria Math" panose="02040503050406030204" pitchFamily="18" charset="0"/>
                          </a:rPr>
                          <m:t>𝒒</m:t>
                        </m:r>
                        <m:r>
                          <a:rPr lang="en-US" altLang="zh-CN" sz="1200" b="1" i="1">
                            <a:solidFill>
                              <a:schemeClr val="accent6">
                                <a:lumMod val="50000"/>
                              </a:schemeClr>
                            </a:solidFill>
                            <a:latin typeface="Cambria Math" panose="02040503050406030204" pitchFamily="18" charset="0"/>
                          </a:rPr>
                          <m:t>∨¬</m:t>
                        </m:r>
                        <m:r>
                          <a:rPr lang="en-US" altLang="zh-CN" sz="1200" b="1" i="1">
                            <a:solidFill>
                              <a:schemeClr val="accent6">
                                <a:lumMod val="50000"/>
                              </a:schemeClr>
                            </a:solidFill>
                            <a:latin typeface="Cambria Math" panose="02040503050406030204" pitchFamily="18" charset="0"/>
                          </a:rPr>
                          <m:t>𝒓</m:t>
                        </m:r>
                      </m:e>
                    </m:d>
                    <m:r>
                      <a:rPr lang="en-US" altLang="zh-CN" sz="1200" b="1" i="1">
                        <a:solidFill>
                          <a:schemeClr val="accent6">
                            <a:lumMod val="50000"/>
                          </a:schemeClr>
                        </a:solidFill>
                        <a:latin typeface="Cambria Math" panose="02040503050406030204" pitchFamily="18" charset="0"/>
                      </a:rPr>
                      <m:t>∧(¬</m:t>
                    </m:r>
                    <m:r>
                      <a:rPr lang="en-US" altLang="zh-CN" sz="1200" b="1" i="1">
                        <a:solidFill>
                          <a:schemeClr val="accent6">
                            <a:lumMod val="50000"/>
                          </a:schemeClr>
                        </a:solidFill>
                        <a:latin typeface="Cambria Math" panose="02040503050406030204" pitchFamily="18" charset="0"/>
                      </a:rPr>
                      <m:t>𝒑</m:t>
                    </m:r>
                    <m:r>
                      <a:rPr lang="en-US" altLang="zh-CN" sz="1200" b="1" i="1">
                        <a:solidFill>
                          <a:schemeClr val="accent6">
                            <a:lumMod val="50000"/>
                          </a:schemeClr>
                        </a:solidFill>
                        <a:latin typeface="Cambria Math" panose="02040503050406030204" pitchFamily="18" charset="0"/>
                      </a:rPr>
                      <m:t>∨</m:t>
                    </m:r>
                    <m:r>
                      <a:rPr lang="en-US" altLang="zh-CN" sz="1200" b="1" i="1">
                        <a:solidFill>
                          <a:schemeClr val="accent6">
                            <a:lumMod val="50000"/>
                          </a:schemeClr>
                        </a:solidFill>
                        <a:latin typeface="Cambria Math" panose="02040503050406030204" pitchFamily="18" charset="0"/>
                      </a:rPr>
                      <m:t>𝒒</m:t>
                    </m:r>
                    <m:r>
                      <a:rPr lang="en-US" altLang="zh-CN" sz="1200" b="1" i="1">
                        <a:solidFill>
                          <a:schemeClr val="accent6">
                            <a:lumMod val="50000"/>
                          </a:schemeClr>
                        </a:solidFill>
                        <a:latin typeface="Cambria Math" panose="02040503050406030204" pitchFamily="18" charset="0"/>
                      </a:rPr>
                      <m:t>∨¬</m:t>
                    </m:r>
                    <m:r>
                      <a:rPr lang="en-US" altLang="zh-CN" sz="1200" b="1" i="1">
                        <a:solidFill>
                          <a:schemeClr val="accent6">
                            <a:lumMod val="50000"/>
                          </a:schemeClr>
                        </a:solidFill>
                        <a:latin typeface="Cambria Math" panose="02040503050406030204" pitchFamily="18" charset="0"/>
                      </a:rPr>
                      <m:t>𝒓</m:t>
                    </m:r>
                    <m:r>
                      <a:rPr lang="en-US" altLang="zh-CN" sz="1200" b="1" i="1">
                        <a:solidFill>
                          <a:schemeClr val="accent6">
                            <a:lumMod val="50000"/>
                          </a:schemeClr>
                        </a:solidFill>
                        <a:latin typeface="Cambria Math" panose="02040503050406030204" pitchFamily="18" charset="0"/>
                      </a:rPr>
                      <m:t>)≡</m:t>
                    </m:r>
                    <m:sSub>
                      <m:sSubPr>
                        <m:ctrlPr>
                          <a:rPr lang="en-US" altLang="zh-CN" sz="1200" b="1" i="1">
                            <a:solidFill>
                              <a:schemeClr val="accent6">
                                <a:lumMod val="50000"/>
                              </a:schemeClr>
                            </a:solidFill>
                            <a:latin typeface="Cambria Math" panose="02040503050406030204" pitchFamily="18" charset="0"/>
                          </a:rPr>
                        </m:ctrlPr>
                      </m:sSubPr>
                      <m:e>
                        <m:r>
                          <a:rPr lang="en-US" altLang="zh-CN" sz="1200" b="1" i="1">
                            <a:solidFill>
                              <a:schemeClr val="accent6">
                                <a:lumMod val="50000"/>
                              </a:schemeClr>
                            </a:solidFill>
                            <a:latin typeface="Cambria Math" panose="02040503050406030204" pitchFamily="18" charset="0"/>
                          </a:rPr>
                          <m:t>𝑴</m:t>
                        </m:r>
                      </m:e>
                      <m:sub>
                        <m:r>
                          <a:rPr lang="en-US" altLang="zh-CN" sz="1200" b="1" i="1">
                            <a:solidFill>
                              <a:schemeClr val="accent6">
                                <a:lumMod val="50000"/>
                              </a:schemeClr>
                            </a:solidFill>
                            <a:latin typeface="Cambria Math" panose="02040503050406030204" pitchFamily="18" charset="0"/>
                          </a:rPr>
                          <m:t>𝟏</m:t>
                        </m:r>
                      </m:sub>
                    </m:sSub>
                    <m:r>
                      <a:rPr lang="en-US" altLang="zh-CN" sz="1200" b="1" i="1">
                        <a:solidFill>
                          <a:schemeClr val="accent6">
                            <a:lumMod val="50000"/>
                          </a:schemeClr>
                        </a:solidFill>
                        <a:latin typeface="Cambria Math" panose="02040503050406030204" pitchFamily="18" charset="0"/>
                      </a:rPr>
                      <m:t>∧</m:t>
                    </m:r>
                    <m:sSub>
                      <m:sSubPr>
                        <m:ctrlPr>
                          <a:rPr lang="en-US" altLang="zh-CN" sz="1200" b="1" i="1">
                            <a:solidFill>
                              <a:schemeClr val="accent6">
                                <a:lumMod val="50000"/>
                              </a:schemeClr>
                            </a:solidFill>
                            <a:latin typeface="Cambria Math" panose="02040503050406030204" pitchFamily="18" charset="0"/>
                          </a:rPr>
                        </m:ctrlPr>
                      </m:sSubPr>
                      <m:e>
                        <m:r>
                          <a:rPr lang="en-US" altLang="zh-CN" sz="1200" b="1" i="1">
                            <a:solidFill>
                              <a:schemeClr val="accent6">
                                <a:lumMod val="50000"/>
                              </a:schemeClr>
                            </a:solidFill>
                            <a:latin typeface="Cambria Math" panose="02040503050406030204" pitchFamily="18" charset="0"/>
                          </a:rPr>
                          <m:t>𝑴</m:t>
                        </m:r>
                      </m:e>
                      <m:sub>
                        <m:r>
                          <a:rPr lang="en-US" altLang="zh-CN" sz="1200" b="1" i="1">
                            <a:solidFill>
                              <a:schemeClr val="accent6">
                                <a:lumMod val="50000"/>
                              </a:schemeClr>
                            </a:solidFill>
                            <a:latin typeface="Cambria Math" panose="02040503050406030204" pitchFamily="18" charset="0"/>
                          </a:rPr>
                          <m:t>𝟓</m:t>
                        </m:r>
                      </m:sub>
                    </m:sSub>
                  </m:oMath>
                </a14:m>
                <a:endParaRPr lang="zh-CN" altLang="en-US" sz="1200" b="1">
                  <a:solidFill>
                    <a:schemeClr val="accent6">
                      <a:lumMod val="50000"/>
                    </a:schemeClr>
                  </a:solidFill>
                </a:endParaRPr>
              </a:p>
            </p:txBody>
          </p:sp>
        </mc:Choice>
        <mc:Fallback>
          <p:sp>
            <p:nvSpPr>
              <p:cNvPr id="9" name="文本框 8"/>
              <p:cNvSpPr txBox="1">
                <a:spLocks noRot="1" noChangeAspect="1" noMove="1" noResize="1" noEditPoints="1" noAdjustHandles="1" noChangeArrowheads="1" noChangeShapeType="1" noTextEdit="1"/>
              </p:cNvSpPr>
              <p:nvPr/>
            </p:nvSpPr>
            <p:spPr>
              <a:xfrm>
                <a:off x="197693" y="3273657"/>
                <a:ext cx="7933207" cy="184785"/>
              </a:xfrm>
              <a:prstGeom prst="rect">
                <a:avLst/>
              </a:prstGeom>
              <a:blipFill rotWithShape="1">
                <a:blip r:embed="rId5"/>
                <a:stretch>
                  <a:fillRect l="-3" t="-126" r="5" b="-15682"/>
                </a:stretch>
              </a:blipFill>
            </p:spPr>
            <p:txBody>
              <a:bodyPr/>
              <a:lstStyle/>
              <a:p>
                <a:r>
                  <a:rPr lang="zh-CN" altLang="en-US">
                    <a:noFill/>
                  </a:rPr>
                  <a:t> </a:t>
                </a:r>
              </a:p>
            </p:txBody>
          </p:sp>
        </mc:Fallback>
      </mc:AlternateContent>
      <p:grpSp>
        <p:nvGrpSpPr>
          <p:cNvPr id="11" name="组合 10"/>
          <p:cNvGrpSpPr/>
          <p:nvPr/>
        </p:nvGrpSpPr>
        <p:grpSpPr>
          <a:xfrm>
            <a:off x="201682" y="4108744"/>
            <a:ext cx="3081763" cy="398145"/>
            <a:chOff x="545784" y="5305608"/>
            <a:chExt cx="4109017" cy="530860"/>
          </a:xfrm>
        </p:grpSpPr>
        <p:grpSp>
          <p:nvGrpSpPr>
            <p:cNvPr id="30" name="组合 29"/>
            <p:cNvGrpSpPr/>
            <p:nvPr/>
          </p:nvGrpSpPr>
          <p:grpSpPr>
            <a:xfrm>
              <a:off x="545784" y="5305608"/>
              <a:ext cx="4109017" cy="530860"/>
              <a:chOff x="545784" y="5251203"/>
              <a:chExt cx="4109017" cy="530860"/>
            </a:xfrm>
          </p:grpSpPr>
          <mc:AlternateContent xmlns:mc="http://schemas.openxmlformats.org/markup-compatibility/2006">
            <mc:Choice xmlns:a14="http://schemas.microsoft.com/office/drawing/2010/main" Requires="a14">
              <p:sp>
                <p:nvSpPr>
                  <p:cNvPr id="32" name="文本框 31"/>
                  <p:cNvSpPr txBox="1"/>
                  <p:nvPr/>
                </p:nvSpPr>
                <p:spPr>
                  <a:xfrm>
                    <a:off x="545784" y="5344450"/>
                    <a:ext cx="2447396" cy="287020"/>
                  </a:xfrm>
                  <a:prstGeom prst="rect">
                    <a:avLst/>
                  </a:prstGeom>
                  <a:solidFill>
                    <a:schemeClr val="accent4">
                      <a:lumMod val="20000"/>
                      <a:lumOff val="80000"/>
                    </a:schemeClr>
                  </a:solidFill>
                </p:spPr>
                <p:txBody>
                  <a:bodyPr wrap="square" tIns="0" bIns="0" rtlCol="0">
                    <a:spAutoFit/>
                  </a:bodyPr>
                  <a:lstStyle/>
                  <a:p>
                    <a14:m>
                      <m:oMath xmlns:m="http://schemas.openxmlformats.org/officeDocument/2006/math">
                        <m:d>
                          <m:dPr>
                            <m:ctrlPr>
                              <a:rPr lang="en-US" altLang="zh-CN" sz="1400" b="1" i="1">
                                <a:solidFill>
                                  <a:srgbClr val="C00000"/>
                                </a:solidFill>
                                <a:latin typeface="Cambria Math" panose="02040503050406030204" pitchFamily="18" charset="0"/>
                              </a:rPr>
                            </m:ctrlPr>
                          </m:dPr>
                          <m:e>
                            <m:r>
                              <a:rPr lang="en-US" altLang="zh-CN" sz="1400" b="1" i="1">
                                <a:solidFill>
                                  <a:srgbClr val="C00000"/>
                                </a:solidFill>
                                <a:latin typeface="Cambria Math" panose="02040503050406030204" pitchFamily="18" charset="0"/>
                              </a:rPr>
                              <m:t>¬</m:t>
                            </m:r>
                            <m:r>
                              <a:rPr lang="en-US" altLang="zh-CN" sz="1400" b="1" i="1">
                                <a:solidFill>
                                  <a:srgbClr val="C00000"/>
                                </a:solidFill>
                                <a:latin typeface="Cambria Math" panose="02040503050406030204" pitchFamily="18" charset="0"/>
                              </a:rPr>
                              <m:t>𝒒</m:t>
                            </m:r>
                            <m:r>
                              <a:rPr lang="en-US" altLang="zh-CN" sz="1400" b="1" i="1">
                                <a:solidFill>
                                  <a:srgbClr val="C00000"/>
                                </a:solidFill>
                                <a:latin typeface="Cambria Math" panose="02040503050406030204" pitchFamily="18" charset="0"/>
                              </a:rPr>
                              <m:t>∨</m:t>
                            </m:r>
                            <m:r>
                              <a:rPr lang="en-US" altLang="zh-CN" sz="1400" b="1" i="1">
                                <a:solidFill>
                                  <a:srgbClr val="C00000"/>
                                </a:solidFill>
                                <a:latin typeface="Cambria Math" panose="02040503050406030204" pitchFamily="18" charset="0"/>
                              </a:rPr>
                              <m:t>𝒓</m:t>
                            </m:r>
                          </m:e>
                        </m:d>
                      </m:oMath>
                    </a14:m>
                    <a:r>
                      <a:rPr lang="zh-CN" altLang="en-US" sz="1400" b="1">
                        <a:solidFill>
                          <a:srgbClr val="C00000"/>
                        </a:solidFill>
                      </a:rPr>
                      <a:t>编码为</a:t>
                    </a:r>
                    <a:r>
                      <a:rPr lang="en-US" altLang="zh-CN" sz="1400" b="1">
                        <a:solidFill>
                          <a:srgbClr val="C00000"/>
                        </a:solidFill>
                        <a:latin typeface="Cambria Math" panose="02040503050406030204" pitchFamily="18" charset="0"/>
                        <a:ea typeface="Cambria Math" panose="02040503050406030204" pitchFamily="18" charset="0"/>
                      </a:rPr>
                      <a:t>(- 1 0)</a:t>
                    </a:r>
                    <a:endParaRPr lang="zh-CN" altLang="en-US" sz="1400" b="1">
                      <a:solidFill>
                        <a:srgbClr val="C00000"/>
                      </a:solidFill>
                      <a:latin typeface="Cambria Math" panose="02040503050406030204" pitchFamily="18" charset="0"/>
                    </a:endParaRPr>
                  </a:p>
                </p:txBody>
              </p:sp>
            </mc:Choice>
            <mc:Fallback>
              <p:sp>
                <p:nvSpPr>
                  <p:cNvPr id="32" name="文本框 31"/>
                  <p:cNvSpPr txBox="1">
                    <a:spLocks noRot="1" noChangeAspect="1" noMove="1" noResize="1" noEditPoints="1" noAdjustHandles="1" noChangeArrowheads="1" noChangeShapeType="1" noTextEdit="1"/>
                  </p:cNvSpPr>
                  <p:nvPr/>
                </p:nvSpPr>
                <p:spPr>
                  <a:xfrm>
                    <a:off x="545784" y="5344450"/>
                    <a:ext cx="2447396" cy="287020"/>
                  </a:xfrm>
                  <a:prstGeom prst="rect">
                    <a:avLst/>
                  </a:prstGeom>
                  <a:blipFill rotWithShape="1">
                    <a:blip r:embed="rId6"/>
                  </a:blipFill>
                </p:spPr>
                <p:txBody>
                  <a:bodyPr/>
                  <a:lstStyle/>
                  <a:p>
                    <a:r>
                      <a:rPr lang="zh-CN" altLang="en-US">
                        <a:noFill/>
                      </a:rPr>
                      <a:t> </a:t>
                    </a:r>
                  </a:p>
                </p:txBody>
              </p:sp>
            </mc:Fallback>
          </mc:AlternateContent>
          <p:sp>
            <p:nvSpPr>
              <p:cNvPr id="33" name="箭头: 右 32"/>
              <p:cNvSpPr/>
              <p:nvPr/>
            </p:nvSpPr>
            <p:spPr>
              <a:xfrm>
                <a:off x="2993181" y="5450685"/>
                <a:ext cx="578900" cy="87870"/>
              </a:xfrm>
              <a:prstGeom prst="rightArrow">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p>
            </p:txBody>
          </p:sp>
          <mc:AlternateContent xmlns:mc="http://schemas.openxmlformats.org/markup-compatibility/2006">
            <mc:Choice xmlns:a14="http://schemas.microsoft.com/office/drawing/2010/main" Requires="a14">
              <p:sp>
                <p:nvSpPr>
                  <p:cNvPr id="34" name="文本框 33"/>
                  <p:cNvSpPr txBox="1"/>
                  <p:nvPr/>
                </p:nvSpPr>
                <p:spPr>
                  <a:xfrm>
                    <a:off x="3576081" y="5251203"/>
                    <a:ext cx="1078720" cy="530860"/>
                  </a:xfrm>
                  <a:prstGeom prst="rect">
                    <a:avLst/>
                  </a:prstGeom>
                  <a:solidFill>
                    <a:schemeClr val="accent2">
                      <a:lumMod val="20000"/>
                      <a:lumOff val="80000"/>
                    </a:schemeClr>
                  </a:solidFill>
                </p:spPr>
                <p:txBody>
                  <a:bodyPr wrap="square" tIns="0" bIns="0" rtlCol="0">
                    <a:spAutoFit/>
                  </a:bodyPr>
                  <a:lstStyle/>
                  <a:p>
                    <a:pPr>
                      <a:spcAft>
                        <a:spcPts val="225"/>
                      </a:spcAft>
                    </a:pPr>
                    <a:r>
                      <a:rPr lang="en-US" altLang="zh-CN" sz="1200" b="1">
                        <a:solidFill>
                          <a:srgbClr val="C00000"/>
                        </a:solidFill>
                        <a:latin typeface="Cambria Math" panose="02040503050406030204" pitchFamily="18" charset="0"/>
                        <a:ea typeface="Cambria Math" panose="02040503050406030204" pitchFamily="18" charset="0"/>
                      </a:rPr>
                      <a:t>0</a:t>
                    </a:r>
                    <a:r>
                      <a:rPr lang="en-US" altLang="zh-CN" sz="1200" b="1">
                        <a:solidFill>
                          <a:srgbClr val="002060"/>
                        </a:solidFill>
                        <a:latin typeface="Cambria Math" panose="02040503050406030204" pitchFamily="18" charset="0"/>
                        <a:ea typeface="Cambria Math" panose="02040503050406030204" pitchFamily="18" charset="0"/>
                      </a:rPr>
                      <a:t>10</a:t>
                    </a:r>
                    <a:r>
                      <a:rPr lang="en-US" altLang="zh-CN" sz="1200" b="1">
                        <a:solidFill>
                          <a:srgbClr val="C00000"/>
                        </a:solidFill>
                        <a:latin typeface="Cambria Math" panose="02040503050406030204" pitchFamily="18" charset="0"/>
                        <a:ea typeface="Cambria Math" panose="02040503050406030204" pitchFamily="18" charset="0"/>
                      </a:rPr>
                      <a:t> : </a:t>
                    </a:r>
                    <a14:m>
                      <m:oMath xmlns:m="http://schemas.openxmlformats.org/officeDocument/2006/math">
                        <m:sSub>
                          <m:sSubPr>
                            <m:ctrlPr>
                              <a:rPr lang="en-US" altLang="zh-CN" sz="1200" b="1" i="1">
                                <a:solidFill>
                                  <a:srgbClr val="C00000"/>
                                </a:solidFill>
                                <a:latin typeface="Cambria Math" panose="02040503050406030204" pitchFamily="18" charset="0"/>
                              </a:rPr>
                            </m:ctrlPr>
                          </m:sSubPr>
                          <m:e>
                            <m:r>
                              <a:rPr lang="en-US" altLang="zh-CN" sz="1200" b="1" i="1">
                                <a:solidFill>
                                  <a:srgbClr val="C00000"/>
                                </a:solidFill>
                                <a:latin typeface="Cambria Math" panose="02040503050406030204" pitchFamily="18" charset="0"/>
                              </a:rPr>
                              <m:t>𝑴</m:t>
                            </m:r>
                          </m:e>
                          <m:sub>
                            <m:r>
                              <a:rPr lang="en-US" altLang="zh-CN" sz="1200" b="1" i="1">
                                <a:solidFill>
                                  <a:srgbClr val="C00000"/>
                                </a:solidFill>
                                <a:latin typeface="Cambria Math" panose="02040503050406030204" pitchFamily="18" charset="0"/>
                              </a:rPr>
                              <m:t>𝟐</m:t>
                            </m:r>
                          </m:sub>
                        </m:sSub>
                      </m:oMath>
                    </a14:m>
                    <a:endParaRPr lang="en-US" altLang="zh-CN" sz="1200" b="1">
                      <a:solidFill>
                        <a:srgbClr val="C00000"/>
                      </a:solidFill>
                    </a:endParaRPr>
                  </a:p>
                  <a:p>
                    <a:pPr>
                      <a:spcAft>
                        <a:spcPts val="225"/>
                      </a:spcAft>
                    </a:pPr>
                    <a:r>
                      <a:rPr lang="en-US" altLang="zh-CN" sz="1200" b="1">
                        <a:solidFill>
                          <a:srgbClr val="C00000"/>
                        </a:solidFill>
                        <a:latin typeface="Cambria Math" panose="02040503050406030204" pitchFamily="18" charset="0"/>
                        <a:ea typeface="Cambria Math" panose="02040503050406030204" pitchFamily="18" charset="0"/>
                      </a:rPr>
                      <a:t>1</a:t>
                    </a:r>
                    <a:r>
                      <a:rPr lang="en-US" altLang="zh-CN" sz="1200" b="1">
                        <a:solidFill>
                          <a:srgbClr val="002060"/>
                        </a:solidFill>
                        <a:latin typeface="Cambria Math" panose="02040503050406030204" pitchFamily="18" charset="0"/>
                        <a:ea typeface="Cambria Math" panose="02040503050406030204" pitchFamily="18" charset="0"/>
                      </a:rPr>
                      <a:t>10</a:t>
                    </a:r>
                    <a:r>
                      <a:rPr lang="en-US" altLang="zh-CN" sz="1200" b="1">
                        <a:solidFill>
                          <a:srgbClr val="C00000"/>
                        </a:solidFill>
                        <a:latin typeface="Cambria Math" panose="02040503050406030204" pitchFamily="18" charset="0"/>
                        <a:ea typeface="Cambria Math" panose="02040503050406030204" pitchFamily="18" charset="0"/>
                      </a:rPr>
                      <a:t> : </a:t>
                    </a:r>
                    <a14:m>
                      <m:oMath xmlns:m="http://schemas.openxmlformats.org/officeDocument/2006/math">
                        <m:sSub>
                          <m:sSubPr>
                            <m:ctrlPr>
                              <a:rPr lang="en-US" altLang="zh-CN" sz="1200" b="1" i="1">
                                <a:solidFill>
                                  <a:srgbClr val="C00000"/>
                                </a:solidFill>
                                <a:latin typeface="Cambria Math" panose="02040503050406030204" pitchFamily="18" charset="0"/>
                              </a:rPr>
                            </m:ctrlPr>
                          </m:sSubPr>
                          <m:e>
                            <m:r>
                              <a:rPr lang="en-US" altLang="zh-CN" sz="1200" b="1" i="1">
                                <a:solidFill>
                                  <a:srgbClr val="C00000"/>
                                </a:solidFill>
                                <a:latin typeface="Cambria Math" panose="02040503050406030204" pitchFamily="18" charset="0"/>
                              </a:rPr>
                              <m:t>𝑴</m:t>
                            </m:r>
                          </m:e>
                          <m:sub>
                            <m:r>
                              <a:rPr lang="en-US" altLang="zh-CN" sz="1200" b="1" i="1">
                                <a:solidFill>
                                  <a:srgbClr val="C00000"/>
                                </a:solidFill>
                                <a:latin typeface="Cambria Math" panose="02040503050406030204" pitchFamily="18" charset="0"/>
                              </a:rPr>
                              <m:t>𝟔</m:t>
                            </m:r>
                          </m:sub>
                        </m:sSub>
                      </m:oMath>
                    </a14:m>
                    <a:endParaRPr lang="zh-CN" altLang="en-US" sz="1200" b="1">
                      <a:solidFill>
                        <a:srgbClr val="C00000"/>
                      </a:solidFill>
                    </a:endParaRPr>
                  </a:p>
                </p:txBody>
              </p:sp>
            </mc:Choice>
            <mc:Fallback>
              <p:sp>
                <p:nvSpPr>
                  <p:cNvPr id="34" name="文本框 33"/>
                  <p:cNvSpPr txBox="1">
                    <a:spLocks noRot="1" noChangeAspect="1" noMove="1" noResize="1" noEditPoints="1" noAdjustHandles="1" noChangeArrowheads="1" noChangeShapeType="1" noTextEdit="1"/>
                  </p:cNvSpPr>
                  <p:nvPr/>
                </p:nvSpPr>
                <p:spPr>
                  <a:xfrm>
                    <a:off x="3576081" y="5251203"/>
                    <a:ext cx="1078720" cy="530860"/>
                  </a:xfrm>
                  <a:prstGeom prst="rect">
                    <a:avLst/>
                  </a:prstGeom>
                  <a:blipFill rotWithShape="1">
                    <a:blip r:embed="rId7"/>
                  </a:blipFill>
                </p:spPr>
                <p:txBody>
                  <a:bodyPr/>
                  <a:lstStyle/>
                  <a:p>
                    <a:r>
                      <a:rPr lang="zh-CN" altLang="en-US">
                        <a:noFill/>
                      </a:rPr>
                      <a:t> </a:t>
                    </a:r>
                  </a:p>
                </p:txBody>
              </p:sp>
            </mc:Fallback>
          </mc:AlternateContent>
        </p:grpSp>
        <p:sp>
          <p:nvSpPr>
            <p:cNvPr id="31" name="文本框 30"/>
            <p:cNvSpPr txBox="1"/>
            <p:nvPr/>
          </p:nvSpPr>
          <p:spPr>
            <a:xfrm>
              <a:off x="2993181" y="5576997"/>
              <a:ext cx="637943" cy="215053"/>
            </a:xfrm>
            <a:prstGeom prst="rect">
              <a:avLst/>
            </a:prstGeom>
            <a:noFill/>
          </p:spPr>
          <p:txBody>
            <a:bodyPr wrap="square" tIns="0" bIns="0" rtlCol="0">
              <a:spAutoFit/>
            </a:bodyPr>
            <a:lstStyle/>
            <a:p>
              <a:r>
                <a:rPr lang="zh-CN" altLang="en-US" sz="1050" b="1">
                  <a:solidFill>
                    <a:schemeClr val="accent2">
                      <a:lumMod val="50000"/>
                    </a:schemeClr>
                  </a:solidFill>
                  <a:latin typeface="楷体" panose="02010609060101010101" pitchFamily="49" charset="-122"/>
                  <a:ea typeface="楷体" panose="02010609060101010101" pitchFamily="49" charset="-122"/>
                </a:rPr>
                <a:t>扩展</a:t>
              </a:r>
              <a:endParaRPr lang="zh-CN" altLang="en-US" sz="1050" b="1">
                <a:solidFill>
                  <a:schemeClr val="accent2">
                    <a:lumMod val="50000"/>
                  </a:schemeClr>
                </a:solidFill>
                <a:latin typeface="楷体" panose="02010609060101010101" pitchFamily="49" charset="-122"/>
                <a:ea typeface="楷体" panose="02010609060101010101" pitchFamily="49" charset="-122"/>
              </a:endParaRPr>
            </a:p>
          </p:txBody>
        </p:sp>
      </p:grpSp>
      <mc:AlternateContent xmlns:mc="http://schemas.openxmlformats.org/markup-compatibility/2006">
        <mc:Choice xmlns:a14="http://schemas.microsoft.com/office/drawing/2010/main" Requires="a14">
          <p:sp>
            <p:nvSpPr>
              <p:cNvPr id="27" name="文本框 26"/>
              <p:cNvSpPr txBox="1"/>
              <p:nvPr/>
            </p:nvSpPr>
            <p:spPr>
              <a:xfrm>
                <a:off x="268336" y="3726649"/>
                <a:ext cx="1768893" cy="215265"/>
              </a:xfrm>
              <a:prstGeom prst="rect">
                <a:avLst/>
              </a:prstGeom>
              <a:solidFill>
                <a:schemeClr val="accent4">
                  <a:lumMod val="20000"/>
                  <a:lumOff val="80000"/>
                </a:schemeClr>
              </a:solidFill>
            </p:spPr>
            <p:txBody>
              <a:bodyPr wrap="square" tIns="0" bIns="0" rtlCol="0">
                <a:spAutoFit/>
              </a:bodyPr>
              <a:lstStyle/>
              <a:p>
                <a14:m>
                  <m:oMath xmlns:m="http://schemas.openxmlformats.org/officeDocument/2006/math">
                    <m:d>
                      <m:dPr>
                        <m:ctrlPr>
                          <a:rPr lang="en-US" altLang="zh-CN" sz="1400" b="1" i="1">
                            <a:solidFill>
                              <a:srgbClr val="C00000"/>
                            </a:solidFill>
                            <a:latin typeface="Cambria Math" panose="02040503050406030204" pitchFamily="18" charset="0"/>
                          </a:rPr>
                        </m:ctrlPr>
                      </m:dPr>
                      <m:e>
                        <m:r>
                          <a:rPr lang="en-US" altLang="zh-CN" sz="1400" b="1" i="1">
                            <a:solidFill>
                              <a:srgbClr val="C00000"/>
                            </a:solidFill>
                            <a:latin typeface="Cambria Math" panose="02040503050406030204" pitchFamily="18" charset="0"/>
                          </a:rPr>
                          <m:t>𝒑</m:t>
                        </m:r>
                        <m:r>
                          <a:rPr lang="en-US" altLang="zh-CN" sz="1400" b="1" i="1">
                            <a:solidFill>
                              <a:srgbClr val="C00000"/>
                            </a:solidFill>
                            <a:latin typeface="Cambria Math" panose="02040503050406030204" pitchFamily="18" charset="0"/>
                          </a:rPr>
                          <m:t>∨</m:t>
                        </m:r>
                        <m:r>
                          <a:rPr lang="en-US" altLang="zh-CN" sz="1400" b="1" i="1">
                            <a:solidFill>
                              <a:srgbClr val="C00000"/>
                            </a:solidFill>
                            <a:latin typeface="Cambria Math" panose="02040503050406030204" pitchFamily="18" charset="0"/>
                          </a:rPr>
                          <m:t>𝒓</m:t>
                        </m:r>
                      </m:e>
                    </m:d>
                  </m:oMath>
                </a14:m>
                <a:r>
                  <a:rPr lang="zh-CN" altLang="en-US" sz="1400" b="1">
                    <a:solidFill>
                      <a:srgbClr val="C00000"/>
                    </a:solidFill>
                  </a:rPr>
                  <a:t>编码为</a:t>
                </a:r>
                <a:r>
                  <a:rPr lang="en-US" altLang="zh-CN" sz="1400" b="1">
                    <a:solidFill>
                      <a:srgbClr val="C00000"/>
                    </a:solidFill>
                    <a:latin typeface="Cambria Math" panose="02040503050406030204" pitchFamily="18" charset="0"/>
                    <a:ea typeface="Cambria Math" panose="02040503050406030204" pitchFamily="18" charset="0"/>
                  </a:rPr>
                  <a:t>(0 - 0)</a:t>
                </a:r>
                <a:endParaRPr lang="zh-CN" altLang="en-US" sz="1400" b="1">
                  <a:solidFill>
                    <a:srgbClr val="C00000"/>
                  </a:solidFill>
                  <a:latin typeface="Cambria Math" panose="02040503050406030204" pitchFamily="18" charset="0"/>
                </a:endParaRPr>
              </a:p>
            </p:txBody>
          </p:sp>
        </mc:Choice>
        <mc:Fallback>
          <p:sp>
            <p:nvSpPr>
              <p:cNvPr id="27" name="文本框 26"/>
              <p:cNvSpPr txBox="1">
                <a:spLocks noRot="1" noChangeAspect="1" noMove="1" noResize="1" noEditPoints="1" noAdjustHandles="1" noChangeArrowheads="1" noChangeShapeType="1" noTextEdit="1"/>
              </p:cNvSpPr>
              <p:nvPr/>
            </p:nvSpPr>
            <p:spPr>
              <a:xfrm>
                <a:off x="268336" y="3726649"/>
                <a:ext cx="1768893" cy="215265"/>
              </a:xfrm>
              <a:prstGeom prst="rect">
                <a:avLst/>
              </a:prstGeom>
              <a:blipFill rotWithShape="1">
                <a:blip r:embed="rId8"/>
                <a:stretch>
                  <a:fillRect l="-21" t="-218" r="8" b="-15711"/>
                </a:stretch>
              </a:blipFill>
            </p:spPr>
            <p:txBody>
              <a:bodyPr/>
              <a:lstStyle/>
              <a:p>
                <a:r>
                  <a:rPr lang="zh-CN" altLang="en-US">
                    <a:noFill/>
                  </a:rPr>
                  <a:t> </a:t>
                </a:r>
              </a:p>
            </p:txBody>
          </p:sp>
        </mc:Fallback>
      </mc:AlternateContent>
      <p:sp>
        <p:nvSpPr>
          <p:cNvPr id="28" name="箭头: 右 27"/>
          <p:cNvSpPr/>
          <p:nvPr/>
        </p:nvSpPr>
        <p:spPr>
          <a:xfrm>
            <a:off x="2037230" y="3806326"/>
            <a:ext cx="434175" cy="65903"/>
          </a:xfrm>
          <a:prstGeom prst="rightArrow">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p>
        </p:txBody>
      </p:sp>
      <mc:AlternateContent xmlns:mc="http://schemas.openxmlformats.org/markup-compatibility/2006">
        <mc:Choice xmlns:a14="http://schemas.microsoft.com/office/drawing/2010/main" Requires="a14">
          <p:sp>
            <p:nvSpPr>
              <p:cNvPr id="29" name="文本框 28"/>
              <p:cNvSpPr txBox="1"/>
              <p:nvPr/>
            </p:nvSpPr>
            <p:spPr>
              <a:xfrm>
                <a:off x="2474405" y="3656714"/>
                <a:ext cx="758254" cy="398145"/>
              </a:xfrm>
              <a:prstGeom prst="rect">
                <a:avLst/>
              </a:prstGeom>
              <a:solidFill>
                <a:schemeClr val="accent2">
                  <a:lumMod val="20000"/>
                  <a:lumOff val="80000"/>
                </a:schemeClr>
              </a:solidFill>
            </p:spPr>
            <p:txBody>
              <a:bodyPr wrap="square" tIns="0" bIns="0" rtlCol="0">
                <a:spAutoFit/>
              </a:bodyPr>
              <a:lstStyle/>
              <a:p>
                <a:pPr>
                  <a:spcAft>
                    <a:spcPts val="225"/>
                  </a:spcAft>
                </a:pPr>
                <a:r>
                  <a:rPr lang="en-US" altLang="zh-CN" sz="1200" b="1">
                    <a:solidFill>
                      <a:srgbClr val="002060"/>
                    </a:solidFill>
                    <a:latin typeface="Cambria Math" panose="02040503050406030204" pitchFamily="18" charset="0"/>
                    <a:ea typeface="Cambria Math" panose="02040503050406030204" pitchFamily="18" charset="0"/>
                  </a:rPr>
                  <a:t>0</a:t>
                </a:r>
                <a:r>
                  <a:rPr lang="en-US" altLang="zh-CN" sz="1200" b="1">
                    <a:solidFill>
                      <a:srgbClr val="C00000"/>
                    </a:solidFill>
                    <a:latin typeface="Cambria Math" panose="02040503050406030204" pitchFamily="18" charset="0"/>
                    <a:ea typeface="Cambria Math" panose="02040503050406030204" pitchFamily="18" charset="0"/>
                  </a:rPr>
                  <a:t>0</a:t>
                </a:r>
                <a:r>
                  <a:rPr lang="en-US" altLang="zh-CN" sz="1200" b="1">
                    <a:solidFill>
                      <a:srgbClr val="002060"/>
                    </a:solidFill>
                    <a:latin typeface="Cambria Math" panose="02040503050406030204" pitchFamily="18" charset="0"/>
                    <a:ea typeface="Cambria Math" panose="02040503050406030204" pitchFamily="18" charset="0"/>
                  </a:rPr>
                  <a:t>0</a:t>
                </a:r>
                <a:r>
                  <a:rPr lang="en-US" altLang="zh-CN" sz="1200" b="1">
                    <a:solidFill>
                      <a:srgbClr val="C00000"/>
                    </a:solidFill>
                    <a:latin typeface="Cambria Math" panose="02040503050406030204" pitchFamily="18" charset="0"/>
                    <a:ea typeface="Cambria Math" panose="02040503050406030204" pitchFamily="18" charset="0"/>
                  </a:rPr>
                  <a:t> : </a:t>
                </a:r>
                <a14:m>
                  <m:oMath xmlns:m="http://schemas.openxmlformats.org/officeDocument/2006/math">
                    <m:sSub>
                      <m:sSubPr>
                        <m:ctrlPr>
                          <a:rPr lang="en-US" altLang="zh-CN" sz="1200" b="1" i="1">
                            <a:solidFill>
                              <a:srgbClr val="C00000"/>
                            </a:solidFill>
                            <a:latin typeface="Cambria Math" panose="02040503050406030204" pitchFamily="18" charset="0"/>
                          </a:rPr>
                        </m:ctrlPr>
                      </m:sSubPr>
                      <m:e>
                        <m:r>
                          <a:rPr lang="en-US" altLang="zh-CN" sz="1200" b="1" i="1">
                            <a:solidFill>
                              <a:srgbClr val="C00000"/>
                            </a:solidFill>
                            <a:latin typeface="Cambria Math" panose="02040503050406030204" pitchFamily="18" charset="0"/>
                          </a:rPr>
                          <m:t>𝑴</m:t>
                        </m:r>
                      </m:e>
                      <m:sub>
                        <m:r>
                          <a:rPr lang="en-US" altLang="zh-CN" sz="1200" b="1" i="1">
                            <a:solidFill>
                              <a:srgbClr val="C00000"/>
                            </a:solidFill>
                            <a:latin typeface="Cambria Math" panose="02040503050406030204" pitchFamily="18" charset="0"/>
                          </a:rPr>
                          <m:t>𝟎</m:t>
                        </m:r>
                      </m:sub>
                    </m:sSub>
                  </m:oMath>
                </a14:m>
                <a:endParaRPr lang="en-US" altLang="zh-CN" sz="1200" b="1">
                  <a:solidFill>
                    <a:srgbClr val="C00000"/>
                  </a:solidFill>
                </a:endParaRPr>
              </a:p>
              <a:p>
                <a:pPr>
                  <a:spcAft>
                    <a:spcPts val="225"/>
                  </a:spcAft>
                </a:pPr>
                <a:r>
                  <a:rPr lang="en-US" altLang="zh-CN" sz="1200" b="1">
                    <a:solidFill>
                      <a:srgbClr val="002060"/>
                    </a:solidFill>
                    <a:latin typeface="Cambria Math" panose="02040503050406030204" pitchFamily="18" charset="0"/>
                    <a:ea typeface="Cambria Math" panose="02040503050406030204" pitchFamily="18" charset="0"/>
                  </a:rPr>
                  <a:t>0</a:t>
                </a:r>
                <a:r>
                  <a:rPr lang="en-US" altLang="zh-CN" sz="1200" b="1">
                    <a:solidFill>
                      <a:srgbClr val="C00000"/>
                    </a:solidFill>
                    <a:latin typeface="Cambria Math" panose="02040503050406030204" pitchFamily="18" charset="0"/>
                    <a:ea typeface="Cambria Math" panose="02040503050406030204" pitchFamily="18" charset="0"/>
                  </a:rPr>
                  <a:t>1</a:t>
                </a:r>
                <a:r>
                  <a:rPr lang="en-US" altLang="zh-CN" sz="1200" b="1">
                    <a:solidFill>
                      <a:srgbClr val="002060"/>
                    </a:solidFill>
                    <a:latin typeface="Cambria Math" panose="02040503050406030204" pitchFamily="18" charset="0"/>
                    <a:ea typeface="Cambria Math" panose="02040503050406030204" pitchFamily="18" charset="0"/>
                  </a:rPr>
                  <a:t>0</a:t>
                </a:r>
                <a:r>
                  <a:rPr lang="en-US" altLang="zh-CN" sz="1200" b="1">
                    <a:solidFill>
                      <a:srgbClr val="C00000"/>
                    </a:solidFill>
                    <a:latin typeface="Cambria Math" panose="02040503050406030204" pitchFamily="18" charset="0"/>
                    <a:ea typeface="Cambria Math" panose="02040503050406030204" pitchFamily="18" charset="0"/>
                  </a:rPr>
                  <a:t> : </a:t>
                </a:r>
                <a14:m>
                  <m:oMath xmlns:m="http://schemas.openxmlformats.org/officeDocument/2006/math">
                    <m:sSub>
                      <m:sSubPr>
                        <m:ctrlPr>
                          <a:rPr lang="en-US" altLang="zh-CN" sz="1200" b="1" i="1">
                            <a:solidFill>
                              <a:srgbClr val="C00000"/>
                            </a:solidFill>
                            <a:latin typeface="Cambria Math" panose="02040503050406030204" pitchFamily="18" charset="0"/>
                          </a:rPr>
                        </m:ctrlPr>
                      </m:sSubPr>
                      <m:e>
                        <m:r>
                          <a:rPr lang="en-US" altLang="zh-CN" sz="1200" b="1" i="1">
                            <a:solidFill>
                              <a:srgbClr val="C00000"/>
                            </a:solidFill>
                            <a:latin typeface="Cambria Math" panose="02040503050406030204" pitchFamily="18" charset="0"/>
                          </a:rPr>
                          <m:t>𝑴</m:t>
                        </m:r>
                      </m:e>
                      <m:sub>
                        <m:r>
                          <a:rPr lang="en-US" altLang="zh-CN" sz="1200" b="1" i="1">
                            <a:solidFill>
                              <a:srgbClr val="C00000"/>
                            </a:solidFill>
                            <a:latin typeface="Cambria Math" panose="02040503050406030204" pitchFamily="18" charset="0"/>
                          </a:rPr>
                          <m:t>𝟐</m:t>
                        </m:r>
                      </m:sub>
                    </m:sSub>
                  </m:oMath>
                </a14:m>
                <a:endParaRPr lang="zh-CN" altLang="en-US" sz="1200" b="1">
                  <a:solidFill>
                    <a:srgbClr val="C00000"/>
                  </a:solidFill>
                </a:endParaRPr>
              </a:p>
            </p:txBody>
          </p:sp>
        </mc:Choice>
        <mc:Fallback>
          <p:sp>
            <p:nvSpPr>
              <p:cNvPr id="29" name="文本框 28"/>
              <p:cNvSpPr txBox="1">
                <a:spLocks noRot="1" noChangeAspect="1" noMove="1" noResize="1" noEditPoints="1" noAdjustHandles="1" noChangeArrowheads="1" noChangeShapeType="1" noTextEdit="1"/>
              </p:cNvSpPr>
              <p:nvPr/>
            </p:nvSpPr>
            <p:spPr>
              <a:xfrm>
                <a:off x="2474405" y="3656714"/>
                <a:ext cx="758254" cy="398145"/>
              </a:xfrm>
              <a:prstGeom prst="rect">
                <a:avLst/>
              </a:prstGeom>
              <a:blipFill rotWithShape="1">
                <a:blip r:embed="rId9"/>
                <a:stretch>
                  <a:fillRect l="-59" t="-96" r="67" b="-14577"/>
                </a:stretch>
              </a:blipFill>
            </p:spPr>
            <p:txBody>
              <a:bodyPr/>
              <a:lstStyle/>
              <a:p>
                <a:r>
                  <a:rPr lang="zh-CN" altLang="en-US">
                    <a:noFill/>
                  </a:rPr>
                  <a:t> </a:t>
                </a:r>
              </a:p>
            </p:txBody>
          </p:sp>
        </mc:Fallback>
      </mc:AlternateContent>
      <p:sp>
        <p:nvSpPr>
          <p:cNvPr id="26" name="文本框 25"/>
          <p:cNvSpPr txBox="1"/>
          <p:nvPr/>
        </p:nvSpPr>
        <p:spPr>
          <a:xfrm>
            <a:off x="2037230" y="3860256"/>
            <a:ext cx="478457" cy="161290"/>
          </a:xfrm>
          <a:prstGeom prst="rect">
            <a:avLst/>
          </a:prstGeom>
          <a:noFill/>
        </p:spPr>
        <p:txBody>
          <a:bodyPr wrap="square" tIns="0" bIns="0" rtlCol="0">
            <a:spAutoFit/>
          </a:bodyPr>
          <a:lstStyle/>
          <a:p>
            <a:r>
              <a:rPr lang="zh-CN" altLang="en-US" sz="1050" b="1">
                <a:solidFill>
                  <a:schemeClr val="accent2">
                    <a:lumMod val="50000"/>
                  </a:schemeClr>
                </a:solidFill>
                <a:latin typeface="楷体" panose="02010609060101010101" pitchFamily="49" charset="-122"/>
                <a:ea typeface="楷体" panose="02010609060101010101" pitchFamily="49" charset="-122"/>
              </a:rPr>
              <a:t>扩展</a:t>
            </a:r>
            <a:endParaRPr lang="zh-CN" altLang="en-US" sz="1050" b="1">
              <a:solidFill>
                <a:schemeClr val="accent2">
                  <a:lumMod val="50000"/>
                </a:schemeClr>
              </a:solidFill>
              <a:latin typeface="楷体" panose="02010609060101010101" pitchFamily="49" charset="-122"/>
              <a:ea typeface="楷体" panose="02010609060101010101" pitchFamily="49" charset="-122"/>
            </a:endParaRPr>
          </a:p>
        </p:txBody>
      </p:sp>
      <p:grpSp>
        <p:nvGrpSpPr>
          <p:cNvPr id="13" name="组合 12"/>
          <p:cNvGrpSpPr/>
          <p:nvPr/>
        </p:nvGrpSpPr>
        <p:grpSpPr>
          <a:xfrm>
            <a:off x="3469102" y="3656713"/>
            <a:ext cx="3122204" cy="410210"/>
            <a:chOff x="424149" y="5305608"/>
            <a:chExt cx="4162938" cy="546947"/>
          </a:xfrm>
        </p:grpSpPr>
        <p:grpSp>
          <p:nvGrpSpPr>
            <p:cNvPr id="20" name="组合 19"/>
            <p:cNvGrpSpPr/>
            <p:nvPr/>
          </p:nvGrpSpPr>
          <p:grpSpPr>
            <a:xfrm>
              <a:off x="424149" y="5305608"/>
              <a:ext cx="4162938" cy="530860"/>
              <a:chOff x="424149" y="5251203"/>
              <a:chExt cx="4162938" cy="530860"/>
            </a:xfrm>
          </p:grpSpPr>
          <mc:AlternateContent xmlns:mc="http://schemas.openxmlformats.org/markup-compatibility/2006">
            <mc:Choice xmlns:a14="http://schemas.microsoft.com/office/drawing/2010/main" Requires="a14">
              <p:sp>
                <p:nvSpPr>
                  <p:cNvPr id="22" name="文本框 21"/>
                  <p:cNvSpPr txBox="1"/>
                  <p:nvPr/>
                </p:nvSpPr>
                <p:spPr>
                  <a:xfrm>
                    <a:off x="424149" y="5344450"/>
                    <a:ext cx="2501318" cy="287020"/>
                  </a:xfrm>
                  <a:prstGeom prst="rect">
                    <a:avLst/>
                  </a:prstGeom>
                  <a:solidFill>
                    <a:schemeClr val="accent4">
                      <a:lumMod val="20000"/>
                      <a:lumOff val="80000"/>
                    </a:schemeClr>
                  </a:solidFill>
                </p:spPr>
                <p:txBody>
                  <a:bodyPr wrap="square" tIns="0" bIns="0" rtlCol="0">
                    <a:spAutoFit/>
                  </a:bodyPr>
                  <a:lstStyle/>
                  <a:p>
                    <a14:m>
                      <m:oMath xmlns:m="http://schemas.openxmlformats.org/officeDocument/2006/math">
                        <m:d>
                          <m:dPr>
                            <m:ctrlPr>
                              <a:rPr lang="en-US" altLang="zh-CN" sz="1400" b="1" i="1">
                                <a:solidFill>
                                  <a:srgbClr val="C00000"/>
                                </a:solidFill>
                                <a:latin typeface="Cambria Math" panose="02040503050406030204" pitchFamily="18" charset="0"/>
                              </a:rPr>
                            </m:ctrlPr>
                          </m:dPr>
                          <m:e>
                            <m:r>
                              <a:rPr lang="en-US" altLang="zh-CN" sz="1400" b="1" i="1">
                                <a:solidFill>
                                  <a:srgbClr val="C00000"/>
                                </a:solidFill>
                                <a:latin typeface="Cambria Math" panose="02040503050406030204" pitchFamily="18" charset="0"/>
                              </a:rPr>
                              <m:t>𝒑</m:t>
                            </m:r>
                            <m:r>
                              <a:rPr lang="en-US" altLang="zh-CN" sz="1400" b="1" i="1">
                                <a:solidFill>
                                  <a:srgbClr val="C00000"/>
                                </a:solidFill>
                                <a:latin typeface="Cambria Math" panose="02040503050406030204" pitchFamily="18" charset="0"/>
                              </a:rPr>
                              <m:t>∨¬</m:t>
                            </m:r>
                            <m:r>
                              <a:rPr lang="en-US" altLang="zh-CN" sz="1400" b="1" i="1">
                                <a:solidFill>
                                  <a:srgbClr val="C00000"/>
                                </a:solidFill>
                                <a:latin typeface="Cambria Math" panose="02040503050406030204" pitchFamily="18" charset="0"/>
                              </a:rPr>
                              <m:t>𝒓</m:t>
                            </m:r>
                          </m:e>
                        </m:d>
                      </m:oMath>
                    </a14:m>
                    <a:r>
                      <a:rPr lang="zh-CN" altLang="en-US" sz="1400" b="1">
                        <a:solidFill>
                          <a:srgbClr val="C00000"/>
                        </a:solidFill>
                      </a:rPr>
                      <a:t>编码为</a:t>
                    </a:r>
                    <a:r>
                      <a:rPr lang="en-US" altLang="zh-CN" sz="1400" b="1">
                        <a:solidFill>
                          <a:srgbClr val="C00000"/>
                        </a:solidFill>
                        <a:latin typeface="Cambria Math" panose="02040503050406030204" pitchFamily="18" charset="0"/>
                        <a:ea typeface="Cambria Math" panose="02040503050406030204" pitchFamily="18" charset="0"/>
                      </a:rPr>
                      <a:t>(0 - 1)</a:t>
                    </a:r>
                    <a:endParaRPr lang="zh-CN" altLang="en-US" sz="1400" b="1">
                      <a:solidFill>
                        <a:srgbClr val="C00000"/>
                      </a:solidFill>
                      <a:latin typeface="Cambria Math" panose="02040503050406030204" pitchFamily="18" charset="0"/>
                    </a:endParaRPr>
                  </a:p>
                </p:txBody>
              </p:sp>
            </mc:Choice>
            <mc:Fallback>
              <p:sp>
                <p:nvSpPr>
                  <p:cNvPr id="22" name="文本框 21"/>
                  <p:cNvSpPr txBox="1">
                    <a:spLocks noRot="1" noChangeAspect="1" noMove="1" noResize="1" noEditPoints="1" noAdjustHandles="1" noChangeArrowheads="1" noChangeShapeType="1" noTextEdit="1"/>
                  </p:cNvSpPr>
                  <p:nvPr/>
                </p:nvSpPr>
                <p:spPr>
                  <a:xfrm>
                    <a:off x="424149" y="5344450"/>
                    <a:ext cx="2501318" cy="287020"/>
                  </a:xfrm>
                  <a:prstGeom prst="rect">
                    <a:avLst/>
                  </a:prstGeom>
                  <a:blipFill rotWithShape="1">
                    <a:blip r:embed="rId10"/>
                  </a:blipFill>
                </p:spPr>
                <p:txBody>
                  <a:bodyPr/>
                  <a:lstStyle/>
                  <a:p>
                    <a:r>
                      <a:rPr lang="zh-CN" altLang="en-US">
                        <a:noFill/>
                      </a:rPr>
                      <a:t> </a:t>
                    </a:r>
                  </a:p>
                </p:txBody>
              </p:sp>
            </mc:Fallback>
          </mc:AlternateContent>
          <p:sp>
            <p:nvSpPr>
              <p:cNvPr id="23" name="箭头: 右 22"/>
              <p:cNvSpPr/>
              <p:nvPr/>
            </p:nvSpPr>
            <p:spPr>
              <a:xfrm>
                <a:off x="2951273" y="5450684"/>
                <a:ext cx="578900" cy="87869"/>
              </a:xfrm>
              <a:prstGeom prst="rightArrow">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p>
            </p:txBody>
          </p:sp>
          <mc:AlternateContent xmlns:mc="http://schemas.openxmlformats.org/markup-compatibility/2006">
            <mc:Choice xmlns:a14="http://schemas.microsoft.com/office/drawing/2010/main" Requires="a14">
              <p:sp>
                <p:nvSpPr>
                  <p:cNvPr id="24" name="文本框 23"/>
                  <p:cNvSpPr txBox="1"/>
                  <p:nvPr/>
                </p:nvSpPr>
                <p:spPr>
                  <a:xfrm>
                    <a:off x="3533905" y="5251203"/>
                    <a:ext cx="1053182" cy="530860"/>
                  </a:xfrm>
                  <a:prstGeom prst="rect">
                    <a:avLst/>
                  </a:prstGeom>
                  <a:solidFill>
                    <a:schemeClr val="accent2">
                      <a:lumMod val="20000"/>
                      <a:lumOff val="80000"/>
                    </a:schemeClr>
                  </a:solidFill>
                </p:spPr>
                <p:txBody>
                  <a:bodyPr wrap="square" tIns="0" bIns="0" rtlCol="0">
                    <a:spAutoFit/>
                  </a:bodyPr>
                  <a:lstStyle/>
                  <a:p>
                    <a:pPr>
                      <a:spcAft>
                        <a:spcPts val="225"/>
                      </a:spcAft>
                    </a:pPr>
                    <a:r>
                      <a:rPr lang="en-US" altLang="zh-CN" sz="1200" b="1">
                        <a:solidFill>
                          <a:srgbClr val="002060"/>
                        </a:solidFill>
                        <a:latin typeface="Cambria Math" panose="02040503050406030204" pitchFamily="18" charset="0"/>
                        <a:ea typeface="Cambria Math" panose="02040503050406030204" pitchFamily="18" charset="0"/>
                      </a:rPr>
                      <a:t>0</a:t>
                    </a:r>
                    <a:r>
                      <a:rPr lang="en-US" altLang="zh-CN" sz="1200" b="1">
                        <a:solidFill>
                          <a:srgbClr val="C00000"/>
                        </a:solidFill>
                        <a:latin typeface="Cambria Math" panose="02040503050406030204" pitchFamily="18" charset="0"/>
                        <a:ea typeface="Cambria Math" panose="02040503050406030204" pitchFamily="18" charset="0"/>
                      </a:rPr>
                      <a:t>0</a:t>
                    </a:r>
                    <a:r>
                      <a:rPr lang="en-US" altLang="zh-CN" sz="1200" b="1">
                        <a:solidFill>
                          <a:srgbClr val="002060"/>
                        </a:solidFill>
                        <a:latin typeface="Cambria Math" panose="02040503050406030204" pitchFamily="18" charset="0"/>
                        <a:ea typeface="Cambria Math" panose="02040503050406030204" pitchFamily="18" charset="0"/>
                      </a:rPr>
                      <a:t>1</a:t>
                    </a:r>
                    <a:r>
                      <a:rPr lang="en-US" altLang="zh-CN" sz="1200" b="1">
                        <a:solidFill>
                          <a:srgbClr val="C00000"/>
                        </a:solidFill>
                        <a:latin typeface="Cambria Math" panose="02040503050406030204" pitchFamily="18" charset="0"/>
                        <a:ea typeface="Cambria Math" panose="02040503050406030204" pitchFamily="18" charset="0"/>
                      </a:rPr>
                      <a:t> : </a:t>
                    </a:r>
                    <a14:m>
                      <m:oMath xmlns:m="http://schemas.openxmlformats.org/officeDocument/2006/math">
                        <m:sSub>
                          <m:sSubPr>
                            <m:ctrlPr>
                              <a:rPr lang="en-US" altLang="zh-CN" sz="1200" b="1" i="1">
                                <a:solidFill>
                                  <a:srgbClr val="C00000"/>
                                </a:solidFill>
                                <a:latin typeface="Cambria Math" panose="02040503050406030204" pitchFamily="18" charset="0"/>
                              </a:rPr>
                            </m:ctrlPr>
                          </m:sSubPr>
                          <m:e>
                            <m:r>
                              <a:rPr lang="en-US" altLang="zh-CN" sz="1200" b="1" i="1">
                                <a:solidFill>
                                  <a:srgbClr val="C00000"/>
                                </a:solidFill>
                                <a:latin typeface="Cambria Math" panose="02040503050406030204" pitchFamily="18" charset="0"/>
                              </a:rPr>
                              <m:t>𝑴</m:t>
                            </m:r>
                          </m:e>
                          <m:sub>
                            <m:r>
                              <a:rPr lang="en-US" altLang="zh-CN" sz="1200" b="1" i="1">
                                <a:solidFill>
                                  <a:srgbClr val="C00000"/>
                                </a:solidFill>
                                <a:latin typeface="Cambria Math" panose="02040503050406030204" pitchFamily="18" charset="0"/>
                              </a:rPr>
                              <m:t>𝟏</m:t>
                            </m:r>
                          </m:sub>
                        </m:sSub>
                      </m:oMath>
                    </a14:m>
                    <a:endParaRPr lang="en-US" altLang="zh-CN" sz="1200" b="1">
                      <a:solidFill>
                        <a:srgbClr val="C00000"/>
                      </a:solidFill>
                    </a:endParaRPr>
                  </a:p>
                  <a:p>
                    <a:pPr>
                      <a:spcAft>
                        <a:spcPts val="225"/>
                      </a:spcAft>
                    </a:pPr>
                    <a:r>
                      <a:rPr lang="en-US" altLang="zh-CN" sz="1200" b="1">
                        <a:solidFill>
                          <a:srgbClr val="002060"/>
                        </a:solidFill>
                        <a:latin typeface="Cambria Math" panose="02040503050406030204" pitchFamily="18" charset="0"/>
                        <a:ea typeface="Cambria Math" panose="02040503050406030204" pitchFamily="18" charset="0"/>
                      </a:rPr>
                      <a:t>0</a:t>
                    </a:r>
                    <a:r>
                      <a:rPr lang="en-US" altLang="zh-CN" sz="1200" b="1">
                        <a:solidFill>
                          <a:srgbClr val="C00000"/>
                        </a:solidFill>
                        <a:latin typeface="Cambria Math" panose="02040503050406030204" pitchFamily="18" charset="0"/>
                        <a:ea typeface="Cambria Math" panose="02040503050406030204" pitchFamily="18" charset="0"/>
                      </a:rPr>
                      <a:t>1</a:t>
                    </a:r>
                    <a:r>
                      <a:rPr lang="en-US" altLang="zh-CN" sz="1200" b="1">
                        <a:solidFill>
                          <a:srgbClr val="002060"/>
                        </a:solidFill>
                        <a:latin typeface="Cambria Math" panose="02040503050406030204" pitchFamily="18" charset="0"/>
                        <a:ea typeface="Cambria Math" panose="02040503050406030204" pitchFamily="18" charset="0"/>
                      </a:rPr>
                      <a:t>1</a:t>
                    </a:r>
                    <a:r>
                      <a:rPr lang="en-US" altLang="zh-CN" sz="1200" b="1">
                        <a:solidFill>
                          <a:srgbClr val="C00000"/>
                        </a:solidFill>
                        <a:latin typeface="Cambria Math" panose="02040503050406030204" pitchFamily="18" charset="0"/>
                        <a:ea typeface="Cambria Math" panose="02040503050406030204" pitchFamily="18" charset="0"/>
                      </a:rPr>
                      <a:t> : </a:t>
                    </a:r>
                    <a14:m>
                      <m:oMath xmlns:m="http://schemas.openxmlformats.org/officeDocument/2006/math">
                        <m:sSub>
                          <m:sSubPr>
                            <m:ctrlPr>
                              <a:rPr lang="en-US" altLang="zh-CN" sz="1200" b="1" i="1">
                                <a:solidFill>
                                  <a:srgbClr val="C00000"/>
                                </a:solidFill>
                                <a:latin typeface="Cambria Math" panose="02040503050406030204" pitchFamily="18" charset="0"/>
                              </a:rPr>
                            </m:ctrlPr>
                          </m:sSubPr>
                          <m:e>
                            <m:r>
                              <a:rPr lang="en-US" altLang="zh-CN" sz="1200" b="1" i="1">
                                <a:solidFill>
                                  <a:srgbClr val="C00000"/>
                                </a:solidFill>
                                <a:latin typeface="Cambria Math" panose="02040503050406030204" pitchFamily="18" charset="0"/>
                              </a:rPr>
                              <m:t>𝑴</m:t>
                            </m:r>
                          </m:e>
                          <m:sub>
                            <m:r>
                              <a:rPr lang="en-US" altLang="zh-CN" sz="1200" b="1" i="1">
                                <a:solidFill>
                                  <a:srgbClr val="C00000"/>
                                </a:solidFill>
                                <a:latin typeface="Cambria Math" panose="02040503050406030204" pitchFamily="18" charset="0"/>
                              </a:rPr>
                              <m:t>𝟑</m:t>
                            </m:r>
                          </m:sub>
                        </m:sSub>
                      </m:oMath>
                    </a14:m>
                    <a:endParaRPr lang="zh-CN" altLang="en-US" sz="1200" b="1">
                      <a:solidFill>
                        <a:srgbClr val="C00000"/>
                      </a:solidFill>
                    </a:endParaRPr>
                  </a:p>
                </p:txBody>
              </p:sp>
            </mc:Choice>
            <mc:Fallback>
              <p:sp>
                <p:nvSpPr>
                  <p:cNvPr id="24" name="文本框 23"/>
                  <p:cNvSpPr txBox="1">
                    <a:spLocks noRot="1" noChangeAspect="1" noMove="1" noResize="1" noEditPoints="1" noAdjustHandles="1" noChangeArrowheads="1" noChangeShapeType="1" noTextEdit="1"/>
                  </p:cNvSpPr>
                  <p:nvPr/>
                </p:nvSpPr>
                <p:spPr>
                  <a:xfrm>
                    <a:off x="3533905" y="5251203"/>
                    <a:ext cx="1053182" cy="530860"/>
                  </a:xfrm>
                  <a:prstGeom prst="rect">
                    <a:avLst/>
                  </a:prstGeom>
                  <a:blipFill rotWithShape="1">
                    <a:blip r:embed="rId11"/>
                  </a:blipFill>
                </p:spPr>
                <p:txBody>
                  <a:bodyPr/>
                  <a:lstStyle/>
                  <a:p>
                    <a:r>
                      <a:rPr lang="zh-CN" altLang="en-US">
                        <a:noFill/>
                      </a:rPr>
                      <a:t> </a:t>
                    </a:r>
                  </a:p>
                </p:txBody>
              </p:sp>
            </mc:Fallback>
          </mc:AlternateContent>
        </p:grpSp>
        <p:sp>
          <p:nvSpPr>
            <p:cNvPr id="21" name="文本框 20"/>
            <p:cNvSpPr txBox="1"/>
            <p:nvPr/>
          </p:nvSpPr>
          <p:spPr>
            <a:xfrm>
              <a:off x="2929435" y="5577388"/>
              <a:ext cx="843280" cy="275167"/>
            </a:xfrm>
            <a:prstGeom prst="rect">
              <a:avLst/>
            </a:prstGeom>
            <a:noFill/>
          </p:spPr>
          <p:txBody>
            <a:bodyPr wrap="square" tIns="0" bIns="0" rtlCol="0">
              <a:noAutofit/>
            </a:bodyPr>
            <a:lstStyle/>
            <a:p>
              <a:r>
                <a:rPr lang="zh-CN" altLang="en-US" sz="1050" b="1">
                  <a:solidFill>
                    <a:schemeClr val="accent2">
                      <a:lumMod val="50000"/>
                    </a:schemeClr>
                  </a:solidFill>
                  <a:latin typeface="楷体" panose="02010609060101010101" pitchFamily="49" charset="-122"/>
                  <a:ea typeface="楷体" panose="02010609060101010101" pitchFamily="49" charset="-122"/>
                </a:rPr>
                <a:t>扩展</a:t>
              </a:r>
              <a:endParaRPr lang="zh-CN" altLang="en-US" sz="1050" b="1">
                <a:solidFill>
                  <a:schemeClr val="accent2">
                    <a:lumMod val="50000"/>
                  </a:schemeClr>
                </a:solidFill>
                <a:latin typeface="楷体" panose="02010609060101010101" pitchFamily="49" charset="-122"/>
                <a:ea typeface="楷体" panose="02010609060101010101" pitchFamily="49" charset="-122"/>
              </a:endParaRPr>
            </a:p>
          </p:txBody>
        </p:sp>
      </p:grpSp>
      <p:grpSp>
        <p:nvGrpSpPr>
          <p:cNvPr id="14" name="组合 13"/>
          <p:cNvGrpSpPr/>
          <p:nvPr/>
        </p:nvGrpSpPr>
        <p:grpSpPr>
          <a:xfrm>
            <a:off x="3469005" y="4112260"/>
            <a:ext cx="3178175" cy="767080"/>
            <a:chOff x="424149" y="5305608"/>
            <a:chExt cx="4105804" cy="1022773"/>
          </a:xfrm>
        </p:grpSpPr>
        <p:grpSp>
          <p:nvGrpSpPr>
            <p:cNvPr id="15" name="组合 14"/>
            <p:cNvGrpSpPr/>
            <p:nvPr/>
          </p:nvGrpSpPr>
          <p:grpSpPr>
            <a:xfrm>
              <a:off x="424149" y="5305608"/>
              <a:ext cx="4105804" cy="1022773"/>
              <a:chOff x="424149" y="5251203"/>
              <a:chExt cx="4105804" cy="1022773"/>
            </a:xfrm>
          </p:grpSpPr>
          <mc:AlternateContent xmlns:mc="http://schemas.openxmlformats.org/markup-compatibility/2006">
            <mc:Choice xmlns:a14="http://schemas.microsoft.com/office/drawing/2010/main" Requires="a14">
              <p:sp>
                <p:nvSpPr>
                  <p:cNvPr id="17" name="文本框 16"/>
                  <p:cNvSpPr txBox="1"/>
                  <p:nvPr/>
                </p:nvSpPr>
                <p:spPr>
                  <a:xfrm>
                    <a:off x="424149" y="5344450"/>
                    <a:ext cx="2501318" cy="287020"/>
                  </a:xfrm>
                  <a:prstGeom prst="rect">
                    <a:avLst/>
                  </a:prstGeom>
                  <a:solidFill>
                    <a:schemeClr val="accent4">
                      <a:lumMod val="20000"/>
                      <a:lumOff val="80000"/>
                    </a:schemeClr>
                  </a:solidFill>
                </p:spPr>
                <p:txBody>
                  <a:bodyPr wrap="square" tIns="0" bIns="0" rtlCol="0">
                    <a:spAutoFit/>
                  </a:bodyPr>
                  <a:lstStyle/>
                  <a:p>
                    <a14:m>
                      <m:oMath xmlns:m="http://schemas.openxmlformats.org/officeDocument/2006/math">
                        <m:d>
                          <m:dPr>
                            <m:ctrlPr>
                              <a:rPr lang="en-US" altLang="zh-CN" sz="1400" b="1" i="1">
                                <a:solidFill>
                                  <a:srgbClr val="C00000"/>
                                </a:solidFill>
                                <a:latin typeface="Cambria Math" panose="02040503050406030204" pitchFamily="18" charset="0"/>
                              </a:rPr>
                            </m:ctrlPr>
                          </m:dPr>
                          <m:e>
                            <m:r>
                              <a:rPr lang="en-US" altLang="zh-CN" sz="1400" b="1" i="1">
                                <a:solidFill>
                                  <a:srgbClr val="C00000"/>
                                </a:solidFill>
                                <a:latin typeface="Cambria Math" panose="02040503050406030204" pitchFamily="18" charset="0"/>
                              </a:rPr>
                              <m:t>𝒒</m:t>
                            </m:r>
                            <m:r>
                              <a:rPr lang="en-US" altLang="zh-CN" sz="1400" b="1" i="1">
                                <a:solidFill>
                                  <a:srgbClr val="C00000"/>
                                </a:solidFill>
                                <a:latin typeface="Cambria Math" panose="02040503050406030204" pitchFamily="18" charset="0"/>
                              </a:rPr>
                              <m:t>∨¬</m:t>
                            </m:r>
                            <m:r>
                              <a:rPr lang="en-US" altLang="zh-CN" sz="1400" b="1" i="1">
                                <a:solidFill>
                                  <a:srgbClr val="C00000"/>
                                </a:solidFill>
                                <a:latin typeface="Cambria Math" panose="02040503050406030204" pitchFamily="18" charset="0"/>
                              </a:rPr>
                              <m:t>𝒓</m:t>
                            </m:r>
                          </m:e>
                        </m:d>
                      </m:oMath>
                    </a14:m>
                    <a:r>
                      <a:rPr lang="zh-CN" altLang="en-US" sz="1400" b="1">
                        <a:solidFill>
                          <a:srgbClr val="C00000"/>
                        </a:solidFill>
                      </a:rPr>
                      <a:t>编码为</a:t>
                    </a:r>
                    <a:r>
                      <a:rPr lang="en-US" altLang="zh-CN" sz="1400" b="1">
                        <a:solidFill>
                          <a:srgbClr val="C00000"/>
                        </a:solidFill>
                        <a:latin typeface="Cambria Math" panose="02040503050406030204" pitchFamily="18" charset="0"/>
                        <a:ea typeface="Cambria Math" panose="02040503050406030204" pitchFamily="18" charset="0"/>
                      </a:rPr>
                      <a:t>(- 0 1)</a:t>
                    </a:r>
                    <a:endParaRPr lang="zh-CN" altLang="en-US" sz="1400" b="1">
                      <a:solidFill>
                        <a:srgbClr val="C00000"/>
                      </a:solidFill>
                      <a:latin typeface="Cambria Math" panose="02040503050406030204" pitchFamily="18" charset="0"/>
                    </a:endParaRPr>
                  </a:p>
                </p:txBody>
              </p:sp>
            </mc:Choice>
            <mc:Fallback>
              <p:sp>
                <p:nvSpPr>
                  <p:cNvPr id="17" name="文本框 16"/>
                  <p:cNvSpPr txBox="1">
                    <a:spLocks noRot="1" noChangeAspect="1" noMove="1" noResize="1" noEditPoints="1" noAdjustHandles="1" noChangeArrowheads="1" noChangeShapeType="1" noTextEdit="1"/>
                  </p:cNvSpPr>
                  <p:nvPr/>
                </p:nvSpPr>
                <p:spPr>
                  <a:xfrm>
                    <a:off x="424149" y="5344450"/>
                    <a:ext cx="2501318" cy="287020"/>
                  </a:xfrm>
                  <a:prstGeom prst="rect">
                    <a:avLst/>
                  </a:prstGeom>
                  <a:blipFill rotWithShape="1">
                    <a:blip r:embed="rId12"/>
                  </a:blipFill>
                </p:spPr>
                <p:txBody>
                  <a:bodyPr/>
                  <a:lstStyle/>
                  <a:p>
                    <a:r>
                      <a:rPr lang="zh-CN" altLang="en-US">
                        <a:noFill/>
                      </a:rPr>
                      <a:t> </a:t>
                    </a:r>
                  </a:p>
                </p:txBody>
              </p:sp>
            </mc:Fallback>
          </mc:AlternateContent>
          <p:sp>
            <p:nvSpPr>
              <p:cNvPr id="18" name="箭头: 右 17"/>
              <p:cNvSpPr/>
              <p:nvPr/>
            </p:nvSpPr>
            <p:spPr>
              <a:xfrm>
                <a:off x="2955004" y="5450684"/>
                <a:ext cx="578900" cy="87869"/>
              </a:xfrm>
              <a:prstGeom prst="rightArrow">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p>
            </p:txBody>
          </p:sp>
          <mc:AlternateContent xmlns:mc="http://schemas.openxmlformats.org/markup-compatibility/2006">
            <mc:Choice xmlns:a14="http://schemas.microsoft.com/office/drawing/2010/main" Requires="a14">
              <p:sp>
                <p:nvSpPr>
                  <p:cNvPr id="19" name="文本框 18"/>
                  <p:cNvSpPr txBox="1"/>
                  <p:nvPr/>
                </p:nvSpPr>
                <p:spPr>
                  <a:xfrm>
                    <a:off x="3530175" y="5251203"/>
                    <a:ext cx="999778" cy="1022773"/>
                  </a:xfrm>
                  <a:prstGeom prst="rect">
                    <a:avLst/>
                  </a:prstGeom>
                  <a:solidFill>
                    <a:schemeClr val="accent2">
                      <a:lumMod val="20000"/>
                      <a:lumOff val="80000"/>
                    </a:schemeClr>
                  </a:solidFill>
                </p:spPr>
                <p:txBody>
                  <a:bodyPr wrap="square" tIns="0" bIns="0" rtlCol="0">
                    <a:spAutoFit/>
                  </a:bodyPr>
                  <a:lstStyle/>
                  <a:p>
                    <a:pPr>
                      <a:spcAft>
                        <a:spcPts val="225"/>
                      </a:spcAft>
                    </a:pPr>
                    <a:r>
                      <a:rPr lang="en-US" altLang="zh-CN" sz="1200" b="1">
                        <a:solidFill>
                          <a:srgbClr val="C00000"/>
                        </a:solidFill>
                        <a:latin typeface="Cambria Math" panose="02040503050406030204" pitchFamily="18" charset="0"/>
                        <a:ea typeface="Cambria Math" panose="02040503050406030204" pitchFamily="18" charset="0"/>
                      </a:rPr>
                      <a:t>0</a:t>
                    </a:r>
                    <a:r>
                      <a:rPr lang="en-US" altLang="zh-CN" sz="1200" b="1">
                        <a:solidFill>
                          <a:srgbClr val="002060"/>
                        </a:solidFill>
                        <a:latin typeface="Cambria Math" panose="02040503050406030204" pitchFamily="18" charset="0"/>
                        <a:ea typeface="Cambria Math" panose="02040503050406030204" pitchFamily="18" charset="0"/>
                      </a:rPr>
                      <a:t>01</a:t>
                    </a:r>
                    <a:r>
                      <a:rPr lang="en-US" altLang="zh-CN" sz="1200" b="1">
                        <a:solidFill>
                          <a:srgbClr val="C00000"/>
                        </a:solidFill>
                        <a:latin typeface="Cambria Math" panose="02040503050406030204" pitchFamily="18" charset="0"/>
                        <a:ea typeface="Cambria Math" panose="02040503050406030204" pitchFamily="18" charset="0"/>
                      </a:rPr>
                      <a:t> : </a:t>
                    </a:r>
                    <a14:m>
                      <m:oMath xmlns:m="http://schemas.openxmlformats.org/officeDocument/2006/math">
                        <m:sSub>
                          <m:sSubPr>
                            <m:ctrlPr>
                              <a:rPr lang="en-US" altLang="zh-CN" sz="1200" b="1" i="1">
                                <a:solidFill>
                                  <a:srgbClr val="C00000"/>
                                </a:solidFill>
                                <a:latin typeface="Cambria Math" panose="02040503050406030204" pitchFamily="18" charset="0"/>
                              </a:rPr>
                            </m:ctrlPr>
                          </m:sSubPr>
                          <m:e>
                            <m:r>
                              <a:rPr lang="en-US" altLang="zh-CN" sz="1200" b="1" i="1">
                                <a:solidFill>
                                  <a:srgbClr val="C00000"/>
                                </a:solidFill>
                                <a:latin typeface="Cambria Math" panose="02040503050406030204" pitchFamily="18" charset="0"/>
                              </a:rPr>
                              <m:t>𝑴</m:t>
                            </m:r>
                          </m:e>
                          <m:sub>
                            <m:r>
                              <a:rPr lang="en-US" altLang="zh-CN" sz="1200" b="1" i="1">
                                <a:solidFill>
                                  <a:srgbClr val="C00000"/>
                                </a:solidFill>
                                <a:latin typeface="Cambria Math" panose="02040503050406030204" pitchFamily="18" charset="0"/>
                              </a:rPr>
                              <m:t>𝟏</m:t>
                            </m:r>
                          </m:sub>
                        </m:sSub>
                      </m:oMath>
                    </a14:m>
                    <a:endParaRPr lang="en-US" altLang="zh-CN" sz="1200" b="1">
                      <a:solidFill>
                        <a:srgbClr val="C00000"/>
                      </a:solidFill>
                    </a:endParaRPr>
                  </a:p>
                  <a:p>
                    <a:pPr>
                      <a:spcAft>
                        <a:spcPts val="225"/>
                      </a:spcAft>
                    </a:pPr>
                    <a:r>
                      <a:rPr lang="en-US" altLang="zh-CN" sz="1200" b="1">
                        <a:solidFill>
                          <a:srgbClr val="C00000"/>
                        </a:solidFill>
                        <a:latin typeface="Cambria Math" panose="02040503050406030204" pitchFamily="18" charset="0"/>
                        <a:ea typeface="Cambria Math" panose="02040503050406030204" pitchFamily="18" charset="0"/>
                      </a:rPr>
                      <a:t>1</a:t>
                    </a:r>
                    <a:r>
                      <a:rPr lang="en-US" altLang="zh-CN" sz="1200" b="1">
                        <a:solidFill>
                          <a:srgbClr val="002060"/>
                        </a:solidFill>
                        <a:latin typeface="Cambria Math" panose="02040503050406030204" pitchFamily="18" charset="0"/>
                        <a:ea typeface="Cambria Math" panose="02040503050406030204" pitchFamily="18" charset="0"/>
                      </a:rPr>
                      <a:t>01</a:t>
                    </a:r>
                    <a:r>
                      <a:rPr lang="en-US" altLang="zh-CN" sz="1200" b="1">
                        <a:solidFill>
                          <a:srgbClr val="C00000"/>
                        </a:solidFill>
                        <a:latin typeface="Cambria Math" panose="02040503050406030204" pitchFamily="18" charset="0"/>
                        <a:ea typeface="Cambria Math" panose="02040503050406030204" pitchFamily="18" charset="0"/>
                      </a:rPr>
                      <a:t> : </a:t>
                    </a:r>
                    <a14:m>
                      <m:oMath xmlns:m="http://schemas.openxmlformats.org/officeDocument/2006/math">
                        <m:sSub>
                          <m:sSubPr>
                            <m:ctrlPr>
                              <a:rPr lang="en-US" altLang="zh-CN" sz="1200" b="1" i="1">
                                <a:solidFill>
                                  <a:srgbClr val="C00000"/>
                                </a:solidFill>
                                <a:latin typeface="Cambria Math" panose="02040503050406030204" pitchFamily="18" charset="0"/>
                              </a:rPr>
                            </m:ctrlPr>
                          </m:sSubPr>
                          <m:e>
                            <m:r>
                              <a:rPr lang="en-US" altLang="zh-CN" sz="1200" b="1" i="1">
                                <a:solidFill>
                                  <a:srgbClr val="C00000"/>
                                </a:solidFill>
                                <a:latin typeface="Cambria Math" panose="02040503050406030204" pitchFamily="18" charset="0"/>
                              </a:rPr>
                              <m:t>𝑴</m:t>
                            </m:r>
                          </m:e>
                          <m:sub>
                            <m:r>
                              <a:rPr lang="en-US" altLang="zh-CN" sz="1200" b="1" i="1">
                                <a:solidFill>
                                  <a:srgbClr val="C00000"/>
                                </a:solidFill>
                                <a:latin typeface="Cambria Math" panose="02040503050406030204" pitchFamily="18" charset="0"/>
                              </a:rPr>
                              <m:t>𝟓</m:t>
                            </m:r>
                          </m:sub>
                        </m:sSub>
                      </m:oMath>
                    </a14:m>
                    <a:endParaRPr lang="zh-CN" altLang="en-US" sz="1200" b="1">
                      <a:solidFill>
                        <a:srgbClr val="C00000"/>
                      </a:solidFill>
                    </a:endParaRPr>
                  </a:p>
                </p:txBody>
              </p:sp>
            </mc:Choice>
            <mc:Fallback>
              <p:sp>
                <p:nvSpPr>
                  <p:cNvPr id="19" name="文本框 18"/>
                  <p:cNvSpPr txBox="1">
                    <a:spLocks noRot="1" noChangeAspect="1" noMove="1" noResize="1" noEditPoints="1" noAdjustHandles="1" noChangeArrowheads="1" noChangeShapeType="1" noTextEdit="1"/>
                  </p:cNvSpPr>
                  <p:nvPr/>
                </p:nvSpPr>
                <p:spPr>
                  <a:xfrm>
                    <a:off x="3530175" y="5251203"/>
                    <a:ext cx="999778" cy="1022773"/>
                  </a:xfrm>
                  <a:prstGeom prst="rect">
                    <a:avLst/>
                  </a:prstGeom>
                  <a:blipFill rotWithShape="1">
                    <a:blip r:embed="rId13"/>
                  </a:blipFill>
                </p:spPr>
                <p:txBody>
                  <a:bodyPr/>
                  <a:lstStyle/>
                  <a:p>
                    <a:r>
                      <a:rPr lang="zh-CN" altLang="en-US">
                        <a:noFill/>
                      </a:rPr>
                      <a:t> </a:t>
                    </a:r>
                  </a:p>
                </p:txBody>
              </p:sp>
            </mc:Fallback>
          </mc:AlternateContent>
        </p:grpSp>
        <p:sp>
          <p:nvSpPr>
            <p:cNvPr id="16" name="文本框 15"/>
            <p:cNvSpPr txBox="1"/>
            <p:nvPr/>
          </p:nvSpPr>
          <p:spPr>
            <a:xfrm>
              <a:off x="2951275" y="5576997"/>
              <a:ext cx="620808" cy="215053"/>
            </a:xfrm>
            <a:prstGeom prst="rect">
              <a:avLst/>
            </a:prstGeom>
            <a:noFill/>
          </p:spPr>
          <p:txBody>
            <a:bodyPr wrap="square" tIns="0" bIns="0" rtlCol="0">
              <a:spAutoFit/>
            </a:bodyPr>
            <a:lstStyle/>
            <a:p>
              <a:r>
                <a:rPr lang="zh-CN" altLang="en-US" sz="1050" b="1">
                  <a:solidFill>
                    <a:schemeClr val="accent2">
                      <a:lumMod val="50000"/>
                    </a:schemeClr>
                  </a:solidFill>
                  <a:latin typeface="楷体" panose="02010609060101010101" pitchFamily="49" charset="-122"/>
                  <a:ea typeface="楷体" panose="02010609060101010101" pitchFamily="49" charset="-122"/>
                </a:rPr>
                <a:t>扩展</a:t>
              </a:r>
              <a:endParaRPr lang="zh-CN" altLang="en-US" sz="1050" b="1">
                <a:solidFill>
                  <a:schemeClr val="accent2">
                    <a:lumMod val="50000"/>
                  </a:schemeClr>
                </a:solidFill>
                <a:latin typeface="楷体" panose="02010609060101010101" pitchFamily="49" charset="-122"/>
                <a:ea typeface="楷体" panose="02010609060101010101" pitchFamily="49" charset="-122"/>
              </a:endParaRPr>
            </a:p>
          </p:txBody>
        </p:sp>
      </p:grpSp>
      <mc:AlternateContent xmlns:mc="http://schemas.openxmlformats.org/markup-compatibility/2006">
        <mc:Choice xmlns:a14="http://schemas.microsoft.com/office/drawing/2010/main" Requires="a14">
          <p:sp>
            <p:nvSpPr>
              <p:cNvPr id="35" name="文本框 34"/>
              <p:cNvSpPr txBox="1"/>
              <p:nvPr/>
            </p:nvSpPr>
            <p:spPr>
              <a:xfrm>
                <a:off x="6657374" y="3504241"/>
                <a:ext cx="2284944" cy="489585"/>
              </a:xfrm>
              <a:prstGeom prst="rect">
                <a:avLst/>
              </a:prstGeom>
              <a:solidFill>
                <a:schemeClr val="accent5">
                  <a:lumMod val="20000"/>
                  <a:lumOff val="80000"/>
                  <a:alpha val="50000"/>
                </a:schemeClr>
              </a:solidFill>
            </p:spPr>
            <p:txBody>
              <a:bodyPr wrap="square" rtlCol="0">
                <a:spAutoFit/>
              </a:bodyPr>
              <a:lstStyle/>
              <a:p>
                <a:pPr algn="ctr">
                  <a:spcBef>
                    <a:spcPts val="900"/>
                  </a:spcBef>
                  <a:spcAft>
                    <a:spcPts val="225"/>
                  </a:spcAft>
                </a:pPr>
                <a:r>
                  <a:rPr lang="zh-CN" altLang="en-US" sz="1200" b="1">
                    <a:solidFill>
                      <a:srgbClr val="002060"/>
                    </a:solidFill>
                  </a:rPr>
                  <a:t>公式</a:t>
                </a:r>
                <a14:m>
                  <m:oMath xmlns:m="http://schemas.openxmlformats.org/officeDocument/2006/math">
                    <m:r>
                      <a:rPr lang="en-US" altLang="zh-CN" sz="1200" b="1" i="1">
                        <a:solidFill>
                          <a:srgbClr val="002060"/>
                        </a:solidFill>
                        <a:latin typeface="Cambria Math" panose="02040503050406030204" pitchFamily="18" charset="0"/>
                      </a:rPr>
                      <m:t>𝑨</m:t>
                    </m:r>
                  </m:oMath>
                </a14:m>
                <a:r>
                  <a:rPr lang="zh-CN" altLang="en-US" sz="1200" b="1">
                    <a:solidFill>
                      <a:srgbClr val="002060"/>
                    </a:solidFill>
                  </a:rPr>
                  <a:t>的主合取范式</a:t>
                </a:r>
                <a:endParaRPr lang="en-US" altLang="zh-CN" sz="1200" b="1">
                  <a:solidFill>
                    <a:srgbClr val="002060"/>
                  </a:solidFill>
                </a:endParaRPr>
              </a:p>
              <a:p>
                <a:pPr algn="ctr"/>
                <a14:m>
                  <m:oMathPara xmlns:m="http://schemas.openxmlformats.org/officeDocument/2006/math">
                    <m:oMathParaPr>
                      <m:jc m:val="centerGroup"/>
                    </m:oMathParaPr>
                    <m:oMath xmlns:m="http://schemas.openxmlformats.org/officeDocument/2006/math">
                      <m:sSub>
                        <m:sSubPr>
                          <m:ctrlPr>
                            <a:rPr lang="en-US" altLang="zh-CN" sz="1200" b="1" i="1">
                              <a:solidFill>
                                <a:schemeClr val="accent6">
                                  <a:lumMod val="50000"/>
                                </a:schemeClr>
                              </a:solidFill>
                              <a:latin typeface="Cambria Math" panose="02040503050406030204" pitchFamily="18" charset="0"/>
                            </a:rPr>
                          </m:ctrlPr>
                        </m:sSubPr>
                        <m:e>
                          <m:r>
                            <a:rPr lang="en-US" altLang="zh-CN" sz="1200" b="1" i="1">
                              <a:solidFill>
                                <a:schemeClr val="accent6">
                                  <a:lumMod val="50000"/>
                                </a:schemeClr>
                              </a:solidFill>
                              <a:latin typeface="Cambria Math" panose="02040503050406030204" pitchFamily="18" charset="0"/>
                            </a:rPr>
                            <m:t>𝑴</m:t>
                          </m:r>
                        </m:e>
                        <m:sub>
                          <m:r>
                            <a:rPr lang="en-US" altLang="zh-CN" sz="1200" b="1" i="1">
                              <a:solidFill>
                                <a:schemeClr val="accent6">
                                  <a:lumMod val="50000"/>
                                </a:schemeClr>
                              </a:solidFill>
                              <a:latin typeface="Cambria Math" panose="02040503050406030204" pitchFamily="18" charset="0"/>
                            </a:rPr>
                            <m:t>𝟎</m:t>
                          </m:r>
                        </m:sub>
                      </m:sSub>
                      <m:r>
                        <a:rPr lang="en-US" altLang="zh-CN" sz="1200" b="1" i="1">
                          <a:solidFill>
                            <a:schemeClr val="accent6">
                              <a:lumMod val="50000"/>
                            </a:schemeClr>
                          </a:solidFill>
                          <a:latin typeface="Cambria Math" panose="02040503050406030204" pitchFamily="18" charset="0"/>
                        </a:rPr>
                        <m:t>∧</m:t>
                      </m:r>
                      <m:sSub>
                        <m:sSubPr>
                          <m:ctrlPr>
                            <a:rPr lang="en-US" altLang="zh-CN" sz="1200" b="1" i="1">
                              <a:solidFill>
                                <a:schemeClr val="accent6">
                                  <a:lumMod val="50000"/>
                                </a:schemeClr>
                              </a:solidFill>
                              <a:latin typeface="Cambria Math" panose="02040503050406030204" pitchFamily="18" charset="0"/>
                            </a:rPr>
                          </m:ctrlPr>
                        </m:sSubPr>
                        <m:e>
                          <m:r>
                            <a:rPr lang="en-US" altLang="zh-CN" sz="1200" b="1" i="1">
                              <a:solidFill>
                                <a:schemeClr val="accent6">
                                  <a:lumMod val="50000"/>
                                </a:schemeClr>
                              </a:solidFill>
                              <a:latin typeface="Cambria Math" panose="02040503050406030204" pitchFamily="18" charset="0"/>
                            </a:rPr>
                            <m:t>𝑴</m:t>
                          </m:r>
                        </m:e>
                        <m:sub>
                          <m:r>
                            <a:rPr lang="en-US" altLang="zh-CN" sz="1200" b="1" i="1">
                              <a:solidFill>
                                <a:schemeClr val="accent6">
                                  <a:lumMod val="50000"/>
                                </a:schemeClr>
                              </a:solidFill>
                              <a:latin typeface="Cambria Math" panose="02040503050406030204" pitchFamily="18" charset="0"/>
                            </a:rPr>
                            <m:t>𝟏</m:t>
                          </m:r>
                        </m:sub>
                      </m:sSub>
                      <m:r>
                        <a:rPr lang="en-US" altLang="zh-CN" sz="1200" b="1" i="1">
                          <a:solidFill>
                            <a:schemeClr val="accent6">
                              <a:lumMod val="50000"/>
                            </a:schemeClr>
                          </a:solidFill>
                          <a:latin typeface="Cambria Math" panose="02040503050406030204" pitchFamily="18" charset="0"/>
                        </a:rPr>
                        <m:t>∧</m:t>
                      </m:r>
                      <m:sSub>
                        <m:sSubPr>
                          <m:ctrlPr>
                            <a:rPr lang="en-US" altLang="zh-CN" sz="1200" b="1" i="1">
                              <a:solidFill>
                                <a:schemeClr val="accent6">
                                  <a:lumMod val="50000"/>
                                </a:schemeClr>
                              </a:solidFill>
                              <a:latin typeface="Cambria Math" panose="02040503050406030204" pitchFamily="18" charset="0"/>
                            </a:rPr>
                          </m:ctrlPr>
                        </m:sSubPr>
                        <m:e>
                          <m:r>
                            <a:rPr lang="en-US" altLang="zh-CN" sz="1200" b="1" i="1">
                              <a:solidFill>
                                <a:schemeClr val="accent6">
                                  <a:lumMod val="50000"/>
                                </a:schemeClr>
                              </a:solidFill>
                              <a:latin typeface="Cambria Math" panose="02040503050406030204" pitchFamily="18" charset="0"/>
                            </a:rPr>
                            <m:t>𝑴</m:t>
                          </m:r>
                        </m:e>
                        <m:sub>
                          <m:r>
                            <a:rPr lang="en-US" altLang="zh-CN" sz="1200" b="1" i="1">
                              <a:solidFill>
                                <a:schemeClr val="accent6">
                                  <a:lumMod val="50000"/>
                                </a:schemeClr>
                              </a:solidFill>
                              <a:latin typeface="Cambria Math" panose="02040503050406030204" pitchFamily="18" charset="0"/>
                            </a:rPr>
                            <m:t>𝟐</m:t>
                          </m:r>
                        </m:sub>
                      </m:sSub>
                      <m:r>
                        <a:rPr lang="en-US" altLang="zh-CN" sz="1200" b="1" i="1">
                          <a:solidFill>
                            <a:schemeClr val="accent6">
                              <a:lumMod val="50000"/>
                            </a:schemeClr>
                          </a:solidFill>
                          <a:latin typeface="Cambria Math" panose="02040503050406030204" pitchFamily="18" charset="0"/>
                        </a:rPr>
                        <m:t>∧</m:t>
                      </m:r>
                      <m:sSub>
                        <m:sSubPr>
                          <m:ctrlPr>
                            <a:rPr lang="en-US" altLang="zh-CN" sz="1200" b="1" i="1">
                              <a:solidFill>
                                <a:schemeClr val="accent6">
                                  <a:lumMod val="50000"/>
                                </a:schemeClr>
                              </a:solidFill>
                              <a:latin typeface="Cambria Math" panose="02040503050406030204" pitchFamily="18" charset="0"/>
                            </a:rPr>
                          </m:ctrlPr>
                        </m:sSubPr>
                        <m:e>
                          <m:r>
                            <a:rPr lang="en-US" altLang="zh-CN" sz="1200" b="1" i="1">
                              <a:solidFill>
                                <a:schemeClr val="accent6">
                                  <a:lumMod val="50000"/>
                                </a:schemeClr>
                              </a:solidFill>
                              <a:latin typeface="Cambria Math" panose="02040503050406030204" pitchFamily="18" charset="0"/>
                            </a:rPr>
                            <m:t>𝑴</m:t>
                          </m:r>
                        </m:e>
                        <m:sub>
                          <m:r>
                            <a:rPr lang="en-US" altLang="zh-CN" sz="1200" b="1" i="1">
                              <a:solidFill>
                                <a:schemeClr val="accent6">
                                  <a:lumMod val="50000"/>
                                </a:schemeClr>
                              </a:solidFill>
                              <a:latin typeface="Cambria Math" panose="02040503050406030204" pitchFamily="18" charset="0"/>
                            </a:rPr>
                            <m:t>𝟑</m:t>
                          </m:r>
                        </m:sub>
                      </m:sSub>
                      <m:r>
                        <a:rPr lang="en-US" altLang="zh-CN" sz="1200" b="1" i="1">
                          <a:solidFill>
                            <a:schemeClr val="accent6">
                              <a:lumMod val="50000"/>
                            </a:schemeClr>
                          </a:solidFill>
                          <a:latin typeface="Cambria Math" panose="02040503050406030204" pitchFamily="18" charset="0"/>
                        </a:rPr>
                        <m:t>∧</m:t>
                      </m:r>
                      <m:sSub>
                        <m:sSubPr>
                          <m:ctrlPr>
                            <a:rPr lang="en-US" altLang="zh-CN" sz="1200" b="1" i="1">
                              <a:solidFill>
                                <a:schemeClr val="accent6">
                                  <a:lumMod val="50000"/>
                                </a:schemeClr>
                              </a:solidFill>
                              <a:latin typeface="Cambria Math" panose="02040503050406030204" pitchFamily="18" charset="0"/>
                            </a:rPr>
                          </m:ctrlPr>
                        </m:sSubPr>
                        <m:e>
                          <m:r>
                            <a:rPr lang="en-US" altLang="zh-CN" sz="1200" b="1" i="1">
                              <a:solidFill>
                                <a:schemeClr val="accent6">
                                  <a:lumMod val="50000"/>
                                </a:schemeClr>
                              </a:solidFill>
                              <a:latin typeface="Cambria Math" panose="02040503050406030204" pitchFamily="18" charset="0"/>
                            </a:rPr>
                            <m:t>𝑴</m:t>
                          </m:r>
                        </m:e>
                        <m:sub>
                          <m:r>
                            <a:rPr lang="en-US" altLang="zh-CN" sz="1200" b="1" i="1">
                              <a:solidFill>
                                <a:schemeClr val="accent6">
                                  <a:lumMod val="50000"/>
                                </a:schemeClr>
                              </a:solidFill>
                              <a:latin typeface="Cambria Math" panose="02040503050406030204" pitchFamily="18" charset="0"/>
                            </a:rPr>
                            <m:t>𝟓</m:t>
                          </m:r>
                        </m:sub>
                      </m:sSub>
                      <m:r>
                        <a:rPr lang="en-US" altLang="zh-CN" sz="1200" b="1" i="1">
                          <a:solidFill>
                            <a:schemeClr val="accent6">
                              <a:lumMod val="50000"/>
                            </a:schemeClr>
                          </a:solidFill>
                          <a:latin typeface="Cambria Math" panose="02040503050406030204" pitchFamily="18" charset="0"/>
                        </a:rPr>
                        <m:t>∧</m:t>
                      </m:r>
                      <m:sSub>
                        <m:sSubPr>
                          <m:ctrlPr>
                            <a:rPr lang="en-US" altLang="zh-CN" sz="1200" b="1" i="1">
                              <a:solidFill>
                                <a:schemeClr val="accent6">
                                  <a:lumMod val="50000"/>
                                </a:schemeClr>
                              </a:solidFill>
                              <a:latin typeface="Cambria Math" panose="02040503050406030204" pitchFamily="18" charset="0"/>
                            </a:rPr>
                          </m:ctrlPr>
                        </m:sSubPr>
                        <m:e>
                          <m:r>
                            <a:rPr lang="en-US" altLang="zh-CN" sz="1200" b="1" i="1">
                              <a:solidFill>
                                <a:schemeClr val="accent6">
                                  <a:lumMod val="50000"/>
                                </a:schemeClr>
                              </a:solidFill>
                              <a:latin typeface="Cambria Math" panose="02040503050406030204" pitchFamily="18" charset="0"/>
                            </a:rPr>
                            <m:t>𝑴</m:t>
                          </m:r>
                        </m:e>
                        <m:sub>
                          <m:r>
                            <a:rPr lang="en-US" altLang="zh-CN" sz="1200" b="1" i="1">
                              <a:solidFill>
                                <a:schemeClr val="accent6">
                                  <a:lumMod val="50000"/>
                                </a:schemeClr>
                              </a:solidFill>
                              <a:latin typeface="Cambria Math" panose="02040503050406030204" pitchFamily="18" charset="0"/>
                            </a:rPr>
                            <m:t>𝟔</m:t>
                          </m:r>
                        </m:sub>
                      </m:sSub>
                    </m:oMath>
                  </m:oMathPara>
                </a14:m>
                <a:endParaRPr lang="zh-CN" altLang="en-US" sz="1200" b="1"/>
              </a:p>
            </p:txBody>
          </p:sp>
        </mc:Choice>
        <mc:Fallback>
          <p:sp>
            <p:nvSpPr>
              <p:cNvPr id="35" name="文本框 34"/>
              <p:cNvSpPr txBox="1">
                <a:spLocks noRot="1" noChangeAspect="1" noMove="1" noResize="1" noEditPoints="1" noAdjustHandles="1" noChangeArrowheads="1" noChangeShapeType="1" noTextEdit="1"/>
              </p:cNvSpPr>
              <p:nvPr/>
            </p:nvSpPr>
            <p:spPr>
              <a:xfrm>
                <a:off x="6657374" y="3504241"/>
                <a:ext cx="2284944" cy="489585"/>
              </a:xfrm>
              <a:prstGeom prst="rect">
                <a:avLst/>
              </a:prstGeom>
              <a:blipFill rotWithShape="1">
                <a:blip r:embed="rId14"/>
                <a:stretch>
                  <a:fillRect l="-1" t="-64" r="11" b="-2531"/>
                </a:stretch>
              </a:blipFill>
            </p:spPr>
            <p:txBody>
              <a:bodyPr/>
              <a:lstStyle/>
              <a:p>
                <a:r>
                  <a:rPr lang="zh-CN" altLang="en-US">
                    <a:noFill/>
                  </a:rPr>
                  <a:t> </a:t>
                </a:r>
              </a:p>
            </p:txBody>
          </p:sp>
        </mc:Fallback>
      </mc:AlternateContent>
      <p:sp>
        <p:nvSpPr>
          <p:cNvPr id="36" name="箭头: 下 35"/>
          <p:cNvSpPr/>
          <p:nvPr/>
        </p:nvSpPr>
        <p:spPr>
          <a:xfrm>
            <a:off x="7769079" y="3991554"/>
            <a:ext cx="61534" cy="35713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p>
        </p:txBody>
      </p:sp>
      <mc:AlternateContent xmlns:mc="http://schemas.openxmlformats.org/markup-compatibility/2006">
        <mc:Choice xmlns:a14="http://schemas.microsoft.com/office/drawing/2010/main" Requires="a14">
          <p:sp>
            <p:nvSpPr>
              <p:cNvPr id="37" name="文本框 36"/>
              <p:cNvSpPr txBox="1"/>
              <p:nvPr/>
            </p:nvSpPr>
            <p:spPr>
              <a:xfrm>
                <a:off x="6694671" y="4348689"/>
                <a:ext cx="2210350" cy="460375"/>
              </a:xfrm>
              <a:prstGeom prst="rect">
                <a:avLst/>
              </a:prstGeom>
              <a:solidFill>
                <a:schemeClr val="accent5">
                  <a:lumMod val="20000"/>
                  <a:lumOff val="80000"/>
                  <a:alpha val="50000"/>
                </a:schemeClr>
              </a:solidFill>
            </p:spPr>
            <p:txBody>
              <a:bodyPr wrap="square" rtlCol="0">
                <a:spAutoFit/>
              </a:bodyPr>
              <a:lstStyle/>
              <a:p>
                <a:pPr algn="ctr"/>
                <a:r>
                  <a:rPr lang="zh-CN" altLang="en-US" sz="1200" b="1">
                    <a:solidFill>
                      <a:srgbClr val="002060"/>
                    </a:solidFill>
                  </a:rPr>
                  <a:t>公式</a:t>
                </a:r>
                <a14:m>
                  <m:oMath xmlns:m="http://schemas.openxmlformats.org/officeDocument/2006/math">
                    <m:r>
                      <a:rPr lang="en-US" altLang="zh-CN" sz="1200" b="1" i="1">
                        <a:solidFill>
                          <a:srgbClr val="002060"/>
                        </a:solidFill>
                        <a:latin typeface="Cambria Math" panose="02040503050406030204" pitchFamily="18" charset="0"/>
                      </a:rPr>
                      <m:t>𝑨</m:t>
                    </m:r>
                  </m:oMath>
                </a14:m>
                <a:r>
                  <a:rPr lang="zh-CN" altLang="en-US" sz="1200" b="1">
                    <a:solidFill>
                      <a:srgbClr val="002060"/>
                    </a:solidFill>
                  </a:rPr>
                  <a:t>的主析取范式</a:t>
                </a:r>
                <a:endParaRPr lang="en-US" altLang="zh-CN" sz="1200" b="1">
                  <a:solidFill>
                    <a:srgbClr val="002060"/>
                  </a:solidFill>
                </a:endParaRPr>
              </a:p>
              <a:p>
                <a:pPr algn="ctr"/>
                <a14:m>
                  <m:oMathPara xmlns:m="http://schemas.openxmlformats.org/officeDocument/2006/math">
                    <m:oMathParaPr>
                      <m:jc m:val="centerGroup"/>
                    </m:oMathParaPr>
                    <m:oMath xmlns:m="http://schemas.openxmlformats.org/officeDocument/2006/math">
                      <m:sSub>
                        <m:sSubPr>
                          <m:ctrlPr>
                            <a:rPr lang="en-US" altLang="zh-CN" sz="1200" b="1" i="1">
                              <a:solidFill>
                                <a:schemeClr val="accent6">
                                  <a:lumMod val="50000"/>
                                </a:schemeClr>
                              </a:solidFill>
                              <a:latin typeface="Cambria Math" panose="02040503050406030204" pitchFamily="18" charset="0"/>
                            </a:rPr>
                          </m:ctrlPr>
                        </m:sSubPr>
                        <m:e>
                          <m:r>
                            <a:rPr lang="en-US" altLang="zh-CN" sz="1200" b="1" i="1">
                              <a:solidFill>
                                <a:schemeClr val="accent6">
                                  <a:lumMod val="50000"/>
                                </a:schemeClr>
                              </a:solidFill>
                              <a:latin typeface="Cambria Math" panose="02040503050406030204" pitchFamily="18" charset="0"/>
                            </a:rPr>
                            <m:t>𝒎</m:t>
                          </m:r>
                        </m:e>
                        <m:sub>
                          <m:r>
                            <a:rPr lang="en-US" altLang="zh-CN" sz="1200" b="1" i="1">
                              <a:solidFill>
                                <a:schemeClr val="accent6">
                                  <a:lumMod val="50000"/>
                                </a:schemeClr>
                              </a:solidFill>
                              <a:latin typeface="Cambria Math" panose="02040503050406030204" pitchFamily="18" charset="0"/>
                            </a:rPr>
                            <m:t>𝟒</m:t>
                          </m:r>
                        </m:sub>
                      </m:sSub>
                      <m:r>
                        <a:rPr lang="en-US" altLang="zh-CN" sz="1200" b="1" i="1">
                          <a:solidFill>
                            <a:schemeClr val="accent6">
                              <a:lumMod val="50000"/>
                            </a:schemeClr>
                          </a:solidFill>
                          <a:latin typeface="Cambria Math" panose="02040503050406030204" pitchFamily="18" charset="0"/>
                        </a:rPr>
                        <m:t>∨</m:t>
                      </m:r>
                      <m:sSub>
                        <m:sSubPr>
                          <m:ctrlPr>
                            <a:rPr lang="en-US" altLang="zh-CN" sz="1200" b="1" i="1">
                              <a:solidFill>
                                <a:schemeClr val="accent6">
                                  <a:lumMod val="50000"/>
                                </a:schemeClr>
                              </a:solidFill>
                              <a:latin typeface="Cambria Math" panose="02040503050406030204" pitchFamily="18" charset="0"/>
                            </a:rPr>
                          </m:ctrlPr>
                        </m:sSubPr>
                        <m:e>
                          <m:r>
                            <a:rPr lang="en-US" altLang="zh-CN" sz="1200" b="1" i="1">
                              <a:solidFill>
                                <a:schemeClr val="accent6">
                                  <a:lumMod val="50000"/>
                                </a:schemeClr>
                              </a:solidFill>
                              <a:latin typeface="Cambria Math" panose="02040503050406030204" pitchFamily="18" charset="0"/>
                            </a:rPr>
                            <m:t>𝒎</m:t>
                          </m:r>
                        </m:e>
                        <m:sub>
                          <m:r>
                            <a:rPr lang="en-US" altLang="zh-CN" sz="1200" b="1" i="1">
                              <a:solidFill>
                                <a:schemeClr val="accent6">
                                  <a:lumMod val="50000"/>
                                </a:schemeClr>
                              </a:solidFill>
                              <a:latin typeface="Cambria Math" panose="02040503050406030204" pitchFamily="18" charset="0"/>
                            </a:rPr>
                            <m:t>𝟕</m:t>
                          </m:r>
                        </m:sub>
                      </m:sSub>
                    </m:oMath>
                  </m:oMathPara>
                </a14:m>
                <a:endParaRPr lang="en-US" altLang="zh-CN" sz="1200" b="1"/>
              </a:p>
            </p:txBody>
          </p:sp>
        </mc:Choice>
        <mc:Fallback>
          <p:sp>
            <p:nvSpPr>
              <p:cNvPr id="37" name="文本框 36"/>
              <p:cNvSpPr txBox="1">
                <a:spLocks noRot="1" noChangeAspect="1" noMove="1" noResize="1" noEditPoints="1" noAdjustHandles="1" noChangeArrowheads="1" noChangeShapeType="1" noTextEdit="1"/>
              </p:cNvSpPr>
              <p:nvPr/>
            </p:nvSpPr>
            <p:spPr>
              <a:xfrm>
                <a:off x="6694671" y="4348689"/>
                <a:ext cx="2210350" cy="460375"/>
              </a:xfrm>
              <a:prstGeom prst="rect">
                <a:avLst/>
              </a:prstGeom>
              <a:blipFill rotWithShape="1">
                <a:blip r:embed="rId15"/>
                <a:stretch>
                  <a:fillRect l="-23" t="-45" r="19" b="-285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8" name="文本框 37"/>
              <p:cNvSpPr txBox="1"/>
              <p:nvPr/>
            </p:nvSpPr>
            <p:spPr>
              <a:xfrm>
                <a:off x="7595924" y="1689615"/>
                <a:ext cx="1166896" cy="460375"/>
              </a:xfrm>
              <a:prstGeom prst="rect">
                <a:avLst/>
              </a:prstGeom>
              <a:solidFill>
                <a:schemeClr val="accent5">
                  <a:lumMod val="20000"/>
                  <a:lumOff val="80000"/>
                </a:schemeClr>
              </a:solidFill>
              <a:ln w="12700">
                <a:solidFill>
                  <a:schemeClr val="accent1">
                    <a:shade val="50000"/>
                  </a:schemeClr>
                </a:solidFill>
                <a:prstDash val="dash"/>
              </a:ln>
            </p:spPr>
            <p:txBody>
              <a:bodyPr wrap="square" rtlCol="0">
                <a:spAutoFit/>
              </a:bodyPr>
              <a:lstStyle/>
              <a:p>
                <a:r>
                  <a:rPr lang="zh-CN" altLang="en-US" sz="1200">
                    <a:solidFill>
                      <a:schemeClr val="accent2">
                        <a:lumMod val="50000"/>
                      </a:schemeClr>
                    </a:solidFill>
                    <a:latin typeface="楷体" panose="02010609060101010101" pitchFamily="49" charset="-122"/>
                    <a:ea typeface="楷体" panose="02010609060101010101" pitchFamily="49" charset="-122"/>
                  </a:rPr>
                  <a:t>固定变量为</a:t>
                </a:r>
                <a14:m>
                  <m:oMath xmlns:m="http://schemas.openxmlformats.org/officeDocument/2006/math">
                    <m:r>
                      <a:rPr lang="en-US" altLang="zh-CN" sz="1200" i="1">
                        <a:solidFill>
                          <a:schemeClr val="accent2">
                            <a:lumMod val="50000"/>
                          </a:schemeClr>
                        </a:solidFill>
                        <a:latin typeface="Cambria Math" panose="02040503050406030204" pitchFamily="18" charset="0"/>
                        <a:ea typeface="楷体" panose="02010609060101010101" pitchFamily="49" charset="-122"/>
                      </a:rPr>
                      <m:t>𝑝</m:t>
                    </m:r>
                    <m:r>
                      <a:rPr lang="en-US" altLang="zh-CN" sz="1200" i="1">
                        <a:solidFill>
                          <a:schemeClr val="accent2">
                            <a:lumMod val="50000"/>
                          </a:schemeClr>
                        </a:solidFill>
                        <a:latin typeface="Cambria Math" panose="02040503050406030204" pitchFamily="18" charset="0"/>
                        <a:ea typeface="楷体" panose="02010609060101010101" pitchFamily="49" charset="-122"/>
                      </a:rPr>
                      <m:t>, </m:t>
                    </m:r>
                    <m:r>
                      <a:rPr lang="en-US" altLang="zh-CN" sz="1200" i="1">
                        <a:solidFill>
                          <a:schemeClr val="accent2">
                            <a:lumMod val="50000"/>
                          </a:schemeClr>
                        </a:solidFill>
                        <a:latin typeface="Cambria Math" panose="02040503050406030204" pitchFamily="18" charset="0"/>
                        <a:ea typeface="楷体" panose="02010609060101010101" pitchFamily="49" charset="-122"/>
                      </a:rPr>
                      <m:t>𝑞</m:t>
                    </m:r>
                    <m:r>
                      <a:rPr lang="en-US" altLang="zh-CN" sz="1200" i="1">
                        <a:solidFill>
                          <a:schemeClr val="accent2">
                            <a:lumMod val="50000"/>
                          </a:schemeClr>
                        </a:solidFill>
                        <a:latin typeface="Cambria Math" panose="02040503050406030204" pitchFamily="18" charset="0"/>
                        <a:ea typeface="楷体" panose="02010609060101010101" pitchFamily="49" charset="-122"/>
                      </a:rPr>
                      <m:t>, </m:t>
                    </m:r>
                    <m:r>
                      <a:rPr lang="en-US" altLang="zh-CN" sz="1200" i="1">
                        <a:solidFill>
                          <a:schemeClr val="accent2">
                            <a:lumMod val="50000"/>
                          </a:schemeClr>
                        </a:solidFill>
                        <a:latin typeface="Cambria Math" panose="02040503050406030204" pitchFamily="18" charset="0"/>
                        <a:ea typeface="楷体" panose="02010609060101010101" pitchFamily="49" charset="-122"/>
                      </a:rPr>
                      <m:t>𝑟</m:t>
                    </m:r>
                  </m:oMath>
                </a14:m>
                <a:r>
                  <a:rPr lang="zh-CN" altLang="en-US" sz="1200">
                    <a:solidFill>
                      <a:schemeClr val="accent2">
                        <a:lumMod val="50000"/>
                      </a:schemeClr>
                    </a:solidFill>
                    <a:latin typeface="楷体" panose="02010609060101010101" pitchFamily="49" charset="-122"/>
                    <a:ea typeface="楷体" panose="02010609060101010101" pitchFamily="49" charset="-122"/>
                  </a:rPr>
                  <a:t>的顺序！</a:t>
                </a:r>
                <a:endParaRPr lang="zh-CN" altLang="en-US" sz="1200">
                  <a:solidFill>
                    <a:schemeClr val="accent2">
                      <a:lumMod val="50000"/>
                    </a:schemeClr>
                  </a:solidFill>
                  <a:latin typeface="楷体" panose="02010609060101010101" pitchFamily="49" charset="-122"/>
                  <a:ea typeface="楷体" panose="02010609060101010101" pitchFamily="49" charset="-122"/>
                </a:endParaRPr>
              </a:p>
            </p:txBody>
          </p:sp>
        </mc:Choice>
        <mc:Fallback>
          <p:sp>
            <p:nvSpPr>
              <p:cNvPr id="38" name="文本框 37"/>
              <p:cNvSpPr txBox="1">
                <a:spLocks noRot="1" noChangeAspect="1" noMove="1" noResize="1" noEditPoints="1" noAdjustHandles="1" noChangeArrowheads="1" noChangeShapeType="1" noTextEdit="1"/>
              </p:cNvSpPr>
              <p:nvPr/>
            </p:nvSpPr>
            <p:spPr>
              <a:xfrm>
                <a:off x="7595924" y="1689615"/>
                <a:ext cx="1166896" cy="460375"/>
              </a:xfrm>
              <a:prstGeom prst="rect">
                <a:avLst/>
              </a:prstGeom>
              <a:blipFill rotWithShape="1">
                <a:blip r:embed="rId16"/>
                <a:stretch>
                  <a:fillRect l="-549" t="-1491" r="-505" b="-1267"/>
                </a:stretch>
              </a:blipFill>
              <a:ln w="12700">
                <a:solidFill>
                  <a:schemeClr val="accent1">
                    <a:shade val="50000"/>
                  </a:schemeClr>
                </a:solidFill>
                <a:prstDash val="dash"/>
              </a:ln>
            </p:spPr>
            <p:txBody>
              <a:bodyPr/>
              <a:lstStyle/>
              <a:p>
                <a:r>
                  <a:rPr lang="zh-CN" altLang="en-US">
                    <a:noFill/>
                  </a:rPr>
                  <a:t> </a:t>
                </a:r>
              </a:p>
            </p:txBody>
          </p:sp>
        </mc:Fallback>
      </mc:AlternateContent>
      <p:sp>
        <p:nvSpPr>
          <p:cNvPr id="39" name="文本框 38"/>
          <p:cNvSpPr txBox="1"/>
          <p:nvPr/>
        </p:nvSpPr>
        <p:spPr>
          <a:xfrm>
            <a:off x="6917859" y="4091397"/>
            <a:ext cx="1884818" cy="161290"/>
          </a:xfrm>
          <a:prstGeom prst="rect">
            <a:avLst/>
          </a:prstGeom>
          <a:solidFill>
            <a:schemeClr val="bg1"/>
          </a:solidFill>
        </p:spPr>
        <p:txBody>
          <a:bodyPr wrap="square" lIns="0" tIns="0" rIns="0" bIns="0" rtlCol="0">
            <a:spAutoFit/>
          </a:bodyPr>
          <a:lstStyle/>
          <a:p>
            <a:r>
              <a:rPr lang="zh-CN" altLang="en-US" sz="1050">
                <a:solidFill>
                  <a:srgbClr val="C00000"/>
                </a:solidFill>
              </a:rPr>
              <a:t>主析取与主合取范式编码集互补</a:t>
            </a:r>
            <a:endParaRPr lang="zh-CN" altLang="en-US" sz="1050">
              <a:solidFill>
                <a:srgbClr val="C00000"/>
              </a:solidFill>
            </a:endParaRPr>
          </a:p>
        </p:txBody>
      </p:sp>
      <p:sp>
        <p:nvSpPr>
          <p:cNvPr id="40" name="文本框 39"/>
          <p:cNvSpPr txBox="1"/>
          <p:nvPr/>
        </p:nvSpPr>
        <p:spPr>
          <a:xfrm>
            <a:off x="8249336" y="2576346"/>
            <a:ext cx="692982" cy="829945"/>
          </a:xfrm>
          <a:prstGeom prst="rect">
            <a:avLst/>
          </a:prstGeom>
          <a:solidFill>
            <a:schemeClr val="accent2">
              <a:lumMod val="20000"/>
              <a:lumOff val="80000"/>
              <a:alpha val="50000"/>
            </a:schemeClr>
          </a:solidFill>
        </p:spPr>
        <p:txBody>
          <a:bodyPr wrap="square" rtlCol="0">
            <a:spAutoFit/>
          </a:bodyPr>
          <a:lstStyle/>
          <a:p>
            <a:r>
              <a:rPr lang="zh-CN" altLang="en-US" sz="1200">
                <a:solidFill>
                  <a:srgbClr val="C00000"/>
                </a:solidFill>
              </a:rPr>
              <a:t>交换律、排中律、同一律、</a:t>
            </a:r>
            <a:endParaRPr lang="en-US" altLang="zh-CN" sz="1200">
              <a:solidFill>
                <a:srgbClr val="C00000"/>
              </a:solidFill>
            </a:endParaRPr>
          </a:p>
          <a:p>
            <a:r>
              <a:rPr lang="zh-CN" altLang="en-US" sz="1200">
                <a:solidFill>
                  <a:srgbClr val="C00000"/>
                </a:solidFill>
              </a:rPr>
              <a:t>分配律</a:t>
            </a:r>
            <a:endParaRPr lang="zh-CN" altLang="en-US" sz="1200">
              <a:solidFill>
                <a:srgbClr val="C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3"/>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4"/>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35"/>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3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6"/>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6" grpId="0" bldLvl="0" animBg="1"/>
      <p:bldP spid="7" grpId="0" bldLvl="0" animBg="1"/>
      <p:bldP spid="8" grpId="0" bldLvl="0" animBg="1"/>
      <p:bldP spid="9" grpId="0" bldLvl="0" animBg="1"/>
      <p:bldP spid="27" grpId="0" bldLvl="0" animBg="1"/>
      <p:bldP spid="28" grpId="0" bldLvl="0" animBg="1"/>
      <p:bldP spid="29" grpId="0" bldLvl="0" animBg="1"/>
      <p:bldP spid="26" grpId="0"/>
      <p:bldP spid="35" grpId="0" bldLvl="0" animBg="1"/>
      <p:bldP spid="36" grpId="0" bldLvl="0" animBg="1"/>
      <p:bldP spid="37" grpId="0" bldLvl="0" animBg="1"/>
      <p:bldP spid="38" grpId="0" bldLvl="0" animBg="1"/>
      <p:bldP spid="39" grpId="0" bldLvl="0" animBg="1"/>
      <p:bldP spid="40" grpId="0" bldLvl="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55901" y="455681"/>
            <a:ext cx="8161119" cy="523875"/>
          </a:xfrm>
        </p:spPr>
        <p:txBody>
          <a:bodyPr/>
          <a:lstStyle/>
          <a:p>
            <a:r>
              <a:rPr kumimoji="1" lang="zh-CN" altLang="en-US" sz="2400" b="1">
                <a:latin typeface="微软雅黑" charset="-122"/>
                <a:ea typeface="微软雅黑" charset="-122"/>
              </a:rPr>
              <a:t>等值演算法求与公式逻辑等值的主范式练习</a:t>
            </a:r>
            <a:endParaRPr kumimoji="1" lang="zh-CN" altLang="en-US" sz="2400" b="1" dirty="0">
              <a:latin typeface="微软雅黑" charset="-122"/>
              <a:ea typeface="微软雅黑" charset="-122"/>
            </a:endParaRPr>
          </a:p>
        </p:txBody>
      </p:sp>
      <mc:AlternateContent xmlns:mc="http://schemas.openxmlformats.org/markup-compatibility/2006">
        <mc:Choice xmlns:a14="http://schemas.microsoft.com/office/drawing/2010/main" Requires="a14">
          <p:sp>
            <p:nvSpPr>
              <p:cNvPr id="3" name="文本框 2"/>
              <p:cNvSpPr txBox="1"/>
              <p:nvPr/>
            </p:nvSpPr>
            <p:spPr>
              <a:xfrm>
                <a:off x="400324" y="1738901"/>
                <a:ext cx="6154446" cy="215265"/>
              </a:xfrm>
              <a:prstGeom prst="rect">
                <a:avLst/>
              </a:prstGeom>
              <a:solidFill>
                <a:schemeClr val="accent6">
                  <a:lumMod val="50000"/>
                </a:schemeClr>
              </a:solidFill>
            </p:spPr>
            <p:txBody>
              <a:bodyPr wrap="square" tIns="0" bIns="0" rtlCol="0">
                <a:spAutoFit/>
              </a:bodyPr>
              <a:lstStyle/>
              <a:p>
                <a:r>
                  <a:rPr lang="zh-CN" altLang="en-US" sz="1400">
                    <a:solidFill>
                      <a:schemeClr val="bg1"/>
                    </a:solidFill>
                  </a:rPr>
                  <a:t>与公式</a:t>
                </a:r>
                <a14:m>
                  <m:oMath xmlns:m="http://schemas.openxmlformats.org/officeDocument/2006/math">
                    <m:r>
                      <a:rPr lang="en-US" altLang="zh-CN" sz="1400" i="1">
                        <a:solidFill>
                          <a:schemeClr val="bg1"/>
                        </a:solidFill>
                        <a:latin typeface="Cambria Math" panose="02040503050406030204" pitchFamily="18" charset="0"/>
                      </a:rPr>
                      <m:t>𝐴</m:t>
                    </m:r>
                    <m:r>
                      <a:rPr lang="en-US" altLang="zh-CN" sz="1400" i="1">
                        <a:solidFill>
                          <a:schemeClr val="bg1"/>
                        </a:solidFill>
                        <a:latin typeface="Cambria Math" panose="02040503050406030204" pitchFamily="18" charset="0"/>
                      </a:rPr>
                      <m:t> =</m:t>
                    </m:r>
                    <m:d>
                      <m:dPr>
                        <m:ctrlPr>
                          <a:rPr lang="en-US" altLang="zh-CN" sz="1400" i="1">
                            <a:solidFill>
                              <a:schemeClr val="bg1"/>
                            </a:solidFill>
                            <a:latin typeface="Cambria Math" panose="02040503050406030204" pitchFamily="18" charset="0"/>
                          </a:rPr>
                        </m:ctrlPr>
                      </m:dPr>
                      <m:e>
                        <m:r>
                          <a:rPr lang="en-US" altLang="zh-CN" sz="1400" i="1">
                            <a:solidFill>
                              <a:schemeClr val="bg1"/>
                            </a:solidFill>
                            <a:latin typeface="Cambria Math" panose="02040503050406030204" pitchFamily="18" charset="0"/>
                          </a:rPr>
                          <m:t>𝑝</m:t>
                        </m:r>
                        <m:r>
                          <a:rPr lang="en-US" altLang="zh-CN" sz="1400" i="1">
                            <a:solidFill>
                              <a:schemeClr val="bg1"/>
                            </a:solidFill>
                            <a:latin typeface="Cambria Math" panose="02040503050406030204" pitchFamily="18" charset="0"/>
                          </a:rPr>
                          <m:t>→</m:t>
                        </m:r>
                        <m:r>
                          <a:rPr lang="en-US" altLang="zh-CN" sz="1400" i="1">
                            <a:solidFill>
                              <a:schemeClr val="bg1"/>
                            </a:solidFill>
                            <a:latin typeface="Cambria Math" panose="02040503050406030204" pitchFamily="18" charset="0"/>
                          </a:rPr>
                          <m:t>𝑟</m:t>
                        </m:r>
                      </m:e>
                    </m:d>
                    <m:r>
                      <a:rPr lang="en-US" altLang="zh-CN" sz="1400" i="1">
                        <a:solidFill>
                          <a:schemeClr val="bg1"/>
                        </a:solidFill>
                        <a:latin typeface="Cambria Math" panose="02040503050406030204" pitchFamily="18" charset="0"/>
                      </a:rPr>
                      <m:t>∧(</m:t>
                    </m:r>
                    <m:r>
                      <a:rPr lang="en-US" altLang="zh-CN" sz="1400" i="1">
                        <a:solidFill>
                          <a:schemeClr val="bg1"/>
                        </a:solidFill>
                        <a:latin typeface="Cambria Math" panose="02040503050406030204" pitchFamily="18" charset="0"/>
                      </a:rPr>
                      <m:t>𝑞</m:t>
                    </m:r>
                    <m:r>
                      <a:rPr lang="en-US" altLang="zh-CN" sz="1400" i="1">
                        <a:solidFill>
                          <a:schemeClr val="bg1"/>
                        </a:solidFill>
                        <a:latin typeface="Cambria Math" panose="02040503050406030204" pitchFamily="18" charset="0"/>
                      </a:rPr>
                      <m:t>→</m:t>
                    </m:r>
                    <m:r>
                      <a:rPr lang="en-US" altLang="zh-CN" sz="1400" i="1">
                        <a:solidFill>
                          <a:schemeClr val="bg1"/>
                        </a:solidFill>
                        <a:latin typeface="Cambria Math" panose="02040503050406030204" pitchFamily="18" charset="0"/>
                      </a:rPr>
                      <m:t>𝑠</m:t>
                    </m:r>
                    <m:r>
                      <a:rPr lang="en-US" altLang="zh-CN" sz="1400" i="1">
                        <a:solidFill>
                          <a:schemeClr val="bg1"/>
                        </a:solidFill>
                        <a:latin typeface="Cambria Math" panose="02040503050406030204" pitchFamily="18" charset="0"/>
                      </a:rPr>
                      <m:t>) </m:t>
                    </m:r>
                  </m:oMath>
                </a14:m>
                <a:r>
                  <a:rPr lang="zh-CN" altLang="en-US" sz="1400">
                    <a:solidFill>
                      <a:schemeClr val="bg1"/>
                    </a:solidFill>
                  </a:rPr>
                  <a:t>逻辑等值的一个合取范式是</a:t>
                </a:r>
                <a14:m>
                  <m:oMath xmlns:m="http://schemas.openxmlformats.org/officeDocument/2006/math">
                    <m:d>
                      <m:dPr>
                        <m:ctrlPr>
                          <a:rPr lang="en-US" altLang="zh-CN" sz="1400" i="1">
                            <a:solidFill>
                              <a:schemeClr val="bg1"/>
                            </a:solidFill>
                            <a:latin typeface="Cambria Math" panose="02040503050406030204" pitchFamily="18" charset="0"/>
                          </a:rPr>
                        </m:ctrlPr>
                      </m:dPr>
                      <m:e>
                        <m:r>
                          <a:rPr lang="en-US" altLang="zh-CN" sz="1400" i="1">
                            <a:solidFill>
                              <a:schemeClr val="bg1"/>
                            </a:solidFill>
                            <a:latin typeface="Cambria Math" panose="02040503050406030204" pitchFamily="18" charset="0"/>
                          </a:rPr>
                          <m:t>¬</m:t>
                        </m:r>
                        <m:r>
                          <a:rPr lang="en-US" altLang="zh-CN" sz="1400" i="1">
                            <a:solidFill>
                              <a:schemeClr val="bg1"/>
                            </a:solidFill>
                            <a:latin typeface="Cambria Math" panose="02040503050406030204" pitchFamily="18" charset="0"/>
                          </a:rPr>
                          <m:t>𝑝</m:t>
                        </m:r>
                        <m:r>
                          <a:rPr lang="en-US" altLang="zh-CN" sz="1400" i="1">
                            <a:solidFill>
                              <a:schemeClr val="bg1"/>
                            </a:solidFill>
                            <a:latin typeface="Cambria Math" panose="02040503050406030204" pitchFamily="18" charset="0"/>
                          </a:rPr>
                          <m:t>∨</m:t>
                        </m:r>
                        <m:r>
                          <a:rPr lang="en-US" altLang="zh-CN" sz="1400" i="1">
                            <a:solidFill>
                              <a:schemeClr val="bg1"/>
                            </a:solidFill>
                            <a:latin typeface="Cambria Math" panose="02040503050406030204" pitchFamily="18" charset="0"/>
                          </a:rPr>
                          <m:t>𝑟</m:t>
                        </m:r>
                      </m:e>
                    </m:d>
                    <m:r>
                      <a:rPr lang="en-US" altLang="zh-CN" sz="1400" i="1">
                        <a:solidFill>
                          <a:schemeClr val="bg1"/>
                        </a:solidFill>
                        <a:latin typeface="Cambria Math" panose="02040503050406030204" pitchFamily="18" charset="0"/>
                      </a:rPr>
                      <m:t>∧</m:t>
                    </m:r>
                    <m:d>
                      <m:dPr>
                        <m:ctrlPr>
                          <a:rPr lang="en-US" altLang="zh-CN" sz="1400" i="1">
                            <a:solidFill>
                              <a:schemeClr val="bg1"/>
                            </a:solidFill>
                            <a:latin typeface="Cambria Math" panose="02040503050406030204" pitchFamily="18" charset="0"/>
                          </a:rPr>
                        </m:ctrlPr>
                      </m:dPr>
                      <m:e>
                        <m:r>
                          <a:rPr lang="en-US" altLang="zh-CN" sz="1400" i="1">
                            <a:solidFill>
                              <a:schemeClr val="bg1"/>
                            </a:solidFill>
                            <a:latin typeface="Cambria Math" panose="02040503050406030204" pitchFamily="18" charset="0"/>
                          </a:rPr>
                          <m:t>¬</m:t>
                        </m:r>
                        <m:r>
                          <a:rPr lang="en-US" altLang="zh-CN" sz="1400" i="1">
                            <a:solidFill>
                              <a:schemeClr val="bg1"/>
                            </a:solidFill>
                            <a:latin typeface="Cambria Math" panose="02040503050406030204" pitchFamily="18" charset="0"/>
                          </a:rPr>
                          <m:t>𝑞</m:t>
                        </m:r>
                        <m:r>
                          <a:rPr lang="en-US" altLang="zh-CN" sz="1400" i="1">
                            <a:solidFill>
                              <a:schemeClr val="bg1"/>
                            </a:solidFill>
                            <a:latin typeface="Cambria Math" panose="02040503050406030204" pitchFamily="18" charset="0"/>
                          </a:rPr>
                          <m:t>∨</m:t>
                        </m:r>
                        <m:r>
                          <a:rPr lang="en-US" altLang="zh-CN" sz="1400" i="1">
                            <a:solidFill>
                              <a:schemeClr val="bg1"/>
                            </a:solidFill>
                            <a:latin typeface="Cambria Math" panose="02040503050406030204" pitchFamily="18" charset="0"/>
                          </a:rPr>
                          <m:t>𝑠</m:t>
                        </m:r>
                      </m:e>
                    </m:d>
                  </m:oMath>
                </a14:m>
                <a:endParaRPr lang="zh-CN" altLang="en-US" sz="1400">
                  <a:solidFill>
                    <a:schemeClr val="bg1"/>
                  </a:solidFill>
                </a:endParaRPr>
              </a:p>
            </p:txBody>
          </p:sp>
        </mc:Choice>
        <mc:Fallback>
          <p:sp>
            <p:nvSpPr>
              <p:cNvPr id="3" name="文本框 2"/>
              <p:cNvSpPr txBox="1">
                <a:spLocks noRot="1" noChangeAspect="1" noMove="1" noResize="1" noEditPoints="1" noAdjustHandles="1" noChangeArrowheads="1" noChangeShapeType="1" noTextEdit="1"/>
              </p:cNvSpPr>
              <p:nvPr/>
            </p:nvSpPr>
            <p:spPr>
              <a:xfrm>
                <a:off x="400324" y="1738901"/>
                <a:ext cx="6154446" cy="215265"/>
              </a:xfrm>
              <a:prstGeom prst="rect">
                <a:avLst/>
              </a:prstGeom>
              <a:blipFill rotWithShape="1">
                <a:blip r:embed="rId1"/>
                <a:stretch>
                  <a:fillRect l="-4" t="-126" r="5" b="-1580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文本框 3"/>
              <p:cNvSpPr txBox="1"/>
              <p:nvPr/>
            </p:nvSpPr>
            <p:spPr>
              <a:xfrm>
                <a:off x="6696075" y="1735455"/>
                <a:ext cx="2150745" cy="275590"/>
              </a:xfrm>
              <a:prstGeom prst="rect">
                <a:avLst/>
              </a:prstGeom>
              <a:solidFill>
                <a:schemeClr val="accent5">
                  <a:lumMod val="20000"/>
                  <a:lumOff val="80000"/>
                </a:schemeClr>
              </a:solidFill>
              <a:ln w="12700">
                <a:solidFill>
                  <a:schemeClr val="accent1">
                    <a:shade val="50000"/>
                  </a:schemeClr>
                </a:solidFill>
                <a:prstDash val="dash"/>
              </a:ln>
            </p:spPr>
            <p:txBody>
              <a:bodyPr wrap="square" rtlCol="0">
                <a:spAutoFit/>
              </a:bodyPr>
              <a:lstStyle/>
              <a:p>
                <a:r>
                  <a:rPr lang="zh-CN" altLang="en-US" sz="1200">
                    <a:solidFill>
                      <a:schemeClr val="accent2">
                        <a:lumMod val="50000"/>
                      </a:schemeClr>
                    </a:solidFill>
                    <a:latin typeface="楷体" panose="02010609060101010101" pitchFamily="49" charset="-122"/>
                    <a:ea typeface="楷体" panose="02010609060101010101" pitchFamily="49" charset="-122"/>
                  </a:rPr>
                  <a:t>固定变量为</a:t>
                </a:r>
                <a14:m>
                  <m:oMath xmlns:m="http://schemas.openxmlformats.org/officeDocument/2006/math">
                    <m:r>
                      <a:rPr lang="en-US" altLang="zh-CN" sz="1200" i="1">
                        <a:solidFill>
                          <a:schemeClr val="accent2">
                            <a:lumMod val="50000"/>
                          </a:schemeClr>
                        </a:solidFill>
                        <a:latin typeface="Cambria Math" panose="02040503050406030204" pitchFamily="18" charset="0"/>
                        <a:ea typeface="楷体" panose="02010609060101010101" pitchFamily="49" charset="-122"/>
                      </a:rPr>
                      <m:t>𝑝</m:t>
                    </m:r>
                    <m:r>
                      <a:rPr lang="en-US" altLang="zh-CN" sz="1200" i="1">
                        <a:solidFill>
                          <a:schemeClr val="accent2">
                            <a:lumMod val="50000"/>
                          </a:schemeClr>
                        </a:solidFill>
                        <a:latin typeface="Cambria Math" panose="02040503050406030204" pitchFamily="18" charset="0"/>
                        <a:ea typeface="楷体" panose="02010609060101010101" pitchFamily="49" charset="-122"/>
                      </a:rPr>
                      <m:t>, </m:t>
                    </m:r>
                    <m:r>
                      <a:rPr lang="en-US" altLang="zh-CN" sz="1200" i="1">
                        <a:solidFill>
                          <a:schemeClr val="accent2">
                            <a:lumMod val="50000"/>
                          </a:schemeClr>
                        </a:solidFill>
                        <a:latin typeface="Cambria Math" panose="02040503050406030204" pitchFamily="18" charset="0"/>
                        <a:ea typeface="楷体" panose="02010609060101010101" pitchFamily="49" charset="-122"/>
                      </a:rPr>
                      <m:t>𝑞</m:t>
                    </m:r>
                    <m:r>
                      <a:rPr lang="en-US" altLang="zh-CN" sz="1200" i="1">
                        <a:solidFill>
                          <a:schemeClr val="accent2">
                            <a:lumMod val="50000"/>
                          </a:schemeClr>
                        </a:solidFill>
                        <a:latin typeface="Cambria Math" panose="02040503050406030204" pitchFamily="18" charset="0"/>
                        <a:ea typeface="楷体" panose="02010609060101010101" pitchFamily="49" charset="-122"/>
                      </a:rPr>
                      <m:t>, </m:t>
                    </m:r>
                    <m:r>
                      <a:rPr lang="en-US" altLang="zh-CN" sz="1200" i="1">
                        <a:solidFill>
                          <a:schemeClr val="accent2">
                            <a:lumMod val="50000"/>
                          </a:schemeClr>
                        </a:solidFill>
                        <a:latin typeface="Cambria Math" panose="02040503050406030204" pitchFamily="18" charset="0"/>
                        <a:ea typeface="楷体" panose="02010609060101010101" pitchFamily="49" charset="-122"/>
                      </a:rPr>
                      <m:t>𝑟</m:t>
                    </m:r>
                    <m:r>
                      <a:rPr lang="en-US" altLang="zh-CN" sz="1200" i="1">
                        <a:solidFill>
                          <a:schemeClr val="accent2">
                            <a:lumMod val="50000"/>
                          </a:schemeClr>
                        </a:solidFill>
                        <a:latin typeface="Cambria Math" panose="02040503050406030204" pitchFamily="18" charset="0"/>
                        <a:ea typeface="楷体" panose="02010609060101010101" pitchFamily="49" charset="-122"/>
                      </a:rPr>
                      <m:t>,</m:t>
                    </m:r>
                    <m:r>
                      <a:rPr lang="en-US" altLang="zh-CN" sz="1200" i="1">
                        <a:solidFill>
                          <a:schemeClr val="accent2">
                            <a:lumMod val="50000"/>
                          </a:schemeClr>
                        </a:solidFill>
                        <a:latin typeface="Cambria Math" panose="02040503050406030204" pitchFamily="18" charset="0"/>
                        <a:ea typeface="楷体" panose="02010609060101010101" pitchFamily="49" charset="-122"/>
                      </a:rPr>
                      <m:t>𝑠</m:t>
                    </m:r>
                  </m:oMath>
                </a14:m>
                <a:r>
                  <a:rPr lang="zh-CN" altLang="en-US" sz="1200">
                    <a:solidFill>
                      <a:schemeClr val="accent2">
                        <a:lumMod val="50000"/>
                      </a:schemeClr>
                    </a:solidFill>
                    <a:latin typeface="楷体" panose="02010609060101010101" pitchFamily="49" charset="-122"/>
                    <a:ea typeface="楷体" panose="02010609060101010101" pitchFamily="49" charset="-122"/>
                  </a:rPr>
                  <a:t>的顺序！</a:t>
                </a:r>
                <a:endParaRPr lang="zh-CN" altLang="en-US" sz="1200">
                  <a:solidFill>
                    <a:schemeClr val="accent2">
                      <a:lumMod val="50000"/>
                    </a:schemeClr>
                  </a:solidFill>
                  <a:latin typeface="楷体" panose="02010609060101010101" pitchFamily="49" charset="-122"/>
                  <a:ea typeface="楷体" panose="02010609060101010101" pitchFamily="49" charset="-122"/>
                </a:endParaRPr>
              </a:p>
            </p:txBody>
          </p:sp>
        </mc:Choice>
        <mc:Fallback>
          <p:sp>
            <p:nvSpPr>
              <p:cNvPr id="4" name="文本框 3"/>
              <p:cNvSpPr txBox="1">
                <a:spLocks noRot="1" noChangeAspect="1" noMove="1" noResize="1" noEditPoints="1" noAdjustHandles="1" noChangeArrowheads="1" noChangeShapeType="1" noTextEdit="1"/>
              </p:cNvSpPr>
              <p:nvPr/>
            </p:nvSpPr>
            <p:spPr>
              <a:xfrm>
                <a:off x="6696075" y="1735455"/>
                <a:ext cx="2150745" cy="275590"/>
              </a:xfrm>
              <a:prstGeom prst="rect">
                <a:avLst/>
              </a:prstGeom>
              <a:blipFill rotWithShape="1">
                <a:blip r:embed="rId2"/>
                <a:stretch>
                  <a:fillRect l="-295" t="-2304" r="-295" b="-2304"/>
                </a:stretch>
              </a:blipFill>
              <a:ln w="12700">
                <a:solidFill>
                  <a:schemeClr val="accent1">
                    <a:shade val="50000"/>
                  </a:schemeClr>
                </a:solidFill>
                <a:prstDash val="dash"/>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文本框 14"/>
              <p:cNvSpPr txBox="1"/>
              <p:nvPr/>
            </p:nvSpPr>
            <p:spPr>
              <a:xfrm>
                <a:off x="506151" y="2610212"/>
                <a:ext cx="2119542" cy="230505"/>
              </a:xfrm>
              <a:prstGeom prst="rect">
                <a:avLst/>
              </a:prstGeom>
              <a:solidFill>
                <a:schemeClr val="accent4">
                  <a:lumMod val="20000"/>
                  <a:lumOff val="80000"/>
                </a:schemeClr>
              </a:solidFill>
            </p:spPr>
            <p:txBody>
              <a:bodyPr wrap="square" tIns="0" bIns="0" rtlCol="0">
                <a:spAutoFit/>
              </a:bodyPr>
              <a:lstStyle/>
              <a:p>
                <a14:m>
                  <m:oMath xmlns:m="http://schemas.openxmlformats.org/officeDocument/2006/math">
                    <m:d>
                      <m:dPr>
                        <m:ctrlPr>
                          <a:rPr lang="en-US" altLang="zh-CN" sz="1500" b="1" i="1">
                            <a:solidFill>
                              <a:srgbClr val="C00000"/>
                            </a:solidFill>
                            <a:latin typeface="Cambria Math" panose="02040503050406030204" pitchFamily="18" charset="0"/>
                          </a:rPr>
                        </m:ctrlPr>
                      </m:dPr>
                      <m:e>
                        <m:r>
                          <a:rPr lang="en-US" altLang="zh-CN" sz="1500" b="1" i="1">
                            <a:solidFill>
                              <a:srgbClr val="C00000"/>
                            </a:solidFill>
                            <a:latin typeface="Cambria Math" panose="02040503050406030204" pitchFamily="18" charset="0"/>
                          </a:rPr>
                          <m:t>¬</m:t>
                        </m:r>
                        <m:r>
                          <a:rPr lang="en-US" altLang="zh-CN" sz="1500" b="1" i="1">
                            <a:solidFill>
                              <a:srgbClr val="C00000"/>
                            </a:solidFill>
                            <a:latin typeface="Cambria Math" panose="02040503050406030204" pitchFamily="18" charset="0"/>
                          </a:rPr>
                          <m:t>𝒑</m:t>
                        </m:r>
                        <m:r>
                          <a:rPr lang="en-US" altLang="zh-CN" sz="1500" b="1" i="1">
                            <a:solidFill>
                              <a:srgbClr val="C00000"/>
                            </a:solidFill>
                            <a:latin typeface="Cambria Math" panose="02040503050406030204" pitchFamily="18" charset="0"/>
                          </a:rPr>
                          <m:t>∨</m:t>
                        </m:r>
                        <m:r>
                          <a:rPr lang="en-US" altLang="zh-CN" sz="1500" b="1" i="1">
                            <a:solidFill>
                              <a:srgbClr val="C00000"/>
                            </a:solidFill>
                            <a:latin typeface="Cambria Math" panose="02040503050406030204" pitchFamily="18" charset="0"/>
                          </a:rPr>
                          <m:t>𝒓</m:t>
                        </m:r>
                      </m:e>
                    </m:d>
                  </m:oMath>
                </a14:m>
                <a:r>
                  <a:rPr lang="zh-CN" altLang="en-US" sz="1500" b="1">
                    <a:solidFill>
                      <a:srgbClr val="C00000"/>
                    </a:solidFill>
                  </a:rPr>
                  <a:t>编码为</a:t>
                </a:r>
                <a:r>
                  <a:rPr lang="en-US" altLang="zh-CN" sz="1500" b="1">
                    <a:solidFill>
                      <a:srgbClr val="C00000"/>
                    </a:solidFill>
                    <a:latin typeface="Cambria Math" panose="02040503050406030204" pitchFamily="18" charset="0"/>
                    <a:ea typeface="Cambria Math" panose="02040503050406030204" pitchFamily="18" charset="0"/>
                  </a:rPr>
                  <a:t>(1 - 0 - )</a:t>
                </a:r>
                <a:endParaRPr lang="zh-CN" altLang="en-US" sz="1500" b="1">
                  <a:solidFill>
                    <a:srgbClr val="C00000"/>
                  </a:solidFill>
                  <a:latin typeface="Cambria Math" panose="02040503050406030204" pitchFamily="18" charset="0"/>
                </a:endParaRPr>
              </a:p>
            </p:txBody>
          </p:sp>
        </mc:Choice>
        <mc:Fallback>
          <p:sp>
            <p:nvSpPr>
              <p:cNvPr id="15" name="文本框 14"/>
              <p:cNvSpPr txBox="1">
                <a:spLocks noRot="1" noChangeAspect="1" noMove="1" noResize="1" noEditPoints="1" noAdjustHandles="1" noChangeArrowheads="1" noChangeShapeType="1" noTextEdit="1"/>
              </p:cNvSpPr>
              <p:nvPr/>
            </p:nvSpPr>
            <p:spPr>
              <a:xfrm>
                <a:off x="506151" y="2610212"/>
                <a:ext cx="2119542" cy="230505"/>
              </a:xfrm>
              <a:prstGeom prst="rect">
                <a:avLst/>
              </a:prstGeom>
              <a:blipFill rotWithShape="1">
                <a:blip r:embed="rId3"/>
                <a:stretch>
                  <a:fillRect l="-3" t="-157" r="28" b="-16096"/>
                </a:stretch>
              </a:blipFill>
            </p:spPr>
            <p:txBody>
              <a:bodyPr/>
              <a:lstStyle/>
              <a:p>
                <a:r>
                  <a:rPr lang="zh-CN" altLang="en-US">
                    <a:noFill/>
                  </a:rPr>
                  <a:t> </a:t>
                </a:r>
              </a:p>
            </p:txBody>
          </p:sp>
        </mc:Fallback>
      </mc:AlternateContent>
      <p:sp>
        <p:nvSpPr>
          <p:cNvPr id="16" name="箭头: 右 15"/>
          <p:cNvSpPr/>
          <p:nvPr/>
        </p:nvSpPr>
        <p:spPr>
          <a:xfrm>
            <a:off x="2637258" y="2686311"/>
            <a:ext cx="477613" cy="78633"/>
          </a:xfrm>
          <a:prstGeom prst="rightArrow">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p>
        </p:txBody>
      </p:sp>
      <mc:AlternateContent xmlns:mc="http://schemas.openxmlformats.org/markup-compatibility/2006">
        <mc:Choice xmlns:a14="http://schemas.microsoft.com/office/drawing/2010/main" Requires="a14">
          <p:sp>
            <p:nvSpPr>
              <p:cNvPr id="17" name="文本框 16"/>
              <p:cNvSpPr txBox="1"/>
              <p:nvPr/>
            </p:nvSpPr>
            <p:spPr>
              <a:xfrm>
                <a:off x="3126436" y="2367693"/>
                <a:ext cx="1063057" cy="711835"/>
              </a:xfrm>
              <a:prstGeom prst="rect">
                <a:avLst/>
              </a:prstGeom>
              <a:solidFill>
                <a:schemeClr val="accent2">
                  <a:lumMod val="20000"/>
                  <a:lumOff val="80000"/>
                </a:schemeClr>
              </a:solidFill>
            </p:spPr>
            <p:txBody>
              <a:bodyPr wrap="square" tIns="0" bIns="0" rtlCol="0">
                <a:spAutoFit/>
              </a:bodyPr>
              <a:lstStyle/>
              <a:p>
                <a:pPr>
                  <a:spcAft>
                    <a:spcPts val="225"/>
                  </a:spcAft>
                </a:pPr>
                <a:r>
                  <a:rPr lang="en-US" altLang="zh-CN" sz="1015" b="1">
                    <a:solidFill>
                      <a:srgbClr val="002060"/>
                    </a:solidFill>
                    <a:latin typeface="Cambria Math" panose="02040503050406030204" pitchFamily="18" charset="0"/>
                    <a:ea typeface="Cambria Math" panose="02040503050406030204" pitchFamily="18" charset="0"/>
                  </a:rPr>
                  <a:t>1</a:t>
                </a:r>
                <a:r>
                  <a:rPr lang="en-US" altLang="zh-CN" sz="1015" b="1">
                    <a:solidFill>
                      <a:srgbClr val="C00000"/>
                    </a:solidFill>
                    <a:latin typeface="Cambria Math" panose="02040503050406030204" pitchFamily="18" charset="0"/>
                    <a:ea typeface="Cambria Math" panose="02040503050406030204" pitchFamily="18" charset="0"/>
                  </a:rPr>
                  <a:t>0</a:t>
                </a:r>
                <a:r>
                  <a:rPr lang="en-US" altLang="zh-CN" sz="1015" b="1">
                    <a:solidFill>
                      <a:srgbClr val="002060"/>
                    </a:solidFill>
                    <a:latin typeface="Cambria Math" panose="02040503050406030204" pitchFamily="18" charset="0"/>
                    <a:ea typeface="Cambria Math" panose="02040503050406030204" pitchFamily="18" charset="0"/>
                  </a:rPr>
                  <a:t>0</a:t>
                </a:r>
                <a:r>
                  <a:rPr lang="en-US" altLang="zh-CN" sz="1015" b="1">
                    <a:solidFill>
                      <a:srgbClr val="C00000"/>
                    </a:solidFill>
                    <a:latin typeface="Cambria Math" panose="02040503050406030204" pitchFamily="18" charset="0"/>
                    <a:ea typeface="Cambria Math" panose="02040503050406030204" pitchFamily="18" charset="0"/>
                  </a:rPr>
                  <a:t>0 : </a:t>
                </a:r>
                <a14:m>
                  <m:oMath xmlns:m="http://schemas.openxmlformats.org/officeDocument/2006/math">
                    <m:sSub>
                      <m:sSubPr>
                        <m:ctrlPr>
                          <a:rPr lang="en-US" altLang="zh-CN" sz="1015" b="1" i="1">
                            <a:solidFill>
                              <a:srgbClr val="C00000"/>
                            </a:solidFill>
                            <a:latin typeface="Cambria Math" panose="02040503050406030204" pitchFamily="18" charset="0"/>
                          </a:rPr>
                        </m:ctrlPr>
                      </m:sSubPr>
                      <m:e>
                        <m:r>
                          <a:rPr lang="en-US" altLang="zh-CN" sz="1015" b="1" i="1">
                            <a:solidFill>
                              <a:srgbClr val="C00000"/>
                            </a:solidFill>
                            <a:latin typeface="Cambria Math" panose="02040503050406030204" pitchFamily="18" charset="0"/>
                          </a:rPr>
                          <m:t>𝑴</m:t>
                        </m:r>
                      </m:e>
                      <m:sub>
                        <m:r>
                          <a:rPr lang="en-US" altLang="zh-CN" sz="1015" b="1" i="1">
                            <a:solidFill>
                              <a:srgbClr val="C00000"/>
                            </a:solidFill>
                            <a:latin typeface="Cambria Math" panose="02040503050406030204" pitchFamily="18" charset="0"/>
                          </a:rPr>
                          <m:t>𝟖</m:t>
                        </m:r>
                      </m:sub>
                    </m:sSub>
                  </m:oMath>
                </a14:m>
                <a:endParaRPr lang="en-US" altLang="zh-CN" sz="1015" b="1">
                  <a:solidFill>
                    <a:srgbClr val="C00000"/>
                  </a:solidFill>
                </a:endParaRPr>
              </a:p>
              <a:p>
                <a:pPr>
                  <a:spcAft>
                    <a:spcPts val="225"/>
                  </a:spcAft>
                </a:pPr>
                <a:r>
                  <a:rPr lang="en-US" altLang="zh-CN" sz="1015" b="1">
                    <a:solidFill>
                      <a:srgbClr val="002060"/>
                    </a:solidFill>
                    <a:latin typeface="Cambria Math" panose="02040503050406030204" pitchFamily="18" charset="0"/>
                    <a:ea typeface="Cambria Math" panose="02040503050406030204" pitchFamily="18" charset="0"/>
                  </a:rPr>
                  <a:t>1</a:t>
                </a:r>
                <a:r>
                  <a:rPr lang="en-US" altLang="zh-CN" sz="1015" b="1">
                    <a:solidFill>
                      <a:srgbClr val="C00000"/>
                    </a:solidFill>
                    <a:latin typeface="Cambria Math" panose="02040503050406030204" pitchFamily="18" charset="0"/>
                    <a:ea typeface="Cambria Math" panose="02040503050406030204" pitchFamily="18" charset="0"/>
                  </a:rPr>
                  <a:t>0</a:t>
                </a:r>
                <a:r>
                  <a:rPr lang="en-US" altLang="zh-CN" sz="1015" b="1">
                    <a:solidFill>
                      <a:srgbClr val="002060"/>
                    </a:solidFill>
                    <a:latin typeface="Cambria Math" panose="02040503050406030204" pitchFamily="18" charset="0"/>
                    <a:ea typeface="Cambria Math" panose="02040503050406030204" pitchFamily="18" charset="0"/>
                  </a:rPr>
                  <a:t>0</a:t>
                </a:r>
                <a:r>
                  <a:rPr lang="en-US" altLang="zh-CN" sz="1015" b="1">
                    <a:solidFill>
                      <a:srgbClr val="C00000"/>
                    </a:solidFill>
                    <a:latin typeface="Cambria Math" panose="02040503050406030204" pitchFamily="18" charset="0"/>
                    <a:ea typeface="Cambria Math" panose="02040503050406030204" pitchFamily="18" charset="0"/>
                  </a:rPr>
                  <a:t>1 : </a:t>
                </a:r>
                <a14:m>
                  <m:oMath xmlns:m="http://schemas.openxmlformats.org/officeDocument/2006/math">
                    <m:sSub>
                      <m:sSubPr>
                        <m:ctrlPr>
                          <a:rPr lang="en-US" altLang="zh-CN" sz="1015" b="1" i="1">
                            <a:solidFill>
                              <a:srgbClr val="C00000"/>
                            </a:solidFill>
                            <a:latin typeface="Cambria Math" panose="02040503050406030204" pitchFamily="18" charset="0"/>
                          </a:rPr>
                        </m:ctrlPr>
                      </m:sSubPr>
                      <m:e>
                        <m:r>
                          <a:rPr lang="en-US" altLang="zh-CN" sz="1015" b="1" i="1">
                            <a:solidFill>
                              <a:srgbClr val="C00000"/>
                            </a:solidFill>
                            <a:latin typeface="Cambria Math" panose="02040503050406030204" pitchFamily="18" charset="0"/>
                          </a:rPr>
                          <m:t>𝑴</m:t>
                        </m:r>
                      </m:e>
                      <m:sub>
                        <m:r>
                          <a:rPr lang="en-US" altLang="zh-CN" sz="1015" b="1" i="1">
                            <a:solidFill>
                              <a:srgbClr val="C00000"/>
                            </a:solidFill>
                            <a:latin typeface="Cambria Math" panose="02040503050406030204" pitchFamily="18" charset="0"/>
                          </a:rPr>
                          <m:t>𝟗</m:t>
                        </m:r>
                      </m:sub>
                    </m:sSub>
                  </m:oMath>
                </a14:m>
                <a:endParaRPr lang="en-US" altLang="zh-CN" sz="1015" b="1">
                  <a:solidFill>
                    <a:srgbClr val="C00000"/>
                  </a:solidFill>
                </a:endParaRPr>
              </a:p>
              <a:p>
                <a:pPr>
                  <a:spcAft>
                    <a:spcPts val="225"/>
                  </a:spcAft>
                </a:pPr>
                <a:r>
                  <a:rPr lang="en-US" altLang="zh-CN" sz="1015" b="1">
                    <a:solidFill>
                      <a:srgbClr val="002060"/>
                    </a:solidFill>
                    <a:latin typeface="Cambria Math" panose="02040503050406030204" pitchFamily="18" charset="0"/>
                    <a:ea typeface="Cambria Math" panose="02040503050406030204" pitchFamily="18" charset="0"/>
                  </a:rPr>
                  <a:t>1</a:t>
                </a:r>
                <a:r>
                  <a:rPr lang="en-US" altLang="zh-CN" sz="1015" b="1">
                    <a:solidFill>
                      <a:srgbClr val="C00000"/>
                    </a:solidFill>
                    <a:latin typeface="Cambria Math" panose="02040503050406030204" pitchFamily="18" charset="0"/>
                    <a:ea typeface="Cambria Math" panose="02040503050406030204" pitchFamily="18" charset="0"/>
                  </a:rPr>
                  <a:t>1</a:t>
                </a:r>
                <a:r>
                  <a:rPr lang="en-US" altLang="zh-CN" sz="1015" b="1">
                    <a:solidFill>
                      <a:srgbClr val="002060"/>
                    </a:solidFill>
                    <a:latin typeface="Cambria Math" panose="02040503050406030204" pitchFamily="18" charset="0"/>
                    <a:ea typeface="Cambria Math" panose="02040503050406030204" pitchFamily="18" charset="0"/>
                  </a:rPr>
                  <a:t>0</a:t>
                </a:r>
                <a:r>
                  <a:rPr lang="en-US" altLang="zh-CN" sz="1015" b="1">
                    <a:solidFill>
                      <a:srgbClr val="C00000"/>
                    </a:solidFill>
                    <a:latin typeface="Cambria Math" panose="02040503050406030204" pitchFamily="18" charset="0"/>
                    <a:ea typeface="Cambria Math" panose="02040503050406030204" pitchFamily="18" charset="0"/>
                  </a:rPr>
                  <a:t>0 : </a:t>
                </a:r>
                <a14:m>
                  <m:oMath xmlns:m="http://schemas.openxmlformats.org/officeDocument/2006/math">
                    <m:sSub>
                      <m:sSubPr>
                        <m:ctrlPr>
                          <a:rPr lang="en-US" altLang="zh-CN" sz="1015" b="1" i="1">
                            <a:solidFill>
                              <a:srgbClr val="C00000"/>
                            </a:solidFill>
                            <a:latin typeface="Cambria Math" panose="02040503050406030204" pitchFamily="18" charset="0"/>
                          </a:rPr>
                        </m:ctrlPr>
                      </m:sSubPr>
                      <m:e>
                        <m:r>
                          <a:rPr lang="en-US" altLang="zh-CN" sz="1015" b="1" i="1">
                            <a:solidFill>
                              <a:srgbClr val="C00000"/>
                            </a:solidFill>
                            <a:latin typeface="Cambria Math" panose="02040503050406030204" pitchFamily="18" charset="0"/>
                          </a:rPr>
                          <m:t>𝑴</m:t>
                        </m:r>
                      </m:e>
                      <m:sub>
                        <m:r>
                          <a:rPr lang="en-US" altLang="zh-CN" sz="1015" b="1" i="1">
                            <a:solidFill>
                              <a:srgbClr val="C00000"/>
                            </a:solidFill>
                            <a:latin typeface="Cambria Math" panose="02040503050406030204" pitchFamily="18" charset="0"/>
                          </a:rPr>
                          <m:t>𝟏𝟐</m:t>
                        </m:r>
                      </m:sub>
                    </m:sSub>
                  </m:oMath>
                </a14:m>
                <a:endParaRPr lang="en-US" altLang="zh-CN" sz="1015" b="1">
                  <a:solidFill>
                    <a:srgbClr val="C00000"/>
                  </a:solidFill>
                </a:endParaRPr>
              </a:p>
              <a:p>
                <a:pPr>
                  <a:spcAft>
                    <a:spcPts val="225"/>
                  </a:spcAft>
                </a:pPr>
                <a:r>
                  <a:rPr lang="en-US" altLang="zh-CN" sz="1015" b="1">
                    <a:solidFill>
                      <a:srgbClr val="002060"/>
                    </a:solidFill>
                    <a:latin typeface="Cambria Math" panose="02040503050406030204" pitchFamily="18" charset="0"/>
                    <a:ea typeface="Cambria Math" panose="02040503050406030204" pitchFamily="18" charset="0"/>
                  </a:rPr>
                  <a:t>1</a:t>
                </a:r>
                <a:r>
                  <a:rPr lang="en-US" altLang="zh-CN" sz="1015" b="1">
                    <a:solidFill>
                      <a:srgbClr val="C00000"/>
                    </a:solidFill>
                    <a:latin typeface="Cambria Math" panose="02040503050406030204" pitchFamily="18" charset="0"/>
                    <a:ea typeface="Cambria Math" panose="02040503050406030204" pitchFamily="18" charset="0"/>
                  </a:rPr>
                  <a:t>1</a:t>
                </a:r>
                <a:r>
                  <a:rPr lang="en-US" altLang="zh-CN" sz="1015" b="1">
                    <a:solidFill>
                      <a:srgbClr val="002060"/>
                    </a:solidFill>
                    <a:latin typeface="Cambria Math" panose="02040503050406030204" pitchFamily="18" charset="0"/>
                    <a:ea typeface="Cambria Math" panose="02040503050406030204" pitchFamily="18" charset="0"/>
                  </a:rPr>
                  <a:t>0</a:t>
                </a:r>
                <a:r>
                  <a:rPr lang="en-US" altLang="zh-CN" sz="1015" b="1">
                    <a:solidFill>
                      <a:srgbClr val="C00000"/>
                    </a:solidFill>
                    <a:latin typeface="Cambria Math" panose="02040503050406030204" pitchFamily="18" charset="0"/>
                    <a:ea typeface="Cambria Math" panose="02040503050406030204" pitchFamily="18" charset="0"/>
                  </a:rPr>
                  <a:t>1 : </a:t>
                </a:r>
                <a14:m>
                  <m:oMath xmlns:m="http://schemas.openxmlformats.org/officeDocument/2006/math">
                    <m:sSub>
                      <m:sSubPr>
                        <m:ctrlPr>
                          <a:rPr lang="en-US" altLang="zh-CN" sz="1015" b="1" i="1">
                            <a:solidFill>
                              <a:srgbClr val="C00000"/>
                            </a:solidFill>
                            <a:latin typeface="Cambria Math" panose="02040503050406030204" pitchFamily="18" charset="0"/>
                          </a:rPr>
                        </m:ctrlPr>
                      </m:sSubPr>
                      <m:e>
                        <m:r>
                          <a:rPr lang="en-US" altLang="zh-CN" sz="1015" b="1" i="1">
                            <a:solidFill>
                              <a:srgbClr val="C00000"/>
                            </a:solidFill>
                            <a:latin typeface="Cambria Math" panose="02040503050406030204" pitchFamily="18" charset="0"/>
                          </a:rPr>
                          <m:t>𝑴</m:t>
                        </m:r>
                      </m:e>
                      <m:sub>
                        <m:r>
                          <a:rPr lang="en-US" altLang="zh-CN" sz="1015" b="1" i="1">
                            <a:solidFill>
                              <a:srgbClr val="C00000"/>
                            </a:solidFill>
                            <a:latin typeface="Cambria Math" panose="02040503050406030204" pitchFamily="18" charset="0"/>
                          </a:rPr>
                          <m:t>𝟏𝟑</m:t>
                        </m:r>
                      </m:sub>
                    </m:sSub>
                  </m:oMath>
                </a14:m>
                <a:endParaRPr lang="zh-CN" altLang="en-US" sz="1200" b="1">
                  <a:solidFill>
                    <a:srgbClr val="C00000"/>
                  </a:solidFill>
                </a:endParaRPr>
              </a:p>
            </p:txBody>
          </p:sp>
        </mc:Choice>
        <mc:Fallback>
          <p:sp>
            <p:nvSpPr>
              <p:cNvPr id="17" name="文本框 16"/>
              <p:cNvSpPr txBox="1">
                <a:spLocks noRot="1" noChangeAspect="1" noMove="1" noResize="1" noEditPoints="1" noAdjustHandles="1" noChangeArrowheads="1" noChangeShapeType="1" noTextEdit="1"/>
              </p:cNvSpPr>
              <p:nvPr/>
            </p:nvSpPr>
            <p:spPr>
              <a:xfrm>
                <a:off x="3126436" y="2367693"/>
                <a:ext cx="1063057" cy="711835"/>
              </a:xfrm>
              <a:prstGeom prst="rect">
                <a:avLst/>
              </a:prstGeom>
              <a:blipFill rotWithShape="1">
                <a:blip r:embed="rId4"/>
                <a:stretch>
                  <a:fillRect l="-31" t="-58" r="37" b="-14037"/>
                </a:stretch>
              </a:blipFill>
            </p:spPr>
            <p:txBody>
              <a:bodyPr/>
              <a:lstStyle/>
              <a:p>
                <a:r>
                  <a:rPr lang="zh-CN" altLang="en-US">
                    <a:noFill/>
                  </a:rPr>
                  <a:t> </a:t>
                </a:r>
              </a:p>
            </p:txBody>
          </p:sp>
        </mc:Fallback>
      </mc:AlternateContent>
      <p:sp>
        <p:nvSpPr>
          <p:cNvPr id="14" name="文本框 13"/>
          <p:cNvSpPr txBox="1"/>
          <p:nvPr/>
        </p:nvSpPr>
        <p:spPr>
          <a:xfrm>
            <a:off x="2624906" y="2771748"/>
            <a:ext cx="495748" cy="184150"/>
          </a:xfrm>
          <a:prstGeom prst="rect">
            <a:avLst/>
          </a:prstGeom>
          <a:noFill/>
        </p:spPr>
        <p:txBody>
          <a:bodyPr wrap="square" tIns="0" bIns="0" rtlCol="0">
            <a:spAutoFit/>
          </a:bodyPr>
          <a:lstStyle/>
          <a:p>
            <a:r>
              <a:rPr lang="zh-CN" altLang="en-US" sz="1200" b="1">
                <a:solidFill>
                  <a:schemeClr val="accent2">
                    <a:lumMod val="50000"/>
                  </a:schemeClr>
                </a:solidFill>
                <a:latin typeface="楷体" panose="02010609060101010101" pitchFamily="49" charset="-122"/>
                <a:ea typeface="楷体" panose="02010609060101010101" pitchFamily="49" charset="-122"/>
              </a:rPr>
              <a:t>扩展</a:t>
            </a:r>
            <a:endParaRPr lang="zh-CN" altLang="en-US" sz="1200" b="1">
              <a:solidFill>
                <a:schemeClr val="accent2">
                  <a:lumMod val="50000"/>
                </a:schemeClr>
              </a:solidFill>
              <a:latin typeface="楷体" panose="02010609060101010101" pitchFamily="49" charset="-122"/>
              <a:ea typeface="楷体" panose="02010609060101010101" pitchFamily="49" charset="-122"/>
            </a:endParaRPr>
          </a:p>
        </p:txBody>
      </p:sp>
      <mc:AlternateContent xmlns:mc="http://schemas.openxmlformats.org/markup-compatibility/2006">
        <mc:Choice xmlns:a14="http://schemas.microsoft.com/office/drawing/2010/main" Requires="a14">
          <p:sp>
            <p:nvSpPr>
              <p:cNvPr id="10" name="文本框 9"/>
              <p:cNvSpPr txBox="1"/>
              <p:nvPr/>
            </p:nvSpPr>
            <p:spPr>
              <a:xfrm>
                <a:off x="4748629" y="2585242"/>
                <a:ext cx="2103744" cy="230505"/>
              </a:xfrm>
              <a:prstGeom prst="rect">
                <a:avLst/>
              </a:prstGeom>
              <a:solidFill>
                <a:schemeClr val="accent4">
                  <a:lumMod val="20000"/>
                  <a:lumOff val="80000"/>
                </a:schemeClr>
              </a:solidFill>
            </p:spPr>
            <p:txBody>
              <a:bodyPr wrap="square" tIns="0" bIns="0" rtlCol="0">
                <a:spAutoFit/>
              </a:bodyPr>
              <a:lstStyle/>
              <a:p>
                <a14:m>
                  <m:oMath xmlns:m="http://schemas.openxmlformats.org/officeDocument/2006/math">
                    <m:d>
                      <m:dPr>
                        <m:ctrlPr>
                          <a:rPr lang="en-US" altLang="zh-CN" sz="1500" b="1" i="1">
                            <a:solidFill>
                              <a:srgbClr val="C00000"/>
                            </a:solidFill>
                            <a:latin typeface="Cambria Math" panose="02040503050406030204" pitchFamily="18" charset="0"/>
                          </a:rPr>
                        </m:ctrlPr>
                      </m:dPr>
                      <m:e>
                        <m:r>
                          <a:rPr lang="en-US" altLang="zh-CN" sz="1500" b="1" i="1">
                            <a:solidFill>
                              <a:srgbClr val="C00000"/>
                            </a:solidFill>
                            <a:latin typeface="Cambria Math" panose="02040503050406030204" pitchFamily="18" charset="0"/>
                          </a:rPr>
                          <m:t>¬</m:t>
                        </m:r>
                        <m:r>
                          <a:rPr lang="en-US" altLang="zh-CN" sz="1500" b="1" i="1">
                            <a:solidFill>
                              <a:srgbClr val="C00000"/>
                            </a:solidFill>
                            <a:latin typeface="Cambria Math" panose="02040503050406030204" pitchFamily="18" charset="0"/>
                          </a:rPr>
                          <m:t>𝒒</m:t>
                        </m:r>
                        <m:r>
                          <a:rPr lang="en-US" altLang="zh-CN" sz="1500" b="1" i="1">
                            <a:solidFill>
                              <a:srgbClr val="C00000"/>
                            </a:solidFill>
                            <a:latin typeface="Cambria Math" panose="02040503050406030204" pitchFamily="18" charset="0"/>
                          </a:rPr>
                          <m:t>∨</m:t>
                        </m:r>
                        <m:r>
                          <a:rPr lang="en-US" altLang="zh-CN" sz="1500" b="1" i="1">
                            <a:solidFill>
                              <a:srgbClr val="C00000"/>
                            </a:solidFill>
                            <a:latin typeface="Cambria Math" panose="02040503050406030204" pitchFamily="18" charset="0"/>
                          </a:rPr>
                          <m:t>𝒔</m:t>
                        </m:r>
                      </m:e>
                    </m:d>
                  </m:oMath>
                </a14:m>
                <a:r>
                  <a:rPr lang="zh-CN" altLang="en-US" sz="1500" b="1">
                    <a:solidFill>
                      <a:srgbClr val="C00000"/>
                    </a:solidFill>
                  </a:rPr>
                  <a:t>编码为</a:t>
                </a:r>
                <a:r>
                  <a:rPr lang="en-US" altLang="zh-CN" sz="1500" b="1">
                    <a:solidFill>
                      <a:srgbClr val="C00000"/>
                    </a:solidFill>
                    <a:latin typeface="Cambria Math" panose="02040503050406030204" pitchFamily="18" charset="0"/>
                    <a:ea typeface="Cambria Math" panose="02040503050406030204" pitchFamily="18" charset="0"/>
                  </a:rPr>
                  <a:t>(- 1 - 0)</a:t>
                </a:r>
                <a:endParaRPr lang="zh-CN" altLang="en-US" sz="1500" b="1">
                  <a:solidFill>
                    <a:srgbClr val="C00000"/>
                  </a:solidFill>
                  <a:latin typeface="Cambria Math" panose="02040503050406030204" pitchFamily="18" charset="0"/>
                </a:endParaRPr>
              </a:p>
            </p:txBody>
          </p:sp>
        </mc:Choice>
        <mc:Fallback>
          <p:sp>
            <p:nvSpPr>
              <p:cNvPr id="10" name="文本框 9"/>
              <p:cNvSpPr txBox="1">
                <a:spLocks noRot="1" noChangeAspect="1" noMove="1" noResize="1" noEditPoints="1" noAdjustHandles="1" noChangeArrowheads="1" noChangeShapeType="1" noTextEdit="1"/>
              </p:cNvSpPr>
              <p:nvPr/>
            </p:nvSpPr>
            <p:spPr>
              <a:xfrm>
                <a:off x="4748629" y="2585242"/>
                <a:ext cx="2103744" cy="230505"/>
              </a:xfrm>
              <a:prstGeom prst="rect">
                <a:avLst/>
              </a:prstGeom>
              <a:blipFill rotWithShape="1">
                <a:blip r:embed="rId5"/>
                <a:stretch>
                  <a:fillRect l="-5" t="-68" r="4" b="-16185"/>
                </a:stretch>
              </a:blipFill>
            </p:spPr>
            <p:txBody>
              <a:bodyPr/>
              <a:lstStyle/>
              <a:p>
                <a:r>
                  <a:rPr lang="zh-CN" altLang="en-US">
                    <a:noFill/>
                  </a:rPr>
                  <a:t> </a:t>
                </a:r>
              </a:p>
            </p:txBody>
          </p:sp>
        </mc:Fallback>
      </mc:AlternateContent>
      <p:sp>
        <p:nvSpPr>
          <p:cNvPr id="11" name="箭头: 右 10"/>
          <p:cNvSpPr/>
          <p:nvPr/>
        </p:nvSpPr>
        <p:spPr>
          <a:xfrm>
            <a:off x="6852373" y="2679339"/>
            <a:ext cx="474053" cy="77831"/>
          </a:xfrm>
          <a:prstGeom prst="rightArrow">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p>
        </p:txBody>
      </p:sp>
      <mc:AlternateContent xmlns:mc="http://schemas.openxmlformats.org/markup-compatibility/2006">
        <mc:Choice xmlns:a14="http://schemas.microsoft.com/office/drawing/2010/main" Requires="a14">
          <p:sp>
            <p:nvSpPr>
              <p:cNvPr id="12" name="文本框 11"/>
              <p:cNvSpPr txBox="1"/>
              <p:nvPr/>
            </p:nvSpPr>
            <p:spPr>
              <a:xfrm>
                <a:off x="7326426" y="2367693"/>
                <a:ext cx="1055135" cy="711835"/>
              </a:xfrm>
              <a:prstGeom prst="rect">
                <a:avLst/>
              </a:prstGeom>
              <a:solidFill>
                <a:schemeClr val="accent2">
                  <a:lumMod val="20000"/>
                  <a:lumOff val="80000"/>
                </a:schemeClr>
              </a:solidFill>
            </p:spPr>
            <p:txBody>
              <a:bodyPr wrap="square" tIns="0" bIns="0" rtlCol="0">
                <a:spAutoFit/>
              </a:bodyPr>
              <a:lstStyle/>
              <a:p>
                <a:pPr>
                  <a:spcAft>
                    <a:spcPts val="225"/>
                  </a:spcAft>
                </a:pPr>
                <a:r>
                  <a:rPr lang="en-US" altLang="zh-CN" sz="1015" b="1">
                    <a:solidFill>
                      <a:srgbClr val="C00000"/>
                    </a:solidFill>
                    <a:latin typeface="Cambria Math" panose="02040503050406030204" pitchFamily="18" charset="0"/>
                    <a:ea typeface="Cambria Math" panose="02040503050406030204" pitchFamily="18" charset="0"/>
                  </a:rPr>
                  <a:t>0</a:t>
                </a:r>
                <a:r>
                  <a:rPr lang="en-US" altLang="zh-CN" sz="1015" b="1">
                    <a:solidFill>
                      <a:srgbClr val="002060"/>
                    </a:solidFill>
                    <a:latin typeface="Cambria Math" panose="02040503050406030204" pitchFamily="18" charset="0"/>
                    <a:ea typeface="Cambria Math" panose="02040503050406030204" pitchFamily="18" charset="0"/>
                  </a:rPr>
                  <a:t>1</a:t>
                </a:r>
                <a:r>
                  <a:rPr lang="en-US" altLang="zh-CN" sz="1015" b="1">
                    <a:solidFill>
                      <a:srgbClr val="C00000"/>
                    </a:solidFill>
                    <a:latin typeface="Cambria Math" panose="02040503050406030204" pitchFamily="18" charset="0"/>
                    <a:ea typeface="Cambria Math" panose="02040503050406030204" pitchFamily="18" charset="0"/>
                  </a:rPr>
                  <a:t>0</a:t>
                </a:r>
                <a:r>
                  <a:rPr lang="en-US" altLang="zh-CN" sz="1015" b="1">
                    <a:solidFill>
                      <a:srgbClr val="002060"/>
                    </a:solidFill>
                    <a:latin typeface="Cambria Math" panose="02040503050406030204" pitchFamily="18" charset="0"/>
                    <a:ea typeface="Cambria Math" panose="02040503050406030204" pitchFamily="18" charset="0"/>
                  </a:rPr>
                  <a:t>0</a:t>
                </a:r>
                <a:r>
                  <a:rPr lang="en-US" altLang="zh-CN" sz="1015" b="1">
                    <a:solidFill>
                      <a:srgbClr val="C00000"/>
                    </a:solidFill>
                    <a:latin typeface="Cambria Math" panose="02040503050406030204" pitchFamily="18" charset="0"/>
                    <a:ea typeface="Cambria Math" panose="02040503050406030204" pitchFamily="18" charset="0"/>
                  </a:rPr>
                  <a:t> : </a:t>
                </a:r>
                <a14:m>
                  <m:oMath xmlns:m="http://schemas.openxmlformats.org/officeDocument/2006/math">
                    <m:sSub>
                      <m:sSubPr>
                        <m:ctrlPr>
                          <a:rPr lang="en-US" altLang="zh-CN" sz="1015" b="1" i="1">
                            <a:solidFill>
                              <a:srgbClr val="C00000"/>
                            </a:solidFill>
                            <a:latin typeface="Cambria Math" panose="02040503050406030204" pitchFamily="18" charset="0"/>
                          </a:rPr>
                        </m:ctrlPr>
                      </m:sSubPr>
                      <m:e>
                        <m:r>
                          <a:rPr lang="en-US" altLang="zh-CN" sz="1015" b="1" i="1">
                            <a:solidFill>
                              <a:srgbClr val="C00000"/>
                            </a:solidFill>
                            <a:latin typeface="Cambria Math" panose="02040503050406030204" pitchFamily="18" charset="0"/>
                          </a:rPr>
                          <m:t>𝑴</m:t>
                        </m:r>
                      </m:e>
                      <m:sub>
                        <m:r>
                          <a:rPr lang="en-US" altLang="zh-CN" sz="1015" b="1" i="1">
                            <a:solidFill>
                              <a:srgbClr val="C00000"/>
                            </a:solidFill>
                            <a:latin typeface="Cambria Math" panose="02040503050406030204" pitchFamily="18" charset="0"/>
                          </a:rPr>
                          <m:t>𝟒</m:t>
                        </m:r>
                      </m:sub>
                    </m:sSub>
                  </m:oMath>
                </a14:m>
                <a:endParaRPr lang="en-US" altLang="zh-CN" sz="1015" b="1">
                  <a:solidFill>
                    <a:srgbClr val="C00000"/>
                  </a:solidFill>
                </a:endParaRPr>
              </a:p>
              <a:p>
                <a:pPr>
                  <a:spcAft>
                    <a:spcPts val="225"/>
                  </a:spcAft>
                </a:pPr>
                <a:r>
                  <a:rPr lang="en-US" altLang="zh-CN" sz="1015" b="1">
                    <a:solidFill>
                      <a:srgbClr val="C00000"/>
                    </a:solidFill>
                    <a:latin typeface="Cambria Math" panose="02040503050406030204" pitchFamily="18" charset="0"/>
                    <a:ea typeface="Cambria Math" panose="02040503050406030204" pitchFamily="18" charset="0"/>
                  </a:rPr>
                  <a:t>0</a:t>
                </a:r>
                <a:r>
                  <a:rPr lang="en-US" altLang="zh-CN" sz="1015" b="1">
                    <a:solidFill>
                      <a:srgbClr val="002060"/>
                    </a:solidFill>
                    <a:latin typeface="Cambria Math" panose="02040503050406030204" pitchFamily="18" charset="0"/>
                    <a:ea typeface="Cambria Math" panose="02040503050406030204" pitchFamily="18" charset="0"/>
                  </a:rPr>
                  <a:t>1</a:t>
                </a:r>
                <a:r>
                  <a:rPr lang="en-US" altLang="zh-CN" sz="1015" b="1">
                    <a:solidFill>
                      <a:srgbClr val="C00000"/>
                    </a:solidFill>
                    <a:latin typeface="Cambria Math" panose="02040503050406030204" pitchFamily="18" charset="0"/>
                    <a:ea typeface="Cambria Math" panose="02040503050406030204" pitchFamily="18" charset="0"/>
                  </a:rPr>
                  <a:t>1</a:t>
                </a:r>
                <a:r>
                  <a:rPr lang="en-US" altLang="zh-CN" sz="1015" b="1">
                    <a:solidFill>
                      <a:srgbClr val="002060"/>
                    </a:solidFill>
                    <a:latin typeface="Cambria Math" panose="02040503050406030204" pitchFamily="18" charset="0"/>
                    <a:ea typeface="Cambria Math" panose="02040503050406030204" pitchFamily="18" charset="0"/>
                  </a:rPr>
                  <a:t>0</a:t>
                </a:r>
                <a:r>
                  <a:rPr lang="en-US" altLang="zh-CN" sz="1015" b="1">
                    <a:solidFill>
                      <a:srgbClr val="C00000"/>
                    </a:solidFill>
                    <a:latin typeface="Cambria Math" panose="02040503050406030204" pitchFamily="18" charset="0"/>
                    <a:ea typeface="Cambria Math" panose="02040503050406030204" pitchFamily="18" charset="0"/>
                  </a:rPr>
                  <a:t> : </a:t>
                </a:r>
                <a14:m>
                  <m:oMath xmlns:m="http://schemas.openxmlformats.org/officeDocument/2006/math">
                    <m:sSub>
                      <m:sSubPr>
                        <m:ctrlPr>
                          <a:rPr lang="en-US" altLang="zh-CN" sz="1015" b="1" i="1">
                            <a:solidFill>
                              <a:srgbClr val="C00000"/>
                            </a:solidFill>
                            <a:latin typeface="Cambria Math" panose="02040503050406030204" pitchFamily="18" charset="0"/>
                          </a:rPr>
                        </m:ctrlPr>
                      </m:sSubPr>
                      <m:e>
                        <m:r>
                          <a:rPr lang="en-US" altLang="zh-CN" sz="1015" b="1" i="1">
                            <a:solidFill>
                              <a:srgbClr val="C00000"/>
                            </a:solidFill>
                            <a:latin typeface="Cambria Math" panose="02040503050406030204" pitchFamily="18" charset="0"/>
                          </a:rPr>
                          <m:t>𝑴</m:t>
                        </m:r>
                      </m:e>
                      <m:sub>
                        <m:r>
                          <a:rPr lang="en-US" altLang="zh-CN" sz="1015" b="1" i="1">
                            <a:solidFill>
                              <a:srgbClr val="C00000"/>
                            </a:solidFill>
                            <a:latin typeface="Cambria Math" panose="02040503050406030204" pitchFamily="18" charset="0"/>
                          </a:rPr>
                          <m:t>𝟔</m:t>
                        </m:r>
                      </m:sub>
                    </m:sSub>
                  </m:oMath>
                </a14:m>
                <a:endParaRPr lang="en-US" altLang="zh-CN" sz="1015" b="1">
                  <a:solidFill>
                    <a:srgbClr val="C00000"/>
                  </a:solidFill>
                </a:endParaRPr>
              </a:p>
              <a:p>
                <a:pPr>
                  <a:spcAft>
                    <a:spcPts val="225"/>
                  </a:spcAft>
                </a:pPr>
                <a:r>
                  <a:rPr lang="en-US" altLang="zh-CN" sz="1015" b="1">
                    <a:solidFill>
                      <a:srgbClr val="C00000"/>
                    </a:solidFill>
                    <a:latin typeface="Cambria Math" panose="02040503050406030204" pitchFamily="18" charset="0"/>
                    <a:ea typeface="Cambria Math" panose="02040503050406030204" pitchFamily="18" charset="0"/>
                  </a:rPr>
                  <a:t>1</a:t>
                </a:r>
                <a:r>
                  <a:rPr lang="en-US" altLang="zh-CN" sz="1015" b="1">
                    <a:solidFill>
                      <a:srgbClr val="002060"/>
                    </a:solidFill>
                    <a:latin typeface="Cambria Math" panose="02040503050406030204" pitchFamily="18" charset="0"/>
                    <a:ea typeface="Cambria Math" panose="02040503050406030204" pitchFamily="18" charset="0"/>
                  </a:rPr>
                  <a:t>1</a:t>
                </a:r>
                <a:r>
                  <a:rPr lang="en-US" altLang="zh-CN" sz="1015" b="1">
                    <a:solidFill>
                      <a:srgbClr val="C00000"/>
                    </a:solidFill>
                    <a:latin typeface="Cambria Math" panose="02040503050406030204" pitchFamily="18" charset="0"/>
                    <a:ea typeface="Cambria Math" panose="02040503050406030204" pitchFamily="18" charset="0"/>
                  </a:rPr>
                  <a:t>0</a:t>
                </a:r>
                <a:r>
                  <a:rPr lang="en-US" altLang="zh-CN" sz="1015" b="1">
                    <a:solidFill>
                      <a:srgbClr val="002060"/>
                    </a:solidFill>
                    <a:latin typeface="Cambria Math" panose="02040503050406030204" pitchFamily="18" charset="0"/>
                    <a:ea typeface="Cambria Math" panose="02040503050406030204" pitchFamily="18" charset="0"/>
                  </a:rPr>
                  <a:t>0</a:t>
                </a:r>
                <a:r>
                  <a:rPr lang="en-US" altLang="zh-CN" sz="1015" b="1">
                    <a:solidFill>
                      <a:srgbClr val="C00000"/>
                    </a:solidFill>
                    <a:latin typeface="Cambria Math" panose="02040503050406030204" pitchFamily="18" charset="0"/>
                    <a:ea typeface="Cambria Math" panose="02040503050406030204" pitchFamily="18" charset="0"/>
                  </a:rPr>
                  <a:t> : </a:t>
                </a:r>
                <a14:m>
                  <m:oMath xmlns:m="http://schemas.openxmlformats.org/officeDocument/2006/math">
                    <m:sSub>
                      <m:sSubPr>
                        <m:ctrlPr>
                          <a:rPr lang="en-US" altLang="zh-CN" sz="1015" b="1" i="1">
                            <a:solidFill>
                              <a:srgbClr val="C00000"/>
                            </a:solidFill>
                            <a:latin typeface="Cambria Math" panose="02040503050406030204" pitchFamily="18" charset="0"/>
                          </a:rPr>
                        </m:ctrlPr>
                      </m:sSubPr>
                      <m:e>
                        <m:r>
                          <a:rPr lang="en-US" altLang="zh-CN" sz="1015" b="1" i="1">
                            <a:solidFill>
                              <a:srgbClr val="C00000"/>
                            </a:solidFill>
                            <a:latin typeface="Cambria Math" panose="02040503050406030204" pitchFamily="18" charset="0"/>
                          </a:rPr>
                          <m:t>𝑴</m:t>
                        </m:r>
                      </m:e>
                      <m:sub>
                        <m:r>
                          <a:rPr lang="en-US" altLang="zh-CN" sz="1015" b="1" i="1">
                            <a:solidFill>
                              <a:srgbClr val="C00000"/>
                            </a:solidFill>
                            <a:latin typeface="Cambria Math" panose="02040503050406030204" pitchFamily="18" charset="0"/>
                          </a:rPr>
                          <m:t>𝟏𝟐</m:t>
                        </m:r>
                      </m:sub>
                    </m:sSub>
                  </m:oMath>
                </a14:m>
                <a:endParaRPr lang="en-US" altLang="zh-CN" sz="1015" b="1">
                  <a:solidFill>
                    <a:srgbClr val="C00000"/>
                  </a:solidFill>
                </a:endParaRPr>
              </a:p>
              <a:p>
                <a:pPr>
                  <a:spcAft>
                    <a:spcPts val="225"/>
                  </a:spcAft>
                </a:pPr>
                <a:r>
                  <a:rPr lang="en-US" altLang="zh-CN" sz="1015" b="1">
                    <a:solidFill>
                      <a:srgbClr val="C00000"/>
                    </a:solidFill>
                    <a:latin typeface="Cambria Math" panose="02040503050406030204" pitchFamily="18" charset="0"/>
                    <a:ea typeface="Cambria Math" panose="02040503050406030204" pitchFamily="18" charset="0"/>
                  </a:rPr>
                  <a:t>1</a:t>
                </a:r>
                <a:r>
                  <a:rPr lang="en-US" altLang="zh-CN" sz="1015" b="1">
                    <a:solidFill>
                      <a:srgbClr val="002060"/>
                    </a:solidFill>
                    <a:latin typeface="Cambria Math" panose="02040503050406030204" pitchFamily="18" charset="0"/>
                    <a:ea typeface="Cambria Math" panose="02040503050406030204" pitchFamily="18" charset="0"/>
                  </a:rPr>
                  <a:t>1</a:t>
                </a:r>
                <a:r>
                  <a:rPr lang="en-US" altLang="zh-CN" sz="1015" b="1">
                    <a:solidFill>
                      <a:srgbClr val="C00000"/>
                    </a:solidFill>
                    <a:latin typeface="Cambria Math" panose="02040503050406030204" pitchFamily="18" charset="0"/>
                    <a:ea typeface="Cambria Math" panose="02040503050406030204" pitchFamily="18" charset="0"/>
                  </a:rPr>
                  <a:t>1</a:t>
                </a:r>
                <a:r>
                  <a:rPr lang="en-US" altLang="zh-CN" sz="1015" b="1">
                    <a:solidFill>
                      <a:srgbClr val="002060"/>
                    </a:solidFill>
                    <a:latin typeface="Cambria Math" panose="02040503050406030204" pitchFamily="18" charset="0"/>
                    <a:ea typeface="Cambria Math" panose="02040503050406030204" pitchFamily="18" charset="0"/>
                  </a:rPr>
                  <a:t>0</a:t>
                </a:r>
                <a:r>
                  <a:rPr lang="en-US" altLang="zh-CN" sz="1015" b="1">
                    <a:solidFill>
                      <a:srgbClr val="C00000"/>
                    </a:solidFill>
                    <a:latin typeface="Cambria Math" panose="02040503050406030204" pitchFamily="18" charset="0"/>
                    <a:ea typeface="Cambria Math" panose="02040503050406030204" pitchFamily="18" charset="0"/>
                  </a:rPr>
                  <a:t> : </a:t>
                </a:r>
                <a14:m>
                  <m:oMath xmlns:m="http://schemas.openxmlformats.org/officeDocument/2006/math">
                    <m:sSub>
                      <m:sSubPr>
                        <m:ctrlPr>
                          <a:rPr lang="en-US" altLang="zh-CN" sz="1015" b="1" i="1">
                            <a:solidFill>
                              <a:srgbClr val="C00000"/>
                            </a:solidFill>
                            <a:latin typeface="Cambria Math" panose="02040503050406030204" pitchFamily="18" charset="0"/>
                          </a:rPr>
                        </m:ctrlPr>
                      </m:sSubPr>
                      <m:e>
                        <m:r>
                          <a:rPr lang="en-US" altLang="zh-CN" sz="1015" b="1" i="1">
                            <a:solidFill>
                              <a:srgbClr val="C00000"/>
                            </a:solidFill>
                            <a:latin typeface="Cambria Math" panose="02040503050406030204" pitchFamily="18" charset="0"/>
                          </a:rPr>
                          <m:t>𝑴</m:t>
                        </m:r>
                      </m:e>
                      <m:sub>
                        <m:r>
                          <a:rPr lang="en-US" altLang="zh-CN" sz="1015" b="1" i="1">
                            <a:solidFill>
                              <a:srgbClr val="C00000"/>
                            </a:solidFill>
                            <a:latin typeface="Cambria Math" panose="02040503050406030204" pitchFamily="18" charset="0"/>
                          </a:rPr>
                          <m:t>𝟏𝟒</m:t>
                        </m:r>
                      </m:sub>
                    </m:sSub>
                  </m:oMath>
                </a14:m>
                <a:endParaRPr lang="zh-CN" altLang="en-US" sz="1200" b="1">
                  <a:solidFill>
                    <a:srgbClr val="C00000"/>
                  </a:solidFill>
                </a:endParaRPr>
              </a:p>
            </p:txBody>
          </p:sp>
        </mc:Choice>
        <mc:Fallback>
          <p:sp>
            <p:nvSpPr>
              <p:cNvPr id="12" name="文本框 11"/>
              <p:cNvSpPr txBox="1">
                <a:spLocks noRot="1" noChangeAspect="1" noMove="1" noResize="1" noEditPoints="1" noAdjustHandles="1" noChangeArrowheads="1" noChangeShapeType="1" noTextEdit="1"/>
              </p:cNvSpPr>
              <p:nvPr/>
            </p:nvSpPr>
            <p:spPr>
              <a:xfrm>
                <a:off x="7326426" y="2367693"/>
                <a:ext cx="1055135" cy="711835"/>
              </a:xfrm>
              <a:prstGeom prst="rect">
                <a:avLst/>
              </a:prstGeom>
              <a:blipFill rotWithShape="1">
                <a:blip r:embed="rId6"/>
                <a:stretch>
                  <a:fillRect l="-41" t="-58" r="19" b="-14037"/>
                </a:stretch>
              </a:blipFill>
            </p:spPr>
            <p:txBody>
              <a:bodyPr/>
              <a:lstStyle/>
              <a:p>
                <a:r>
                  <a:rPr lang="zh-CN" altLang="en-US">
                    <a:noFill/>
                  </a:rPr>
                  <a:t> </a:t>
                </a:r>
              </a:p>
            </p:txBody>
          </p:sp>
        </mc:Fallback>
      </mc:AlternateContent>
      <p:sp>
        <p:nvSpPr>
          <p:cNvPr id="9" name="文本框 8"/>
          <p:cNvSpPr txBox="1"/>
          <p:nvPr/>
        </p:nvSpPr>
        <p:spPr>
          <a:xfrm>
            <a:off x="6852373" y="2718251"/>
            <a:ext cx="492187" cy="184150"/>
          </a:xfrm>
          <a:prstGeom prst="rect">
            <a:avLst/>
          </a:prstGeom>
          <a:noFill/>
        </p:spPr>
        <p:txBody>
          <a:bodyPr wrap="square" tIns="0" bIns="0" rtlCol="0">
            <a:spAutoFit/>
          </a:bodyPr>
          <a:lstStyle/>
          <a:p>
            <a:r>
              <a:rPr lang="zh-CN" altLang="en-US" sz="1200" b="1">
                <a:solidFill>
                  <a:schemeClr val="accent2">
                    <a:lumMod val="50000"/>
                  </a:schemeClr>
                </a:solidFill>
                <a:latin typeface="楷体" panose="02010609060101010101" pitchFamily="49" charset="-122"/>
                <a:ea typeface="楷体" panose="02010609060101010101" pitchFamily="49" charset="-122"/>
              </a:rPr>
              <a:t>扩展</a:t>
            </a:r>
            <a:endParaRPr lang="zh-CN" altLang="en-US" sz="1200" b="1">
              <a:solidFill>
                <a:schemeClr val="accent2">
                  <a:lumMod val="50000"/>
                </a:schemeClr>
              </a:solidFill>
              <a:latin typeface="楷体" panose="02010609060101010101" pitchFamily="49" charset="-122"/>
              <a:ea typeface="楷体" panose="02010609060101010101" pitchFamily="49" charset="-122"/>
            </a:endParaRPr>
          </a:p>
        </p:txBody>
      </p:sp>
      <mc:AlternateContent xmlns:mc="http://schemas.openxmlformats.org/markup-compatibility/2006">
        <mc:Choice xmlns:a14="http://schemas.microsoft.com/office/drawing/2010/main" Requires="a14">
          <p:sp>
            <p:nvSpPr>
              <p:cNvPr id="22" name="文本框 21"/>
              <p:cNvSpPr txBox="1"/>
              <p:nvPr/>
            </p:nvSpPr>
            <p:spPr>
              <a:xfrm>
                <a:off x="351671" y="3374052"/>
                <a:ext cx="3571395" cy="668020"/>
              </a:xfrm>
              <a:prstGeom prst="rect">
                <a:avLst/>
              </a:prstGeom>
              <a:solidFill>
                <a:schemeClr val="accent5">
                  <a:lumMod val="20000"/>
                  <a:lumOff val="80000"/>
                  <a:alpha val="50000"/>
                </a:schemeClr>
              </a:solidFill>
            </p:spPr>
            <p:txBody>
              <a:bodyPr wrap="square" rtlCol="0">
                <a:spAutoFit/>
              </a:bodyPr>
              <a:lstStyle/>
              <a:p>
                <a:pPr algn="ctr">
                  <a:spcBef>
                    <a:spcPts val="900"/>
                  </a:spcBef>
                  <a:spcAft>
                    <a:spcPts val="900"/>
                  </a:spcAft>
                </a:pPr>
                <a:r>
                  <a:rPr lang="zh-CN" altLang="en-US" sz="1500" b="1">
                    <a:solidFill>
                      <a:srgbClr val="002060"/>
                    </a:solidFill>
                  </a:rPr>
                  <a:t>公式</a:t>
                </a:r>
                <a14:m>
                  <m:oMath xmlns:m="http://schemas.openxmlformats.org/officeDocument/2006/math">
                    <m:r>
                      <a:rPr lang="en-US" altLang="zh-CN" sz="1500" b="1" i="1">
                        <a:solidFill>
                          <a:srgbClr val="002060"/>
                        </a:solidFill>
                        <a:latin typeface="Cambria Math" panose="02040503050406030204" pitchFamily="18" charset="0"/>
                      </a:rPr>
                      <m:t>𝑨</m:t>
                    </m:r>
                  </m:oMath>
                </a14:m>
                <a:r>
                  <a:rPr lang="zh-CN" altLang="en-US" sz="1500" b="1">
                    <a:solidFill>
                      <a:srgbClr val="002060"/>
                    </a:solidFill>
                  </a:rPr>
                  <a:t>的主合取范式</a:t>
                </a:r>
                <a:endParaRPr lang="en-US" altLang="zh-CN" sz="1500" b="1">
                  <a:solidFill>
                    <a:srgbClr val="002060"/>
                  </a:solidFill>
                </a:endParaRPr>
              </a:p>
              <a:p>
                <a:pPr algn="ctr">
                  <a:spcBef>
                    <a:spcPts val="900"/>
                  </a:spcBef>
                  <a:spcAft>
                    <a:spcPts val="900"/>
                  </a:spcAft>
                </a:pPr>
                <a14:m>
                  <m:oMathPara xmlns:m="http://schemas.openxmlformats.org/officeDocument/2006/math">
                    <m:oMathParaPr>
                      <m:jc m:val="centerGroup"/>
                    </m:oMathParaPr>
                    <m:oMath xmlns:m="http://schemas.openxmlformats.org/officeDocument/2006/math">
                      <m:sSub>
                        <m:sSubPr>
                          <m:ctrlPr>
                            <a:rPr lang="en-US" altLang="zh-CN" sz="1500" b="1" i="1">
                              <a:solidFill>
                                <a:schemeClr val="accent6">
                                  <a:lumMod val="50000"/>
                                </a:schemeClr>
                              </a:solidFill>
                              <a:latin typeface="Cambria Math" panose="02040503050406030204" pitchFamily="18" charset="0"/>
                            </a:rPr>
                          </m:ctrlPr>
                        </m:sSubPr>
                        <m:e>
                          <m:r>
                            <a:rPr lang="en-US" altLang="zh-CN" sz="1500" b="1" i="1">
                              <a:solidFill>
                                <a:schemeClr val="accent6">
                                  <a:lumMod val="50000"/>
                                </a:schemeClr>
                              </a:solidFill>
                              <a:latin typeface="Cambria Math" panose="02040503050406030204" pitchFamily="18" charset="0"/>
                            </a:rPr>
                            <m:t>𝑴</m:t>
                          </m:r>
                        </m:e>
                        <m:sub>
                          <m:r>
                            <a:rPr lang="en-US" altLang="zh-CN" sz="1500" b="1" i="1">
                              <a:solidFill>
                                <a:schemeClr val="accent6">
                                  <a:lumMod val="50000"/>
                                </a:schemeClr>
                              </a:solidFill>
                              <a:latin typeface="Cambria Math" panose="02040503050406030204" pitchFamily="18" charset="0"/>
                            </a:rPr>
                            <m:t>𝟒</m:t>
                          </m:r>
                        </m:sub>
                      </m:sSub>
                      <m:r>
                        <a:rPr lang="en-US" altLang="zh-CN" sz="1500" b="1" i="1">
                          <a:solidFill>
                            <a:schemeClr val="accent6">
                              <a:lumMod val="50000"/>
                            </a:schemeClr>
                          </a:solidFill>
                          <a:latin typeface="Cambria Math" panose="02040503050406030204" pitchFamily="18" charset="0"/>
                        </a:rPr>
                        <m:t>∧</m:t>
                      </m:r>
                      <m:sSub>
                        <m:sSubPr>
                          <m:ctrlPr>
                            <a:rPr lang="en-US" altLang="zh-CN" sz="1500" b="1" i="1">
                              <a:solidFill>
                                <a:schemeClr val="accent6">
                                  <a:lumMod val="50000"/>
                                </a:schemeClr>
                              </a:solidFill>
                              <a:latin typeface="Cambria Math" panose="02040503050406030204" pitchFamily="18" charset="0"/>
                            </a:rPr>
                          </m:ctrlPr>
                        </m:sSubPr>
                        <m:e>
                          <m:r>
                            <a:rPr lang="en-US" altLang="zh-CN" sz="1500" b="1" i="1">
                              <a:solidFill>
                                <a:schemeClr val="accent6">
                                  <a:lumMod val="50000"/>
                                </a:schemeClr>
                              </a:solidFill>
                              <a:latin typeface="Cambria Math" panose="02040503050406030204" pitchFamily="18" charset="0"/>
                            </a:rPr>
                            <m:t>𝑴</m:t>
                          </m:r>
                        </m:e>
                        <m:sub>
                          <m:r>
                            <a:rPr lang="en-US" altLang="zh-CN" sz="1500" b="1" i="1">
                              <a:solidFill>
                                <a:schemeClr val="accent6">
                                  <a:lumMod val="50000"/>
                                </a:schemeClr>
                              </a:solidFill>
                              <a:latin typeface="Cambria Math" panose="02040503050406030204" pitchFamily="18" charset="0"/>
                            </a:rPr>
                            <m:t>𝟔</m:t>
                          </m:r>
                        </m:sub>
                      </m:sSub>
                      <m:r>
                        <a:rPr lang="en-US" altLang="zh-CN" sz="1500" b="1" i="1">
                          <a:solidFill>
                            <a:schemeClr val="accent6">
                              <a:lumMod val="50000"/>
                            </a:schemeClr>
                          </a:solidFill>
                          <a:latin typeface="Cambria Math" panose="02040503050406030204" pitchFamily="18" charset="0"/>
                        </a:rPr>
                        <m:t>∧</m:t>
                      </m:r>
                      <m:sSub>
                        <m:sSubPr>
                          <m:ctrlPr>
                            <a:rPr lang="en-US" altLang="zh-CN" sz="1500" b="1" i="1">
                              <a:solidFill>
                                <a:schemeClr val="accent6">
                                  <a:lumMod val="50000"/>
                                </a:schemeClr>
                              </a:solidFill>
                              <a:latin typeface="Cambria Math" panose="02040503050406030204" pitchFamily="18" charset="0"/>
                            </a:rPr>
                          </m:ctrlPr>
                        </m:sSubPr>
                        <m:e>
                          <m:r>
                            <a:rPr lang="en-US" altLang="zh-CN" sz="1500" b="1" i="1">
                              <a:solidFill>
                                <a:schemeClr val="accent6">
                                  <a:lumMod val="50000"/>
                                </a:schemeClr>
                              </a:solidFill>
                              <a:latin typeface="Cambria Math" panose="02040503050406030204" pitchFamily="18" charset="0"/>
                            </a:rPr>
                            <m:t>𝑴</m:t>
                          </m:r>
                        </m:e>
                        <m:sub>
                          <m:r>
                            <a:rPr lang="en-US" altLang="zh-CN" sz="1500" b="1" i="1">
                              <a:solidFill>
                                <a:schemeClr val="accent6">
                                  <a:lumMod val="50000"/>
                                </a:schemeClr>
                              </a:solidFill>
                              <a:latin typeface="Cambria Math" panose="02040503050406030204" pitchFamily="18" charset="0"/>
                            </a:rPr>
                            <m:t>𝟖</m:t>
                          </m:r>
                        </m:sub>
                      </m:sSub>
                      <m:r>
                        <a:rPr lang="en-US" altLang="zh-CN" sz="1500" b="1" i="1">
                          <a:solidFill>
                            <a:schemeClr val="accent6">
                              <a:lumMod val="50000"/>
                            </a:schemeClr>
                          </a:solidFill>
                          <a:latin typeface="Cambria Math" panose="02040503050406030204" pitchFamily="18" charset="0"/>
                        </a:rPr>
                        <m:t>∧</m:t>
                      </m:r>
                      <m:sSub>
                        <m:sSubPr>
                          <m:ctrlPr>
                            <a:rPr lang="en-US" altLang="zh-CN" sz="1500" b="1" i="1">
                              <a:solidFill>
                                <a:schemeClr val="accent6">
                                  <a:lumMod val="50000"/>
                                </a:schemeClr>
                              </a:solidFill>
                              <a:latin typeface="Cambria Math" panose="02040503050406030204" pitchFamily="18" charset="0"/>
                            </a:rPr>
                          </m:ctrlPr>
                        </m:sSubPr>
                        <m:e>
                          <m:r>
                            <a:rPr lang="en-US" altLang="zh-CN" sz="1500" b="1" i="1">
                              <a:solidFill>
                                <a:schemeClr val="accent6">
                                  <a:lumMod val="50000"/>
                                </a:schemeClr>
                              </a:solidFill>
                              <a:latin typeface="Cambria Math" panose="02040503050406030204" pitchFamily="18" charset="0"/>
                            </a:rPr>
                            <m:t>𝑴</m:t>
                          </m:r>
                        </m:e>
                        <m:sub>
                          <m:r>
                            <a:rPr lang="en-US" altLang="zh-CN" sz="1500" b="1" i="1">
                              <a:solidFill>
                                <a:schemeClr val="accent6">
                                  <a:lumMod val="50000"/>
                                </a:schemeClr>
                              </a:solidFill>
                              <a:latin typeface="Cambria Math" panose="02040503050406030204" pitchFamily="18" charset="0"/>
                            </a:rPr>
                            <m:t>𝟗</m:t>
                          </m:r>
                        </m:sub>
                      </m:sSub>
                      <m:r>
                        <a:rPr lang="en-US" altLang="zh-CN" sz="1500" b="1" i="1">
                          <a:solidFill>
                            <a:schemeClr val="accent6">
                              <a:lumMod val="50000"/>
                            </a:schemeClr>
                          </a:solidFill>
                          <a:latin typeface="Cambria Math" panose="02040503050406030204" pitchFamily="18" charset="0"/>
                        </a:rPr>
                        <m:t>∧</m:t>
                      </m:r>
                      <m:sSub>
                        <m:sSubPr>
                          <m:ctrlPr>
                            <a:rPr lang="en-US" altLang="zh-CN" sz="1500" b="1" i="1">
                              <a:solidFill>
                                <a:schemeClr val="accent6">
                                  <a:lumMod val="50000"/>
                                </a:schemeClr>
                              </a:solidFill>
                              <a:latin typeface="Cambria Math" panose="02040503050406030204" pitchFamily="18" charset="0"/>
                            </a:rPr>
                          </m:ctrlPr>
                        </m:sSubPr>
                        <m:e>
                          <m:r>
                            <a:rPr lang="en-US" altLang="zh-CN" sz="1500" b="1" i="1">
                              <a:solidFill>
                                <a:schemeClr val="accent6">
                                  <a:lumMod val="50000"/>
                                </a:schemeClr>
                              </a:solidFill>
                              <a:latin typeface="Cambria Math" panose="02040503050406030204" pitchFamily="18" charset="0"/>
                            </a:rPr>
                            <m:t>𝑴</m:t>
                          </m:r>
                        </m:e>
                        <m:sub>
                          <m:r>
                            <a:rPr lang="en-US" altLang="zh-CN" sz="1500" b="1" i="1">
                              <a:solidFill>
                                <a:schemeClr val="accent6">
                                  <a:lumMod val="50000"/>
                                </a:schemeClr>
                              </a:solidFill>
                              <a:latin typeface="Cambria Math" panose="02040503050406030204" pitchFamily="18" charset="0"/>
                            </a:rPr>
                            <m:t>𝟏𝟐</m:t>
                          </m:r>
                        </m:sub>
                      </m:sSub>
                      <m:r>
                        <a:rPr lang="en-US" altLang="zh-CN" sz="1500" b="1" i="1">
                          <a:solidFill>
                            <a:schemeClr val="accent6">
                              <a:lumMod val="50000"/>
                            </a:schemeClr>
                          </a:solidFill>
                          <a:latin typeface="Cambria Math" panose="02040503050406030204" pitchFamily="18" charset="0"/>
                        </a:rPr>
                        <m:t>∧</m:t>
                      </m:r>
                      <m:sSub>
                        <m:sSubPr>
                          <m:ctrlPr>
                            <a:rPr lang="en-US" altLang="zh-CN" sz="1500" b="1" i="1">
                              <a:solidFill>
                                <a:schemeClr val="accent6">
                                  <a:lumMod val="50000"/>
                                </a:schemeClr>
                              </a:solidFill>
                              <a:latin typeface="Cambria Math" panose="02040503050406030204" pitchFamily="18" charset="0"/>
                            </a:rPr>
                          </m:ctrlPr>
                        </m:sSubPr>
                        <m:e>
                          <m:r>
                            <a:rPr lang="en-US" altLang="zh-CN" sz="1500" b="1" i="1">
                              <a:solidFill>
                                <a:schemeClr val="accent6">
                                  <a:lumMod val="50000"/>
                                </a:schemeClr>
                              </a:solidFill>
                              <a:latin typeface="Cambria Math" panose="02040503050406030204" pitchFamily="18" charset="0"/>
                            </a:rPr>
                            <m:t>𝑴</m:t>
                          </m:r>
                        </m:e>
                        <m:sub>
                          <m:r>
                            <a:rPr lang="en-US" altLang="zh-CN" sz="1500" b="1" i="1">
                              <a:solidFill>
                                <a:schemeClr val="accent6">
                                  <a:lumMod val="50000"/>
                                </a:schemeClr>
                              </a:solidFill>
                              <a:latin typeface="Cambria Math" panose="02040503050406030204" pitchFamily="18" charset="0"/>
                            </a:rPr>
                            <m:t>𝟏𝟑</m:t>
                          </m:r>
                        </m:sub>
                      </m:sSub>
                      <m:r>
                        <a:rPr lang="en-US" altLang="zh-CN" sz="1500" b="1" i="1">
                          <a:solidFill>
                            <a:schemeClr val="accent6">
                              <a:lumMod val="50000"/>
                            </a:schemeClr>
                          </a:solidFill>
                          <a:latin typeface="Cambria Math" panose="02040503050406030204" pitchFamily="18" charset="0"/>
                        </a:rPr>
                        <m:t>∧</m:t>
                      </m:r>
                      <m:sSub>
                        <m:sSubPr>
                          <m:ctrlPr>
                            <a:rPr lang="en-US" altLang="zh-CN" sz="1500" b="1" i="1">
                              <a:solidFill>
                                <a:schemeClr val="accent6">
                                  <a:lumMod val="50000"/>
                                </a:schemeClr>
                              </a:solidFill>
                              <a:latin typeface="Cambria Math" panose="02040503050406030204" pitchFamily="18" charset="0"/>
                            </a:rPr>
                          </m:ctrlPr>
                        </m:sSubPr>
                        <m:e>
                          <m:r>
                            <a:rPr lang="en-US" altLang="zh-CN" sz="1500" b="1" i="1">
                              <a:solidFill>
                                <a:schemeClr val="accent6">
                                  <a:lumMod val="50000"/>
                                </a:schemeClr>
                              </a:solidFill>
                              <a:latin typeface="Cambria Math" panose="02040503050406030204" pitchFamily="18" charset="0"/>
                            </a:rPr>
                            <m:t>𝑴</m:t>
                          </m:r>
                        </m:e>
                        <m:sub>
                          <m:r>
                            <a:rPr lang="en-US" altLang="zh-CN" sz="1500" b="1" i="1">
                              <a:solidFill>
                                <a:schemeClr val="accent6">
                                  <a:lumMod val="50000"/>
                                </a:schemeClr>
                              </a:solidFill>
                              <a:latin typeface="Cambria Math" panose="02040503050406030204" pitchFamily="18" charset="0"/>
                            </a:rPr>
                            <m:t>𝟏𝟒</m:t>
                          </m:r>
                        </m:sub>
                      </m:sSub>
                    </m:oMath>
                  </m:oMathPara>
                </a14:m>
                <a:endParaRPr lang="zh-CN" altLang="en-US" sz="1500" b="1"/>
              </a:p>
            </p:txBody>
          </p:sp>
        </mc:Choice>
        <mc:Fallback>
          <p:sp>
            <p:nvSpPr>
              <p:cNvPr id="22" name="文本框 21"/>
              <p:cNvSpPr txBox="1">
                <a:spLocks noRot="1" noChangeAspect="1" noMove="1" noResize="1" noEditPoints="1" noAdjustHandles="1" noChangeArrowheads="1" noChangeShapeType="1" noTextEdit="1"/>
              </p:cNvSpPr>
              <p:nvPr/>
            </p:nvSpPr>
            <p:spPr>
              <a:xfrm>
                <a:off x="351671" y="3374052"/>
                <a:ext cx="3571395" cy="668020"/>
              </a:xfrm>
              <a:prstGeom prst="rect">
                <a:avLst/>
              </a:prstGeom>
              <a:blipFill rotWithShape="1">
                <a:blip r:embed="rId7"/>
                <a:stretch>
                  <a:fillRect l="-14" t="-44" r="1" b="-413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3" name="文本框 22"/>
              <p:cNvSpPr txBox="1"/>
              <p:nvPr/>
            </p:nvSpPr>
            <p:spPr>
              <a:xfrm>
                <a:off x="4327639" y="3374052"/>
                <a:ext cx="4440432" cy="668020"/>
              </a:xfrm>
              <a:prstGeom prst="rect">
                <a:avLst/>
              </a:prstGeom>
              <a:solidFill>
                <a:schemeClr val="accent5">
                  <a:lumMod val="20000"/>
                  <a:lumOff val="80000"/>
                  <a:alpha val="50000"/>
                </a:schemeClr>
              </a:solidFill>
            </p:spPr>
            <p:txBody>
              <a:bodyPr wrap="square" rtlCol="0">
                <a:spAutoFit/>
              </a:bodyPr>
              <a:lstStyle/>
              <a:p>
                <a:pPr algn="ctr">
                  <a:spcBef>
                    <a:spcPts val="900"/>
                  </a:spcBef>
                  <a:spcAft>
                    <a:spcPts val="900"/>
                  </a:spcAft>
                </a:pPr>
                <a:r>
                  <a:rPr lang="zh-CN" altLang="en-US" sz="1500" b="1">
                    <a:solidFill>
                      <a:srgbClr val="002060"/>
                    </a:solidFill>
                  </a:rPr>
                  <a:t>公式</a:t>
                </a:r>
                <a14:m>
                  <m:oMath xmlns:m="http://schemas.openxmlformats.org/officeDocument/2006/math">
                    <m:r>
                      <a:rPr lang="en-US" altLang="zh-CN" sz="1500" b="1" i="1">
                        <a:solidFill>
                          <a:srgbClr val="002060"/>
                        </a:solidFill>
                        <a:latin typeface="Cambria Math" panose="02040503050406030204" pitchFamily="18" charset="0"/>
                      </a:rPr>
                      <m:t>𝑨</m:t>
                    </m:r>
                  </m:oMath>
                </a14:m>
                <a:r>
                  <a:rPr lang="zh-CN" altLang="en-US" sz="1500" b="1">
                    <a:solidFill>
                      <a:srgbClr val="002060"/>
                    </a:solidFill>
                  </a:rPr>
                  <a:t>的主析取范式</a:t>
                </a:r>
                <a:endParaRPr lang="en-US" altLang="zh-CN" sz="1500" b="1">
                  <a:solidFill>
                    <a:srgbClr val="002060"/>
                  </a:solidFill>
                </a:endParaRPr>
              </a:p>
              <a:p>
                <a:pPr algn="ctr">
                  <a:spcBef>
                    <a:spcPts val="900"/>
                  </a:spcBef>
                  <a:spcAft>
                    <a:spcPts val="900"/>
                  </a:spcAft>
                </a:pPr>
                <a14:m>
                  <m:oMathPara xmlns:m="http://schemas.openxmlformats.org/officeDocument/2006/math">
                    <m:oMathParaPr>
                      <m:jc m:val="centerGroup"/>
                    </m:oMathParaPr>
                    <m:oMath xmlns:m="http://schemas.openxmlformats.org/officeDocument/2006/math">
                      <m:sSub>
                        <m:sSubPr>
                          <m:ctrlPr>
                            <a:rPr lang="en-US" altLang="zh-CN" sz="1500" b="1" i="1">
                              <a:solidFill>
                                <a:schemeClr val="accent6">
                                  <a:lumMod val="50000"/>
                                </a:schemeClr>
                              </a:solidFill>
                              <a:latin typeface="Cambria Math" panose="02040503050406030204" pitchFamily="18" charset="0"/>
                            </a:rPr>
                          </m:ctrlPr>
                        </m:sSubPr>
                        <m:e>
                          <m:r>
                            <a:rPr lang="en-US" altLang="zh-CN" sz="1500" b="1" i="1">
                              <a:solidFill>
                                <a:schemeClr val="accent6">
                                  <a:lumMod val="50000"/>
                                </a:schemeClr>
                              </a:solidFill>
                              <a:latin typeface="Cambria Math" panose="02040503050406030204" pitchFamily="18" charset="0"/>
                            </a:rPr>
                            <m:t>𝒎</m:t>
                          </m:r>
                        </m:e>
                        <m:sub>
                          <m:r>
                            <a:rPr lang="en-US" altLang="zh-CN" sz="1500" b="1" i="1">
                              <a:solidFill>
                                <a:schemeClr val="accent6">
                                  <a:lumMod val="50000"/>
                                </a:schemeClr>
                              </a:solidFill>
                              <a:latin typeface="Cambria Math" panose="02040503050406030204" pitchFamily="18" charset="0"/>
                            </a:rPr>
                            <m:t>𝟎</m:t>
                          </m:r>
                        </m:sub>
                      </m:sSub>
                      <m:r>
                        <a:rPr lang="en-US" altLang="zh-CN" sz="1500" b="1" i="1">
                          <a:solidFill>
                            <a:schemeClr val="accent6">
                              <a:lumMod val="50000"/>
                            </a:schemeClr>
                          </a:solidFill>
                          <a:latin typeface="Cambria Math" panose="02040503050406030204" pitchFamily="18" charset="0"/>
                        </a:rPr>
                        <m:t>∨</m:t>
                      </m:r>
                      <m:sSub>
                        <m:sSubPr>
                          <m:ctrlPr>
                            <a:rPr lang="en-US" altLang="zh-CN" sz="1500" b="1" i="1">
                              <a:solidFill>
                                <a:schemeClr val="accent6">
                                  <a:lumMod val="50000"/>
                                </a:schemeClr>
                              </a:solidFill>
                              <a:latin typeface="Cambria Math" panose="02040503050406030204" pitchFamily="18" charset="0"/>
                            </a:rPr>
                          </m:ctrlPr>
                        </m:sSubPr>
                        <m:e>
                          <m:r>
                            <a:rPr lang="en-US" altLang="zh-CN" sz="1500" b="1" i="1">
                              <a:solidFill>
                                <a:schemeClr val="accent6">
                                  <a:lumMod val="50000"/>
                                </a:schemeClr>
                              </a:solidFill>
                              <a:latin typeface="Cambria Math" panose="02040503050406030204" pitchFamily="18" charset="0"/>
                            </a:rPr>
                            <m:t>𝒎</m:t>
                          </m:r>
                        </m:e>
                        <m:sub>
                          <m:r>
                            <a:rPr lang="en-US" altLang="zh-CN" sz="1500" b="1" i="1">
                              <a:solidFill>
                                <a:schemeClr val="accent6">
                                  <a:lumMod val="50000"/>
                                </a:schemeClr>
                              </a:solidFill>
                              <a:latin typeface="Cambria Math" panose="02040503050406030204" pitchFamily="18" charset="0"/>
                            </a:rPr>
                            <m:t>𝟏</m:t>
                          </m:r>
                        </m:sub>
                      </m:sSub>
                      <m:r>
                        <a:rPr lang="en-US" altLang="zh-CN" sz="1500" b="1" i="1">
                          <a:solidFill>
                            <a:schemeClr val="accent6">
                              <a:lumMod val="50000"/>
                            </a:schemeClr>
                          </a:solidFill>
                          <a:latin typeface="Cambria Math" panose="02040503050406030204" pitchFamily="18" charset="0"/>
                        </a:rPr>
                        <m:t>∨</m:t>
                      </m:r>
                      <m:sSub>
                        <m:sSubPr>
                          <m:ctrlPr>
                            <a:rPr lang="en-US" altLang="zh-CN" sz="1500" b="1" i="1">
                              <a:solidFill>
                                <a:schemeClr val="accent6">
                                  <a:lumMod val="50000"/>
                                </a:schemeClr>
                              </a:solidFill>
                              <a:latin typeface="Cambria Math" panose="02040503050406030204" pitchFamily="18" charset="0"/>
                            </a:rPr>
                          </m:ctrlPr>
                        </m:sSubPr>
                        <m:e>
                          <m:r>
                            <a:rPr lang="en-US" altLang="zh-CN" sz="1500" b="1" i="1">
                              <a:solidFill>
                                <a:schemeClr val="accent6">
                                  <a:lumMod val="50000"/>
                                </a:schemeClr>
                              </a:solidFill>
                              <a:latin typeface="Cambria Math" panose="02040503050406030204" pitchFamily="18" charset="0"/>
                            </a:rPr>
                            <m:t>𝒎</m:t>
                          </m:r>
                        </m:e>
                        <m:sub>
                          <m:r>
                            <a:rPr lang="en-US" altLang="zh-CN" sz="1500" b="1" i="1">
                              <a:solidFill>
                                <a:schemeClr val="accent6">
                                  <a:lumMod val="50000"/>
                                </a:schemeClr>
                              </a:solidFill>
                              <a:latin typeface="Cambria Math" panose="02040503050406030204" pitchFamily="18" charset="0"/>
                            </a:rPr>
                            <m:t>𝟐</m:t>
                          </m:r>
                        </m:sub>
                      </m:sSub>
                      <m:r>
                        <a:rPr lang="en-US" altLang="zh-CN" sz="1500" b="1" i="1">
                          <a:solidFill>
                            <a:schemeClr val="accent6">
                              <a:lumMod val="50000"/>
                            </a:schemeClr>
                          </a:solidFill>
                          <a:latin typeface="Cambria Math" panose="02040503050406030204" pitchFamily="18" charset="0"/>
                        </a:rPr>
                        <m:t>∨</m:t>
                      </m:r>
                      <m:sSub>
                        <m:sSubPr>
                          <m:ctrlPr>
                            <a:rPr lang="en-US" altLang="zh-CN" sz="1500" b="1" i="1">
                              <a:solidFill>
                                <a:schemeClr val="accent6">
                                  <a:lumMod val="50000"/>
                                </a:schemeClr>
                              </a:solidFill>
                              <a:latin typeface="Cambria Math" panose="02040503050406030204" pitchFamily="18" charset="0"/>
                            </a:rPr>
                          </m:ctrlPr>
                        </m:sSubPr>
                        <m:e>
                          <m:r>
                            <a:rPr lang="en-US" altLang="zh-CN" sz="1500" b="1" i="1">
                              <a:solidFill>
                                <a:schemeClr val="accent6">
                                  <a:lumMod val="50000"/>
                                </a:schemeClr>
                              </a:solidFill>
                              <a:latin typeface="Cambria Math" panose="02040503050406030204" pitchFamily="18" charset="0"/>
                            </a:rPr>
                            <m:t>𝒎</m:t>
                          </m:r>
                        </m:e>
                        <m:sub>
                          <m:r>
                            <a:rPr lang="en-US" altLang="zh-CN" sz="1500" b="1" i="1">
                              <a:solidFill>
                                <a:schemeClr val="accent6">
                                  <a:lumMod val="50000"/>
                                </a:schemeClr>
                              </a:solidFill>
                              <a:latin typeface="Cambria Math" panose="02040503050406030204" pitchFamily="18" charset="0"/>
                            </a:rPr>
                            <m:t>𝟑</m:t>
                          </m:r>
                        </m:sub>
                      </m:sSub>
                      <m:r>
                        <a:rPr lang="en-US" altLang="zh-CN" sz="1500" b="1" i="1">
                          <a:solidFill>
                            <a:schemeClr val="accent6">
                              <a:lumMod val="50000"/>
                            </a:schemeClr>
                          </a:solidFill>
                          <a:latin typeface="Cambria Math" panose="02040503050406030204" pitchFamily="18" charset="0"/>
                        </a:rPr>
                        <m:t>∨</m:t>
                      </m:r>
                      <m:sSub>
                        <m:sSubPr>
                          <m:ctrlPr>
                            <a:rPr lang="en-US" altLang="zh-CN" sz="1500" b="1" i="1">
                              <a:solidFill>
                                <a:schemeClr val="accent6">
                                  <a:lumMod val="50000"/>
                                </a:schemeClr>
                              </a:solidFill>
                              <a:latin typeface="Cambria Math" panose="02040503050406030204" pitchFamily="18" charset="0"/>
                            </a:rPr>
                          </m:ctrlPr>
                        </m:sSubPr>
                        <m:e>
                          <m:r>
                            <a:rPr lang="en-US" altLang="zh-CN" sz="1500" b="1" i="1">
                              <a:solidFill>
                                <a:schemeClr val="accent6">
                                  <a:lumMod val="50000"/>
                                </a:schemeClr>
                              </a:solidFill>
                              <a:latin typeface="Cambria Math" panose="02040503050406030204" pitchFamily="18" charset="0"/>
                            </a:rPr>
                            <m:t>𝒎</m:t>
                          </m:r>
                        </m:e>
                        <m:sub>
                          <m:r>
                            <a:rPr lang="en-US" altLang="zh-CN" sz="1500" b="1" i="1">
                              <a:solidFill>
                                <a:schemeClr val="accent6">
                                  <a:lumMod val="50000"/>
                                </a:schemeClr>
                              </a:solidFill>
                              <a:latin typeface="Cambria Math" panose="02040503050406030204" pitchFamily="18" charset="0"/>
                            </a:rPr>
                            <m:t>𝟓</m:t>
                          </m:r>
                        </m:sub>
                      </m:sSub>
                      <m:r>
                        <a:rPr lang="en-US" altLang="zh-CN" sz="1500" b="1" i="1">
                          <a:solidFill>
                            <a:schemeClr val="accent6">
                              <a:lumMod val="50000"/>
                            </a:schemeClr>
                          </a:solidFill>
                          <a:latin typeface="Cambria Math" panose="02040503050406030204" pitchFamily="18" charset="0"/>
                        </a:rPr>
                        <m:t>∨</m:t>
                      </m:r>
                      <m:sSub>
                        <m:sSubPr>
                          <m:ctrlPr>
                            <a:rPr lang="en-US" altLang="zh-CN" sz="1500" b="1" i="1">
                              <a:solidFill>
                                <a:schemeClr val="accent6">
                                  <a:lumMod val="50000"/>
                                </a:schemeClr>
                              </a:solidFill>
                              <a:latin typeface="Cambria Math" panose="02040503050406030204" pitchFamily="18" charset="0"/>
                            </a:rPr>
                          </m:ctrlPr>
                        </m:sSubPr>
                        <m:e>
                          <m:r>
                            <a:rPr lang="en-US" altLang="zh-CN" sz="1500" b="1" i="1">
                              <a:solidFill>
                                <a:schemeClr val="accent6">
                                  <a:lumMod val="50000"/>
                                </a:schemeClr>
                              </a:solidFill>
                              <a:latin typeface="Cambria Math" panose="02040503050406030204" pitchFamily="18" charset="0"/>
                            </a:rPr>
                            <m:t>𝒎</m:t>
                          </m:r>
                        </m:e>
                        <m:sub>
                          <m:r>
                            <a:rPr lang="en-US" altLang="zh-CN" sz="1500" b="1" i="1">
                              <a:solidFill>
                                <a:schemeClr val="accent6">
                                  <a:lumMod val="50000"/>
                                </a:schemeClr>
                              </a:solidFill>
                              <a:latin typeface="Cambria Math" panose="02040503050406030204" pitchFamily="18" charset="0"/>
                            </a:rPr>
                            <m:t>𝟕</m:t>
                          </m:r>
                        </m:sub>
                      </m:sSub>
                      <m:r>
                        <a:rPr lang="en-US" altLang="zh-CN" sz="1500" b="1" i="1">
                          <a:solidFill>
                            <a:schemeClr val="accent6">
                              <a:lumMod val="50000"/>
                            </a:schemeClr>
                          </a:solidFill>
                          <a:latin typeface="Cambria Math" panose="02040503050406030204" pitchFamily="18" charset="0"/>
                        </a:rPr>
                        <m:t>∨</m:t>
                      </m:r>
                      <m:sSub>
                        <m:sSubPr>
                          <m:ctrlPr>
                            <a:rPr lang="en-US" altLang="zh-CN" sz="1500" b="1" i="1">
                              <a:solidFill>
                                <a:schemeClr val="accent6">
                                  <a:lumMod val="50000"/>
                                </a:schemeClr>
                              </a:solidFill>
                              <a:latin typeface="Cambria Math" panose="02040503050406030204" pitchFamily="18" charset="0"/>
                            </a:rPr>
                          </m:ctrlPr>
                        </m:sSubPr>
                        <m:e>
                          <m:r>
                            <a:rPr lang="en-US" altLang="zh-CN" sz="1500" b="1" i="1">
                              <a:solidFill>
                                <a:schemeClr val="accent6">
                                  <a:lumMod val="50000"/>
                                </a:schemeClr>
                              </a:solidFill>
                              <a:latin typeface="Cambria Math" panose="02040503050406030204" pitchFamily="18" charset="0"/>
                            </a:rPr>
                            <m:t>𝒎</m:t>
                          </m:r>
                        </m:e>
                        <m:sub>
                          <m:r>
                            <a:rPr lang="en-US" altLang="zh-CN" sz="1500" b="1" i="1">
                              <a:solidFill>
                                <a:schemeClr val="accent6">
                                  <a:lumMod val="50000"/>
                                </a:schemeClr>
                              </a:solidFill>
                              <a:latin typeface="Cambria Math" panose="02040503050406030204" pitchFamily="18" charset="0"/>
                            </a:rPr>
                            <m:t>𝟏𝟎</m:t>
                          </m:r>
                        </m:sub>
                      </m:sSub>
                      <m:r>
                        <a:rPr lang="en-US" altLang="zh-CN" sz="1500" b="1" i="1">
                          <a:solidFill>
                            <a:schemeClr val="accent6">
                              <a:lumMod val="50000"/>
                            </a:schemeClr>
                          </a:solidFill>
                          <a:latin typeface="Cambria Math" panose="02040503050406030204" pitchFamily="18" charset="0"/>
                        </a:rPr>
                        <m:t>∨</m:t>
                      </m:r>
                      <m:sSub>
                        <m:sSubPr>
                          <m:ctrlPr>
                            <a:rPr lang="en-US" altLang="zh-CN" sz="1500" b="1" i="1">
                              <a:solidFill>
                                <a:schemeClr val="accent6">
                                  <a:lumMod val="50000"/>
                                </a:schemeClr>
                              </a:solidFill>
                              <a:latin typeface="Cambria Math" panose="02040503050406030204" pitchFamily="18" charset="0"/>
                            </a:rPr>
                          </m:ctrlPr>
                        </m:sSubPr>
                        <m:e>
                          <m:r>
                            <a:rPr lang="en-US" altLang="zh-CN" sz="1500" b="1" i="1">
                              <a:solidFill>
                                <a:schemeClr val="accent6">
                                  <a:lumMod val="50000"/>
                                </a:schemeClr>
                              </a:solidFill>
                              <a:latin typeface="Cambria Math" panose="02040503050406030204" pitchFamily="18" charset="0"/>
                            </a:rPr>
                            <m:t>𝒎</m:t>
                          </m:r>
                        </m:e>
                        <m:sub>
                          <m:r>
                            <a:rPr lang="en-US" altLang="zh-CN" sz="1500" b="1" i="1">
                              <a:solidFill>
                                <a:schemeClr val="accent6">
                                  <a:lumMod val="50000"/>
                                </a:schemeClr>
                              </a:solidFill>
                              <a:latin typeface="Cambria Math" panose="02040503050406030204" pitchFamily="18" charset="0"/>
                            </a:rPr>
                            <m:t>𝟏𝟏</m:t>
                          </m:r>
                        </m:sub>
                      </m:sSub>
                      <m:r>
                        <a:rPr lang="en-US" altLang="zh-CN" sz="1500" b="1" i="1">
                          <a:solidFill>
                            <a:schemeClr val="accent6">
                              <a:lumMod val="50000"/>
                            </a:schemeClr>
                          </a:solidFill>
                          <a:latin typeface="Cambria Math" panose="02040503050406030204" pitchFamily="18" charset="0"/>
                        </a:rPr>
                        <m:t>∨</m:t>
                      </m:r>
                      <m:sSub>
                        <m:sSubPr>
                          <m:ctrlPr>
                            <a:rPr lang="en-US" altLang="zh-CN" sz="1500" b="1" i="1">
                              <a:solidFill>
                                <a:schemeClr val="accent6">
                                  <a:lumMod val="50000"/>
                                </a:schemeClr>
                              </a:solidFill>
                              <a:latin typeface="Cambria Math" panose="02040503050406030204" pitchFamily="18" charset="0"/>
                            </a:rPr>
                          </m:ctrlPr>
                        </m:sSubPr>
                        <m:e>
                          <m:r>
                            <a:rPr lang="en-US" altLang="zh-CN" sz="1500" b="1" i="1">
                              <a:solidFill>
                                <a:schemeClr val="accent6">
                                  <a:lumMod val="50000"/>
                                </a:schemeClr>
                              </a:solidFill>
                              <a:latin typeface="Cambria Math" panose="02040503050406030204" pitchFamily="18" charset="0"/>
                            </a:rPr>
                            <m:t>𝒎</m:t>
                          </m:r>
                        </m:e>
                        <m:sub>
                          <m:r>
                            <a:rPr lang="en-US" altLang="zh-CN" sz="1500" b="1" i="1">
                              <a:solidFill>
                                <a:schemeClr val="accent6">
                                  <a:lumMod val="50000"/>
                                </a:schemeClr>
                              </a:solidFill>
                              <a:latin typeface="Cambria Math" panose="02040503050406030204" pitchFamily="18" charset="0"/>
                            </a:rPr>
                            <m:t>𝟏𝟓</m:t>
                          </m:r>
                        </m:sub>
                      </m:sSub>
                    </m:oMath>
                  </m:oMathPara>
                </a14:m>
                <a:endParaRPr lang="zh-CN" altLang="en-US" sz="1500" b="1"/>
              </a:p>
            </p:txBody>
          </p:sp>
        </mc:Choice>
        <mc:Fallback>
          <p:sp>
            <p:nvSpPr>
              <p:cNvPr id="23" name="文本框 22"/>
              <p:cNvSpPr txBox="1">
                <a:spLocks noRot="1" noChangeAspect="1" noMove="1" noResize="1" noEditPoints="1" noAdjustHandles="1" noChangeArrowheads="1" noChangeShapeType="1" noTextEdit="1"/>
              </p:cNvSpPr>
              <p:nvPr/>
            </p:nvSpPr>
            <p:spPr>
              <a:xfrm>
                <a:off x="4327639" y="3374052"/>
                <a:ext cx="4440432" cy="668020"/>
              </a:xfrm>
              <a:prstGeom prst="rect">
                <a:avLst/>
              </a:prstGeom>
              <a:blipFill rotWithShape="1">
                <a:blip r:embed="rId8"/>
                <a:stretch>
                  <a:fillRect l="-3" t="-44" r="14" b="-4138"/>
                </a:stretch>
              </a:blipFill>
            </p:spPr>
            <p:txBody>
              <a:bodyPr/>
              <a:lstStyle/>
              <a:p>
                <a:r>
                  <a:rPr lang="zh-CN" altLang="en-US">
                    <a:noFill/>
                  </a:rPr>
                  <a:t> </a:t>
                </a:r>
              </a:p>
            </p:txBody>
          </p:sp>
        </mc:Fallback>
      </mc:AlternateContent>
      <p:sp>
        <p:nvSpPr>
          <p:cNvPr id="24" name="箭头: 右 23"/>
          <p:cNvSpPr/>
          <p:nvPr/>
        </p:nvSpPr>
        <p:spPr>
          <a:xfrm>
            <a:off x="3923066" y="3709739"/>
            <a:ext cx="404573" cy="7697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p>
        </p:txBody>
      </p:sp>
      <p:sp>
        <p:nvSpPr>
          <p:cNvPr id="20" name="文本框 19"/>
          <p:cNvSpPr txBox="1"/>
          <p:nvPr/>
        </p:nvSpPr>
        <p:spPr>
          <a:xfrm>
            <a:off x="2719313" y="4194924"/>
            <a:ext cx="2777788" cy="230505"/>
          </a:xfrm>
          <a:prstGeom prst="rect">
            <a:avLst/>
          </a:prstGeom>
          <a:solidFill>
            <a:schemeClr val="accent4">
              <a:lumMod val="20000"/>
              <a:lumOff val="80000"/>
            </a:schemeClr>
          </a:solidFill>
        </p:spPr>
        <p:txBody>
          <a:bodyPr wrap="square" lIns="0" tIns="0" rIns="0" bIns="0" rtlCol="0">
            <a:spAutoFit/>
          </a:bodyPr>
          <a:lstStyle/>
          <a:p>
            <a:r>
              <a:rPr lang="zh-CN" altLang="en-US" sz="1500" b="1">
                <a:solidFill>
                  <a:schemeClr val="accent2">
                    <a:lumMod val="50000"/>
                  </a:schemeClr>
                </a:solidFill>
              </a:rPr>
              <a:t>主析取与主合取范式编码集互补</a:t>
            </a:r>
            <a:endParaRPr lang="zh-CN" altLang="en-US" sz="1500" b="1">
              <a:solidFill>
                <a:schemeClr val="accent2">
                  <a:lumMod val="50000"/>
                </a:schemeClr>
              </a:solidFill>
            </a:endParaRPr>
          </a:p>
        </p:txBody>
      </p:sp>
      <p:sp>
        <p:nvSpPr>
          <p:cNvPr id="21" name="箭头: 上 20"/>
          <p:cNvSpPr/>
          <p:nvPr/>
        </p:nvSpPr>
        <p:spPr>
          <a:xfrm>
            <a:off x="4081195" y="3786716"/>
            <a:ext cx="54025" cy="402418"/>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p>
        </p:txBody>
      </p:sp>
      <mc:AlternateContent xmlns:mc="http://schemas.openxmlformats.org/markup-compatibility/2006">
        <mc:Choice xmlns:a14="http://schemas.microsoft.com/office/drawing/2010/main" Requires="a14">
          <p:sp>
            <p:nvSpPr>
              <p:cNvPr id="25" name="文本框 24"/>
              <p:cNvSpPr txBox="1"/>
              <p:nvPr/>
            </p:nvSpPr>
            <p:spPr>
              <a:xfrm>
                <a:off x="683534" y="1124434"/>
                <a:ext cx="7172755" cy="368300"/>
              </a:xfrm>
              <a:prstGeom prst="rect">
                <a:avLst/>
              </a:prstGeom>
              <a:solidFill>
                <a:schemeClr val="accent6">
                  <a:lumMod val="20000"/>
                  <a:lumOff val="80000"/>
                </a:schemeClr>
              </a:solidFill>
            </p:spPr>
            <p:txBody>
              <a:bodyPr wrap="square" rtlCol="0">
                <a:spAutoFit/>
              </a:bodyPr>
              <a:lstStyle/>
              <a:p>
                <a:r>
                  <a:rPr lang="zh-CN" altLang="en-US" sz="1800" b="1">
                    <a:solidFill>
                      <a:srgbClr val="002060"/>
                    </a:solidFill>
                  </a:rPr>
                  <a:t>求与公式</a:t>
                </a:r>
                <a14:m>
                  <m:oMath xmlns:m="http://schemas.openxmlformats.org/officeDocument/2006/math">
                    <m:r>
                      <a:rPr lang="en-US" altLang="zh-CN" sz="1800" b="1" i="1">
                        <a:solidFill>
                          <a:srgbClr val="002060"/>
                        </a:solidFill>
                        <a:latin typeface="Cambria Math" panose="02040503050406030204" pitchFamily="18" charset="0"/>
                      </a:rPr>
                      <m:t>𝑨</m:t>
                    </m:r>
                    <m:r>
                      <a:rPr lang="en-US" altLang="zh-CN" sz="1800" b="1" i="1">
                        <a:solidFill>
                          <a:srgbClr val="002060"/>
                        </a:solidFill>
                        <a:latin typeface="Cambria Math" panose="02040503050406030204" pitchFamily="18" charset="0"/>
                      </a:rPr>
                      <m:t> = </m:t>
                    </m:r>
                    <m:d>
                      <m:dPr>
                        <m:ctrlPr>
                          <a:rPr lang="en-US" altLang="zh-CN" sz="1800" b="1" i="1">
                            <a:solidFill>
                              <a:srgbClr val="002060"/>
                            </a:solidFill>
                            <a:latin typeface="Cambria Math" panose="02040503050406030204" pitchFamily="18" charset="0"/>
                          </a:rPr>
                        </m:ctrlPr>
                      </m:dPr>
                      <m:e>
                        <m:r>
                          <a:rPr lang="en-US" altLang="zh-CN" sz="1800" b="1" i="1">
                            <a:solidFill>
                              <a:srgbClr val="002060"/>
                            </a:solidFill>
                            <a:latin typeface="Cambria Math" panose="02040503050406030204" pitchFamily="18" charset="0"/>
                          </a:rPr>
                          <m:t>𝒑</m:t>
                        </m:r>
                        <m:r>
                          <a:rPr lang="en-US" altLang="zh-CN" sz="1800" b="1" i="1">
                            <a:solidFill>
                              <a:srgbClr val="002060"/>
                            </a:solidFill>
                            <a:latin typeface="Cambria Math" panose="02040503050406030204" pitchFamily="18" charset="0"/>
                          </a:rPr>
                          <m:t>→</m:t>
                        </m:r>
                        <m:r>
                          <a:rPr lang="en-US" altLang="zh-CN" sz="1800" b="1" i="1">
                            <a:solidFill>
                              <a:srgbClr val="002060"/>
                            </a:solidFill>
                            <a:latin typeface="Cambria Math" panose="02040503050406030204" pitchFamily="18" charset="0"/>
                          </a:rPr>
                          <m:t>𝒓</m:t>
                        </m:r>
                      </m:e>
                    </m:d>
                    <m:r>
                      <a:rPr lang="en-US" altLang="zh-CN" sz="1800" b="1" i="1">
                        <a:solidFill>
                          <a:srgbClr val="002060"/>
                        </a:solidFill>
                        <a:latin typeface="Cambria Math" panose="02040503050406030204" pitchFamily="18" charset="0"/>
                      </a:rPr>
                      <m:t>∧</m:t>
                    </m:r>
                    <m:d>
                      <m:dPr>
                        <m:ctrlPr>
                          <a:rPr lang="en-US" altLang="zh-CN" sz="1800" b="1" i="1">
                            <a:solidFill>
                              <a:srgbClr val="002060"/>
                            </a:solidFill>
                            <a:latin typeface="Cambria Math" panose="02040503050406030204" pitchFamily="18" charset="0"/>
                          </a:rPr>
                        </m:ctrlPr>
                      </m:dPr>
                      <m:e>
                        <m:r>
                          <a:rPr lang="en-US" altLang="zh-CN" sz="1800" b="1" i="1">
                            <a:solidFill>
                              <a:srgbClr val="002060"/>
                            </a:solidFill>
                            <a:latin typeface="Cambria Math" panose="02040503050406030204" pitchFamily="18" charset="0"/>
                          </a:rPr>
                          <m:t>𝒒</m:t>
                        </m:r>
                        <m:r>
                          <a:rPr lang="en-US" altLang="zh-CN" sz="1800" b="1" i="1">
                            <a:solidFill>
                              <a:srgbClr val="002060"/>
                            </a:solidFill>
                            <a:latin typeface="Cambria Math" panose="02040503050406030204" pitchFamily="18" charset="0"/>
                          </a:rPr>
                          <m:t>→</m:t>
                        </m:r>
                        <m:r>
                          <a:rPr lang="en-US" altLang="zh-CN" sz="1800" b="1" i="1">
                            <a:solidFill>
                              <a:srgbClr val="002060"/>
                            </a:solidFill>
                            <a:latin typeface="Cambria Math" panose="02040503050406030204" pitchFamily="18" charset="0"/>
                          </a:rPr>
                          <m:t>𝒔</m:t>
                        </m:r>
                      </m:e>
                    </m:d>
                  </m:oMath>
                </a14:m>
                <a:r>
                  <a:rPr lang="zh-CN" altLang="en-US" sz="1800" b="1">
                    <a:solidFill>
                      <a:srgbClr val="002060"/>
                    </a:solidFill>
                  </a:rPr>
                  <a:t>逻辑等值的主析取范式和主合取范式</a:t>
                </a:r>
                <a:endParaRPr lang="zh-CN" altLang="en-US" sz="1800" b="1">
                  <a:solidFill>
                    <a:srgbClr val="002060"/>
                  </a:solidFill>
                </a:endParaRPr>
              </a:p>
            </p:txBody>
          </p:sp>
        </mc:Choice>
        <mc:Fallback>
          <p:sp>
            <p:nvSpPr>
              <p:cNvPr id="25" name="文本框 24"/>
              <p:cNvSpPr txBox="1">
                <a:spLocks noRot="1" noChangeAspect="1" noMove="1" noResize="1" noEditPoints="1" noAdjustHandles="1" noChangeArrowheads="1" noChangeShapeType="1" noTextEdit="1"/>
              </p:cNvSpPr>
              <p:nvPr/>
            </p:nvSpPr>
            <p:spPr>
              <a:xfrm>
                <a:off x="683534" y="1124434"/>
                <a:ext cx="7172755" cy="368300"/>
              </a:xfrm>
              <a:prstGeom prst="rect">
                <a:avLst/>
              </a:prstGeom>
              <a:blipFill rotWithShape="1">
                <a:blip r:embed="rId9"/>
                <a:stretch>
                  <a:fillRect l="-4" t="-131" r="1" b="131"/>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4" grpId="0" bldLvl="0" animBg="1"/>
      <p:bldP spid="15" grpId="0" bldLvl="0" animBg="1"/>
      <p:bldP spid="16" grpId="0" bldLvl="0" animBg="1"/>
      <p:bldP spid="17" grpId="0" bldLvl="0" animBg="1"/>
      <p:bldP spid="14" grpId="0"/>
      <p:bldP spid="10" grpId="0" bldLvl="0" animBg="1"/>
      <p:bldP spid="11" grpId="0" bldLvl="0" animBg="1"/>
      <p:bldP spid="12" grpId="0" bldLvl="0" animBg="1"/>
      <p:bldP spid="9" grpId="0"/>
      <p:bldP spid="22" grpId="0" bldLvl="0" animBg="1"/>
      <p:bldP spid="23" grpId="0" bldLvl="0" animBg="1"/>
      <p:bldP spid="24" grpId="0" bldLvl="0" animBg="1"/>
      <p:bldP spid="20" grpId="0" bldLvl="0" animBg="1"/>
      <p:bldP spid="21" grpId="0" bldLvl="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29" name="灯片编号占位符 3"/>
          <p:cNvSpPr>
            <a:spLocks noGrp="1"/>
          </p:cNvSpPr>
          <p:nvPr>
            <p:ph type="sldNum" sz="quarter" idx="10"/>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r" eaLnBrk="1" hangingPunct="1">
              <a:buClrTx/>
              <a:buFontTx/>
            </a:pPr>
            <a:fld id="{9A0DB2DC-4C9A-4742-B13C-FB6460FD3503}" type="slidenum">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73730" name="日期占位符 4"/>
          <p:cNvSpPr>
            <a:spLocks noGrp="1"/>
          </p:cNvSpPr>
          <p:nvPr>
            <p:ph type="dt" sz="half" idx="11"/>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buClrTx/>
              <a:buFontTx/>
            </a:pPr>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73731" name="页脚占位符 5"/>
          <p:cNvSpPr>
            <a:spLocks noGrp="1"/>
          </p:cNvSpPr>
          <p:nvPr>
            <p:ph type="ftr" sz="quarter" idx="12"/>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buClrTx/>
              <a:buFontTx/>
            </a:pPr>
            <a:r>
              <a:rPr lang="en-US" altLang="zh-CN" sz="1200" b="1" i="1" dirty="0">
                <a:solidFill>
                  <a:srgbClr val="009999"/>
                </a:solidFill>
                <a:latin typeface="Arial Narrow" panose="020B0606020202030204" pitchFamily="34" charset="0"/>
              </a:rPr>
              <a:t>School of Computer Science, BUPT</a:t>
            </a:r>
            <a:endParaRPr lang="zh-CN" altLang="en-US" sz="1200" b="1" i="1" dirty="0">
              <a:solidFill>
                <a:srgbClr val="009999"/>
              </a:solidFill>
              <a:latin typeface="Arial Narrow" panose="020B0606020202030204" pitchFamily="34" charset="0"/>
            </a:endParaRPr>
          </a:p>
        </p:txBody>
      </p:sp>
      <p:sp>
        <p:nvSpPr>
          <p:cNvPr id="73732" name="Rectangle 2"/>
          <p:cNvSpPr>
            <a:spLocks noGrp="1"/>
          </p:cNvSpPr>
          <p:nvPr>
            <p:ph type="title"/>
          </p:nvPr>
        </p:nvSpPr>
        <p:spPr/>
        <p:txBody>
          <a:bodyPr vert="horz" wrap="square" lIns="91440" tIns="45720" rIns="91440" bIns="45720" anchor="b" anchorCtr="0"/>
          <a:p>
            <a:pPr eaLnBrk="1" hangingPunct="1"/>
            <a:r>
              <a:rPr lang="zh-CN" altLang="en-US" dirty="0">
                <a:sym typeface="Symbol" panose="05050102010706020507" pitchFamily="18" charset="2"/>
              </a:rPr>
              <a:t>课堂练习</a:t>
            </a:r>
            <a:endParaRPr lang="zh-CN" altLang="en-US" dirty="0">
              <a:sym typeface="Symbol" panose="05050102010706020507" pitchFamily="18" charset="2"/>
            </a:endParaRPr>
          </a:p>
        </p:txBody>
      </p:sp>
      <p:sp>
        <p:nvSpPr>
          <p:cNvPr id="73733" name="Rectangle 3"/>
          <p:cNvSpPr>
            <a:spLocks noGrp="1"/>
          </p:cNvSpPr>
          <p:nvPr>
            <p:ph idx="1"/>
          </p:nvPr>
        </p:nvSpPr>
        <p:spPr>
          <a:xfrm>
            <a:off x="323850" y="1124268"/>
            <a:ext cx="8620125" cy="4114800"/>
          </a:xfrm>
        </p:spPr>
        <p:txBody>
          <a:bodyPr vert="horz" wrap="square" lIns="91440" tIns="45720" rIns="91440" bIns="45720" anchor="t" anchorCtr="0"/>
          <a:p>
            <a:pPr>
              <a:buFontTx/>
              <a:buNone/>
            </a:pPr>
            <a:r>
              <a:rPr lang="en-US" altLang="zh-CN" dirty="0">
                <a:latin typeface="Times New Roman" panose="02020503050405090304" pitchFamily="18" charset="0"/>
              </a:rPr>
              <a:t>Find the Principal Disjunctive Normal Form of (</a:t>
            </a:r>
            <a:r>
              <a:rPr lang="en-US" altLang="zh-CN" i="1" dirty="0">
                <a:latin typeface="Times New Roman" panose="02020503050405090304" pitchFamily="18" charset="0"/>
              </a:rPr>
              <a:t>p</a:t>
            </a:r>
            <a:r>
              <a:rPr lang="en-US" altLang="zh-CN" dirty="0">
                <a:latin typeface="Times New Roman" panose="02020503050405090304" pitchFamily="18" charset="0"/>
              </a:rPr>
              <a:t>∨</a:t>
            </a:r>
            <a:r>
              <a:rPr lang="en-US" altLang="zh-CN" i="1" dirty="0">
                <a:latin typeface="Times New Roman" panose="02020503050405090304" pitchFamily="18" charset="0"/>
              </a:rPr>
              <a:t>q</a:t>
            </a:r>
            <a:r>
              <a:rPr lang="en-US" altLang="zh-CN" dirty="0">
                <a:latin typeface="Times New Roman" panose="02020503050405090304" pitchFamily="18" charset="0"/>
              </a:rPr>
              <a:t>)→</a:t>
            </a:r>
            <a:r>
              <a:rPr lang="en-US" altLang="zh-CN" dirty="0">
                <a:latin typeface="Times New Roman" panose="02020503050405090304" pitchFamily="18" charset="0"/>
                <a:sym typeface="Symbol" panose="05050102010706020507" pitchFamily="18" charset="2"/>
              </a:rPr>
              <a:t> ¬ </a:t>
            </a:r>
            <a:r>
              <a:rPr lang="en-US" altLang="zh-CN" i="1" dirty="0">
                <a:latin typeface="Times New Roman" panose="02020503050405090304" pitchFamily="18" charset="0"/>
              </a:rPr>
              <a:t>r</a:t>
            </a:r>
            <a:endParaRPr lang="zh-CN" altLang="en-US" dirty="0">
              <a:latin typeface="Times New Roman" panose="02020503050405090304" pitchFamily="18" charset="0"/>
            </a:endParaRPr>
          </a:p>
        </p:txBody>
      </p:sp>
      <p:sp>
        <p:nvSpPr>
          <p:cNvPr id="7" name="Rectangle 3"/>
          <p:cNvSpPr txBox="1">
            <a:spLocks noChangeArrowheads="1"/>
          </p:cNvSpPr>
          <p:nvPr/>
        </p:nvSpPr>
        <p:spPr bwMode="auto">
          <a:xfrm>
            <a:off x="-24765" y="2420620"/>
            <a:ext cx="9240520" cy="385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marL="342900" marR="0" lvl="0" indent="-342900" algn="just"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Char char="n"/>
              <a:defRPr/>
            </a:pPr>
            <a:r>
              <a:rPr kumimoji="1" lang="zh-CN" altLang="en-US" sz="3200" b="0" i="0" u="none" strike="noStrike" kern="0" cap="none" spc="0" normalizeH="0" baseline="0" noProof="1">
                <a:ln>
                  <a:noFill/>
                </a:ln>
                <a:solidFill>
                  <a:schemeClr val="tx1"/>
                </a:solidFill>
                <a:effectLst/>
                <a:uLnTx/>
                <a:uFillTx/>
                <a:latin typeface="Times New Roman" panose="02020503050405090304" pitchFamily="18" charset="0"/>
                <a:ea typeface="+mn-ea"/>
                <a:cs typeface="+mn-cs"/>
              </a:rPr>
              <a:t>解：</a:t>
            </a:r>
            <a:r>
              <a:rPr kumimoji="1" lang="zh-CN" altLang="en-US" sz="32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原式</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 </a:t>
            </a:r>
            <a:r>
              <a:rPr kumimoji="1" lang="zh-CN" altLang="en-US"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800" b="0" i="0" u="none" strike="noStrike" kern="120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 </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 (p</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q)</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800" b="0" i="0" u="none" strike="noStrike" kern="120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 </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 </a:t>
            </a:r>
            <a:r>
              <a:rPr kumimoji="1" lang="en-US" altLang="zh-CN" sz="2800" b="0" i="1" u="none" strike="noStrike" kern="120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r</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 </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 (¬ </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p</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 </a:t>
            </a:r>
            <a:r>
              <a:rPr kumimoji="1" lang="en-US" altLang="zh-CN" sz="2800" b="0" i="0" u="none" strike="noStrike" kern="0" cap="none" spc="0" normalizeH="0" baseline="0" noProof="1">
                <a:ln>
                  <a:noFill/>
                </a:ln>
                <a:solidFill>
                  <a:srgbClr val="FF0000"/>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800" b="0" i="0" u="none" strike="noStrike" kern="120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 </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800" b="0" i="0" u="none" strike="noStrike" kern="120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 </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q)</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800" b="0" i="0" u="none" strike="noStrike" kern="120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 </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 </a:t>
            </a:r>
            <a:r>
              <a:rPr kumimoji="1" lang="en-US" altLang="zh-CN" sz="2800" b="0" i="1" u="none" strike="noStrike" kern="120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r</a:t>
            </a:r>
            <a:endPar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endParaRPr>
          </a:p>
          <a:p>
            <a:pPr marL="0" marR="0" lvl="0" indent="0" algn="just"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defRPr/>
            </a:pP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 ((¬</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p</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¬q</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 </a:t>
            </a:r>
            <a:r>
              <a:rPr kumimoji="1" lang="en-US" altLang="zh-CN" sz="2800" b="0" i="0" u="none" strike="noStrike" kern="0" cap="none" spc="0" normalizeH="0" baseline="0" noProof="1">
                <a:ln>
                  <a:noFill/>
                </a:ln>
                <a:solidFill>
                  <a:srgbClr val="FF0000"/>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r</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 </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¬r )) (¬r</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 </a:t>
            </a:r>
            <a:r>
              <a:rPr kumimoji="1" lang="en-US" altLang="zh-CN" sz="2800" b="0" i="0" u="none" strike="noStrike" kern="0" cap="none" spc="0" normalizeH="0" baseline="0" noProof="1">
                <a:ln>
                  <a:noFill/>
                </a:ln>
                <a:solidFill>
                  <a:srgbClr val="FF0000"/>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 p</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p)</a:t>
            </a:r>
            <a:r>
              <a:rPr kumimoji="1" lang="en-US" altLang="zh-CN" sz="2800" b="0" i="0" u="none" strike="noStrike" kern="0" cap="none" spc="0" normalizeH="0" baseline="0" noProof="1">
                <a:ln>
                  <a:noFill/>
                </a:ln>
                <a:solidFill>
                  <a:srgbClr val="FF0000"/>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 </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 q</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q))</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 </a:t>
            </a:r>
            <a:endPar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endParaRPr>
          </a:p>
          <a:p>
            <a:pPr marL="0" marR="0" lvl="0" indent="0" algn="just"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defRPr/>
            </a:pP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p</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q</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800" b="0" i="1" u="none" strike="noStrike" kern="120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r</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p</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q</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800" b="0" i="1" u="none" strike="noStrike" kern="120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r</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)(((¬r</a:t>
            </a:r>
            <a:r>
              <a:rPr kumimoji="1" lang="en-US" altLang="zh-CN" sz="2800" b="0" i="0" u="none" strike="noStrike" kern="0" cap="none" spc="0" normalizeH="0" baseline="0" noProof="1">
                <a:ln>
                  <a:noFill/>
                </a:ln>
                <a:solidFill>
                  <a:srgbClr val="FF0000"/>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p)</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(¬r</a:t>
            </a:r>
            <a:r>
              <a:rPr kumimoji="1" lang="en-US" altLang="zh-CN" sz="2800" b="0" i="0" u="none" strike="noStrike" kern="0" cap="none" spc="0" normalizeH="0" baseline="0" noProof="1">
                <a:ln>
                  <a:noFill/>
                </a:ln>
                <a:solidFill>
                  <a:srgbClr val="FF0000"/>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p))</a:t>
            </a:r>
            <a:r>
              <a:rPr kumimoji="1" lang="en-US" altLang="zh-CN" sz="2800" b="0" i="0" u="none" strike="noStrike" kern="0" cap="none" spc="0" normalizeH="0" baseline="0" noProof="1">
                <a:ln>
                  <a:noFill/>
                </a:ln>
                <a:solidFill>
                  <a:srgbClr val="FF0000"/>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 q</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q))</a:t>
            </a:r>
            <a:endPar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endParaRPr>
          </a:p>
          <a:p>
            <a:pPr marL="0" marR="0" lvl="0" indent="0" algn="just"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defRPr/>
            </a:pP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 ((¬</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p</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q</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800" b="0" i="1" u="none" strike="noStrike" kern="120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r</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p</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q</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800" b="0" i="1" u="none" strike="noStrike" kern="120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r</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)((¬r</a:t>
            </a:r>
            <a:r>
              <a:rPr kumimoji="1" lang="en-US" altLang="zh-CN" sz="2800" b="0" i="0" u="none" strike="noStrike" kern="0" cap="none" spc="0" normalizeH="0" baseline="0" noProof="1">
                <a:ln>
                  <a:noFill/>
                </a:ln>
                <a:solidFill>
                  <a:srgbClr val="FF0000"/>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p</a:t>
            </a:r>
            <a:r>
              <a:rPr kumimoji="1" lang="en-US" altLang="zh-CN" sz="2800" b="0" i="0" u="none" strike="noStrike" kern="0" cap="none" spc="0" normalizeH="0" baseline="0" noProof="1">
                <a:ln>
                  <a:noFill/>
                </a:ln>
                <a:solidFill>
                  <a:srgbClr val="FF0000"/>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q)</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(¬r</a:t>
            </a:r>
            <a:r>
              <a:rPr kumimoji="1" lang="en-US" altLang="zh-CN" sz="2800" b="0" i="0" u="none" strike="noStrike" kern="0" cap="none" spc="0" normalizeH="0" baseline="0" noProof="1">
                <a:ln>
                  <a:noFill/>
                </a:ln>
                <a:solidFill>
                  <a:srgbClr val="FF0000"/>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p</a:t>
            </a:r>
            <a:r>
              <a:rPr kumimoji="1" lang="en-US" altLang="zh-CN" sz="2800" b="0" i="0" u="none" strike="noStrike" kern="0" cap="none" spc="0" normalizeH="0" baseline="0" noProof="1">
                <a:ln>
                  <a:noFill/>
                </a:ln>
                <a:solidFill>
                  <a:srgbClr val="FF0000"/>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 </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q)</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(¬r</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 </a:t>
            </a:r>
            <a:r>
              <a:rPr kumimoji="1" lang="en-US" altLang="zh-CN" sz="2800" b="0" i="0" u="none" strike="noStrike" kern="0" cap="none" spc="0" normalizeH="0" baseline="0" noProof="1">
                <a:ln>
                  <a:noFill/>
                </a:ln>
                <a:solidFill>
                  <a:srgbClr val="FF0000"/>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p</a:t>
            </a:r>
            <a:r>
              <a:rPr kumimoji="1" lang="en-US" altLang="zh-CN" sz="2800" b="0" i="0" u="none" strike="noStrike" kern="0" cap="none" spc="0" normalizeH="0" baseline="0" noProof="1">
                <a:ln>
                  <a:noFill/>
                </a:ln>
                <a:solidFill>
                  <a:srgbClr val="FF0000"/>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 </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q)</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(¬r</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 </a:t>
            </a:r>
            <a:r>
              <a:rPr kumimoji="1" lang="en-US" altLang="zh-CN" sz="2800" b="0" i="0" u="none" strike="noStrike" kern="0" cap="none" spc="0" normalizeH="0" baseline="0" noProof="1">
                <a:ln>
                  <a:noFill/>
                </a:ln>
                <a:solidFill>
                  <a:srgbClr val="FF0000"/>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p</a:t>
            </a:r>
            <a:r>
              <a:rPr kumimoji="1" lang="en-US" altLang="zh-CN" sz="2800" b="0" i="0" u="none" strike="noStrike" kern="0" cap="none" spc="0" normalizeH="0" baseline="0" noProof="1">
                <a:ln>
                  <a:noFill/>
                </a:ln>
                <a:solidFill>
                  <a:srgbClr val="FF0000"/>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 </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q)</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endPar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endParaRPr>
          </a:p>
          <a:p>
            <a:pPr marL="0" marR="0" lvl="0" indent="0" algn="just"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defRPr/>
            </a:pP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p</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q</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800" b="0" i="1" u="none" strike="noStrike" kern="120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r</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p</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q</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800" b="0" i="1" u="none" strike="noStrike" kern="120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r</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p</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q</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800" b="0" i="1" u="none" strike="noStrike" kern="120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r</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p</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q</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800" b="0" i="1" u="none" strike="noStrike" kern="120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r</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p</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q</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800" b="0" i="1" u="none" strike="noStrike" kern="120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r</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 </a:t>
            </a:r>
            <a:endPar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endParaRPr>
          </a:p>
          <a:p>
            <a:pPr marL="0" marR="0" lvl="0" indent="0" algn="just"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defRPr/>
            </a:pP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800" b="0" i="0" u="none" strike="noStrike" kern="120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 m</a:t>
            </a:r>
            <a:r>
              <a:rPr kumimoji="1" lang="en-US" altLang="zh-CN" sz="2800" b="0" i="0" u="none" strike="noStrike" kern="1200" cap="none" spc="0" normalizeH="0" baseline="-30000" noProof="1">
                <a:ln>
                  <a:noFill/>
                </a:ln>
                <a:solidFill>
                  <a:schemeClr val="tx1"/>
                </a:solidFill>
                <a:effectLst/>
                <a:uLnTx/>
                <a:uFillTx/>
                <a:latin typeface="Times New Roman" panose="02020503050405090304" pitchFamily="18" charset="0"/>
                <a:ea typeface="+mn-ea"/>
                <a:cs typeface="Times New Roman" panose="02020503050405090304" pitchFamily="18" charset="0"/>
              </a:rPr>
              <a:t>0</a:t>
            </a:r>
            <a:r>
              <a:rPr kumimoji="1" lang="en-US" altLang="zh-CN" sz="2800" b="0" i="0" u="none" strike="noStrike" kern="120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800" b="0" i="0" u="none" strike="noStrike" kern="120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 m</a:t>
            </a:r>
            <a:r>
              <a:rPr kumimoji="1" lang="en-US" altLang="zh-CN" sz="2800" b="0" i="0" u="none" strike="noStrike" kern="1200" cap="none" spc="0" normalizeH="0" baseline="-30000" noProof="1">
                <a:ln>
                  <a:noFill/>
                </a:ln>
                <a:solidFill>
                  <a:schemeClr val="tx1"/>
                </a:solidFill>
                <a:effectLst/>
                <a:uLnTx/>
                <a:uFillTx/>
                <a:latin typeface="Times New Roman" panose="02020503050405090304" pitchFamily="18" charset="0"/>
                <a:ea typeface="+mn-ea"/>
                <a:cs typeface="Times New Roman" panose="02020503050405090304" pitchFamily="18" charset="0"/>
              </a:rPr>
              <a:t>1</a:t>
            </a:r>
            <a:r>
              <a:rPr kumimoji="1" lang="en-US" altLang="zh-CN" sz="2800" b="0" i="0" u="none" strike="noStrike" kern="120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800" b="0" i="0" u="none" strike="noStrike" kern="120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 m</a:t>
            </a:r>
            <a:r>
              <a:rPr kumimoji="1" lang="en-US" altLang="zh-CN" sz="2800" b="0" i="0" u="none" strike="noStrike" kern="1200" cap="none" spc="0" normalizeH="0" baseline="-30000" noProof="1">
                <a:ln>
                  <a:noFill/>
                </a:ln>
                <a:solidFill>
                  <a:schemeClr val="tx1"/>
                </a:solidFill>
                <a:effectLst/>
                <a:uLnTx/>
                <a:uFillTx/>
                <a:latin typeface="Times New Roman" panose="02020503050405090304" pitchFamily="18" charset="0"/>
                <a:ea typeface="+mn-ea"/>
                <a:cs typeface="Times New Roman" panose="02020503050405090304" pitchFamily="18" charset="0"/>
              </a:rPr>
              <a:t>2</a:t>
            </a:r>
            <a:r>
              <a:rPr kumimoji="1" lang="en-US" altLang="zh-CN" sz="2800" b="0" i="0" u="none" strike="noStrike" kern="120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800" b="0" i="0" u="none" strike="noStrike" kern="120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 m</a:t>
            </a:r>
            <a:r>
              <a:rPr kumimoji="1" lang="en-US" altLang="zh-CN" sz="2800" b="0" i="0" u="none" strike="noStrike" kern="1200" cap="none" spc="0" normalizeH="0" baseline="-30000" noProof="1">
                <a:ln>
                  <a:noFill/>
                </a:ln>
                <a:solidFill>
                  <a:schemeClr val="tx1"/>
                </a:solidFill>
                <a:effectLst/>
                <a:uLnTx/>
                <a:uFillTx/>
                <a:latin typeface="Times New Roman" panose="02020503050405090304" pitchFamily="18" charset="0"/>
                <a:ea typeface="+mn-ea"/>
                <a:cs typeface="Times New Roman" panose="02020503050405090304" pitchFamily="18" charset="0"/>
              </a:rPr>
              <a:t>4</a:t>
            </a:r>
            <a:r>
              <a:rPr kumimoji="1" lang="en-US" altLang="zh-CN" sz="2800" b="0" i="0" u="none" strike="noStrike" kern="120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800" b="0" i="0" u="none" strike="noStrike" kern="120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 m</a:t>
            </a:r>
            <a:r>
              <a:rPr kumimoji="1" lang="en-US" altLang="zh-CN" sz="2800" b="0" i="0" u="none" strike="noStrike" kern="1200" cap="none" spc="0" normalizeH="0" baseline="-30000" noProof="1">
                <a:ln>
                  <a:noFill/>
                </a:ln>
                <a:solidFill>
                  <a:schemeClr val="tx1"/>
                </a:solidFill>
                <a:effectLst/>
                <a:uLnTx/>
                <a:uFillTx/>
                <a:latin typeface="Times New Roman" panose="02020503050405090304" pitchFamily="18" charset="0"/>
                <a:ea typeface="+mn-ea"/>
                <a:cs typeface="Times New Roman" panose="02020503050405090304" pitchFamily="18" charset="0"/>
              </a:rPr>
              <a:t>6 </a:t>
            </a:r>
            <a:endParaRPr kumimoji="1" lang="zh-CN" altLang="en-US" sz="32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3" name="灯片编号占位符 3"/>
          <p:cNvSpPr>
            <a:spLocks noGrp="1"/>
          </p:cNvSpPr>
          <p:nvPr>
            <p:ph type="sldNum" sz="quarter" idx="10"/>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r" eaLnBrk="1" hangingPunct="1">
              <a:buClrTx/>
              <a:buFontTx/>
            </a:pPr>
            <a:fld id="{9A0DB2DC-4C9A-4742-B13C-FB6460FD3503}" type="slidenum">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74754" name="日期占位符 4"/>
          <p:cNvSpPr>
            <a:spLocks noGrp="1"/>
          </p:cNvSpPr>
          <p:nvPr>
            <p:ph type="dt" sz="half" idx="11"/>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buClrTx/>
              <a:buFontTx/>
            </a:pPr>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74755" name="页脚占位符 5"/>
          <p:cNvSpPr>
            <a:spLocks noGrp="1"/>
          </p:cNvSpPr>
          <p:nvPr>
            <p:ph type="ftr" sz="quarter" idx="12"/>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buClrTx/>
              <a:buFontTx/>
            </a:pPr>
            <a:r>
              <a:rPr lang="en-US" altLang="zh-CN" sz="1200" b="1" i="1" dirty="0">
                <a:solidFill>
                  <a:srgbClr val="009999"/>
                </a:solidFill>
                <a:latin typeface="Arial Narrow" panose="020B0606020202030204" pitchFamily="34" charset="0"/>
              </a:rPr>
              <a:t>School of Computer Science, BUPT</a:t>
            </a:r>
            <a:endParaRPr lang="zh-CN" altLang="en-US" sz="1200" b="1" i="1" dirty="0">
              <a:solidFill>
                <a:srgbClr val="009999"/>
              </a:solidFill>
              <a:latin typeface="Arial Narrow" panose="020B0606020202030204" pitchFamily="34" charset="0"/>
            </a:endParaRPr>
          </a:p>
        </p:txBody>
      </p:sp>
      <p:sp>
        <p:nvSpPr>
          <p:cNvPr id="74756" name="Rectangle 2"/>
          <p:cNvSpPr>
            <a:spLocks noGrp="1"/>
          </p:cNvSpPr>
          <p:nvPr>
            <p:ph type="title"/>
          </p:nvPr>
        </p:nvSpPr>
        <p:spPr/>
        <p:txBody>
          <a:bodyPr vert="horz" wrap="square" lIns="91440" tIns="45720" rIns="91440" bIns="45720" anchor="b" anchorCtr="0"/>
          <a:p>
            <a:pPr eaLnBrk="1" hangingPunct="1"/>
            <a:r>
              <a:rPr lang="zh-CN" altLang="en-US" dirty="0">
                <a:sym typeface="Symbol" panose="05050102010706020507" pitchFamily="18" charset="2"/>
              </a:rPr>
              <a:t>课堂练习</a:t>
            </a:r>
            <a:endParaRPr lang="zh-CN" altLang="en-US" dirty="0">
              <a:sym typeface="Symbol" panose="05050102010706020507" pitchFamily="18" charset="2"/>
            </a:endParaRPr>
          </a:p>
        </p:txBody>
      </p:sp>
      <p:sp>
        <p:nvSpPr>
          <p:cNvPr id="74757" name="Rectangle 3"/>
          <p:cNvSpPr>
            <a:spLocks noGrp="1"/>
          </p:cNvSpPr>
          <p:nvPr>
            <p:ph idx="1"/>
          </p:nvPr>
        </p:nvSpPr>
        <p:spPr>
          <a:xfrm>
            <a:off x="262255" y="990918"/>
            <a:ext cx="8620125" cy="4114800"/>
          </a:xfrm>
        </p:spPr>
        <p:txBody>
          <a:bodyPr vert="horz" wrap="square" lIns="91440" tIns="45720" rIns="91440" bIns="45720" anchor="t" anchorCtr="0"/>
          <a:p>
            <a:pPr>
              <a:buFontTx/>
              <a:buNone/>
            </a:pPr>
            <a:r>
              <a:rPr lang="en-US" altLang="zh-CN" dirty="0">
                <a:latin typeface="Times New Roman" panose="02020503050405090304" pitchFamily="18" charset="0"/>
              </a:rPr>
              <a:t>Find the Principal Conjunctive Normal Form of (</a:t>
            </a:r>
            <a:r>
              <a:rPr lang="en-US" altLang="zh-CN" i="1" dirty="0">
                <a:latin typeface="Times New Roman" panose="02020503050405090304" pitchFamily="18" charset="0"/>
              </a:rPr>
              <a:t>p</a:t>
            </a:r>
            <a:r>
              <a:rPr lang="en-US" altLang="zh-CN" dirty="0">
                <a:latin typeface="Times New Roman" panose="02020503050405090304" pitchFamily="18" charset="0"/>
              </a:rPr>
              <a:t>∨</a:t>
            </a:r>
            <a:r>
              <a:rPr lang="en-US" altLang="zh-CN" i="1" dirty="0">
                <a:latin typeface="Times New Roman" panose="02020503050405090304" pitchFamily="18" charset="0"/>
              </a:rPr>
              <a:t>q</a:t>
            </a:r>
            <a:r>
              <a:rPr lang="en-US" altLang="zh-CN" dirty="0">
                <a:latin typeface="Times New Roman" panose="02020503050405090304" pitchFamily="18" charset="0"/>
              </a:rPr>
              <a:t>)→</a:t>
            </a:r>
            <a:r>
              <a:rPr lang="en-US" altLang="zh-CN" dirty="0">
                <a:latin typeface="Times New Roman" panose="02020503050405090304" pitchFamily="18" charset="0"/>
                <a:sym typeface="Symbol" panose="05050102010706020507" pitchFamily="18" charset="2"/>
              </a:rPr>
              <a:t> ¬ </a:t>
            </a:r>
            <a:r>
              <a:rPr lang="en-US" altLang="zh-CN" i="1" dirty="0">
                <a:latin typeface="Times New Roman" panose="02020503050405090304" pitchFamily="18" charset="0"/>
              </a:rPr>
              <a:t>r</a:t>
            </a:r>
            <a:endParaRPr lang="zh-CN" altLang="en-US" dirty="0">
              <a:latin typeface="Times New Roman" panose="02020503050405090304" pitchFamily="18" charset="0"/>
            </a:endParaRPr>
          </a:p>
        </p:txBody>
      </p:sp>
      <p:sp>
        <p:nvSpPr>
          <p:cNvPr id="7" name="Rectangle 3"/>
          <p:cNvSpPr txBox="1">
            <a:spLocks noChangeArrowheads="1"/>
          </p:cNvSpPr>
          <p:nvPr/>
        </p:nvSpPr>
        <p:spPr bwMode="auto">
          <a:xfrm>
            <a:off x="0" y="2277110"/>
            <a:ext cx="9036050" cy="385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marL="342900" marR="0" lvl="0" indent="-342900" algn="just"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Char char="n"/>
              <a:defRPr/>
            </a:pPr>
            <a:r>
              <a:rPr kumimoji="1" lang="zh-CN" altLang="en-US" sz="3200" b="0" i="0" u="none" strike="noStrike" kern="0" cap="none" spc="0" normalizeH="0" baseline="0" noProof="1">
                <a:ln>
                  <a:noFill/>
                </a:ln>
                <a:solidFill>
                  <a:schemeClr val="tx1"/>
                </a:solidFill>
                <a:effectLst/>
                <a:uLnTx/>
                <a:uFillTx/>
                <a:latin typeface="Times New Roman" panose="02020503050405090304" pitchFamily="18" charset="0"/>
                <a:ea typeface="+mn-ea"/>
                <a:cs typeface="+mn-cs"/>
              </a:rPr>
              <a:t>解：</a:t>
            </a:r>
            <a:r>
              <a:rPr kumimoji="1" lang="zh-CN" altLang="en-US" sz="32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原式</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 </a:t>
            </a:r>
            <a:r>
              <a:rPr kumimoji="1" lang="zh-CN" altLang="en-US"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800" b="0" i="0" u="none" strike="noStrike" kern="120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 </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 (p</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q)</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800" b="0" i="0" u="none" strike="noStrike" kern="120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 </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 </a:t>
            </a:r>
            <a:r>
              <a:rPr kumimoji="1" lang="en-US" altLang="zh-CN" sz="2800" b="0" i="1" u="none" strike="noStrike" kern="120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r</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 </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 (¬ </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p</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 </a:t>
            </a:r>
            <a:r>
              <a:rPr kumimoji="1" lang="en-US" altLang="zh-CN" sz="2800" b="0" i="0" u="none" strike="noStrike" kern="0" cap="none" spc="0" normalizeH="0" baseline="0" noProof="1">
                <a:ln>
                  <a:noFill/>
                </a:ln>
                <a:solidFill>
                  <a:srgbClr val="FF0000"/>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800" b="0" i="0" u="none" strike="noStrike" kern="120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 </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800" b="0" i="0" u="none" strike="noStrike" kern="120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 </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q)</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800" b="0" i="0" u="none" strike="noStrike" kern="120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 </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 </a:t>
            </a:r>
            <a:r>
              <a:rPr kumimoji="1" lang="en-US" altLang="zh-CN" sz="2800" b="0" i="1" u="none" strike="noStrike" kern="120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r</a:t>
            </a:r>
            <a:endPar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endParaRPr>
          </a:p>
          <a:p>
            <a:pPr marL="0" marR="0" lvl="0" indent="0" algn="just"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defRPr/>
            </a:pP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 ¬ </a:t>
            </a:r>
            <a:r>
              <a:rPr kumimoji="1" lang="en-US" altLang="zh-CN" sz="2800" b="0" i="1" u="none" strike="noStrike" kern="120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r </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 (¬ </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p</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 </a:t>
            </a:r>
            <a:r>
              <a:rPr kumimoji="1" lang="en-US" altLang="zh-CN" sz="2800" b="0" i="0" u="none" strike="noStrike" kern="0" cap="none" spc="0" normalizeH="0" baseline="0" noProof="1">
                <a:ln>
                  <a:noFill/>
                </a:ln>
                <a:solidFill>
                  <a:srgbClr val="FF0000"/>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800" b="0" i="0" u="none" strike="noStrike" kern="120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 </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800" b="0" i="0" u="none" strike="noStrike" kern="120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 </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q)</a:t>
            </a:r>
            <a:endPar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endParaRPr>
          </a:p>
          <a:p>
            <a:pPr marL="0" marR="0" lvl="0" indent="0" algn="just"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defRPr/>
            </a:pP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 (¬ </a:t>
            </a:r>
            <a:r>
              <a:rPr kumimoji="1" lang="en-US" altLang="zh-CN" sz="2800" b="0" i="1" u="none" strike="noStrike" kern="120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r </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 </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p)</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 </a:t>
            </a:r>
            <a:r>
              <a:rPr kumimoji="1" lang="en-US" altLang="zh-CN" sz="2800" b="0" i="0" u="none" strike="noStrike" kern="0" cap="none" spc="0" normalizeH="0" baseline="0" noProof="1">
                <a:ln>
                  <a:noFill/>
                </a:ln>
                <a:solidFill>
                  <a:srgbClr val="FF0000"/>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800" b="0" i="0" u="none" strike="noStrike" kern="120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 </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 </a:t>
            </a:r>
            <a:r>
              <a:rPr kumimoji="1" lang="en-US" altLang="zh-CN" sz="2800" b="0" i="1" u="none" strike="noStrike" kern="120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r </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 ¬</a:t>
            </a:r>
            <a:r>
              <a:rPr kumimoji="1" lang="en-US" altLang="zh-CN" sz="2800" b="0" i="0" u="none" strike="noStrike" kern="120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 </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q)</a:t>
            </a:r>
            <a:endPar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endParaRPr>
          </a:p>
          <a:p>
            <a:pPr marL="0" marR="0" lvl="0" indent="0" algn="just"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defRPr/>
            </a:pP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 </a:t>
            </a:r>
            <a:r>
              <a:rPr kumimoji="1" lang="en-US" altLang="zh-CN" sz="2800" b="0" i="1" u="none" strike="noStrike" kern="120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r </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 </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p)</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 </a:t>
            </a:r>
            <a:r>
              <a:rPr kumimoji="1" lang="en-US" altLang="zh-CN" sz="2800" b="0" i="0" u="none" strike="noStrike" kern="0" cap="none" spc="0" normalizeH="0" baseline="0" noProof="1">
                <a:ln>
                  <a:noFill/>
                </a:ln>
                <a:solidFill>
                  <a:srgbClr val="FF0000"/>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 (q¬</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q)</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 )</a:t>
            </a:r>
            <a:r>
              <a:rPr kumimoji="1" lang="en-US" altLang="zh-CN" sz="2800" b="0" i="0" u="none" strike="noStrike" kern="0" cap="none" spc="0" normalizeH="0" baseline="0" noProof="1">
                <a:ln>
                  <a:noFill/>
                </a:ln>
                <a:solidFill>
                  <a:srgbClr val="FF0000"/>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 </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800" b="0" i="0" u="none" strike="noStrike" kern="120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 </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 </a:t>
            </a:r>
            <a:r>
              <a:rPr kumimoji="1" lang="en-US" altLang="zh-CN" sz="2800" b="0" i="1" u="none" strike="noStrike" kern="120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r </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 ¬</a:t>
            </a:r>
            <a:r>
              <a:rPr kumimoji="1" lang="en-US" altLang="zh-CN" sz="2800" b="0" i="0" u="none" strike="noStrike" kern="120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 </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q)</a:t>
            </a:r>
            <a:r>
              <a:rPr kumimoji="1" lang="en-US" altLang="zh-CN" sz="2800" b="0" i="0" u="none" strike="noStrike" kern="0" cap="none" spc="0" normalizeH="0" baseline="0" noProof="1">
                <a:ln>
                  <a:noFill/>
                </a:ln>
                <a:solidFill>
                  <a:srgbClr val="FF0000"/>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 </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 (p¬p</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a:t>
            </a:r>
            <a:endPar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endParaRPr>
          </a:p>
          <a:p>
            <a:pPr marL="0" marR="0" lvl="0" indent="0" algn="just"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defRPr/>
            </a:pP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 </a:t>
            </a:r>
            <a:r>
              <a:rPr kumimoji="1" lang="en-US" altLang="zh-CN" sz="2800" b="0" i="1" u="none" strike="noStrike" kern="120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r </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 </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p</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  q)</a:t>
            </a:r>
            <a:r>
              <a:rPr kumimoji="1" lang="en-US" altLang="zh-CN" sz="2800" b="0" i="0" u="none" strike="noStrike" kern="0" cap="none" spc="0" normalizeH="0" baseline="0" noProof="1">
                <a:ln>
                  <a:noFill/>
                </a:ln>
                <a:solidFill>
                  <a:srgbClr val="FF0000"/>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 (¬ </a:t>
            </a:r>
            <a:r>
              <a:rPr kumimoji="1" lang="en-US" altLang="zh-CN" sz="2800" b="0" i="1" u="none" strike="noStrike" kern="120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r </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 </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p</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  ¬</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q)</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 )</a:t>
            </a:r>
            <a:r>
              <a:rPr kumimoji="1" lang="en-US" altLang="zh-CN" sz="2800" b="0" i="0" u="none" strike="noStrike" kern="0" cap="none" spc="0" normalizeH="0" baseline="0" noProof="1">
                <a:ln>
                  <a:noFill/>
                </a:ln>
                <a:solidFill>
                  <a:srgbClr val="FF0000"/>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 </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800" b="0" i="0" u="none" strike="noStrike" kern="120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 </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 </a:t>
            </a:r>
            <a:r>
              <a:rPr kumimoji="1" lang="en-US" altLang="zh-CN" sz="2800" b="0" i="1" u="none" strike="noStrike" kern="120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r </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 ¬</a:t>
            </a:r>
            <a:r>
              <a:rPr kumimoji="1" lang="en-US" altLang="zh-CN" sz="2800" b="0" i="0" u="none" strike="noStrike" kern="120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 </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q</a:t>
            </a:r>
            <a:r>
              <a:rPr kumimoji="1" lang="en-US" altLang="zh-CN" sz="2800" b="0" i="0" u="none" strike="noStrike" kern="0" cap="none" spc="0" normalizeH="0" baseline="0" noProof="1">
                <a:ln>
                  <a:noFill/>
                </a:ln>
                <a:solidFill>
                  <a:srgbClr val="FF0000"/>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 </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 p</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a:t>
            </a:r>
            <a:r>
              <a:rPr kumimoji="1" lang="en-US" altLang="zh-CN" sz="2800" b="0" i="0" u="none" strike="noStrike" kern="0" cap="none" spc="0" normalizeH="0" baseline="0" noProof="1">
                <a:ln>
                  <a:noFill/>
                </a:ln>
                <a:solidFill>
                  <a:srgbClr val="FF0000"/>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 (¬ </a:t>
            </a:r>
            <a:r>
              <a:rPr kumimoji="1" lang="en-US" altLang="zh-CN" sz="2800" b="0" i="1" u="none" strike="noStrike" kern="120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r </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 ¬</a:t>
            </a:r>
            <a:r>
              <a:rPr kumimoji="1" lang="en-US" altLang="zh-CN" sz="2800" b="0" i="0" u="none" strike="noStrike" kern="120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 </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q</a:t>
            </a:r>
            <a:r>
              <a:rPr kumimoji="1" lang="en-US" altLang="zh-CN" sz="2800" b="0" i="0" u="none" strike="noStrike" kern="0" cap="none" spc="0" normalizeH="0" baseline="0" noProof="1">
                <a:ln>
                  <a:noFill/>
                </a:ln>
                <a:solidFill>
                  <a:srgbClr val="FF0000"/>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 </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 ¬p</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a:t>
            </a:r>
            <a:endPar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endParaRPr>
          </a:p>
          <a:p>
            <a:pPr marL="0" marR="0" lvl="0" indent="0" algn="just"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defRPr/>
            </a:pP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(p¬</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q</a:t>
            </a:r>
            <a:r>
              <a:rPr kumimoji="1" lang="en-US" altLang="zh-CN" sz="2800" b="0" i="0" u="none" strike="noStrike" kern="0" cap="none" spc="0" normalizeH="0" baseline="0" noProof="1">
                <a:ln>
                  <a:noFill/>
                </a:ln>
                <a:solidFill>
                  <a:srgbClr val="FF0000"/>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 </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 </a:t>
            </a:r>
            <a:r>
              <a:rPr kumimoji="1" lang="en-US" altLang="zh-CN" sz="2800" b="0" i="1" u="none" strike="noStrike" kern="120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r</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 (¬</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p</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q¬</a:t>
            </a:r>
            <a:r>
              <a:rPr kumimoji="1" lang="en-US" altLang="zh-CN" sz="2800" b="0" i="1" u="none" strike="noStrike" kern="120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r</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 (¬</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p</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q</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800" b="0" i="1" u="none" strike="noStrike" kern="120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r</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a:t>
            </a:r>
            <a:endPar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endParaRPr>
          </a:p>
          <a:p>
            <a:pPr marL="0" marR="0" lvl="0" indent="0" algn="just"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defRPr/>
            </a:pP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a:t>
            </a:r>
            <a:r>
              <a:rPr kumimoji="1" lang="en-US" altLang="zh-CN" sz="2800" b="0" i="0" u="none" strike="noStrike" kern="120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 M</a:t>
            </a:r>
            <a:r>
              <a:rPr kumimoji="1" lang="en-US" altLang="zh-CN" sz="2800" b="0" i="0" u="none" strike="noStrike" kern="1200" cap="none" spc="0" normalizeH="0" baseline="-30000" noProof="1">
                <a:ln>
                  <a:noFill/>
                </a:ln>
                <a:solidFill>
                  <a:schemeClr val="tx1"/>
                </a:solidFill>
                <a:effectLst/>
                <a:uLnTx/>
                <a:uFillTx/>
                <a:latin typeface="Times New Roman" panose="02020503050405090304" pitchFamily="18" charset="0"/>
                <a:ea typeface="+mn-ea"/>
                <a:cs typeface="Times New Roman" panose="02020503050405090304" pitchFamily="18" charset="0"/>
              </a:rPr>
              <a:t>3</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  M</a:t>
            </a:r>
            <a:r>
              <a:rPr kumimoji="1" lang="en-US" altLang="zh-CN" sz="2800" b="0" i="0" u="none" strike="noStrike" kern="1200" cap="none" spc="0" normalizeH="0" baseline="-30000" noProof="1">
                <a:ln>
                  <a:noFill/>
                </a:ln>
                <a:solidFill>
                  <a:schemeClr val="tx1"/>
                </a:solidFill>
                <a:effectLst/>
                <a:uLnTx/>
                <a:uFillTx/>
                <a:latin typeface="Times New Roman" panose="02020503050405090304" pitchFamily="18" charset="0"/>
                <a:ea typeface="+mn-ea"/>
                <a:cs typeface="Times New Roman" panose="02020503050405090304" pitchFamily="18" charset="0"/>
              </a:rPr>
              <a:t>5</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sym typeface="Symbol" panose="05050102010706020507" pitchFamily="18" charset="2"/>
              </a:rPr>
              <a:t> </a:t>
            </a:r>
            <a:r>
              <a:rPr kumimoji="1" lang="en-US" altLang="zh-CN" sz="2800" b="0" i="0" u="none" strike="noStrike" kern="120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rPr>
              <a:t> M</a:t>
            </a:r>
            <a:r>
              <a:rPr kumimoji="1" lang="en-US" altLang="zh-CN" sz="2800" b="0" i="0" u="none" strike="noStrike" kern="1200" cap="none" spc="0" normalizeH="0" baseline="-30000" noProof="1">
                <a:ln>
                  <a:noFill/>
                </a:ln>
                <a:solidFill>
                  <a:schemeClr val="tx1"/>
                </a:solidFill>
                <a:effectLst/>
                <a:uLnTx/>
                <a:uFillTx/>
                <a:latin typeface="Times New Roman" panose="02020503050405090304" pitchFamily="18" charset="0"/>
                <a:ea typeface="+mn-ea"/>
                <a:cs typeface="Times New Roman" panose="02020503050405090304" pitchFamily="18" charset="0"/>
              </a:rPr>
              <a:t>7 </a:t>
            </a:r>
            <a:endParaRPr kumimoji="1" lang="zh-CN" altLang="en-US" sz="3200" b="0" i="0" u="none" strike="noStrike" kern="0" cap="none" spc="0" normalizeH="0" baseline="0" noProof="1">
              <a:ln>
                <a:noFill/>
              </a:ln>
              <a:solidFill>
                <a:schemeClr val="tx1"/>
              </a:solidFill>
              <a:effectLst/>
              <a:uLnTx/>
              <a:uFillTx/>
              <a:latin typeface="Times New Roman" panose="02020503050405090304" pitchFamily="18" charset="0"/>
              <a:ea typeface="+mn-ea"/>
              <a:cs typeface="Times New Roman" panose="02020503050405090304" pitchFamily="18"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7" name="灯片编号占位符 3"/>
          <p:cNvSpPr>
            <a:spLocks noGrp="1"/>
          </p:cNvSpPr>
          <p:nvPr>
            <p:ph type="sldNum" sz="quarter" idx="10"/>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r" eaLnBrk="1" hangingPunct="1">
              <a:buClrTx/>
              <a:buFontTx/>
            </a:pPr>
            <a:fld id="{9A0DB2DC-4C9A-4742-B13C-FB6460FD3503}" type="slidenum">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75778" name="日期占位符 4"/>
          <p:cNvSpPr>
            <a:spLocks noGrp="1"/>
          </p:cNvSpPr>
          <p:nvPr>
            <p:ph type="dt" sz="half" idx="11"/>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buClrTx/>
              <a:buFontTx/>
            </a:pPr>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75779" name="页脚占位符 5"/>
          <p:cNvSpPr>
            <a:spLocks noGrp="1"/>
          </p:cNvSpPr>
          <p:nvPr>
            <p:ph type="ftr" sz="quarter" idx="12"/>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buClrTx/>
              <a:buFontTx/>
            </a:pPr>
            <a:r>
              <a:rPr lang="en-US" altLang="zh-CN" sz="1200" b="1" i="1" dirty="0">
                <a:solidFill>
                  <a:srgbClr val="009999"/>
                </a:solidFill>
                <a:latin typeface="Arial Narrow" panose="020B0606020202030204" pitchFamily="34" charset="0"/>
              </a:rPr>
              <a:t>School of Computer Science, BUPT</a:t>
            </a:r>
            <a:endParaRPr lang="zh-CN" altLang="en-US" sz="1200" b="1" i="1" dirty="0">
              <a:solidFill>
                <a:srgbClr val="009999"/>
              </a:solidFill>
              <a:latin typeface="Arial Narrow" panose="020B0606020202030204" pitchFamily="34" charset="0"/>
            </a:endParaRPr>
          </a:p>
        </p:txBody>
      </p:sp>
      <p:sp>
        <p:nvSpPr>
          <p:cNvPr id="75780" name="Rectangle 2"/>
          <p:cNvSpPr>
            <a:spLocks noGrp="1"/>
          </p:cNvSpPr>
          <p:nvPr>
            <p:ph type="title"/>
          </p:nvPr>
        </p:nvSpPr>
        <p:spPr/>
        <p:txBody>
          <a:bodyPr vert="horz" wrap="square" lIns="91440" tIns="45720" rIns="91440" bIns="45720" anchor="b" anchorCtr="0"/>
          <a:p>
            <a:pPr eaLnBrk="1" hangingPunct="1"/>
            <a:r>
              <a:rPr lang="en-US" altLang="zh-CN" dirty="0"/>
              <a:t>Homework</a:t>
            </a:r>
            <a:endParaRPr lang="en-US" altLang="zh-CN" dirty="0"/>
          </a:p>
        </p:txBody>
      </p:sp>
      <p:sp>
        <p:nvSpPr>
          <p:cNvPr id="75781" name="Rectangle 3"/>
          <p:cNvSpPr>
            <a:spLocks noGrp="1"/>
          </p:cNvSpPr>
          <p:nvPr>
            <p:ph idx="1"/>
          </p:nvPr>
        </p:nvSpPr>
        <p:spPr>
          <a:xfrm>
            <a:off x="15240" y="1268730"/>
            <a:ext cx="9165590" cy="4114800"/>
          </a:xfrm>
        </p:spPr>
        <p:txBody>
          <a:bodyPr vert="horz" wrap="square" lIns="91440" tIns="45720" rIns="91440" bIns="45720" anchor="t" anchorCtr="0"/>
          <a:p>
            <a:pPr eaLnBrk="1" hangingPunct="1"/>
            <a:r>
              <a:rPr lang="en-US" altLang="zh-CN" dirty="0"/>
              <a:t>1.3</a:t>
            </a:r>
            <a:endParaRPr lang="en-US" altLang="zh-CN" dirty="0"/>
          </a:p>
          <a:p>
            <a:pPr lvl="1" eaLnBrk="1" hangingPunct="1"/>
            <a:r>
              <a:rPr lang="en-US" altLang="zh-CN" dirty="0"/>
              <a:t>8,28,34,40,44,52,58,62.</a:t>
            </a:r>
            <a:endParaRPr lang="en-US" altLang="zh-CN" dirty="0"/>
          </a:p>
          <a:p>
            <a:pPr eaLnBrk="1" hangingPunct="1">
              <a:lnSpc>
                <a:spcPct val="90000"/>
              </a:lnSpc>
            </a:pPr>
            <a:r>
              <a:rPr lang="zh-CN" altLang="en-US" sz="2800" dirty="0">
                <a:sym typeface="Symbol" panose="05050102010706020507" pitchFamily="18" charset="2"/>
              </a:rPr>
              <a:t>求下列公式的析取范式和合取范式</a:t>
            </a:r>
            <a:endParaRPr lang="zh-CN" altLang="en-US" sz="2800" dirty="0">
              <a:sym typeface="Symbol" panose="05050102010706020507" pitchFamily="18" charset="2"/>
            </a:endParaRPr>
          </a:p>
          <a:p>
            <a:pPr lvl="1" eaLnBrk="1" hangingPunct="1">
              <a:lnSpc>
                <a:spcPct val="90000"/>
              </a:lnSpc>
            </a:pPr>
            <a:r>
              <a:rPr lang="en-US" altLang="zh-CN" dirty="0">
                <a:sym typeface="Symbol" panose="05050102010706020507" pitchFamily="18" charset="2"/>
              </a:rPr>
              <a:t>((¬A  ¬B) (A  C))  B</a:t>
            </a:r>
            <a:endParaRPr lang="en-US" altLang="zh-CN" dirty="0">
              <a:sym typeface="Symbol" panose="05050102010706020507" pitchFamily="18" charset="2"/>
            </a:endParaRPr>
          </a:p>
          <a:p>
            <a:pPr eaLnBrk="1" hangingPunct="1">
              <a:lnSpc>
                <a:spcPct val="90000"/>
              </a:lnSpc>
            </a:pPr>
            <a:r>
              <a:rPr lang="zh-CN" altLang="en-US" sz="2800" dirty="0">
                <a:sym typeface="Symbol" panose="05050102010706020507" pitchFamily="18" charset="2"/>
              </a:rPr>
              <a:t>通过求主合取范式的方法，判断下列各对公式是否等价</a:t>
            </a:r>
            <a:endParaRPr lang="zh-CN" altLang="en-US" sz="2800" dirty="0">
              <a:sym typeface="Symbol" panose="05050102010706020507" pitchFamily="18" charset="2"/>
            </a:endParaRPr>
          </a:p>
          <a:p>
            <a:pPr lvl="1" eaLnBrk="1" hangingPunct="1">
              <a:lnSpc>
                <a:spcPct val="90000"/>
              </a:lnSpc>
            </a:pPr>
            <a:r>
              <a:rPr lang="en-US" altLang="zh-CN" dirty="0">
                <a:sym typeface="Symbol" panose="05050102010706020507" pitchFamily="18" charset="2"/>
              </a:rPr>
              <a:t>¬A (A  B)  C</a:t>
            </a:r>
            <a:endParaRPr lang="en-US" altLang="zh-CN" dirty="0">
              <a:sym typeface="Symbol" panose="05050102010706020507" pitchFamily="18" charset="2"/>
            </a:endParaRPr>
          </a:p>
          <a:p>
            <a:pPr lvl="1" eaLnBrk="1" hangingPunct="1">
              <a:lnSpc>
                <a:spcPct val="90000"/>
              </a:lnSpc>
            </a:pPr>
            <a:r>
              <a:rPr lang="en-US" altLang="zh-CN" dirty="0">
                <a:sym typeface="Symbol" panose="05050102010706020507" pitchFamily="18" charset="2"/>
              </a:rPr>
              <a:t>(¬A  B) (B  C)</a:t>
            </a:r>
            <a:endParaRPr lang="en-US" altLang="zh-CN" dirty="0">
              <a:sym typeface="Symbol" panose="05050102010706020507" pitchFamily="18" charset="2"/>
            </a:endParaRPr>
          </a:p>
          <a:p>
            <a:pPr eaLnBrk="1" hangingPunct="1">
              <a:lnSpc>
                <a:spcPct val="90000"/>
              </a:lnSpc>
            </a:pPr>
            <a:r>
              <a:rPr lang="zh-CN" altLang="en-US" sz="2800" dirty="0">
                <a:sym typeface="Symbol" panose="05050102010706020507" pitchFamily="18" charset="2"/>
              </a:rPr>
              <a:t>通过求主析取范式，求出所有使下列公式为真的赋值</a:t>
            </a:r>
            <a:endParaRPr lang="zh-CN" altLang="en-US" sz="2800" dirty="0">
              <a:sym typeface="Symbol" panose="05050102010706020507" pitchFamily="18" charset="2"/>
            </a:endParaRPr>
          </a:p>
          <a:p>
            <a:pPr lvl="1" eaLnBrk="1" hangingPunct="1">
              <a:lnSpc>
                <a:spcPct val="90000"/>
              </a:lnSpc>
            </a:pPr>
            <a:r>
              <a:rPr lang="en-US" altLang="zh-CN" dirty="0">
                <a:sym typeface="Symbol" panose="05050102010706020507" pitchFamily="18" charset="2"/>
              </a:rPr>
              <a:t>(A  B) (A  C) (B  C)</a:t>
            </a:r>
            <a:endParaRPr lang="zh-CN" altLang="en-US" dirty="0"/>
          </a:p>
          <a:p>
            <a:pPr eaLnBrk="1" hangingPunct="1"/>
            <a:endParaRPr lang="en-US" altLang="zh-CN" dirty="0"/>
          </a:p>
          <a:p>
            <a:pPr eaLnBrk="1" hangingPunct="1"/>
            <a:endParaRPr lang="en-US" altLang="zh-CN" dirty="0"/>
          </a:p>
        </p:txBody>
      </p:sp>
    </p:spTree>
  </p:cSld>
  <p:clrMapOvr>
    <a:masterClrMapping/>
  </p:clrMapOvr>
  <p:transition spd="slow"/>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1" name="Rectangle 2"/>
          <p:cNvSpPr>
            <a:spLocks noGrp="1"/>
          </p:cNvSpPr>
          <p:nvPr>
            <p:ph type="title"/>
          </p:nvPr>
        </p:nvSpPr>
        <p:spPr/>
        <p:txBody>
          <a:bodyPr vert="horz" wrap="square" lIns="91440" tIns="45720" rIns="91440" bIns="45720" anchor="b" anchorCtr="0"/>
          <a:p>
            <a:pPr eaLnBrk="1" hangingPunct="1"/>
            <a:r>
              <a:rPr lang="en-US" altLang="zh-CN" dirty="0"/>
              <a:t>Homework</a:t>
            </a:r>
            <a:endParaRPr lang="zh-CN" altLang="en-US" dirty="0"/>
          </a:p>
        </p:txBody>
      </p:sp>
      <p:sp>
        <p:nvSpPr>
          <p:cNvPr id="76802" name="Rectangle 3"/>
          <p:cNvSpPr>
            <a:spLocks noGrp="1"/>
          </p:cNvSpPr>
          <p:nvPr>
            <p:ph idx="1"/>
          </p:nvPr>
        </p:nvSpPr>
        <p:spPr/>
        <p:txBody>
          <a:bodyPr vert="horz" wrap="square" lIns="91440" tIns="45720" rIns="91440" bIns="45720" anchor="t" anchorCtr="0"/>
          <a:p>
            <a:pPr eaLnBrk="1" hangingPunct="1"/>
            <a:r>
              <a:rPr lang="en-US" altLang="zh-CN" dirty="0"/>
              <a:t>P</a:t>
            </a:r>
            <a:r>
              <a:rPr lang="zh-CN" altLang="en-US" dirty="0"/>
              <a:t>，</a:t>
            </a:r>
            <a:r>
              <a:rPr lang="en-US" altLang="zh-CN" dirty="0"/>
              <a:t>Q</a:t>
            </a:r>
            <a:r>
              <a:rPr lang="zh-CN" altLang="en-US" dirty="0"/>
              <a:t>，</a:t>
            </a:r>
            <a:r>
              <a:rPr lang="en-US" altLang="zh-CN" dirty="0"/>
              <a:t>R</a:t>
            </a:r>
            <a:r>
              <a:rPr lang="zh-CN" altLang="en-US" dirty="0"/>
              <a:t>，</a:t>
            </a:r>
            <a:r>
              <a:rPr lang="en-US" altLang="zh-CN" dirty="0"/>
              <a:t>S</a:t>
            </a:r>
            <a:r>
              <a:rPr lang="zh-CN" altLang="en-US" dirty="0"/>
              <a:t>四个字母，从中取两个字母，但要满足下述三个条件，问有几种取法，如何取？</a:t>
            </a:r>
            <a:endParaRPr lang="zh-CN" altLang="en-US" dirty="0"/>
          </a:p>
          <a:p>
            <a:pPr lvl="1" eaLnBrk="1" hangingPunct="1"/>
            <a:r>
              <a:rPr lang="zh-CN" altLang="en-US" dirty="0"/>
              <a:t>如果取</a:t>
            </a:r>
            <a:r>
              <a:rPr lang="en-US" altLang="zh-CN" dirty="0"/>
              <a:t>P</a:t>
            </a:r>
            <a:r>
              <a:rPr lang="zh-CN" altLang="en-US" dirty="0"/>
              <a:t>，则</a:t>
            </a:r>
            <a:r>
              <a:rPr lang="en-US" altLang="zh-CN" dirty="0"/>
              <a:t>R</a:t>
            </a:r>
            <a:r>
              <a:rPr lang="zh-CN" altLang="en-US" dirty="0"/>
              <a:t>和</a:t>
            </a:r>
            <a:r>
              <a:rPr lang="en-US" altLang="zh-CN" dirty="0"/>
              <a:t>S</a:t>
            </a:r>
            <a:r>
              <a:rPr lang="zh-CN" altLang="en-US" dirty="0"/>
              <a:t>要取一个</a:t>
            </a:r>
            <a:endParaRPr lang="zh-CN" altLang="en-US" dirty="0"/>
          </a:p>
          <a:p>
            <a:pPr lvl="1" eaLnBrk="1" hangingPunct="1"/>
            <a:r>
              <a:rPr lang="en-US" altLang="zh-CN" dirty="0"/>
              <a:t>Q</a:t>
            </a:r>
            <a:r>
              <a:rPr lang="zh-CN" altLang="en-US" dirty="0"/>
              <a:t>，</a:t>
            </a:r>
            <a:r>
              <a:rPr lang="en-US" altLang="zh-CN" dirty="0"/>
              <a:t>R</a:t>
            </a:r>
            <a:r>
              <a:rPr lang="zh-CN" altLang="en-US" dirty="0"/>
              <a:t>不能同时取</a:t>
            </a:r>
            <a:endParaRPr lang="zh-CN" altLang="en-US" dirty="0"/>
          </a:p>
          <a:p>
            <a:pPr lvl="1" eaLnBrk="1" hangingPunct="1"/>
            <a:r>
              <a:rPr lang="zh-CN" altLang="en-US" dirty="0"/>
              <a:t>取</a:t>
            </a:r>
            <a:r>
              <a:rPr lang="en-US" altLang="zh-CN" dirty="0"/>
              <a:t>R</a:t>
            </a:r>
            <a:r>
              <a:rPr lang="zh-CN" altLang="en-US" dirty="0"/>
              <a:t>则不能取</a:t>
            </a:r>
            <a:r>
              <a:rPr lang="en-US" altLang="zh-CN" dirty="0"/>
              <a:t>S</a:t>
            </a:r>
            <a:endParaRPr lang="en-US" altLang="zh-CN" dirty="0"/>
          </a:p>
        </p:txBody>
      </p:sp>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5" name="Rectangle 2"/>
          <p:cNvSpPr>
            <a:spLocks noGrp="1"/>
          </p:cNvSpPr>
          <p:nvPr>
            <p:ph type="title"/>
          </p:nvPr>
        </p:nvSpPr>
        <p:spPr>
          <a:xfrm>
            <a:off x="539750" y="620713"/>
            <a:ext cx="8205788" cy="388937"/>
          </a:xfrm>
        </p:spPr>
        <p:txBody>
          <a:bodyPr vert="horz" wrap="square" lIns="91440" tIns="45720" rIns="91440" bIns="45720" anchor="b" anchorCtr="0"/>
          <a:p>
            <a:pPr eaLnBrk="1" hangingPunct="1"/>
            <a:br>
              <a:rPr lang="en-US" altLang="zh-CN" dirty="0"/>
            </a:br>
            <a:r>
              <a:rPr lang="en-US" altLang="zh-CN" dirty="0"/>
              <a:t>Homework(</a:t>
            </a:r>
            <a:r>
              <a:rPr lang="zh-CN" altLang="en-US" dirty="0"/>
              <a:t>选作</a:t>
            </a:r>
            <a:r>
              <a:rPr lang="en-US" altLang="zh-CN" dirty="0"/>
              <a:t>)</a:t>
            </a:r>
            <a:endParaRPr lang="zh-CN" altLang="en-US" dirty="0"/>
          </a:p>
        </p:txBody>
      </p:sp>
      <p:sp>
        <p:nvSpPr>
          <p:cNvPr id="77826" name="Rectangle 3"/>
          <p:cNvSpPr>
            <a:spLocks noGrp="1"/>
          </p:cNvSpPr>
          <p:nvPr>
            <p:ph idx="1"/>
          </p:nvPr>
        </p:nvSpPr>
        <p:spPr>
          <a:xfrm>
            <a:off x="144780" y="1125220"/>
            <a:ext cx="8854440" cy="4114800"/>
          </a:xfrm>
        </p:spPr>
        <p:txBody>
          <a:bodyPr vert="horz" wrap="square" lIns="91440" tIns="45720" rIns="91440" bIns="45720" anchor="t" anchorCtr="0"/>
          <a:p>
            <a:pPr algn="just" eaLnBrk="1" hangingPunct="1">
              <a:lnSpc>
                <a:spcPct val="125000"/>
              </a:lnSpc>
              <a:spcBef>
                <a:spcPts val="20"/>
              </a:spcBef>
              <a:spcAft>
                <a:spcPts val="0"/>
              </a:spcAft>
            </a:pPr>
            <a:r>
              <a:rPr lang="zh-CN" altLang="en-US" sz="2400" dirty="0">
                <a:solidFill>
                  <a:schemeClr val="tx2"/>
                </a:solidFill>
                <a:latin typeface="t"/>
              </a:rPr>
              <a:t>张先生手中有代号为</a:t>
            </a:r>
            <a:r>
              <a:rPr lang="en-US" altLang="zh-CN" sz="2400" dirty="0">
                <a:solidFill>
                  <a:schemeClr val="tx2"/>
                </a:solidFill>
                <a:ea typeface="t"/>
              </a:rPr>
              <a:t>A</a:t>
            </a:r>
            <a:r>
              <a:rPr lang="zh-CN" altLang="en-US" sz="2400" dirty="0">
                <a:solidFill>
                  <a:schemeClr val="tx2"/>
                </a:solidFill>
                <a:latin typeface="t"/>
              </a:rPr>
              <a:t>、</a:t>
            </a:r>
            <a:r>
              <a:rPr lang="en-US" altLang="zh-CN" sz="2400" dirty="0">
                <a:solidFill>
                  <a:schemeClr val="tx2"/>
                </a:solidFill>
                <a:ea typeface="t"/>
              </a:rPr>
              <a:t>B</a:t>
            </a:r>
            <a:r>
              <a:rPr lang="zh-CN" altLang="en-US" sz="2400" dirty="0">
                <a:solidFill>
                  <a:schemeClr val="tx2"/>
                </a:solidFill>
                <a:latin typeface="t"/>
              </a:rPr>
              <a:t>、</a:t>
            </a:r>
            <a:r>
              <a:rPr lang="en-US" altLang="zh-CN" sz="2400" dirty="0">
                <a:solidFill>
                  <a:schemeClr val="tx2"/>
                </a:solidFill>
                <a:ea typeface="t"/>
              </a:rPr>
              <a:t>C</a:t>
            </a:r>
            <a:r>
              <a:rPr lang="zh-CN" altLang="en-US" sz="2400" dirty="0">
                <a:solidFill>
                  <a:schemeClr val="tx2"/>
                </a:solidFill>
                <a:latin typeface="t"/>
              </a:rPr>
              <a:t>、</a:t>
            </a:r>
            <a:r>
              <a:rPr lang="en-US" altLang="zh-CN" sz="2400" dirty="0">
                <a:solidFill>
                  <a:schemeClr val="tx2"/>
                </a:solidFill>
                <a:ea typeface="t"/>
              </a:rPr>
              <a:t>D</a:t>
            </a:r>
            <a:r>
              <a:rPr lang="zh-CN" altLang="en-US" sz="2400" dirty="0">
                <a:solidFill>
                  <a:schemeClr val="tx2"/>
                </a:solidFill>
                <a:latin typeface="t"/>
              </a:rPr>
              <a:t>、</a:t>
            </a:r>
            <a:r>
              <a:rPr lang="en-US" altLang="zh-CN" sz="2400" dirty="0">
                <a:solidFill>
                  <a:schemeClr val="tx2"/>
                </a:solidFill>
                <a:ea typeface="t"/>
              </a:rPr>
              <a:t>E</a:t>
            </a:r>
            <a:r>
              <a:rPr lang="zh-CN" altLang="en-US" sz="2400" dirty="0">
                <a:solidFill>
                  <a:schemeClr val="tx2"/>
                </a:solidFill>
                <a:latin typeface="t"/>
              </a:rPr>
              <a:t>的五种股票，根据当前股市情况及张先生本人的经济需求，需要有若干个股票抛出，但又必须满足如下复杂的要求：</a:t>
            </a:r>
            <a:endParaRPr lang="zh-CN" altLang="en-US" sz="2400" dirty="0">
              <a:solidFill>
                <a:schemeClr val="tx2"/>
              </a:solidFill>
            </a:endParaRPr>
          </a:p>
          <a:p>
            <a:pPr algn="just" eaLnBrk="1" hangingPunct="1">
              <a:lnSpc>
                <a:spcPct val="125000"/>
              </a:lnSpc>
              <a:spcBef>
                <a:spcPts val="20"/>
              </a:spcBef>
              <a:spcAft>
                <a:spcPts val="0"/>
              </a:spcAft>
            </a:pPr>
            <a:r>
              <a:rPr lang="zh-CN" altLang="en-US" sz="2400" dirty="0">
                <a:solidFill>
                  <a:schemeClr val="tx2"/>
                </a:solidFill>
                <a:latin typeface="t"/>
              </a:rPr>
              <a:t>（</a:t>
            </a:r>
            <a:r>
              <a:rPr lang="en-US" altLang="zh-CN" sz="2400" dirty="0">
                <a:solidFill>
                  <a:schemeClr val="tx2"/>
                </a:solidFill>
                <a:ea typeface="t"/>
              </a:rPr>
              <a:t>1</a:t>
            </a:r>
            <a:r>
              <a:rPr lang="zh-CN" altLang="en-US" sz="2400" dirty="0">
                <a:solidFill>
                  <a:schemeClr val="tx2"/>
                </a:solidFill>
                <a:latin typeface="t"/>
              </a:rPr>
              <a:t>）若</a:t>
            </a:r>
            <a:r>
              <a:rPr lang="en-US" altLang="zh-CN" sz="2400" dirty="0">
                <a:solidFill>
                  <a:schemeClr val="tx2"/>
                </a:solidFill>
                <a:ea typeface="t"/>
              </a:rPr>
              <a:t>A</a:t>
            </a:r>
            <a:r>
              <a:rPr lang="zh-CN" altLang="en-US" sz="2400" dirty="0">
                <a:solidFill>
                  <a:schemeClr val="tx2"/>
                </a:solidFill>
                <a:latin typeface="t"/>
              </a:rPr>
              <a:t>抛出，则</a:t>
            </a:r>
            <a:r>
              <a:rPr lang="en-US" altLang="zh-CN" sz="2400" dirty="0">
                <a:solidFill>
                  <a:schemeClr val="tx2"/>
                </a:solidFill>
                <a:ea typeface="t"/>
              </a:rPr>
              <a:t>B</a:t>
            </a:r>
            <a:r>
              <a:rPr lang="zh-CN" altLang="en-US" sz="2400" dirty="0">
                <a:solidFill>
                  <a:schemeClr val="tx2"/>
                </a:solidFill>
                <a:latin typeface="t"/>
              </a:rPr>
              <a:t>也抛出；</a:t>
            </a:r>
            <a:endParaRPr lang="zh-CN" altLang="en-US" sz="2400" dirty="0">
              <a:solidFill>
                <a:schemeClr val="tx2"/>
              </a:solidFill>
            </a:endParaRPr>
          </a:p>
          <a:p>
            <a:pPr algn="just" eaLnBrk="1" hangingPunct="1">
              <a:lnSpc>
                <a:spcPct val="125000"/>
              </a:lnSpc>
              <a:spcBef>
                <a:spcPts val="20"/>
              </a:spcBef>
              <a:spcAft>
                <a:spcPts val="0"/>
              </a:spcAft>
            </a:pPr>
            <a:r>
              <a:rPr lang="zh-CN" altLang="en-US" sz="2400" dirty="0">
                <a:solidFill>
                  <a:schemeClr val="tx2"/>
                </a:solidFill>
                <a:latin typeface="t"/>
              </a:rPr>
              <a:t>（</a:t>
            </a:r>
            <a:r>
              <a:rPr lang="en-US" altLang="zh-CN" sz="2400" dirty="0">
                <a:solidFill>
                  <a:schemeClr val="tx2"/>
                </a:solidFill>
                <a:ea typeface="t"/>
              </a:rPr>
              <a:t>2</a:t>
            </a:r>
            <a:r>
              <a:rPr lang="zh-CN" altLang="en-US" sz="2400" dirty="0">
                <a:solidFill>
                  <a:schemeClr val="tx2"/>
                </a:solidFill>
                <a:latin typeface="t"/>
              </a:rPr>
              <a:t>）</a:t>
            </a:r>
            <a:r>
              <a:rPr lang="en-US" altLang="zh-CN" sz="2400" dirty="0">
                <a:solidFill>
                  <a:schemeClr val="tx2"/>
                </a:solidFill>
                <a:ea typeface="t"/>
              </a:rPr>
              <a:t>B</a:t>
            </a:r>
            <a:r>
              <a:rPr lang="zh-CN" altLang="en-US" sz="2400" dirty="0">
                <a:solidFill>
                  <a:schemeClr val="tx2"/>
                </a:solidFill>
                <a:latin typeface="t"/>
              </a:rPr>
              <a:t>和</a:t>
            </a:r>
            <a:r>
              <a:rPr lang="en-US" altLang="zh-CN" sz="2400" dirty="0">
                <a:solidFill>
                  <a:schemeClr val="tx2"/>
                </a:solidFill>
                <a:ea typeface="t"/>
              </a:rPr>
              <a:t>C</a:t>
            </a:r>
            <a:r>
              <a:rPr lang="zh-CN" altLang="en-US" sz="2400" dirty="0">
                <a:solidFill>
                  <a:schemeClr val="tx2"/>
                </a:solidFill>
                <a:latin typeface="t"/>
              </a:rPr>
              <a:t>要留一种股票且只能留一种；</a:t>
            </a:r>
            <a:endParaRPr lang="zh-CN" altLang="en-US" sz="2400" dirty="0">
              <a:solidFill>
                <a:schemeClr val="tx2"/>
              </a:solidFill>
            </a:endParaRPr>
          </a:p>
          <a:p>
            <a:pPr algn="just" eaLnBrk="1" hangingPunct="1">
              <a:lnSpc>
                <a:spcPct val="125000"/>
              </a:lnSpc>
              <a:spcBef>
                <a:spcPts val="20"/>
              </a:spcBef>
              <a:spcAft>
                <a:spcPts val="0"/>
              </a:spcAft>
            </a:pPr>
            <a:r>
              <a:rPr lang="zh-CN" altLang="en-US" sz="2400" dirty="0">
                <a:solidFill>
                  <a:schemeClr val="tx2"/>
                </a:solidFill>
                <a:latin typeface="t"/>
              </a:rPr>
              <a:t>（</a:t>
            </a:r>
            <a:r>
              <a:rPr lang="en-US" altLang="zh-CN" sz="2400" dirty="0">
                <a:solidFill>
                  <a:schemeClr val="tx2"/>
                </a:solidFill>
                <a:ea typeface="t"/>
              </a:rPr>
              <a:t>3</a:t>
            </a:r>
            <a:r>
              <a:rPr lang="zh-CN" altLang="en-US" sz="2400" dirty="0">
                <a:solidFill>
                  <a:schemeClr val="tx2"/>
                </a:solidFill>
                <a:latin typeface="t"/>
              </a:rPr>
              <a:t>）</a:t>
            </a:r>
            <a:r>
              <a:rPr lang="en-US" altLang="zh-CN" sz="2400" dirty="0">
                <a:solidFill>
                  <a:schemeClr val="tx2"/>
                </a:solidFill>
                <a:ea typeface="t"/>
              </a:rPr>
              <a:t>C</a:t>
            </a:r>
            <a:r>
              <a:rPr lang="zh-CN" altLang="en-US" sz="2400" dirty="0">
                <a:solidFill>
                  <a:schemeClr val="tx2"/>
                </a:solidFill>
                <a:latin typeface="t"/>
              </a:rPr>
              <a:t>和</a:t>
            </a:r>
            <a:r>
              <a:rPr lang="en-US" altLang="zh-CN" sz="2400" dirty="0">
                <a:solidFill>
                  <a:schemeClr val="tx2"/>
                </a:solidFill>
                <a:ea typeface="t"/>
              </a:rPr>
              <a:t>D</a:t>
            </a:r>
            <a:r>
              <a:rPr lang="zh-CN" altLang="en-US" sz="2400" dirty="0">
                <a:solidFill>
                  <a:schemeClr val="tx2"/>
                </a:solidFill>
                <a:latin typeface="t"/>
              </a:rPr>
              <a:t>要么全抛，要么都不抛；</a:t>
            </a:r>
            <a:endParaRPr lang="zh-CN" altLang="en-US" sz="2400" dirty="0">
              <a:solidFill>
                <a:schemeClr val="tx2"/>
              </a:solidFill>
            </a:endParaRPr>
          </a:p>
          <a:p>
            <a:pPr algn="just" eaLnBrk="1" hangingPunct="1">
              <a:lnSpc>
                <a:spcPct val="125000"/>
              </a:lnSpc>
              <a:spcBef>
                <a:spcPts val="20"/>
              </a:spcBef>
              <a:spcAft>
                <a:spcPts val="0"/>
              </a:spcAft>
            </a:pPr>
            <a:r>
              <a:rPr lang="zh-CN" altLang="en-US" sz="2400" dirty="0">
                <a:solidFill>
                  <a:schemeClr val="tx2"/>
                </a:solidFill>
                <a:latin typeface="t"/>
              </a:rPr>
              <a:t>（</a:t>
            </a:r>
            <a:r>
              <a:rPr lang="en-US" altLang="zh-CN" sz="2400" dirty="0">
                <a:solidFill>
                  <a:schemeClr val="tx2"/>
                </a:solidFill>
                <a:ea typeface="t"/>
              </a:rPr>
              <a:t>4</a:t>
            </a:r>
            <a:r>
              <a:rPr lang="zh-CN" altLang="en-US" sz="2400" dirty="0">
                <a:solidFill>
                  <a:schemeClr val="tx2"/>
                </a:solidFill>
                <a:latin typeface="t"/>
              </a:rPr>
              <a:t>）</a:t>
            </a:r>
            <a:r>
              <a:rPr lang="en-US" altLang="zh-CN" sz="2400" dirty="0">
                <a:solidFill>
                  <a:schemeClr val="tx2"/>
                </a:solidFill>
                <a:ea typeface="t"/>
              </a:rPr>
              <a:t>D</a:t>
            </a:r>
            <a:r>
              <a:rPr lang="zh-CN" altLang="en-US" sz="2400" dirty="0">
                <a:solidFill>
                  <a:schemeClr val="tx2"/>
                </a:solidFill>
                <a:latin typeface="t"/>
              </a:rPr>
              <a:t>和</a:t>
            </a:r>
            <a:r>
              <a:rPr lang="en-US" altLang="zh-CN" sz="2400" dirty="0">
                <a:solidFill>
                  <a:schemeClr val="tx2"/>
                </a:solidFill>
                <a:ea typeface="t"/>
              </a:rPr>
              <a:t>E</a:t>
            </a:r>
            <a:r>
              <a:rPr lang="zh-CN" altLang="en-US" sz="2400" dirty="0">
                <a:solidFill>
                  <a:schemeClr val="tx2"/>
                </a:solidFill>
                <a:latin typeface="t"/>
              </a:rPr>
              <a:t>两种股票中必然有一种或两种要抛出；</a:t>
            </a:r>
            <a:endParaRPr lang="zh-CN" altLang="en-US" sz="2400" dirty="0">
              <a:solidFill>
                <a:schemeClr val="tx2"/>
              </a:solidFill>
            </a:endParaRPr>
          </a:p>
          <a:p>
            <a:pPr algn="just" eaLnBrk="1" hangingPunct="1">
              <a:lnSpc>
                <a:spcPct val="125000"/>
              </a:lnSpc>
              <a:spcBef>
                <a:spcPts val="20"/>
              </a:spcBef>
              <a:spcAft>
                <a:spcPts val="0"/>
              </a:spcAft>
            </a:pPr>
            <a:r>
              <a:rPr lang="zh-CN" altLang="en-US" sz="2400" dirty="0">
                <a:solidFill>
                  <a:schemeClr val="tx2"/>
                </a:solidFill>
                <a:latin typeface="t"/>
              </a:rPr>
              <a:t>（</a:t>
            </a:r>
            <a:r>
              <a:rPr lang="en-US" altLang="zh-CN" sz="2400" dirty="0">
                <a:solidFill>
                  <a:schemeClr val="tx2"/>
                </a:solidFill>
                <a:ea typeface="t"/>
              </a:rPr>
              <a:t>5</a:t>
            </a:r>
            <a:r>
              <a:rPr lang="zh-CN" altLang="en-US" sz="2400" dirty="0">
                <a:solidFill>
                  <a:schemeClr val="tx2"/>
                </a:solidFill>
                <a:latin typeface="t"/>
              </a:rPr>
              <a:t>）若</a:t>
            </a:r>
            <a:r>
              <a:rPr lang="en-US" altLang="zh-CN" sz="2400" dirty="0">
                <a:solidFill>
                  <a:schemeClr val="tx2"/>
                </a:solidFill>
                <a:ea typeface="t"/>
              </a:rPr>
              <a:t>E</a:t>
            </a:r>
            <a:r>
              <a:rPr lang="zh-CN" altLang="en-US" sz="2400" dirty="0">
                <a:solidFill>
                  <a:schemeClr val="tx2"/>
                </a:solidFill>
                <a:latin typeface="t"/>
              </a:rPr>
              <a:t>抛出，则</a:t>
            </a:r>
            <a:r>
              <a:rPr lang="en-US" altLang="zh-CN" sz="2400" dirty="0">
                <a:solidFill>
                  <a:schemeClr val="tx2"/>
                </a:solidFill>
                <a:ea typeface="t"/>
              </a:rPr>
              <a:t>A</a:t>
            </a:r>
            <a:r>
              <a:rPr lang="zh-CN" altLang="en-US" sz="2400" dirty="0">
                <a:solidFill>
                  <a:schemeClr val="tx2"/>
                </a:solidFill>
                <a:latin typeface="t"/>
              </a:rPr>
              <a:t>、</a:t>
            </a:r>
            <a:r>
              <a:rPr lang="en-US" altLang="zh-CN" sz="2400" dirty="0">
                <a:solidFill>
                  <a:schemeClr val="tx2"/>
                </a:solidFill>
                <a:ea typeface="t"/>
              </a:rPr>
              <a:t>B</a:t>
            </a:r>
            <a:r>
              <a:rPr lang="zh-CN" altLang="en-US" sz="2400" dirty="0">
                <a:solidFill>
                  <a:schemeClr val="tx2"/>
                </a:solidFill>
                <a:latin typeface="t"/>
              </a:rPr>
              <a:t>也抛出。上述五种条件全部满足，问有几种合理的方案供张先生选择。</a:t>
            </a:r>
            <a:endParaRPr lang="zh-CN" altLang="en-US" sz="2400" dirty="0">
              <a:solidFill>
                <a:schemeClr val="tx2"/>
              </a:solidFill>
            </a:endParaRPr>
          </a:p>
        </p:txBody>
      </p:sp>
      <p:sp>
        <p:nvSpPr>
          <p:cNvPr id="684036" name="Rectangle 4"/>
          <p:cNvSpPr/>
          <p:nvPr/>
        </p:nvSpPr>
        <p:spPr>
          <a:xfrm>
            <a:off x="1043623" y="6093460"/>
            <a:ext cx="7415212" cy="523875"/>
          </a:xfrm>
          <a:prstGeom prst="rect">
            <a:avLst/>
          </a:prstGeom>
          <a:noFill/>
          <a:ln w="9525">
            <a:noFill/>
          </a:ln>
        </p:spPr>
        <p:txBody>
          <a:bodyPr anchor="t" anchorCtr="0">
            <a:spAutoFit/>
          </a:bodyPr>
          <a:p>
            <a:pPr eaLnBrk="0" hangingPunct="0">
              <a:buClrTx/>
              <a:buFontTx/>
            </a:pPr>
            <a:r>
              <a:rPr lang="en-US" altLang="zh-CN" sz="2800" dirty="0">
                <a:solidFill>
                  <a:schemeClr val="folHlink"/>
                </a:solidFill>
                <a:latin typeface="Tahoma" panose="020B0604030504040204" pitchFamily="34" charset="0"/>
                <a:ea typeface="楷体_GB2312" pitchFamily="49" charset="-122"/>
              </a:rPr>
              <a:t>¬</a:t>
            </a:r>
            <a:r>
              <a:rPr lang="en-US" altLang="zh-CN" dirty="0">
                <a:solidFill>
                  <a:schemeClr val="tx2"/>
                </a:solidFill>
                <a:latin typeface="Times New Roman" panose="02020503050405090304" pitchFamily="18" charset="0"/>
              </a:rPr>
              <a:t> A</a:t>
            </a:r>
            <a:r>
              <a:rPr lang="en-US" altLang="zh-CN" sz="2800" dirty="0">
                <a:solidFill>
                  <a:schemeClr val="folHlink"/>
                </a:solidFill>
                <a:latin typeface="Times New Roman" panose="02020503050405090304" pitchFamily="18" charset="0"/>
                <a:ea typeface="楷体_GB2312" pitchFamily="49" charset="-122"/>
              </a:rPr>
              <a:t>∧ </a:t>
            </a:r>
            <a:r>
              <a:rPr lang="en-US" altLang="zh-CN" sz="2800" dirty="0">
                <a:solidFill>
                  <a:schemeClr val="folHlink"/>
                </a:solidFill>
                <a:latin typeface="Tahoma" panose="020B0604030504040204" pitchFamily="34" charset="0"/>
                <a:ea typeface="楷体_GB2312" pitchFamily="49" charset="-122"/>
              </a:rPr>
              <a:t>¬</a:t>
            </a:r>
            <a:r>
              <a:rPr lang="en-US" altLang="zh-CN" sz="2800" dirty="0">
                <a:solidFill>
                  <a:schemeClr val="folHlink"/>
                </a:solidFill>
                <a:latin typeface="Times New Roman" panose="02020503050405090304" pitchFamily="18" charset="0"/>
                <a:ea typeface="楷体_GB2312" pitchFamily="49" charset="-122"/>
              </a:rPr>
              <a:t> B ∧  C ∧ D ∧ </a:t>
            </a:r>
            <a:r>
              <a:rPr lang="en-US" altLang="zh-CN" sz="2800" dirty="0">
                <a:solidFill>
                  <a:schemeClr val="folHlink"/>
                </a:solidFill>
                <a:latin typeface="Tahoma" panose="020B0604030504040204" pitchFamily="34" charset="0"/>
                <a:ea typeface="楷体_GB2312" pitchFamily="49" charset="-122"/>
              </a:rPr>
              <a:t>¬</a:t>
            </a:r>
            <a:r>
              <a:rPr lang="en-US" altLang="zh-CN" sz="2800" dirty="0">
                <a:solidFill>
                  <a:schemeClr val="folHlink"/>
                </a:solidFill>
                <a:latin typeface="Times New Roman" panose="02020503050405090304" pitchFamily="18" charset="0"/>
                <a:ea typeface="楷体_GB2312" pitchFamily="49" charset="-122"/>
              </a:rPr>
              <a:t> E</a:t>
            </a:r>
            <a:endParaRPr lang="en-US" altLang="zh-CN" sz="2800" dirty="0">
              <a:solidFill>
                <a:schemeClr val="folHlink"/>
              </a:solidFill>
              <a:latin typeface="Times New Roman" panose="02020503050405090304" pitchFamily="18" charset="0"/>
              <a:ea typeface="楷体_GB2312" pitchFamily="49" charset="-122"/>
            </a:endParaRPr>
          </a:p>
        </p:txBody>
      </p:sp>
      <p:sp>
        <p:nvSpPr>
          <p:cNvPr id="684037" name="Rectangle 5"/>
          <p:cNvSpPr/>
          <p:nvPr/>
        </p:nvSpPr>
        <p:spPr>
          <a:xfrm>
            <a:off x="1115695" y="5445760"/>
            <a:ext cx="4495800" cy="519113"/>
          </a:xfrm>
          <a:prstGeom prst="rect">
            <a:avLst/>
          </a:prstGeom>
          <a:noFill/>
          <a:ln w="9525">
            <a:noFill/>
          </a:ln>
        </p:spPr>
        <p:txBody>
          <a:bodyPr anchor="t" anchorCtr="0">
            <a:spAutoFit/>
          </a:bodyPr>
          <a:p>
            <a:pPr eaLnBrk="0" hangingPunct="0">
              <a:buClrTx/>
              <a:buFontTx/>
            </a:pPr>
            <a:r>
              <a:rPr lang="en-US" altLang="zh-CN" dirty="0">
                <a:solidFill>
                  <a:schemeClr val="tx2"/>
                </a:solidFill>
                <a:latin typeface="Times New Roman" panose="02020503050405090304" pitchFamily="18" charset="0"/>
              </a:rPr>
              <a:t>A</a:t>
            </a:r>
            <a:r>
              <a:rPr lang="en-US" altLang="zh-CN" sz="2800" dirty="0">
                <a:solidFill>
                  <a:schemeClr val="folHlink"/>
                </a:solidFill>
                <a:latin typeface="Times New Roman" panose="02020503050405090304" pitchFamily="18" charset="0"/>
                <a:ea typeface="楷体_GB2312" pitchFamily="49" charset="-122"/>
              </a:rPr>
              <a:t>∧B ∧ </a:t>
            </a:r>
            <a:r>
              <a:rPr lang="en-US" altLang="zh-CN" sz="2800" dirty="0">
                <a:solidFill>
                  <a:schemeClr val="folHlink"/>
                </a:solidFill>
                <a:latin typeface="Tahoma" panose="020B0604030504040204" pitchFamily="34" charset="0"/>
                <a:ea typeface="楷体_GB2312" pitchFamily="49" charset="-122"/>
              </a:rPr>
              <a:t>¬</a:t>
            </a:r>
            <a:r>
              <a:rPr lang="en-US" altLang="zh-CN" sz="2800" dirty="0">
                <a:solidFill>
                  <a:schemeClr val="folHlink"/>
                </a:solidFill>
                <a:latin typeface="Times New Roman" panose="02020503050405090304" pitchFamily="18" charset="0"/>
                <a:ea typeface="楷体_GB2312" pitchFamily="49" charset="-122"/>
              </a:rPr>
              <a:t> C ∧ </a:t>
            </a:r>
            <a:r>
              <a:rPr lang="en-US" altLang="zh-CN" sz="2800" dirty="0">
                <a:solidFill>
                  <a:schemeClr val="folHlink"/>
                </a:solidFill>
                <a:latin typeface="Tahoma" panose="020B0604030504040204" pitchFamily="34" charset="0"/>
                <a:ea typeface="楷体_GB2312" pitchFamily="49" charset="-122"/>
              </a:rPr>
              <a:t>¬</a:t>
            </a:r>
            <a:r>
              <a:rPr lang="en-US" altLang="zh-CN" sz="2800" dirty="0">
                <a:solidFill>
                  <a:schemeClr val="folHlink"/>
                </a:solidFill>
                <a:latin typeface="Times New Roman" panose="02020503050405090304" pitchFamily="18" charset="0"/>
                <a:ea typeface="楷体_GB2312" pitchFamily="49" charset="-122"/>
              </a:rPr>
              <a:t> D ∧ E</a:t>
            </a:r>
            <a:endParaRPr lang="en-US" altLang="zh-CN" sz="2800" dirty="0">
              <a:solidFill>
                <a:schemeClr val="folHlink"/>
              </a:solidFill>
              <a:latin typeface="Times New Roman" panose="02020503050405090304" pitchFamily="18" charset="0"/>
              <a:ea typeface="楷体_GB2312" pitchFamily="49"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8403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840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4037" grpId="0"/>
      <p:bldP spid="684037" grpId="1"/>
      <p:bldP spid="684036" grpId="0"/>
      <p:bldP spid="684036" grpId="1"/>
    </p:bldLst>
  </p:timing>
</p:sld>
</file>

<file path=ppt/tags/tag1.xml><?xml version="1.0" encoding="utf-8"?>
<p:tagLst xmlns:p="http://schemas.openxmlformats.org/presentationml/2006/main">
  <p:tag name="KSO_WM_UNIT_TABLE_BEAUTIFY" val="smartTable{9c3f44f6-7208-4488-92bd-0cb1f6f697d4}"/>
  <p:tag name="TABLE_ENDDRAG_ORIGIN_RECT" val="342*243"/>
  <p:tag name="TABLE_ENDDRAG_RECT" val="343*25*342*243"/>
</p:tagLst>
</file>

<file path=ppt/tags/tag2.xml><?xml version="1.0" encoding="utf-8"?>
<p:tagLst xmlns:p="http://schemas.openxmlformats.org/presentationml/2006/main">
  <p:tag name="KSO_WM_UNIT_TABLE_BEAUTIFY" val="smartTable{6833ff86-a2cc-43cd-b1f0-469f4ab32f8a}"/>
</p:tagLst>
</file>

<file path=ppt/tags/tag3.xml><?xml version="1.0" encoding="utf-8"?>
<p:tagLst xmlns:p="http://schemas.openxmlformats.org/presentationml/2006/main">
  <p:tag name="KSO_WM_UNIT_TABLE_BEAUTIFY" val="smartTable{f0d5f325-a1dc-4fe8-84e0-13b6172a6603}"/>
</p:tagLst>
</file>

<file path=ppt/tags/tag4.xml><?xml version="1.0" encoding="utf-8"?>
<p:tagLst xmlns:p="http://schemas.openxmlformats.org/presentationml/2006/main">
  <p:tag name="KSO_WM_UNIT_PLACING_PICTURE_USER_VIEWPORT" val="{&quot;height&quot;:4635,&quot;width&quot;:9810}"/>
</p:tagLst>
</file>

<file path=ppt/tags/tag5.xml><?xml version="1.0" encoding="utf-8"?>
<p:tagLst xmlns:p="http://schemas.openxmlformats.org/presentationml/2006/main">
  <p:tag name="RAINPROBLEM" val="ProblemBody"/>
</p:tagLst>
</file>

<file path=ppt/tags/tag6.xml><?xml version="1.0" encoding="utf-8"?>
<p:tagLst xmlns:p="http://schemas.openxmlformats.org/presentationml/2006/main">
  <p:tag name="RAINPROBLEM" val="ProblemItem"/>
</p:tagLst>
</file>

<file path=ppt/tags/tag7.xml><?xml version="1.0" encoding="utf-8"?>
<p:tagLst xmlns:p="http://schemas.openxmlformats.org/presentationml/2006/main">
  <p:tag name="RAINPROBLEM" val="ProblemItem"/>
</p:tagLst>
</file>

<file path=ppt/tags/tag8.xml><?xml version="1.0" encoding="utf-8"?>
<p:tagLst xmlns:p="http://schemas.openxmlformats.org/presentationml/2006/main">
  <p:tag name="RAINPROBLEM" val="ProblemItem"/>
</p:tagLst>
</file>

<file path=ppt/tags/tag9.xml><?xml version="1.0" encoding="utf-8"?>
<p:tagLst xmlns:p="http://schemas.openxmlformats.org/presentationml/2006/main">
  <p:tag name="RAINPROBLEM" val="ProblemBullet"/>
  <p:tag name="RAINPROBLEMTYPE" val="MultipleChoiceMA"/>
  <p:tag name="RAINBULLET" val="Correct"/>
</p:tagLst>
</file>

<file path=ppt/tags/tag10.xml><?xml version="1.0" encoding="utf-8"?>
<p:tagLst xmlns:p="http://schemas.openxmlformats.org/presentationml/2006/main">
  <p:tag name="RAINPROBLEM" val="ProblemBullet"/>
  <p:tag name="RAINPROBLEMTYPE" val="MultipleChoiceMA"/>
  <p:tag name="RAINBULLET" val="Correct"/>
</p:tagLst>
</file>

<file path=ppt/tags/tag11.xml><?xml version="1.0" encoding="utf-8"?>
<p:tagLst xmlns:p="http://schemas.openxmlformats.org/presentationml/2006/main">
  <p:tag name="RAINPROBLEM" val="ProblemBullet"/>
  <p:tag name="RAINPROBLEMTYPE" val="MultipleChoiceMA"/>
  <p:tag name="RAINBULLET" val="Wrong"/>
</p:tagLst>
</file>

<file path=ppt/tags/tag12.xml><?xml version="1.0" encoding="utf-8"?>
<p:tagLst xmlns:p="http://schemas.openxmlformats.org/presentationml/2006/main">
  <p:tag name="RAINPROBLEM" val="ProblemSubmit"/>
  <p:tag name="RAINPROBLEMTYPE" val="MultipleChoiceMA"/>
</p:tagLst>
</file>

<file path=ppt/tags/tag13.xml><?xml version="1.0" encoding="utf-8"?>
<p:tagLst xmlns:p="http://schemas.openxmlformats.org/presentationml/2006/main">
  <p:tag name="RAINPROBLEMTYPE" val="ProblemTypeMarker"/>
</p:tagLst>
</file>

<file path=ppt/tags/tag14.xml><?xml version="1.0" encoding="utf-8"?>
<p:tagLst xmlns:p="http://schemas.openxmlformats.org/presentationml/2006/main">
  <p:tag name="RAINPROBLEMTYPE" val="ProblemTypeMarker"/>
</p:tagLst>
</file>

<file path=ppt/tags/tag15.xml><?xml version="1.0" encoding="utf-8"?>
<p:tagLst xmlns:p="http://schemas.openxmlformats.org/presentationml/2006/main">
  <p:tag name="RAINPROBLEMTYPE" val="ProblemTypeMarker"/>
</p:tagLst>
</file>

<file path=ppt/tags/tag16.xml><?xml version="1.0" encoding="utf-8"?>
<p:tagLst xmlns:p="http://schemas.openxmlformats.org/presentationml/2006/main">
  <p:tag name="RAINPROBLEMTYPE" val="ProblemTypeMarker"/>
</p:tagLst>
</file>

<file path=ppt/tags/tag17.xml><?xml version="1.0" encoding="utf-8"?>
<p:tagLst xmlns:p="http://schemas.openxmlformats.org/presentationml/2006/main">
  <p:tag name="RAINPROBLEM" val="ProblemSetting"/>
  <p:tag name="RAINPROBLEMTYPE" val="MultipleChoiceMA"/>
</p:tagLst>
</file>

<file path=ppt/tags/tag18.xml><?xml version="1.0" encoding="utf-8"?>
<p:tagLst xmlns:p="http://schemas.openxmlformats.org/presentationml/2006/main">
  <p:tag name="RAINPROBLEM" val="MultipleChoiceMA"/>
  <p:tag name="PROBLEMSCORE" val="1.0"/>
  <p:tag name="PROBLEMSCORE_HALF" val="0.5"/>
</p:tagLst>
</file>

<file path=ppt/tags/tag19.xml><?xml version="1.0" encoding="utf-8"?>
<p:tagLst xmlns:p="http://schemas.openxmlformats.org/presentationml/2006/main">
  <p:tag name="KSO_WM_UNIT_PLACING_PICTURE_USER_VIEWPORT" val="{&quot;height&quot;:6500,&quot;width&quot;:6400}"/>
</p:tagLst>
</file>

<file path=ppt/tags/tag20.xml><?xml version="1.0" encoding="utf-8"?>
<p:tagLst xmlns:p="http://schemas.openxmlformats.org/presentationml/2006/main">
  <p:tag name="KSO_WPP_MARK_KEY" val="8342feb5-67f3-4edc-8095-9ae9d52b8fbf"/>
  <p:tag name="COMMONDATA" val="eyJoZGlkIjoiYjZhMmY1NGQwZjE0MWY4MTkzZjM4YzBiNDA1ZmM3ZDEifQ=="/>
  <p:tag name="commondata" val="eyJoZGlkIjoiYmVhZjkwODNmYWU4ZjEyODhhY2JmMGIzNjQ3MTYzNDIifQ=="/>
</p:tagLst>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Copperplate Gothic Light"/>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1" lang="en-US" sz="2400" b="0" i="0" u="none" strike="noStrike" cap="none" normalizeH="0" baseline="0" smtClean="0">
            <a:ln>
              <a:noFill/>
            </a:ln>
            <a:solidFill>
              <a:schemeClr val="tx1"/>
            </a:solidFill>
            <a:effectLst/>
            <a:latin typeface="Tahoma" panose="020B0604030504040204"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1" lang="en-US" sz="2400" b="0" i="0" u="none" strike="noStrike" cap="none" normalizeH="0" baseline="0" smtClean="0">
            <a:ln>
              <a:noFill/>
            </a:ln>
            <a:solidFill>
              <a:schemeClr val="tx1"/>
            </a:solidFill>
            <a:effectLst/>
            <a:latin typeface="Tahoma" panose="020B0604030504040204" pitchFamily="34" charset="0"/>
            <a:ea typeface="宋体"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D:\Program Files\Microsoft Office\Templates\Presentation Designs\Blends.pot</Template>
  <TotalTime>0</TotalTime>
  <Words>16809</Words>
  <Application>WPS 演示</Application>
  <PresentationFormat/>
  <Paragraphs>1551</Paragraphs>
  <Slides>72</Slides>
  <Notes>3</Notes>
  <HiddenSlides>0</HiddenSlides>
  <MMClips>0</MMClips>
  <ScaleCrop>false</ScaleCrop>
  <HeadingPairs>
    <vt:vector size="8" baseType="variant">
      <vt:variant>
        <vt:lpstr>已用的字体</vt:lpstr>
      </vt:variant>
      <vt:variant>
        <vt:i4>37</vt:i4>
      </vt:variant>
      <vt:variant>
        <vt:lpstr>主题</vt:lpstr>
      </vt:variant>
      <vt:variant>
        <vt:i4>1</vt:i4>
      </vt:variant>
      <vt:variant>
        <vt:lpstr>嵌入 OLE 服务器</vt:lpstr>
      </vt:variant>
      <vt:variant>
        <vt:i4>3</vt:i4>
      </vt:variant>
      <vt:variant>
        <vt:lpstr>幻灯片标题</vt:lpstr>
      </vt:variant>
      <vt:variant>
        <vt:i4>72</vt:i4>
      </vt:variant>
    </vt:vector>
  </HeadingPairs>
  <TitlesOfParts>
    <vt:vector size="113" baseType="lpstr">
      <vt:lpstr>Arial</vt:lpstr>
      <vt:lpstr>宋体</vt:lpstr>
      <vt:lpstr>Wingdings</vt:lpstr>
      <vt:lpstr>Tahoma</vt:lpstr>
      <vt:lpstr>汉仪书宋二KW</vt:lpstr>
      <vt:lpstr>Arial Narrow</vt:lpstr>
      <vt:lpstr>Copperplate Gothic Light</vt:lpstr>
      <vt:lpstr>苹方-简</vt:lpstr>
      <vt:lpstr>Times New Roman</vt:lpstr>
      <vt:lpstr>Copperplate Gothic Bold</vt:lpstr>
      <vt:lpstr>思源黑体 Medium</vt:lpstr>
      <vt:lpstr>汉仪中黑KW</vt:lpstr>
      <vt:lpstr>思源黑体</vt:lpstr>
      <vt:lpstr>Arial</vt:lpstr>
      <vt:lpstr>Symbol</vt:lpstr>
      <vt:lpstr>Lucida Console</vt:lpstr>
      <vt:lpstr>Kingsoft Sign</vt:lpstr>
      <vt:lpstr>Lucida Sans Unicode</vt:lpstr>
      <vt:lpstr>MT Extra</vt:lpstr>
      <vt:lpstr>Symbol</vt:lpstr>
      <vt:lpstr>微软雅黑</vt:lpstr>
      <vt:lpstr>汉仪旗黑</vt:lpstr>
      <vt:lpstr>宋体</vt:lpstr>
      <vt:lpstr>Arial Unicode MS</vt:lpstr>
      <vt:lpstr>Euclid Symbol</vt:lpstr>
      <vt:lpstr>楷体</vt:lpstr>
      <vt:lpstr>Cambria Math</vt:lpstr>
      <vt:lpstr>t</vt:lpstr>
      <vt:lpstr>Thonburi</vt:lpstr>
      <vt:lpstr>楷体_GB2312</vt:lpstr>
      <vt:lpstr>Kingsoft Extra</vt:lpstr>
      <vt:lpstr>宋体-简</vt:lpstr>
      <vt:lpstr>汉仪楷体KW</vt:lpstr>
      <vt:lpstr>Kingsoft Math</vt:lpstr>
      <vt:lpstr>DejaVu Math TeX Gyre</vt:lpstr>
      <vt:lpstr>PingFang SC</vt:lpstr>
      <vt:lpstr>汉仪楷体简</vt:lpstr>
      <vt:lpstr>Blends</vt:lpstr>
      <vt:lpstr>Equation.DSMT4</vt:lpstr>
      <vt:lpstr>Word.Document.8</vt:lpstr>
      <vt:lpstr>Equation.KSEE3</vt:lpstr>
      <vt:lpstr>Discrete Mathematical Structures</vt:lpstr>
      <vt:lpstr>Outline</vt:lpstr>
      <vt:lpstr>命题公式 </vt:lpstr>
      <vt:lpstr> Example</vt:lpstr>
      <vt:lpstr>命题变项的指派（赋值） </vt:lpstr>
      <vt:lpstr>公式的真值表 </vt:lpstr>
      <vt:lpstr>Example</vt:lpstr>
      <vt:lpstr>Example</vt:lpstr>
      <vt:lpstr>Example</vt:lpstr>
      <vt:lpstr>Question</vt:lpstr>
      <vt:lpstr>命题公式的分类</vt:lpstr>
      <vt:lpstr>Propositional Equivalence</vt:lpstr>
      <vt:lpstr>Propositional Equivalences</vt:lpstr>
      <vt:lpstr>Proving Equivalence via Truth Tables</vt:lpstr>
      <vt:lpstr>Example: (PQ) Ù(Q  P) (P  Q)</vt:lpstr>
      <vt:lpstr>Proof  (PQ) Ù(Q  P)(P  Q)</vt:lpstr>
      <vt:lpstr>Proof  (P  Q) Ù(Q  P) (P  Q)</vt:lpstr>
      <vt:lpstr>Proof (P  Q) Ù(Q  P) (P  Q)</vt:lpstr>
      <vt:lpstr>证明 ¬（A  B)  ¬ A  ¬ B</vt:lpstr>
      <vt:lpstr>证明A  B  ¬ A  B</vt:lpstr>
      <vt:lpstr>Logical Equivalences</vt:lpstr>
      <vt:lpstr>Logical Equivalences</vt:lpstr>
      <vt:lpstr>常用逻辑等值式(关于∨与∧)</vt:lpstr>
      <vt:lpstr>常用逻辑等值式(关于∨与∧)</vt:lpstr>
      <vt:lpstr>常用逻辑等值式(关于∨与∧)</vt:lpstr>
      <vt:lpstr>常用逻辑等值式(关于¬)</vt:lpstr>
      <vt:lpstr>常用逻辑等值式(关于0,1)</vt:lpstr>
      <vt:lpstr>常用逻辑等值式(关于0,1)</vt:lpstr>
      <vt:lpstr>常用逻辑等值式(关于→)</vt:lpstr>
      <vt:lpstr>常用逻辑等值式(关于↔)</vt:lpstr>
      <vt:lpstr>等值式模式</vt:lpstr>
      <vt:lpstr>等值式模式(举例)</vt:lpstr>
      <vt:lpstr>PowerPoint 演示文稿</vt:lpstr>
      <vt:lpstr>Proof: A(BC) (A  B)  C</vt:lpstr>
      <vt:lpstr>Proof:  (¬ A (¬ B  C)) (B  C) (A  C)  C</vt:lpstr>
      <vt:lpstr>Proof:</vt:lpstr>
      <vt:lpstr>Using De Morgan’s Laws</vt:lpstr>
      <vt:lpstr>Example 8</vt:lpstr>
      <vt:lpstr> Propositional Satisfiability</vt:lpstr>
      <vt:lpstr>PowerPoint 演示文稿</vt:lpstr>
      <vt:lpstr>Applications of Satisfiability</vt:lpstr>
      <vt:lpstr>Applications of Satisfiability</vt:lpstr>
      <vt:lpstr>Discrete Mathematical Structures</vt:lpstr>
      <vt:lpstr>Outline</vt:lpstr>
      <vt:lpstr>简单析取式和简单合取式 </vt:lpstr>
      <vt:lpstr>析取范式(disjunctive normal form)</vt:lpstr>
      <vt:lpstr>合取范式(conjunctive normal form)</vt:lpstr>
      <vt:lpstr>范式的存在性定理</vt:lpstr>
      <vt:lpstr>例:求公式 (PQ)R的析取范式和合取范式</vt:lpstr>
      <vt:lpstr>极小项</vt:lpstr>
      <vt:lpstr>极小项和赋值的一一对应 </vt:lpstr>
      <vt:lpstr>极小项的记法</vt:lpstr>
      <vt:lpstr>主析取范式(principal DNF) </vt:lpstr>
      <vt:lpstr>定理</vt:lpstr>
      <vt:lpstr>求主析取范式方法之一：真值表法 </vt:lpstr>
      <vt:lpstr>例：用真值表的方法求¬（PQ）的主析取范式 </vt:lpstr>
      <vt:lpstr>求主析取范式的方法之二：等值演算法 </vt:lpstr>
      <vt:lpstr>例：求（（PQ）R）P的主析取范式 </vt:lpstr>
      <vt:lpstr>极大项</vt:lpstr>
      <vt:lpstr>主合取范式(principal CNF )</vt:lpstr>
      <vt:lpstr>定理</vt:lpstr>
      <vt:lpstr>例 求PQ的主合取范式</vt:lpstr>
      <vt:lpstr>等值演算法求公式的主合取范式</vt:lpstr>
      <vt:lpstr>例 求PQ的主合取范式</vt:lpstr>
      <vt:lpstr>例 求PQ的主合取范式</vt:lpstr>
      <vt:lpstr>等值演算法求与公式逻辑等值的主范式</vt:lpstr>
      <vt:lpstr>等值演算法求与公式逻辑等值的主范式练习</vt:lpstr>
      <vt:lpstr>课堂练习</vt:lpstr>
      <vt:lpstr>课堂练习</vt:lpstr>
      <vt:lpstr>Homework</vt:lpstr>
      <vt:lpstr>Homework</vt:lpstr>
      <vt:lpstr> Homework(选作)</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yangjuan</dc:creator>
  <cp:lastModifiedBy>杨娟</cp:lastModifiedBy>
  <cp:revision>418</cp:revision>
  <dcterms:created xsi:type="dcterms:W3CDTF">2025-03-03T07:35:04Z</dcterms:created>
  <dcterms:modified xsi:type="dcterms:W3CDTF">2025-03-03T07:35:04Z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2052-6.9.0.8865</vt:lpwstr>
  </property>
  <property fmtid="{D5CDD505-2E9C-101B-9397-08002B2CF9AE}" pid="3" name="ICV">
    <vt:lpwstr>F56C8DB50B3A41FEADBC64BB4F442185</vt:lpwstr>
  </property>
</Properties>
</file>