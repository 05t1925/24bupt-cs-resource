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1"/>
  </p:notesMasterIdLst>
  <p:handoutMasterIdLst>
    <p:handoutMasterId r:id="rId52"/>
  </p:handoutMasterIdLst>
  <p:sldIdLst>
    <p:sldId id="256" r:id="rId2"/>
    <p:sldId id="292" r:id="rId3"/>
    <p:sldId id="323" r:id="rId4"/>
    <p:sldId id="325" r:id="rId5"/>
    <p:sldId id="326" r:id="rId6"/>
    <p:sldId id="319" r:id="rId7"/>
    <p:sldId id="328" r:id="rId8"/>
    <p:sldId id="329" r:id="rId9"/>
    <p:sldId id="429" r:id="rId10"/>
    <p:sldId id="316" r:id="rId11"/>
    <p:sldId id="480" r:id="rId12"/>
    <p:sldId id="481" r:id="rId13"/>
    <p:sldId id="551" r:id="rId14"/>
    <p:sldId id="552" r:id="rId15"/>
    <p:sldId id="516" r:id="rId16"/>
    <p:sldId id="514"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6" r:id="rId30"/>
    <p:sldId id="367" r:id="rId31"/>
    <p:sldId id="517" r:id="rId32"/>
    <p:sldId id="370" r:id="rId33"/>
    <p:sldId id="371" r:id="rId34"/>
    <p:sldId id="372" r:id="rId35"/>
    <p:sldId id="373" r:id="rId36"/>
    <p:sldId id="374" r:id="rId37"/>
    <p:sldId id="376" r:id="rId38"/>
    <p:sldId id="375" r:id="rId39"/>
    <p:sldId id="471" r:id="rId40"/>
    <p:sldId id="518" r:id="rId41"/>
    <p:sldId id="519" r:id="rId42"/>
    <p:sldId id="520" r:id="rId43"/>
    <p:sldId id="521" r:id="rId44"/>
    <p:sldId id="522" r:id="rId45"/>
    <p:sldId id="425" r:id="rId46"/>
    <p:sldId id="523" r:id="rId47"/>
    <p:sldId id="296" r:id="rId48"/>
    <p:sldId id="588" r:id="rId49"/>
    <p:sldId id="350" r:id="rId50"/>
  </p:sldIdLst>
  <p:sldSz cx="9144000" cy="6858000" type="screen4x3"/>
  <p:notesSz cx="6754813" cy="9866313"/>
  <p:custDataLst>
    <p:tags r:id="rId53"/>
  </p:custDataLst>
  <p:defaultTextStyle>
    <a:defPPr>
      <a:defRPr lang="en-US"/>
    </a:defPPr>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392" userDrawn="1">
          <p15:clr>
            <a:srgbClr val="A4A3A4"/>
          </p15:clr>
        </p15:guide>
        <p15:guide id="2" pos="48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E202"/>
    <a:srgbClr val="03E118"/>
    <a:srgbClr val="FF3300"/>
    <a:srgbClr val="003399"/>
    <a:srgbClr val="336699"/>
    <a:srgbClr val="008080"/>
    <a:srgbClr val="A19E59"/>
    <a:srgbClr val="E8B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078"/>
    <p:restoredTop sz="94685"/>
  </p:normalViewPr>
  <p:slideViewPr>
    <p:cSldViewPr showGuides="1">
      <p:cViewPr varScale="1">
        <p:scale>
          <a:sx n="89" d="100"/>
          <a:sy n="89" d="100"/>
        </p:scale>
        <p:origin x="552" y="176"/>
      </p:cViewPr>
      <p:guideLst>
        <p:guide orient="horz" pos="1392"/>
        <p:guide pos="489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5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27350" cy="492125"/>
          </a:xfrm>
          <a:prstGeom prst="rect">
            <a:avLst/>
          </a:prstGeom>
          <a:noFill/>
          <a:ln w="9525">
            <a:noFill/>
            <a:miter lim="800000"/>
          </a:ln>
          <a:effectLst/>
        </p:spPr>
        <p:txBody>
          <a:bodyPr vert="horz" wrap="square" lIns="94967" tIns="47484" rIns="94967" bIns="47484" numCol="1" anchor="t" anchorCtr="0" compatLnSpc="1"/>
          <a:lstStyle>
            <a:lvl1pPr algn="l" defTabSz="949325" eaLnBrk="0" hangingPunct="0">
              <a:defRPr kumimoji="0" sz="1200">
                <a:latin typeface="Times New Roman" panose="02020603050405020304" pitchFamily="18" charset="0"/>
              </a:defRPr>
            </a:lvl1pPr>
          </a:lstStyle>
          <a:p>
            <a:pPr marL="0" marR="0" lvl="0" indent="0" algn="l" defTabSz="94932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1" name="Rectangle 3"/>
          <p:cNvSpPr>
            <a:spLocks noGrp="1" noChangeArrowheads="1"/>
          </p:cNvSpPr>
          <p:nvPr>
            <p:ph type="dt" sz="quarter" idx="1"/>
          </p:nvPr>
        </p:nvSpPr>
        <p:spPr bwMode="auto">
          <a:xfrm>
            <a:off x="3827463" y="0"/>
            <a:ext cx="2927350" cy="492125"/>
          </a:xfrm>
          <a:prstGeom prst="rect">
            <a:avLst/>
          </a:prstGeom>
          <a:noFill/>
          <a:ln w="9525">
            <a:noFill/>
            <a:miter lim="800000"/>
          </a:ln>
          <a:effectLst/>
        </p:spPr>
        <p:txBody>
          <a:bodyPr vert="horz" wrap="square" lIns="94967" tIns="47484" rIns="94967" bIns="47484" numCol="1" anchor="t" anchorCtr="0" compatLnSpc="1"/>
          <a:lstStyle>
            <a:lvl1pPr algn="r" defTabSz="949325" eaLnBrk="0" hangingPunct="0">
              <a:defRPr kumimoji="0" sz="1200">
                <a:latin typeface="Times New Roman" panose="02020603050405020304" pitchFamily="18" charset="0"/>
              </a:defRPr>
            </a:lvl1pPr>
          </a:lstStyle>
          <a:p>
            <a:pPr marL="0" marR="0" lvl="0" indent="0" algn="r" defTabSz="94932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2" name="Rectangle 4"/>
          <p:cNvSpPr>
            <a:spLocks noGrp="1" noChangeArrowheads="1"/>
          </p:cNvSpPr>
          <p:nvPr>
            <p:ph type="ftr" sz="quarter" idx="2"/>
          </p:nvPr>
        </p:nvSpPr>
        <p:spPr bwMode="auto">
          <a:xfrm>
            <a:off x="0" y="9374188"/>
            <a:ext cx="2927350" cy="492125"/>
          </a:xfrm>
          <a:prstGeom prst="rect">
            <a:avLst/>
          </a:prstGeom>
          <a:noFill/>
          <a:ln w="9525">
            <a:noFill/>
            <a:miter lim="800000"/>
          </a:ln>
          <a:effectLst/>
        </p:spPr>
        <p:txBody>
          <a:bodyPr vert="horz" wrap="square" lIns="94967" tIns="47484" rIns="94967" bIns="47484" numCol="1" anchor="b" anchorCtr="0" compatLnSpc="1"/>
          <a:lstStyle>
            <a:lvl1pPr algn="l" defTabSz="949325" eaLnBrk="0" hangingPunct="0">
              <a:defRPr kumimoji="0" sz="1200">
                <a:latin typeface="Times New Roman" panose="02020603050405020304" pitchFamily="18" charset="0"/>
              </a:defRPr>
            </a:lvl1pPr>
          </a:lstStyle>
          <a:p>
            <a:pPr marL="0" marR="0" lvl="0" indent="0" algn="l" defTabSz="949325"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3" name="Rectangle 5"/>
          <p:cNvSpPr>
            <a:spLocks noGrp="1" noChangeArrowheads="1"/>
          </p:cNvSpPr>
          <p:nvPr>
            <p:ph type="sldNum" sz="quarter" idx="3"/>
          </p:nvPr>
        </p:nvSpPr>
        <p:spPr bwMode="auto">
          <a:xfrm>
            <a:off x="3827463" y="9374188"/>
            <a:ext cx="2927350" cy="492125"/>
          </a:xfrm>
          <a:prstGeom prst="rect">
            <a:avLst/>
          </a:prstGeom>
          <a:noFill/>
          <a:ln w="9525">
            <a:noFill/>
            <a:miter lim="800000"/>
          </a:ln>
          <a:effectLst/>
        </p:spPr>
        <p:txBody>
          <a:bodyPr vert="horz" wrap="square" lIns="94967" tIns="47484" rIns="94967" bIns="47484" numCol="1" anchor="b" anchorCtr="0" compatLnSpc="1"/>
          <a:lstStyle>
            <a:lvl1pPr algn="r" defTabSz="949325" eaLnBrk="0" hangingPunct="0">
              <a:defRPr kumimoji="0" sz="1200"/>
            </a:lvl1pPr>
          </a:lstStyle>
          <a:p>
            <a:pPr marL="0" marR="0" lvl="0" indent="0" algn="r" defTabSz="949325" rtl="0" eaLnBrk="0" fontAlgn="base" latinLnBrk="0" hangingPunct="0">
              <a:lnSpc>
                <a:spcPct val="100000"/>
              </a:lnSpc>
              <a:spcBef>
                <a:spcPct val="0"/>
              </a:spcBef>
              <a:spcAft>
                <a:spcPct val="0"/>
              </a:spcAft>
              <a:buClrTx/>
              <a:buSzTx/>
              <a:buFontTx/>
              <a:buNone/>
              <a:defRPr/>
            </a:pPr>
            <a:fld id="{065F9A6C-EDC0-44FD-9B55-DC822A4F78E5}"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27350" cy="492125"/>
          </a:xfrm>
          <a:prstGeom prst="rect">
            <a:avLst/>
          </a:prstGeom>
          <a:noFill/>
          <a:ln w="9525">
            <a:noFill/>
            <a:miter lim="800000"/>
          </a:ln>
          <a:effectLst/>
        </p:spPr>
        <p:txBody>
          <a:bodyPr vert="horz" wrap="square" lIns="94967" tIns="47484" rIns="94967" bIns="47484" numCol="1" anchor="t" anchorCtr="0" compatLnSpc="1"/>
          <a:lstStyle>
            <a:lvl1pPr algn="l" defTabSz="949325" eaLnBrk="0" hangingPunct="0">
              <a:defRPr kumimoji="0" sz="1200">
                <a:latin typeface="Times New Roman" panose="02020603050405020304" pitchFamily="18" charset="0"/>
              </a:defRPr>
            </a:lvl1pPr>
          </a:lstStyle>
          <a:p>
            <a:pPr marL="0" marR="0" lvl="0" indent="0" algn="l" defTabSz="94932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63" name="Rectangle 3"/>
          <p:cNvSpPr>
            <a:spLocks noGrp="1" noChangeArrowheads="1"/>
          </p:cNvSpPr>
          <p:nvPr>
            <p:ph type="dt" idx="1"/>
          </p:nvPr>
        </p:nvSpPr>
        <p:spPr bwMode="auto">
          <a:xfrm>
            <a:off x="3827463" y="0"/>
            <a:ext cx="2927350" cy="492125"/>
          </a:xfrm>
          <a:prstGeom prst="rect">
            <a:avLst/>
          </a:prstGeom>
          <a:noFill/>
          <a:ln w="9525">
            <a:noFill/>
            <a:miter lim="800000"/>
          </a:ln>
          <a:effectLst/>
        </p:spPr>
        <p:txBody>
          <a:bodyPr vert="horz" wrap="square" lIns="94967" tIns="47484" rIns="94967" bIns="47484" numCol="1" anchor="t" anchorCtr="0" compatLnSpc="1"/>
          <a:lstStyle>
            <a:lvl1pPr algn="r" defTabSz="949325" eaLnBrk="0" hangingPunct="0">
              <a:defRPr kumimoji="0" sz="1200">
                <a:latin typeface="Times New Roman" panose="02020603050405020304" pitchFamily="18" charset="0"/>
              </a:defRPr>
            </a:lvl1pPr>
          </a:lstStyle>
          <a:p>
            <a:pPr marL="0" marR="0" lvl="0" indent="0" algn="r" defTabSz="94932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Rot="1" noChangeAspect="1" noTextEdit="1"/>
          </p:cNvSpPr>
          <p:nvPr>
            <p:ph type="sldImg"/>
          </p:nvPr>
        </p:nvSpPr>
        <p:spPr>
          <a:xfrm>
            <a:off x="911225" y="741363"/>
            <a:ext cx="4932363" cy="3698875"/>
          </a:xfrm>
          <a:prstGeom prst="rect">
            <a:avLst/>
          </a:prstGeom>
          <a:noFill/>
          <a:ln w="9525" cap="flat" cmpd="sng">
            <a:solidFill>
              <a:srgbClr val="000000"/>
            </a:solidFill>
            <a:prstDash val="solid"/>
            <a:miter/>
            <a:headEnd type="none" w="med" len="med"/>
            <a:tailEnd type="none" w="med" len="med"/>
          </a:ln>
        </p:spPr>
      </p:sp>
      <p:sp>
        <p:nvSpPr>
          <p:cNvPr id="15365" name="Rectangle 5"/>
          <p:cNvSpPr>
            <a:spLocks noGrp="1" noChangeArrowheads="1"/>
          </p:cNvSpPr>
          <p:nvPr>
            <p:ph type="body" sz="quarter" idx="3"/>
          </p:nvPr>
        </p:nvSpPr>
        <p:spPr bwMode="auto">
          <a:xfrm>
            <a:off x="900113" y="4686300"/>
            <a:ext cx="4954588" cy="4438650"/>
          </a:xfrm>
          <a:prstGeom prst="rect">
            <a:avLst/>
          </a:prstGeom>
          <a:noFill/>
          <a:ln w="9525">
            <a:noFill/>
            <a:miter lim="800000"/>
          </a:ln>
          <a:effectLst/>
        </p:spPr>
        <p:txBody>
          <a:bodyPr vert="horz" wrap="square" lIns="94967" tIns="47484" rIns="94967" bIns="4748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p>
        </p:txBody>
      </p:sp>
      <p:sp>
        <p:nvSpPr>
          <p:cNvPr id="15366" name="Rectangle 6"/>
          <p:cNvSpPr>
            <a:spLocks noGrp="1" noChangeArrowheads="1"/>
          </p:cNvSpPr>
          <p:nvPr>
            <p:ph type="ftr" sz="quarter" idx="4"/>
          </p:nvPr>
        </p:nvSpPr>
        <p:spPr bwMode="auto">
          <a:xfrm>
            <a:off x="0" y="9374188"/>
            <a:ext cx="2927350" cy="492125"/>
          </a:xfrm>
          <a:prstGeom prst="rect">
            <a:avLst/>
          </a:prstGeom>
          <a:noFill/>
          <a:ln w="9525">
            <a:noFill/>
            <a:miter lim="800000"/>
          </a:ln>
          <a:effectLst/>
        </p:spPr>
        <p:txBody>
          <a:bodyPr vert="horz" wrap="square" lIns="94967" tIns="47484" rIns="94967" bIns="47484" numCol="1" anchor="b" anchorCtr="0" compatLnSpc="1"/>
          <a:lstStyle>
            <a:lvl1pPr algn="l" defTabSz="949325" eaLnBrk="0" hangingPunct="0">
              <a:defRPr kumimoji="0" sz="1200">
                <a:latin typeface="Times New Roman" panose="02020603050405020304" pitchFamily="18" charset="0"/>
              </a:defRPr>
            </a:lvl1pPr>
          </a:lstStyle>
          <a:p>
            <a:pPr marL="0" marR="0" lvl="0" indent="0" algn="l" defTabSz="94932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67" name="Rectangle 7"/>
          <p:cNvSpPr>
            <a:spLocks noGrp="1" noChangeArrowheads="1"/>
          </p:cNvSpPr>
          <p:nvPr>
            <p:ph type="sldNum" sz="quarter" idx="5"/>
          </p:nvPr>
        </p:nvSpPr>
        <p:spPr bwMode="auto">
          <a:xfrm>
            <a:off x="3827463" y="9374188"/>
            <a:ext cx="2927350" cy="492125"/>
          </a:xfrm>
          <a:prstGeom prst="rect">
            <a:avLst/>
          </a:prstGeom>
          <a:noFill/>
          <a:ln w="9525">
            <a:noFill/>
            <a:miter lim="800000"/>
          </a:ln>
          <a:effectLst/>
        </p:spPr>
        <p:txBody>
          <a:bodyPr vert="horz" wrap="square" lIns="94967" tIns="47484" rIns="94967" bIns="47484" numCol="1" anchor="b" anchorCtr="0" compatLnSpc="1"/>
          <a:lstStyle>
            <a:lvl1pPr algn="r" defTabSz="949325" eaLnBrk="0" hangingPunct="0">
              <a:defRPr kumimoji="0" sz="1200"/>
            </a:lvl1pPr>
          </a:lstStyle>
          <a:p>
            <a:pPr marL="0" marR="0" lvl="0" indent="0" algn="r" defTabSz="949325" rtl="0" eaLnBrk="0" fontAlgn="base" latinLnBrk="0" hangingPunct="0">
              <a:lnSpc>
                <a:spcPct val="100000"/>
              </a:lnSpc>
              <a:spcBef>
                <a:spcPct val="0"/>
              </a:spcBef>
              <a:spcAft>
                <a:spcPct val="0"/>
              </a:spcAft>
              <a:buClrTx/>
              <a:buSzTx/>
              <a:buFontTx/>
              <a:buNone/>
              <a:defRPr/>
            </a:pPr>
            <a:fld id="{3FE92FB4-C3CA-41AD-A16F-06BBCFBEFB89}"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txBox="1">
            <a:spLocks noGrp="1"/>
          </p:cNvSpPr>
          <p:nvPr>
            <p:ph type="sldNum" sz="quarter"/>
          </p:nvPr>
        </p:nvSpPr>
        <p:spPr>
          <a:xfrm>
            <a:off x="3829050" y="9372600"/>
            <a:ext cx="2925763" cy="493713"/>
          </a:xfrm>
          <a:prstGeom prst="rect">
            <a:avLst/>
          </a:prstGeom>
          <a:noFill/>
          <a:ln w="9525">
            <a:noFill/>
          </a:ln>
        </p:spPr>
        <p:txBody>
          <a:bodyPr anchor="b" anchorCtr="0"/>
          <a:lstStyle/>
          <a:p>
            <a:pPr lvl="0" algn="r" defTabSz="949325" eaLnBrk="1" hangingPunct="1"/>
            <a:fld id="{9A0DB2DC-4C9A-4742-B13C-FB6460FD3503}" type="slidenum">
              <a:rPr lang="zh-CN" altLang="en-US" sz="1200" dirty="0">
                <a:cs typeface="Times New Roman" panose="02020603050405020304" pitchFamily="18" charset="0"/>
              </a:rPr>
              <a:t>16</a:t>
            </a:fld>
            <a:endParaRPr lang="zh-CN" altLang="en-US" sz="1200" dirty="0">
              <a:ea typeface="Times New Roman" panose="02020603050405020304" pitchFamily="18" charset="0"/>
              <a:cs typeface="Times New Roman" panose="02020603050405020304" pitchFamily="18" charset="0"/>
            </a:endParaRPr>
          </a:p>
        </p:txBody>
      </p:sp>
      <p:sp>
        <p:nvSpPr>
          <p:cNvPr id="26627" name="Rectangle 2"/>
          <p:cNvSpPr>
            <a:spLocks noGrp="1" noRot="1" noChangeAspect="1" noTextEdit="1"/>
          </p:cNvSpPr>
          <p:nvPr>
            <p:ph type="sldImg"/>
          </p:nvPr>
        </p:nvSpPr>
        <p:spPr>
          <a:xfrm>
            <a:off x="908050" y="757238"/>
            <a:ext cx="4941888" cy="3706812"/>
          </a:xfrm>
        </p:spPr>
      </p:sp>
      <p:sp>
        <p:nvSpPr>
          <p:cNvPr id="26628" name="Rectangle 3"/>
          <p:cNvSpPr>
            <a:spLocks noGrp="1"/>
          </p:cNvSpPr>
          <p:nvPr>
            <p:ph type="body"/>
          </p:nvPr>
        </p:nvSpPr>
        <p:spPr>
          <a:xfrm>
            <a:off x="898525" y="4716463"/>
            <a:ext cx="4957763" cy="4381500"/>
          </a:xfrm>
        </p:spPr>
        <p:txBody>
          <a:bodyPr wrap="square" lIns="91440" tIns="45720" rIns="91440" bIns="45720" anchor="t" anchorCtr="0"/>
          <a:lstStyle/>
          <a:p>
            <a:pPr lvl="0"/>
            <a:r>
              <a:rPr lang="en-US" altLang="zh-CN" dirty="0"/>
              <a:t>Here are just a few of the kinds of discrete structures and related concepts that we</a:t>
            </a:r>
            <a:r>
              <a:rPr lang="en-US" altLang="zh-CN" dirty="0">
                <a:latin typeface="Times New Roman" panose="02020603050405020304" pitchFamily="18" charset="0"/>
              </a:rPr>
              <a:t>’</a:t>
            </a:r>
            <a:r>
              <a:rPr lang="en-US" altLang="zh-CN" dirty="0"/>
              <a:t>ll be studying this semester.  </a:t>
            </a:r>
          </a:p>
          <a:p>
            <a:pPr lvl="0"/>
            <a:r>
              <a:rPr lang="en-US" altLang="zh-CN" dirty="0"/>
              <a:t>Induction</a:t>
            </a:r>
            <a:r>
              <a:rPr lang="zh-CN" altLang="en-US" dirty="0"/>
              <a:t>，</a:t>
            </a:r>
            <a:r>
              <a:rPr lang="en-US" altLang="zh-CN" dirty="0"/>
              <a:t>recursion</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17" descr="attach"/>
          <p:cNvPicPr>
            <a:picLocks noChangeAspect="1"/>
          </p:cNvPicPr>
          <p:nvPr userDrawn="1"/>
        </p:nvPicPr>
        <p:blipFill>
          <a:blip r:embed="rId2"/>
          <a:stretch>
            <a:fillRect/>
          </a:stretch>
        </p:blipFill>
        <p:spPr>
          <a:xfrm>
            <a:off x="1752600" y="533400"/>
            <a:ext cx="5905500" cy="5905500"/>
          </a:xfrm>
          <a:prstGeom prst="rect">
            <a:avLst/>
          </a:prstGeom>
          <a:noFill/>
          <a:ln w="9525">
            <a:noFill/>
          </a:ln>
        </p:spPr>
      </p:pic>
      <p:grpSp>
        <p:nvGrpSpPr>
          <p:cNvPr id="2051" name="Group 2"/>
          <p:cNvGrpSpPr/>
          <p:nvPr/>
        </p:nvGrpSpPr>
        <p:grpSpPr>
          <a:xfrm>
            <a:off x="0" y="2438400"/>
            <a:ext cx="9009063" cy="1052513"/>
            <a:chOff x="0" y="1536"/>
            <a:chExt cx="5675" cy="663"/>
          </a:xfrm>
        </p:grpSpPr>
        <p:grpSp>
          <p:nvGrpSpPr>
            <p:cNvPr id="2058" name="Group 3"/>
            <p:cNvGrpSpPr/>
            <p:nvPr/>
          </p:nvGrpSpPr>
          <p:grpSpPr>
            <a:xfrm>
              <a:off x="185" y="1604"/>
              <a:ext cx="449" cy="299"/>
              <a:chOff x="720" y="336"/>
              <a:chExt cx="624" cy="432"/>
            </a:xfrm>
          </p:grpSpPr>
          <p:sp>
            <p:nvSpPr>
              <p:cNvPr id="24"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2059" name="Group 6"/>
            <p:cNvGrpSpPr/>
            <p:nvPr/>
          </p:nvGrpSpPr>
          <p:grpSpPr>
            <a:xfrm>
              <a:off x="263" y="1870"/>
              <a:ext cx="466" cy="299"/>
              <a:chOff x="912" y="2640"/>
              <a:chExt cx="672" cy="432"/>
            </a:xfrm>
          </p:grpSpPr>
          <p:sp>
            <p:nvSpPr>
              <p:cNvPr id="22"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9"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6" name="Rectangle 18"/>
          <p:cNvSpPr>
            <a:spLocks noChangeArrowheads="1"/>
          </p:cNvSpPr>
          <p:nvPr/>
        </p:nvSpPr>
        <p:spPr bwMode="auto">
          <a:xfrm>
            <a:off x="4419600" y="4114800"/>
            <a:ext cx="4724400" cy="2184400"/>
          </a:xfrm>
          <a:prstGeom prst="rect">
            <a:avLst/>
          </a:prstGeom>
          <a:noFill/>
          <a:ln>
            <a:noFill/>
          </a:ln>
        </p:spPr>
        <p:txBody>
          <a:bodyPr>
            <a:spAutoFit/>
          </a:bodyP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2400" b="0" i="0" u="none" strike="noStrike" kern="1200" cap="none" spc="0" normalizeH="0" baseline="0" noProof="0" dirty="0">
                <a:ln>
                  <a:noFill/>
                </a:ln>
                <a:solidFill>
                  <a:schemeClr val="folHlink"/>
                </a:solidFill>
                <a:effectLst/>
                <a:uLnTx/>
                <a:uFillTx/>
                <a:latin typeface="Copperplate Gothic Light" panose="020E0507020206020404" pitchFamily="34" charset="0"/>
                <a:ea typeface="宋体" panose="02010600030101010101" pitchFamily="2" charset="-122"/>
                <a:cs typeface="+mn-cs"/>
              </a:rPr>
              <a:t>Yang Juan</a:t>
            </a: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Times New Roman" panose="02020603050405020304" pitchFamily="18" charset="0"/>
                <a:ea typeface="宋体" panose="02010600030101010101" pitchFamily="2" charset="-122"/>
                <a:cs typeface="+mn-cs"/>
              </a:rPr>
              <a:t>yangjuan@bupt.edu.cn</a:t>
            </a: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endParaRPr kumimoji="1" lang="en-US" altLang="zh-CN" sz="1600" b="0" i="0" u="none" strike="noStrike" kern="1200" cap="none" spc="0" normalizeH="0" baseline="0" noProof="0" dirty="0">
              <a:ln>
                <a:noFill/>
              </a:ln>
              <a:solidFill>
                <a:srgbClr val="009999"/>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dirty="0">
                <a:ln>
                  <a:noFill/>
                </a:ln>
                <a:solidFill>
                  <a:srgbClr val="009999"/>
                </a:solidFill>
                <a:effectLst/>
                <a:uLnTx/>
                <a:uFillTx/>
                <a:latin typeface="Copperplate Gothic Light" panose="020E0507020206020404" pitchFamily="34" charset="0"/>
                <a:ea typeface="宋体" panose="02010600030101010101" pitchFamily="2" charset="-122"/>
                <a:cs typeface="+mn-cs"/>
              </a:rPr>
              <a:t>School </a:t>
            </a: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anose="02010600030101010101" pitchFamily="2" charset="-122"/>
                <a:cs typeface="+mn-cs"/>
              </a:rPr>
              <a:t>of Computer Science</a:t>
            </a:r>
          </a:p>
          <a:p>
            <a:pPr marL="0" marR="0" lvl="0" indent="0" algn="l" defTabSz="914400" rtl="0" eaLnBrk="1" fontAlgn="base" latinLnBrk="0" hangingPunct="1">
              <a:lnSpc>
                <a:spcPct val="100000"/>
              </a:lnSpc>
              <a:spcBef>
                <a:spcPct val="50000"/>
              </a:spcBef>
              <a:spcAft>
                <a:spcPct val="0"/>
              </a:spcAft>
              <a:buClr>
                <a:schemeClr val="folHlink"/>
              </a:buClr>
              <a:buSzPct val="60000"/>
              <a:buFont typeface="Wingdings" panose="05000000000000000000" pitchFamily="2" charset="2"/>
              <a:buNone/>
              <a:defRPr/>
            </a:pPr>
            <a:r>
              <a:rPr kumimoji="1" lang="en-US" altLang="zh-CN" sz="1600" b="0" i="0" u="none" strike="noStrike" kern="1200" cap="none" spc="0" normalizeH="0" baseline="0" noProof="0">
                <a:ln>
                  <a:noFill/>
                </a:ln>
                <a:solidFill>
                  <a:srgbClr val="009999"/>
                </a:solidFill>
                <a:effectLst/>
                <a:uLnTx/>
                <a:uFillTx/>
                <a:latin typeface="Copperplate Gothic Light" panose="020E0507020206020404" pitchFamily="34" charset="0"/>
                <a:ea typeface="宋体" panose="02010600030101010101" pitchFamily="2" charset="-122"/>
                <a:cs typeface="+mn-cs"/>
              </a:rPr>
              <a:t>Beijing </a:t>
            </a:r>
            <a:r>
              <a:rPr kumimoji="1" lang="en-US" altLang="zh-CN" sz="1600" b="0" i="0" u="none" strike="noStrike" kern="1200" cap="none" spc="0" normalizeH="0" baseline="0" noProof="0" dirty="0">
                <a:ln>
                  <a:noFill/>
                </a:ln>
                <a:solidFill>
                  <a:srgbClr val="009999"/>
                </a:solidFill>
                <a:effectLst/>
                <a:uLnTx/>
                <a:uFillTx/>
                <a:latin typeface="Copperplate Gothic Light" panose="020E0507020206020404" pitchFamily="34" charset="0"/>
                <a:ea typeface="宋体" panose="02010600030101010101" pitchFamily="2" charset="-122"/>
                <a:cs typeface="+mn-cs"/>
              </a:rPr>
              <a:t>University of Posts &amp; Telecommunications</a:t>
            </a:r>
            <a:endParaRPr kumimoji="1" lang="zh-CN" altLang="en-US" sz="1600" b="0" i="0" u="none" strike="noStrike" kern="1200" cap="none" spc="0" normalizeH="0" baseline="0" noProof="0" dirty="0">
              <a:ln>
                <a:noFill/>
              </a:ln>
              <a:solidFill>
                <a:srgbClr val="009999"/>
              </a:solidFill>
              <a:effectLst/>
              <a:uLnTx/>
              <a:uFillTx/>
              <a:latin typeface="Copperplate Gothic Light" panose="020E0507020206020404" pitchFamily="34" charset="0"/>
              <a:ea typeface="宋体" panose="02010600030101010101" pitchFamily="2" charset="-122"/>
              <a:cs typeface="+mn-cs"/>
            </a:endParaRPr>
          </a:p>
        </p:txBody>
      </p:sp>
      <p:sp>
        <p:nvSpPr>
          <p:cNvPr id="153612" name="Rectangle 12"/>
          <p:cNvSpPr>
            <a:spLocks noGrp="1" noChangeArrowheads="1"/>
          </p:cNvSpPr>
          <p:nvPr>
            <p:ph type="ctrTitle"/>
          </p:nvPr>
        </p:nvSpPr>
        <p:spPr>
          <a:xfrm>
            <a:off x="990600" y="1828800"/>
            <a:ext cx="7772400" cy="1143000"/>
          </a:xfrm>
        </p:spPr>
        <p:txBody>
          <a:bodyPr/>
          <a:lstStyle>
            <a:lvl1pPr>
              <a:defRPr>
                <a:latin typeface="Copperplate Gothic Bold" panose="020E0705020206020404" pitchFamily="34" charset="0"/>
              </a:defRPr>
            </a:lvl1pPr>
          </a:lstStyle>
          <a:p>
            <a:r>
              <a:rPr lang="zh-CN" altLang="en-US" noProof="1"/>
              <a:t>单击此处编辑母版标题样式</a:t>
            </a:r>
          </a:p>
        </p:txBody>
      </p:sp>
      <p:sp>
        <p:nvSpPr>
          <p:cNvPr id="153613"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27"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C20DAEE4-D843-4C6F-B05B-46B743FBCB35}" type="datetime1">
              <a:rPr kumimoji="0" lang="zh-CN" altLang="en-US" sz="1400" b="0" i="0" u="none" strike="noStrike" kern="1200" cap="none" spc="0" normalizeH="0" baseline="0" noProof="0">
                <a:ln>
                  <a:noFill/>
                </a:ln>
                <a:solidFill>
                  <a:schemeClr val="bg2"/>
                </a:solidFill>
                <a:effectLst/>
                <a:uLnTx/>
                <a:uFillTx/>
                <a:latin typeface="+mn-lt"/>
                <a:ea typeface="宋体" panose="02010600030101010101" pitchFamily="2" charset="-122"/>
                <a:cs typeface="Times New Roman" panose="02020603050405020304" pitchFamily="18" charset="0"/>
              </a:rPr>
              <a:t>2025/2/24</a:t>
            </a:fld>
            <a:endParaRPr kumimoji="0" lang="en-US" altLang="zh-CN" sz="1400" b="0" i="0" u="none" strike="noStrike" kern="1200" cap="none" spc="0" normalizeH="0" baseline="0" noProof="0">
              <a:ln>
                <a:noFill/>
              </a:ln>
              <a:solidFill>
                <a:schemeClr val="bg2"/>
              </a:solidFill>
              <a:effectLst/>
              <a:uLnTx/>
              <a:uFillTx/>
              <a:latin typeface="+mn-lt"/>
              <a:ea typeface="宋体" panose="02010600030101010101" pitchFamily="2" charset="-122"/>
              <a:cs typeface="Times New Roman" panose="02020603050405020304" pitchFamily="18" charset="0"/>
            </a:endParaRPr>
          </a:p>
        </p:txBody>
      </p:sp>
      <p:sp>
        <p:nvSpPr>
          <p:cNvPr id="28"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lnSpc>
                <a:spcPct val="100000"/>
              </a:lnSpc>
              <a:defRPr kumimoji="0" sz="1400" b="0" i="0">
                <a:solidFill>
                  <a:schemeClr val="bg2"/>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anose="02010600030101010101" pitchFamily="2" charset="-122"/>
              <a:cs typeface="Times New Roman" panose="02020603050405020304" pitchFamily="18" charset="0"/>
            </a:endParaRPr>
          </a:p>
        </p:txBody>
      </p:sp>
      <p:sp>
        <p:nvSpPr>
          <p:cNvPr id="29"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lstStyle>
            <a:lvl1pPr>
              <a:defRPr sz="1400" b="0" i="0">
                <a:solidFill>
                  <a:schemeClr val="bg2"/>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A01B0BE-8EC9-43E5-93F8-6B33EDF77557}"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Times New Roman" panose="02020603050405020304" pitchFamily="18" charset="0"/>
              </a:rPr>
              <a:t>‹#›</a:t>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灯片编号占位符 4"/>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灯片编号占位符 6"/>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8" name="日期占位符 7"/>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9" name="页脚占位符 8"/>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灯片编号占位符 2"/>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4" name="日期占位符 3"/>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页脚占位符 4"/>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3" name="日期占位符 2"/>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4" name="页脚占位符 3"/>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灯片编号占位符 4"/>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日期占位符 5"/>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7" name="页脚占位符 6"/>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noProof="1"/>
              <a:t>单击此处编辑母版标题样式</a:t>
            </a:r>
          </a:p>
        </p:txBody>
      </p:sp>
      <p:sp>
        <p:nvSpPr>
          <p:cNvPr id="3" name="表格占位符 2"/>
          <p:cNvSpPr>
            <a:spLocks noGrp="1"/>
          </p:cNvSpPr>
          <p:nvPr>
            <p:ph type="tbl" idx="1"/>
          </p:nvPr>
        </p:nvSpPr>
        <p:spPr>
          <a:xfrm>
            <a:off x="1182688" y="2017713"/>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5" name="日期占位符 4"/>
          <p:cNvSpPr>
            <a:spLocks noGrp="1"/>
          </p:cNvSpPr>
          <p:nvPr>
            <p:ph type="dt" sz="half"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6" name="页脚占位符 5"/>
          <p:cNvSpPr>
            <a:spLocks noGrp="1"/>
          </p:cNvSpPr>
          <p:nvPr>
            <p:ph type="ftr" sz="quarter" idx="12"/>
          </p:nvPr>
        </p:nvSpPr>
        <p:spPr/>
        <p:txBody>
          <a:body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5" name="灯片编号占位符 4"/>
          <p:cNvSpPr>
            <a:spLocks noGrp="1"/>
          </p:cNvSpPr>
          <p:nvPr>
            <p:ph type="sldNum" sz="quarter" idx="4"/>
          </p:nvPr>
        </p:nvSpPr>
        <p:spPr bwMode="auto">
          <a:xfrm>
            <a:off x="8172450" y="6400800"/>
            <a:ext cx="97155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8BC28C4-9F89-4E40-86AF-C5921711B2F3}"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16" name="日期占位符 5"/>
          <p:cNvSpPr>
            <a:spLocks noGrp="1"/>
          </p:cNvSpPr>
          <p:nvPr>
            <p:ph type="dt" sz="half" idx="12"/>
          </p:nvPr>
        </p:nvSpPr>
        <p:spPr bwMode="auto">
          <a:xfrm>
            <a:off x="0" y="6400800"/>
            <a:ext cx="1042988"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C0427D9-B1B4-4534-9746-0A158053F199}"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17" name="页脚占位符 6"/>
          <p:cNvSpPr>
            <a:spLocks noGrp="1"/>
          </p:cNvSpPr>
          <p:nvPr>
            <p:ph type="ftr" sz="quarter" idx="3"/>
          </p:nvPr>
        </p:nvSpPr>
        <p:spPr bwMode="auto">
          <a:xfrm>
            <a:off x="1187450" y="6400800"/>
            <a:ext cx="698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 </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RedBar-Title and Content">
    <p:spTree>
      <p:nvGrpSpPr>
        <p:cNvPr id="1" name=""/>
        <p:cNvGrpSpPr/>
        <p:nvPr/>
      </p:nvGrpSpPr>
      <p:grpSpPr>
        <a:xfrm>
          <a:off x="0" y="0"/>
          <a:ext cx="0" cy="0"/>
          <a:chOff x="0" y="0"/>
          <a:chExt cx="0" cy="0"/>
        </a:xfrm>
      </p:grpSpPr>
      <p:sp>
        <p:nvSpPr>
          <p:cNvPr id="6" name="Slide Title"/>
          <p:cNvSpPr>
            <a:spLocks noGrp="1"/>
          </p:cNvSpPr>
          <p:nvPr>
            <p:ph type="title"/>
          </p:nvPr>
        </p:nvSpPr>
        <p:spPr>
          <a:xfrm>
            <a:off x="0" y="0"/>
            <a:ext cx="9144000" cy="1188720"/>
          </a:xfrm>
          <a:prstGeom prst="rect">
            <a:avLst/>
          </a:prstGeom>
        </p:spPr>
        <p:txBody>
          <a:bodyPr anchor="ctr"/>
          <a:lstStyle>
            <a:lvl1pPr>
              <a:defRPr sz="4400" b="0">
                <a:solidFill>
                  <a:srgbClr val="04617B"/>
                </a:solidFill>
                <a:latin typeface="+mj-lt"/>
                <a:cs typeface="Arial" panose="020B0604020202020204" pitchFamily="34" charset="0"/>
              </a:defRPr>
            </a:lvl1pPr>
          </a:lstStyle>
          <a:p>
            <a:r>
              <a:rPr lang="en-US" dirty="0"/>
              <a:t>Click to edit Master title style</a:t>
            </a:r>
          </a:p>
        </p:txBody>
      </p:sp>
      <p:sp>
        <p:nvSpPr>
          <p:cNvPr id="3" name="Content Placeholder 1"/>
          <p:cNvSpPr>
            <a:spLocks noGrp="1"/>
          </p:cNvSpPr>
          <p:nvPr>
            <p:ph idx="1"/>
          </p:nvPr>
        </p:nvSpPr>
        <p:spPr>
          <a:xfrm>
            <a:off x="457200" y="1295400"/>
            <a:ext cx="8229600" cy="5257800"/>
          </a:xfrm>
          <a:prstGeom prst="rect">
            <a:avLst/>
          </a:prstGeom>
        </p:spPr>
        <p:txBody>
          <a:bodyPr/>
          <a:lstStyle>
            <a:lvl1pPr marL="0" indent="0">
              <a:spcBef>
                <a:spcPts val="1200"/>
              </a:spcBef>
              <a:spcAft>
                <a:spcPts val="600"/>
              </a:spcAft>
              <a:buFont typeface="Arial" panose="020B0604020202020204" pitchFamily="34" charset="0"/>
              <a:buNone/>
              <a:defRPr sz="3200">
                <a:latin typeface="+mj-lt"/>
                <a:cs typeface="Arial" panose="020B0604020202020204" pitchFamily="34" charset="0"/>
              </a:defRPr>
            </a:lvl1pPr>
            <a:lvl2pPr marL="457200" indent="-342900">
              <a:spcBef>
                <a:spcPts val="1200"/>
              </a:spcBef>
              <a:spcAft>
                <a:spcPts val="600"/>
              </a:spcAft>
              <a:buClr>
                <a:srgbClr val="04617B"/>
              </a:buClr>
              <a:buFont typeface="Arial" panose="020B0604020202020204" pitchFamily="34" charset="0"/>
              <a:buChar char="•"/>
              <a:defRPr sz="2800">
                <a:latin typeface="+mj-lt"/>
                <a:cs typeface="Arial" panose="020B0604020202020204" pitchFamily="34" charset="0"/>
              </a:defRPr>
            </a:lvl2pPr>
            <a:lvl3pPr marL="822960" indent="-274320">
              <a:spcBef>
                <a:spcPts val="1200"/>
              </a:spcBef>
              <a:spcAft>
                <a:spcPts val="600"/>
              </a:spcAft>
              <a:buClr>
                <a:srgbClr val="B60000"/>
              </a:buClr>
              <a:buFont typeface="Arial" panose="020B0604020202020204" pitchFamily="34" charset="0"/>
              <a:buChar char="•"/>
              <a:defRPr sz="2400">
                <a:latin typeface="+mj-lt"/>
                <a:cs typeface="Arial" panose="020B0604020202020204" pitchFamily="34" charset="0"/>
              </a:defRPr>
            </a:lvl3pPr>
            <a:lvl4pPr marL="1188720" indent="-274320">
              <a:spcBef>
                <a:spcPts val="1200"/>
              </a:spcBef>
              <a:spcAft>
                <a:spcPts val="600"/>
              </a:spcAft>
              <a:buClr>
                <a:srgbClr val="663F78"/>
              </a:buClr>
              <a:buFont typeface="Arial" panose="020B0604020202020204" pitchFamily="34" charset="0"/>
              <a:buChar char="•"/>
              <a:defRPr sz="2000">
                <a:latin typeface="+mj-lt"/>
                <a:cs typeface="Arial" panose="020B0604020202020204" pitchFamily="34" charset="0"/>
              </a:defRPr>
            </a:lvl4pPr>
            <a:lvl5pPr marL="1554480" indent="-228600">
              <a:spcBef>
                <a:spcPts val="1200"/>
              </a:spcBef>
              <a:spcAft>
                <a:spcPts val="600"/>
              </a:spcAft>
              <a:buFont typeface="Arial" panose="020B0604020202020204" pitchFamily="34" charset="0"/>
              <a:buChar char="•"/>
              <a:defRPr sz="1600">
                <a:latin typeface="+mj-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Jump Link"/>
          <p:cNvSpPr>
            <a:spLocks noGrp="1"/>
          </p:cNvSpPr>
          <p:nvPr>
            <p:ph type="body" sz="quarter" idx="12" hasCustomPrompt="1"/>
          </p:nvPr>
        </p:nvSpPr>
        <p:spPr>
          <a:xfrm>
            <a:off x="3467512" y="6553200"/>
            <a:ext cx="2208976" cy="99950"/>
          </a:xfrm>
          <a:prstGeom prst="rect">
            <a:avLst/>
          </a:prstGeom>
        </p:spPr>
        <p:txBody>
          <a:bodyPr lIns="0" tIns="0" rIns="0" bIns="0"/>
          <a:lstStyle>
            <a:lvl1pPr marL="0" indent="0" algn="ctr">
              <a:buNone/>
              <a:defRPr sz="800"/>
            </a:lvl1pPr>
          </a:lstStyle>
          <a:p>
            <a:pPr lvl="0"/>
            <a:r>
              <a:rPr lang="en-US" dirty="0"/>
              <a:t>Add “Access the text alternative for slide images.”</a:t>
            </a:r>
          </a:p>
        </p:txBody>
      </p:sp>
      <p:sp>
        <p:nvSpPr>
          <p:cNvPr id="9" name="Photo Credit"/>
          <p:cNvSpPr>
            <a:spLocks noGrp="1"/>
          </p:cNvSpPr>
          <p:nvPr>
            <p:ph type="body" sz="quarter" idx="11" hasCustomPrompt="1"/>
          </p:nvPr>
        </p:nvSpPr>
        <p:spPr>
          <a:xfrm>
            <a:off x="6477000" y="6705600"/>
            <a:ext cx="2667000" cy="152400"/>
          </a:xfrm>
          <a:prstGeom prst="rect">
            <a:avLst/>
          </a:prstGeom>
        </p:spPr>
        <p:txBody>
          <a:bodyPr wrap="none" lIns="0" tIns="0" rIns="45720" bIns="0"/>
          <a:lstStyle>
            <a:lvl1pPr marL="0" marR="0" indent="0" algn="r" defTabSz="914400" rtl="0" eaLnBrk="1" fontAlgn="auto" latinLnBrk="0" hangingPunct="1">
              <a:lnSpc>
                <a:spcPct val="100000"/>
              </a:lnSpc>
              <a:spcBef>
                <a:spcPts val="0"/>
              </a:spcBef>
              <a:spcAft>
                <a:spcPts val="0"/>
              </a:spcAft>
              <a:buClrTx/>
              <a:buSzTx/>
              <a:buFontTx/>
              <a:buNone/>
              <a:defRPr sz="800">
                <a:solidFill>
                  <a:schemeClr val="bg1"/>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sz="800" b="0" i="0" u="none" strike="noStrike" kern="1200" cap="none" spc="0" normalizeH="0" baseline="0" noProof="0" dirty="0">
                <a:ln>
                  <a:noFill/>
                </a:ln>
                <a:solidFill>
                  <a:prstClr val="white"/>
                </a:solidFill>
                <a:effectLst/>
                <a:uLnTx/>
                <a:uFillTx/>
                <a:latin typeface="+mn-lt"/>
                <a:ea typeface="+mn-ea"/>
                <a:cs typeface="+mn-cs"/>
              </a:rPr>
              <a:t>Insert Photo Credit Here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8" descr="attach"/>
          <p:cNvPicPr>
            <a:picLocks noChangeAspect="1"/>
          </p:cNvPicPr>
          <p:nvPr userDrawn="1"/>
        </p:nvPicPr>
        <p:blipFill>
          <a:blip r:embed="rId16"/>
          <a:stretch>
            <a:fillRect/>
          </a:stretch>
        </p:blipFill>
        <p:spPr>
          <a:xfrm>
            <a:off x="1752600" y="533400"/>
            <a:ext cx="5905500" cy="5905500"/>
          </a:xfrm>
          <a:prstGeom prst="rect">
            <a:avLst/>
          </a:prstGeom>
          <a:noFill/>
          <a:ln w="9525">
            <a:noFill/>
          </a:ln>
        </p:spPr>
      </p:pic>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000" b="1" i="1">
                <a:solidFill>
                  <a:srgbClr val="009999"/>
                </a:solidFill>
                <a:latin typeface="Arial Narrow" panose="020B0606020202030204" pitchFamily="34" charset="0"/>
                <a:cs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AE486D0-A593-4060-A652-956D21025B34}" type="slidenum">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1028" name="Rectangle 2"/>
          <p:cNvSpPr>
            <a:spLocks noChangeArrowheads="1"/>
          </p:cNvSpPr>
          <p:nvPr/>
        </p:nvSpPr>
        <p:spPr bwMode="ltGray">
          <a:xfrm>
            <a:off x="417513" y="452755"/>
            <a:ext cx="438150" cy="474663"/>
          </a:xfrm>
          <a:prstGeom prst="rect">
            <a:avLst/>
          </a:prstGeom>
          <a:solidFill>
            <a:schemeClr val="accent2"/>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3"/>
          <p:cNvSpPr>
            <a:spLocks noChangeArrowheads="1"/>
          </p:cNvSpPr>
          <p:nvPr/>
        </p:nvSpPr>
        <p:spPr bwMode="ltGray">
          <a:xfrm>
            <a:off x="800100" y="452755"/>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4"/>
          <p:cNvSpPr>
            <a:spLocks noChangeArrowheads="1"/>
          </p:cNvSpPr>
          <p:nvPr/>
        </p:nvSpPr>
        <p:spPr bwMode="ltGray">
          <a:xfrm>
            <a:off x="541338" y="875030"/>
            <a:ext cx="422275" cy="474663"/>
          </a:xfrm>
          <a:prstGeom prst="rect">
            <a:avLst/>
          </a:prstGeom>
          <a:solidFill>
            <a:schemeClr val="folHlink"/>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5"/>
          <p:cNvSpPr>
            <a:spLocks noChangeArrowheads="1"/>
          </p:cNvSpPr>
          <p:nvPr/>
        </p:nvSpPr>
        <p:spPr bwMode="ltGray">
          <a:xfrm>
            <a:off x="911225" y="875030"/>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6"/>
          <p:cNvSpPr>
            <a:spLocks noChangeArrowheads="1"/>
          </p:cNvSpPr>
          <p:nvPr/>
        </p:nvSpPr>
        <p:spPr bwMode="ltGray">
          <a:xfrm>
            <a:off x="127000" y="802005"/>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7"/>
          <p:cNvSpPr>
            <a:spLocks noChangeArrowheads="1"/>
          </p:cNvSpPr>
          <p:nvPr/>
        </p:nvSpPr>
        <p:spPr bwMode="gray">
          <a:xfrm>
            <a:off x="762000" y="344805"/>
            <a:ext cx="31750" cy="1052513"/>
          </a:xfrm>
          <a:prstGeom prst="rect">
            <a:avLst/>
          </a:prstGeom>
          <a:solidFill>
            <a:schemeClr val="bg2"/>
          </a:soli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4" name="Rectangle 8"/>
          <p:cNvSpPr>
            <a:spLocks noChangeArrowheads="1"/>
          </p:cNvSpPr>
          <p:nvPr/>
        </p:nvSpPr>
        <p:spPr bwMode="gray">
          <a:xfrm>
            <a:off x="442913" y="1135380"/>
            <a:ext cx="8226425" cy="31750"/>
          </a:xfrm>
          <a:prstGeom prst="rect">
            <a:avLst/>
          </a:prstGeom>
          <a:gradFill rotWithShape="0">
            <a:gsLst>
              <a:gs pos="0">
                <a:schemeClr val="bg2"/>
              </a:gs>
              <a:gs pos="100000">
                <a:schemeClr val="bg1"/>
              </a:gs>
            </a:gsLst>
            <a:lin ang="0" scaled="1"/>
          </a:gradFill>
          <a:ln>
            <a:noFill/>
          </a:ln>
        </p:spPr>
        <p:txBody>
          <a:bodyPr wrap="none" anchor="ctr"/>
          <a:lstStyle>
            <a:lvl1pPr>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2pPr>
            <a:lvl3pPr marL="11430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3pPr>
            <a:lvl4pPr marL="16002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4pPr>
            <a:lvl5pPr marL="2057400" indent="-228600">
              <a:lnSpc>
                <a:spcPct val="90000"/>
              </a:lnSpc>
              <a:spcBef>
                <a:spcPct val="20000"/>
              </a:spcBef>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buClr>
                <a:schemeClr val="hlink"/>
              </a:buClr>
              <a:buSzPct val="55000"/>
              <a:buFont typeface="Wingdings" panose="05000000000000000000" pitchFamily="2" charset="2"/>
              <a:buChar char="n"/>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5" name="Rectangle 9"/>
          <p:cNvSpPr>
            <a:spLocks noGrp="1"/>
          </p:cNvSpPr>
          <p:nvPr>
            <p:ph type="title"/>
          </p:nvPr>
        </p:nvSpPr>
        <p:spPr>
          <a:xfrm>
            <a:off x="916940" y="332740"/>
            <a:ext cx="7649845" cy="765810"/>
          </a:xfrm>
          <a:prstGeom prst="rect">
            <a:avLst/>
          </a:prstGeom>
          <a:noFill/>
          <a:ln w="9525">
            <a:noFill/>
          </a:ln>
        </p:spPr>
        <p:txBody>
          <a:bodyPr anchor="b" anchorCtr="0"/>
          <a:lstStyle/>
          <a:p>
            <a:pPr lvl="0"/>
            <a:r>
              <a:rPr lang="zh-CN" altLang="en-US" dirty="0"/>
              <a:t>单击此处编辑母版标题样式</a:t>
            </a:r>
          </a:p>
        </p:txBody>
      </p:sp>
      <p:sp>
        <p:nvSpPr>
          <p:cNvPr id="1036" name="Rectangle 10"/>
          <p:cNvSpPr>
            <a:spLocks noGrp="1"/>
          </p:cNvSpPr>
          <p:nvPr>
            <p:ph type="body"/>
          </p:nvPr>
        </p:nvSpPr>
        <p:spPr>
          <a:xfrm>
            <a:off x="868045" y="1307465"/>
            <a:ext cx="8138795" cy="495681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52590" name="Rectangle 14"/>
          <p:cNvSpPr>
            <a:spLocks noGrp="1" noChangeArrowheads="1"/>
          </p:cNvSpPr>
          <p:nvPr>
            <p:ph type="dt" sz="half" idx="2"/>
          </p:nvPr>
        </p:nvSpPr>
        <p:spPr bwMode="auto">
          <a:xfrm>
            <a:off x="0" y="6400800"/>
            <a:ext cx="1447800" cy="457200"/>
          </a:xfrm>
          <a:prstGeom prst="rect">
            <a:avLst/>
          </a:prstGeom>
          <a:noFill/>
          <a:ln w="9525">
            <a:noFill/>
            <a:miter lim="800000"/>
          </a:ln>
          <a:effectLst/>
        </p:spPr>
        <p:txBody>
          <a:bodyPr vert="horz" wrap="square" lIns="91440" tIns="45720" rIns="91440" bIns="45720" numCol="1" anchor="b" anchorCtr="0" compatLnSpc="1"/>
          <a:lstStyle>
            <a:lvl1pPr eaLnBrk="1" hangingPunct="1">
              <a:lnSpc>
                <a:spcPct val="100000"/>
              </a:lnSpc>
              <a:spcBef>
                <a:spcPct val="0"/>
              </a:spcBef>
              <a:buClrTx/>
              <a:buSzTx/>
              <a:buFontTx/>
              <a:buNone/>
              <a:defRPr kumimoji="0" sz="1000" b="1" i="1">
                <a:solidFill>
                  <a:srgbClr val="009999"/>
                </a:solidFill>
                <a:latin typeface="Arial Narrow" panose="020B0606020202030204" pitchFamily="34" charset="0"/>
                <a:cs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39526EF3-B750-42DF-BB81-D6E8AF218E64}" type="datetime1">
              <a:rPr kumimoji="0" lang="zh-CN" altLang="en-US"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2025/2/24</a:t>
            </a:fld>
            <a:endParaRPr kumimoji="0" lang="en-US" altLang="zh-CN" sz="10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
        <p:nvSpPr>
          <p:cNvPr id="152591" name="Rectangle 15"/>
          <p:cNvSpPr>
            <a:spLocks noGrp="1" noChangeArrowheads="1"/>
          </p:cNvSpPr>
          <p:nvPr>
            <p:ph type="ftr" sz="quarter" idx="3"/>
          </p:nvPr>
        </p:nvSpPr>
        <p:spPr bwMode="auto">
          <a:xfrm>
            <a:off x="1447800" y="6400800"/>
            <a:ext cx="61722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spcBef>
                <a:spcPct val="0"/>
              </a:spcBef>
              <a:buClrTx/>
              <a:buSzTx/>
              <a:buFontTx/>
              <a:buNone/>
              <a:defRPr kumimoji="1" sz="1200" b="1" i="1" dirty="0">
                <a:solidFill>
                  <a:srgbClr val="009999"/>
                </a:solidFill>
                <a:latin typeface="Arial Narrow" panose="020B0606020202030204" pitchFamily="34" charset="0"/>
                <a:cs typeface="Times New Roman" panose="02020603050405020304" pitchFamily="18"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1" lang="en-US" altLang="zh-CN"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rPr>
              <a:t>School of Computer Science, BUPT</a:t>
            </a:r>
            <a:endParaRPr kumimoji="1" lang="zh-CN" altLang="en-US" sz="1200" b="1" i="1" u="none" strike="noStrike" kern="1200" cap="none" spc="0" normalizeH="0" baseline="0" noProof="0">
              <a:ln>
                <a:noFill/>
              </a:ln>
              <a:solidFill>
                <a:srgbClr val="009999"/>
              </a:solidFill>
              <a:effectLst/>
              <a:uLnTx/>
              <a:uFillTx/>
              <a:latin typeface="Arial Narrow" panose="020B0606020202030204" pitchFamily="34" charset="0"/>
              <a:ea typeface="宋体" panose="02010600030101010101" pitchFamily="2" charset="-122"/>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pperplate Gothic Light" panose="020E05070202060204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Copperplate Gothic Light" panose="020E05070202060204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Copperplate Gothic Light" panose="020E05070202060204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Copperplate Gothic Light" panose="020E05070202060204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Copperplate Gothic Light" panose="020E05070202060204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Copperplate Gothic Light" panose="020E05070202060204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Copperplate Gothic Light" panose="020E05070202060204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Copperplate Gothic Light" panose="020E05070202060204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8.bin"/><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9.bin"/><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0.bin"/><Relationship Id="rId1" Type="http://schemas.openxmlformats.org/officeDocument/2006/relationships/slideLayout" Target="../slideLayouts/slideLayout6.xml"/><Relationship Id="rId5" Type="http://schemas.openxmlformats.org/officeDocument/2006/relationships/image" Target="../media/image15.emf"/><Relationship Id="rId4" Type="http://schemas.openxmlformats.org/officeDocument/2006/relationships/oleObject" Target="../embeddings/oleObject11.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3.bin"/><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file:///C:\My%20Documents\Pictures\Mona_Lisa.jpg" TargetMode="External"/><Relationship Id="rId1" Type="http://schemas.microsoft.com/office/2007/relationships/media" Target="file:///C:\My%20Documents\Pictures\Mona_Lisa.jpg" TargetMode="Externa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emf"/><Relationship Id="rId7" Type="http://schemas.openxmlformats.org/officeDocument/2006/relationships/image" Target="../media/image23.w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22.wmf"/><Relationship Id="rId4" Type="http://schemas.openxmlformats.org/officeDocument/2006/relationships/oleObject" Target="../embeddings/oleObject1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1115378" y="1844675"/>
            <a:ext cx="7772400" cy="1143000"/>
          </a:xfrm>
        </p:spPr>
        <p:txBody>
          <a:bodyPr vert="horz" wrap="square" lIns="91440" tIns="45720" rIns="91440" bIns="45720" anchor="b" anchorCtr="0"/>
          <a:lstStyle/>
          <a:p>
            <a:pPr eaLnBrk="1" hangingPunct="1">
              <a:buClrTx/>
              <a:buSzTx/>
              <a:buFontTx/>
            </a:pPr>
            <a:r>
              <a:rPr lang="en-US" altLang="zh-CN" dirty="0">
                <a:solidFill>
                  <a:schemeClr val="folHlink"/>
                </a:solidFill>
                <a:latin typeface="+mj-lt"/>
                <a:ea typeface="+mj-ea"/>
                <a:cs typeface="+mj-cs"/>
              </a:rPr>
              <a:t>Discrete Mathematics and  Its Applications</a:t>
            </a:r>
          </a:p>
        </p:txBody>
      </p:sp>
      <p:sp>
        <p:nvSpPr>
          <p:cNvPr id="525315" name="Rectangle 3"/>
          <p:cNvSpPr>
            <a:spLocks noGrp="1" noChangeArrowheads="1"/>
          </p:cNvSpPr>
          <p:nvPr>
            <p:ph type="subTitle" idx="1"/>
          </p:nvPr>
        </p:nvSpPr>
        <p:spPr>
          <a:xfrm>
            <a:off x="1371600" y="3886200"/>
            <a:ext cx="6400800" cy="1905000"/>
          </a:xfrm>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1" lang="en-US" altLang="zh-CN" sz="3200" b="0" i="0" u="none" strike="noStrike" kern="0" cap="none" spc="0" normalizeH="0" baseline="0" noProof="0" dirty="0">
              <a:ln>
                <a:noFill/>
              </a:ln>
              <a:solidFill>
                <a:srgbClr val="009999"/>
              </a:solidFill>
              <a:effectLst>
                <a:outerShdw blurRad="38100" dist="38100" dir="2700000" algn="tl">
                  <a:srgbClr val="C0C0C0"/>
                </a:outerShdw>
              </a:effectLst>
              <a:uLnTx/>
              <a:uFillTx/>
              <a:latin typeface="+mn-lt"/>
              <a:ea typeface="+mn-ea"/>
              <a:cs typeface="+mn-cs"/>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a:t>
            </a:fld>
            <a:endParaRPr lang="zh-CN" altLang="en-US" b="1" i="1" dirty="0">
              <a:solidFill>
                <a:schemeClr val="folHlink"/>
              </a:solidFill>
              <a:latin typeface="Arial Narrow" panose="020B0606020202030204" pitchFamily="34" charset="0"/>
            </a:endParaRPr>
          </a:p>
        </p:txBody>
      </p:sp>
      <p:sp>
        <p:nvSpPr>
          <p:cNvPr id="819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819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8197" name="Rectangle 2"/>
          <p:cNvSpPr>
            <a:spLocks noGrp="1"/>
          </p:cNvSpPr>
          <p:nvPr>
            <p:ph type="title"/>
          </p:nvPr>
        </p:nvSpPr>
        <p:spPr/>
        <p:txBody>
          <a:bodyPr vert="horz" wrap="square" lIns="91440" tIns="45720" rIns="91440" bIns="45720" anchor="b" anchorCtr="0"/>
          <a:lstStyle/>
          <a:p>
            <a:pPr eaLnBrk="1" hangingPunct="1"/>
            <a:r>
              <a:rPr lang="en-US" altLang="zh-CN" dirty="0"/>
              <a:t>Course Staff</a:t>
            </a:r>
          </a:p>
        </p:txBody>
      </p:sp>
      <p:sp>
        <p:nvSpPr>
          <p:cNvPr id="56217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Instructor</a:t>
            </a: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r>
              <a:rPr kumimoji="1" lang="zh-CN" alt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幼圆" panose="02010509060101010101" pitchFamily="49" charset="-122"/>
                <a:ea typeface="幼圆" panose="02010509060101010101" pitchFamily="49" charset="-122"/>
                <a:cs typeface="+mn-ea"/>
              </a:rPr>
              <a:t>杨娟</a:t>
            </a:r>
            <a:endPar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幼圆" panose="02010509060101010101" pitchFamily="49" charset="-122"/>
              <a:ea typeface="幼圆" panose="02010509060101010101" pitchFamily="49" charset="-122"/>
              <a:cs typeface="+mn-ea"/>
            </a:endParaRP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rPr>
              <a:t>Office: </a:t>
            </a:r>
            <a:r>
              <a:rPr kumimoji="1" lang="zh-CN" alt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rPr>
              <a:t>教</a:t>
            </a:r>
            <a:r>
              <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rPr>
              <a:t>3</a:t>
            </a:r>
            <a:r>
              <a:rPr kumimoji="1" lang="zh-CN" alt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rPr>
              <a:t>楼</a:t>
            </a:r>
            <a:r>
              <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rPr>
              <a:t>616</a:t>
            </a: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rPr>
              <a:t>Phone: 62283778</a:t>
            </a: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rPr>
              <a:t>Email: yangjuan@bupt.edu.cn</a:t>
            </a: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Assistants</a:t>
            </a:r>
          </a:p>
          <a:p>
            <a:pPr marR="0" lvl="1" algn="l" defTabSz="914400" rtl="0" eaLnBrk="1" fontAlgn="base" latinLnBrk="0" hangingPunct="1">
              <a:lnSpc>
                <a:spcPct val="80000"/>
              </a:lnSpc>
              <a:spcBef>
                <a:spcPct val="20000"/>
              </a:spcBef>
              <a:buFont typeface="Wingdings" panose="05000000000000000000" pitchFamily="2" charset="2"/>
              <a:buChar char="n"/>
              <a:defRPr/>
            </a:pPr>
            <a:r>
              <a:rPr kumimoji="1" lang="zh-CN" alt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rPr>
              <a:t>陈屹贝</a:t>
            </a:r>
            <a:endPar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endParaRPr>
          </a:p>
          <a:p>
            <a:pPr eaLnBrk="1" hangingPunct="1">
              <a:lnSpc>
                <a:spcPct val="80000"/>
              </a:lnSpc>
              <a:defRPr/>
            </a:pPr>
            <a:r>
              <a:rPr kumimoji="1" lang="en-US" altLang="zh-CN" noProof="0" dirty="0" err="1">
                <a:ln>
                  <a:noFill/>
                </a:ln>
                <a:uLnTx/>
                <a:uFillTx/>
                <a:sym typeface="+mn-ea"/>
              </a:rPr>
              <a:t>QQ</a:t>
            </a:r>
            <a:r>
              <a:rPr kumimoji="1" lang="en-US" altLang="zh-CN" b="0" i="0" u="none" strike="noStrike" kern="0" cap="none" spc="0" normalizeH="0" baseline="0" noProof="0" dirty="0" err="1">
                <a:ln>
                  <a:noFill/>
                </a:ln>
                <a:solidFill>
                  <a:schemeClr val="folHlink"/>
                </a:solidFill>
                <a:effectLst>
                  <a:outerShdw blurRad="38100" dist="38100" dir="2700000" algn="tl">
                    <a:srgbClr val="C0C0C0"/>
                  </a:outerShdw>
                </a:effectLst>
                <a:uLnTx/>
                <a:uFillTx/>
                <a:latin typeface="+mn-lt"/>
                <a:ea typeface="+mn-ea"/>
              </a:rPr>
              <a:t>课程群</a:t>
            </a:r>
            <a:endParaRPr kumimoji="1" lang="en-US" altLang="zh-CN"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endParaRP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r>
              <a:rPr kumimoji="1" lang="en-US" altLang="zh-CN" sz="2395"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QQ</a:t>
            </a:r>
            <a:r>
              <a:rPr kumimoji="1" lang="zh-CN" altLang="en-US" sz="2395"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号：</a:t>
            </a:r>
            <a:r>
              <a:rPr kumimoji="1" lang="en-US" altLang="zh-CN" sz="2395"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2156031338</a:t>
            </a: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r>
              <a:rPr kumimoji="1" lang="zh-CN" altLang="en-US" sz="2395"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密码：</a:t>
            </a:r>
            <a:r>
              <a:rPr kumimoji="1" lang="en-US" altLang="zh-CN" sz="2395"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304306</a:t>
            </a: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endParaRPr kumimoji="1" lang="en-US" altLang="zh-CN" sz="2395"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endParaRPr>
          </a:p>
        </p:txBody>
      </p:sp>
      <p:pic>
        <p:nvPicPr>
          <p:cNvPr id="3" name="图片 2">
            <a:extLst>
              <a:ext uri="{FF2B5EF4-FFF2-40B4-BE49-F238E27FC236}">
                <a16:creationId xmlns:a16="http://schemas.microsoft.com/office/drawing/2014/main" id="{72A056B3-61A1-C7AE-729C-8D00CC3CB169}"/>
              </a:ext>
            </a:extLst>
          </p:cNvPr>
          <p:cNvPicPr>
            <a:picLocks noChangeAspect="1"/>
          </p:cNvPicPr>
          <p:nvPr/>
        </p:nvPicPr>
        <p:blipFill rotWithShape="1">
          <a:blip r:embed="rId2"/>
          <a:srcRect l="11251" t="15110" r="2774" b="22320"/>
          <a:stretch/>
        </p:blipFill>
        <p:spPr>
          <a:xfrm>
            <a:off x="4778174" y="3251715"/>
            <a:ext cx="2406062" cy="31490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a:t>
            </a:fld>
            <a:endParaRPr lang="zh-CN" altLang="en-US" b="1" i="1" dirty="0">
              <a:solidFill>
                <a:schemeClr val="folHlink"/>
              </a:solidFill>
              <a:latin typeface="Arial Narrow" panose="020B0606020202030204" pitchFamily="34" charset="0"/>
            </a:endParaRPr>
          </a:p>
        </p:txBody>
      </p:sp>
      <p:sp>
        <p:nvSpPr>
          <p:cNvPr id="921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922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9221" name="Rectangle 2"/>
          <p:cNvSpPr>
            <a:spLocks noGrp="1"/>
          </p:cNvSpPr>
          <p:nvPr>
            <p:ph type="title"/>
          </p:nvPr>
        </p:nvSpPr>
        <p:spPr>
          <a:xfrm>
            <a:off x="1187450" y="404495"/>
            <a:ext cx="7793038" cy="838200"/>
          </a:xfrm>
        </p:spPr>
        <p:txBody>
          <a:bodyPr vert="horz" wrap="square" lIns="91440" tIns="45720" rIns="91440" bIns="45720" anchor="b" anchorCtr="0"/>
          <a:lstStyle/>
          <a:p>
            <a:pPr eaLnBrk="1" hangingPunct="1"/>
            <a:r>
              <a:rPr lang="en-US" altLang="zh-CN" dirty="0"/>
              <a:t>Introduction</a:t>
            </a:r>
          </a:p>
        </p:txBody>
      </p:sp>
      <p:sp>
        <p:nvSpPr>
          <p:cNvPr id="613379" name="Rectangle 3"/>
          <p:cNvSpPr>
            <a:spLocks noGrp="1" noChangeArrowheads="1"/>
          </p:cNvSpPr>
          <p:nvPr>
            <p:ph idx="1"/>
          </p:nvPr>
        </p:nvSpPr>
        <p:spPr>
          <a:xfrm>
            <a:off x="1066800" y="1557338"/>
            <a:ext cx="7924800" cy="46847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Computer Science</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Discrete Mathematics</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Study Material</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noProof="0" dirty="0">
                <a:ln>
                  <a:noFill/>
                </a:ln>
                <a:solidFill>
                  <a:schemeClr val="folHlink"/>
                </a:solidFill>
                <a:effectLst>
                  <a:outerShdw blurRad="38100" dist="38100" dir="2700000" algn="tl">
                    <a:srgbClr val="C0C0C0"/>
                  </a:outerShdw>
                </a:effectLst>
                <a:uLnTx/>
                <a:uFillTx/>
                <a:latin typeface="+mn-lt"/>
                <a:sym typeface="+mn-ea"/>
              </a:rPr>
              <a:t>Course Objectives</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Course Arrangement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4</a:t>
            </a:fld>
            <a:endParaRPr lang="zh-CN" altLang="en-US" b="1" i="1" dirty="0">
              <a:solidFill>
                <a:schemeClr val="folHlink"/>
              </a:solidFill>
              <a:latin typeface="Arial Narrow" panose="020B0606020202030204" pitchFamily="34" charset="0"/>
            </a:endParaRPr>
          </a:p>
        </p:txBody>
      </p:sp>
      <p:sp>
        <p:nvSpPr>
          <p:cNvPr id="1024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1024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10245" name="Rectangle 2"/>
          <p:cNvSpPr>
            <a:spLocks noGrp="1"/>
          </p:cNvSpPr>
          <p:nvPr>
            <p:ph type="title"/>
          </p:nvPr>
        </p:nvSpPr>
        <p:spPr/>
        <p:txBody>
          <a:bodyPr vert="horz" wrap="square" lIns="91440" tIns="45720" rIns="91440" bIns="45720" anchor="b" anchorCtr="0"/>
          <a:lstStyle/>
          <a:p>
            <a:pPr eaLnBrk="1" hangingPunct="1"/>
            <a:r>
              <a:rPr lang="zh-CN" altLang="en-US" sz="3600" dirty="0"/>
              <a:t>计算机科学与技术学科</a:t>
            </a:r>
          </a:p>
        </p:txBody>
      </p:sp>
      <p:sp>
        <p:nvSpPr>
          <p:cNvPr id="615427" name="Rectangle 3"/>
          <p:cNvSpPr>
            <a:spLocks noGrp="1" noChangeArrowheads="1"/>
          </p:cNvSpPr>
          <p:nvPr>
            <p:ph idx="1"/>
          </p:nvPr>
        </p:nvSpPr>
        <p:spPr>
          <a:xfrm>
            <a:off x="523240" y="1268730"/>
            <a:ext cx="8173720" cy="468503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noProof="0" dirty="0">
                <a:ln>
                  <a:noFill/>
                </a:ln>
                <a:uLnTx/>
                <a:uFillTx/>
                <a:sym typeface="+mn-ea"/>
              </a:rPr>
              <a:t>计算机科学与技术学科</a:t>
            </a:r>
            <a:r>
              <a:rPr kumimoji="1" lang="zh-CN" altLang="en-US"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是研究计算机的设计与制造，利用计算机进行信息获取、表示、存储、处理、控制等的理论、原则、方法和技术的学科。</a:t>
            </a:r>
          </a:p>
          <a:p>
            <a:pPr marL="342900" marR="0" lvl="0" indent="-342900" algn="l" defTabSz="914400" rtl="0" eaLnBrk="1" fontAlgn="base" latinLnBrk="0" hangingPunct="1">
              <a:lnSpc>
                <a:spcPct val="90000"/>
              </a:lnSpc>
              <a:spcBef>
                <a:spcPct val="20000"/>
              </a:spcBef>
              <a:buClr>
                <a:schemeClr val="folHlink"/>
              </a:buClr>
              <a:buSzPct val="60000"/>
              <a:buFont typeface="Wingdings" panose="05000000000000000000" pitchFamily="2" charset="2"/>
              <a:buChar char="n"/>
              <a:defRPr/>
            </a:pPr>
            <a:r>
              <a:rPr kumimoji="1" lang="zh-CN" altLang="en-US" noProof="0">
                <a:ln>
                  <a:noFill/>
                </a:ln>
                <a:uLnTx/>
                <a:uFillTx/>
                <a:sym typeface="+mn-ea"/>
              </a:rPr>
              <a:t>计算机科学与技术学科包括</a:t>
            </a:r>
            <a:r>
              <a:rPr kumimoji="1" lang="zh-CN" altLang="en-US" noProof="0">
                <a:ln>
                  <a:noFill/>
                </a:ln>
                <a:solidFill>
                  <a:srgbClr val="FF0000"/>
                </a:solidFill>
                <a:uLnTx/>
                <a:uFillTx/>
                <a:sym typeface="+mn-ea"/>
              </a:rPr>
              <a:t>科学与技术</a:t>
            </a:r>
            <a:r>
              <a:rPr kumimoji="1" lang="zh-CN" altLang="en-US" noProof="0">
                <a:ln>
                  <a:noFill/>
                </a:ln>
                <a:uLnTx/>
                <a:uFillTx/>
                <a:sym typeface="+mn-ea"/>
              </a:rPr>
              <a:t>两个方面，是</a:t>
            </a:r>
            <a:r>
              <a:rPr kumimoji="1" lang="zh-CN" altLang="en-US" noProof="0">
                <a:ln>
                  <a:noFill/>
                </a:ln>
                <a:solidFill>
                  <a:srgbClr val="FF0000"/>
                </a:solidFill>
                <a:uLnTx/>
                <a:uFillTx/>
                <a:sym typeface="+mn-ea"/>
              </a:rPr>
              <a:t>科学性与工程性</a:t>
            </a:r>
            <a:r>
              <a:rPr kumimoji="1" lang="zh-CN" altLang="en-US" noProof="0">
                <a:ln>
                  <a:noFill/>
                </a:ln>
                <a:uLnTx/>
                <a:uFillTx/>
                <a:sym typeface="+mn-ea"/>
              </a:rPr>
              <a:t>并重的学科。</a:t>
            </a:r>
          </a:p>
          <a:p>
            <a:pPr marL="800100" marR="0" lvl="1" indent="-342900" algn="l" defTabSz="914400" rtl="0" eaLnBrk="1" fontAlgn="base" latinLnBrk="0" hangingPunct="1">
              <a:lnSpc>
                <a:spcPct val="90000"/>
              </a:lnSpc>
              <a:spcBef>
                <a:spcPct val="20000"/>
              </a:spcBef>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计算机科学侧重于研究现象，揭示规律。</a:t>
            </a:r>
          </a:p>
          <a:p>
            <a:pPr marL="800100" marR="0" lvl="1"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计算机技术则侧重于研制计算机和研究使用计算机进行处理的方法和技术手段。</a:t>
            </a:r>
          </a:p>
          <a:p>
            <a:pPr marL="800100" marR="0" lvl="1" indent="-342900" algn="l" defTabSz="914400" rtl="0" eaLnBrk="1" fontAlgn="base" latinLnBrk="0" hangingPunct="1">
              <a:lnSpc>
                <a:spcPct val="90000"/>
              </a:lnSpc>
              <a:spcBef>
                <a:spcPct val="20000"/>
              </a:spcBef>
              <a:buClr>
                <a:schemeClr val="folHlink"/>
              </a:buClr>
              <a:buSzPct val="60000"/>
              <a:buFont typeface="Wingdings" panose="05000000000000000000" pitchFamily="2" charset="2"/>
              <a:buChar char="n"/>
              <a:defRPr/>
            </a:pPr>
            <a:r>
              <a:rPr kumimoji="1" lang="zh-CN" altLang="en-US" noProof="0" dirty="0">
                <a:ln>
                  <a:noFill/>
                </a:ln>
                <a:uLnTx/>
                <a:uFillTx/>
                <a:cs typeface="+mn-cs"/>
                <a:sym typeface="+mn-ea"/>
              </a:rPr>
              <a:t>科学性：基础—逻辑能力，思辨精神</a:t>
            </a:r>
            <a:endParaRPr kumimoji="1" lang="zh-CN" altLang="en-US" b="0" i="0" u="none" strike="noStrike" kern="0" cap="none" spc="0" normalizeH="0" baseline="0" noProof="0" dirty="0">
              <a:ln>
                <a:noFill/>
              </a:ln>
              <a:uLnTx/>
              <a:uFillTx/>
              <a:cs typeface="+mn-cs"/>
            </a:endParaRPr>
          </a:p>
          <a:p>
            <a:pPr marL="800100" marR="0" lvl="1" indent="-342900" algn="l" defTabSz="914400" rtl="0" eaLnBrk="1" fontAlgn="base" latinLnBrk="0" hangingPunct="1">
              <a:lnSpc>
                <a:spcPct val="90000"/>
              </a:lnSpc>
              <a:spcBef>
                <a:spcPct val="20000"/>
              </a:spcBef>
              <a:buClr>
                <a:schemeClr val="folHlink"/>
              </a:buClr>
              <a:buSzPct val="60000"/>
              <a:buFont typeface="Wingdings" panose="05000000000000000000" pitchFamily="2" charset="2"/>
              <a:buChar char="n"/>
              <a:defRPr/>
            </a:pPr>
            <a:r>
              <a:rPr kumimoji="1" lang="zh-CN" altLang="en-US" noProof="0" dirty="0">
                <a:ln>
                  <a:noFill/>
                </a:ln>
                <a:uLnTx/>
                <a:uFillTx/>
                <a:cs typeface="+mn-cs"/>
                <a:sym typeface="+mn-ea"/>
              </a:rPr>
              <a:t>工程性：应用—分析问题，解决问题</a:t>
            </a:r>
            <a:endParaRPr kumimoji="1" lang="zh-CN" altLang="en-US" b="0" i="0" u="none" strike="noStrike" kern="0" cap="none" spc="0" normalizeH="0" baseline="0" noProof="0" dirty="0">
              <a:ln>
                <a:noFill/>
              </a:ln>
              <a:uLnTx/>
              <a:uFillTx/>
              <a:cs typeface="+mn-cs"/>
            </a:endParaRPr>
          </a:p>
          <a:p>
            <a:pPr marL="800100" marR="0" lvl="1"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endPar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endParaRPr kumimoji="1" lang="zh-CN" altLang="en-US"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5</a:t>
            </a:fld>
            <a:endParaRPr lang="zh-CN" altLang="en-US" b="1" i="1" dirty="0">
              <a:solidFill>
                <a:schemeClr val="folHlink"/>
              </a:solidFill>
              <a:latin typeface="Arial Narrow" panose="020B0606020202030204" pitchFamily="34" charset="0"/>
            </a:endParaRPr>
          </a:p>
        </p:txBody>
      </p:sp>
      <p:sp>
        <p:nvSpPr>
          <p:cNvPr id="1126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1126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11269" name="Rectangle 2"/>
          <p:cNvSpPr>
            <a:spLocks noGrp="1"/>
          </p:cNvSpPr>
          <p:nvPr>
            <p:ph type="title"/>
          </p:nvPr>
        </p:nvSpPr>
        <p:spPr/>
        <p:txBody>
          <a:bodyPr vert="horz" wrap="square" lIns="91440" tIns="45720" rIns="91440" bIns="45720" anchor="b" anchorCtr="0"/>
          <a:lstStyle/>
          <a:p>
            <a:pPr eaLnBrk="1" hangingPunct="1"/>
            <a:r>
              <a:rPr lang="zh-CN" altLang="en-US" sz="3600" dirty="0"/>
              <a:t>计算机科学与技术学科的根本问题</a:t>
            </a:r>
          </a:p>
        </p:txBody>
      </p:sp>
      <p:sp>
        <p:nvSpPr>
          <p:cNvPr id="61645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根本问题是：什么能被（有效地）自动化。</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“离散数学”对该学科的重要性</a:t>
            </a:r>
          </a:p>
          <a:p>
            <a:pPr marL="800100" marR="0" lvl="1"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问题描述</a:t>
            </a:r>
          </a:p>
          <a:p>
            <a:pPr marL="800100" marR="0" lvl="1"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问题求解</a:t>
            </a:r>
          </a:p>
          <a:p>
            <a:pPr marL="800100" marR="0" lvl="1"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处理对象是离散的。</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6</a:t>
            </a:fld>
            <a:endParaRPr lang="zh-CN" altLang="en-US" b="1" i="1" dirty="0">
              <a:solidFill>
                <a:schemeClr val="folHlink"/>
              </a:solidFill>
              <a:latin typeface="Arial Narrow" panose="020B0606020202030204" pitchFamily="34" charset="0"/>
            </a:endParaRPr>
          </a:p>
        </p:txBody>
      </p:sp>
      <p:sp>
        <p:nvSpPr>
          <p:cNvPr id="1229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1229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12293" name="Rectangle 2"/>
          <p:cNvSpPr>
            <a:spLocks noGrp="1"/>
          </p:cNvSpPr>
          <p:nvPr>
            <p:ph type="title"/>
          </p:nvPr>
        </p:nvSpPr>
        <p:spPr/>
        <p:txBody>
          <a:bodyPr vert="horz" wrap="square" lIns="91440" tIns="45720" rIns="91440" bIns="45720" anchor="b" anchorCtr="0"/>
          <a:lstStyle/>
          <a:p>
            <a:pPr eaLnBrk="1" hangingPunct="1"/>
            <a:r>
              <a:rPr lang="zh-CN" altLang="en-US" dirty="0"/>
              <a:t>学科的三个形态</a:t>
            </a:r>
            <a:endParaRPr lang="en-US" altLang="zh-CN" dirty="0"/>
          </a:p>
        </p:txBody>
      </p:sp>
      <p:sp>
        <p:nvSpPr>
          <p:cNvPr id="604163" name="Rectangle 3"/>
          <p:cNvSpPr>
            <a:spLocks noGrp="1" noChangeArrowheads="1"/>
          </p:cNvSpPr>
          <p:nvPr>
            <p:ph idx="1"/>
          </p:nvPr>
        </p:nvSpPr>
        <p:spPr>
          <a:xfrm>
            <a:off x="238760" y="1484630"/>
            <a:ext cx="8873490" cy="468503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抽象</a:t>
            </a:r>
            <a:r>
              <a:rPr kumimoji="1" lang="en-US" altLang="zh-CN"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a:t>
            </a:r>
            <a:r>
              <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理论</a:t>
            </a:r>
            <a:r>
              <a:rPr kumimoji="1" lang="en-US" altLang="zh-CN"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a:t>
            </a:r>
            <a:r>
              <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设计</a:t>
            </a:r>
            <a:endParaRPr kumimoji="1" lang="en-US" altLang="zh-CN"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抽象源于现实世界建立对客观事物进行抽象描述的方法。建立具体问题的概念模型，实现对客观世界的感性认识。</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理论源于数学。建立完整的理论体系，建立具体问题的数学模型，从而实现对客观世界的理性认识。</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设计源于工程。对客观世界的感性认识和理性认识的基础上，完成一个具体的任务；对工程设计中所遇到的问题进行总结，提出问题，由理论界去解决它。</a:t>
            </a:r>
            <a:endParaRPr kumimoji="1" lang="zh-CN" altLang="en-US"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7</a:t>
            </a:fld>
            <a:endParaRPr lang="zh-CN" altLang="en-US" b="1" i="1" dirty="0">
              <a:solidFill>
                <a:schemeClr val="folHlink"/>
              </a:solidFill>
              <a:latin typeface="Arial Narrow" panose="020B0606020202030204" pitchFamily="34" charset="0"/>
            </a:endParaRPr>
          </a:p>
        </p:txBody>
      </p:sp>
      <p:sp>
        <p:nvSpPr>
          <p:cNvPr id="1331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1331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13317" name="Rectangle 2"/>
          <p:cNvSpPr>
            <a:spLocks noGrp="1"/>
          </p:cNvSpPr>
          <p:nvPr>
            <p:ph type="title"/>
          </p:nvPr>
        </p:nvSpPr>
        <p:spPr/>
        <p:txBody>
          <a:bodyPr vert="horz" wrap="square" lIns="91440" tIns="45720" rIns="91440" bIns="45720" anchor="b" anchorCtr="0"/>
          <a:lstStyle/>
          <a:p>
            <a:pPr eaLnBrk="1" hangingPunct="1"/>
            <a:br>
              <a:rPr lang="zh-CN" altLang="en-US" dirty="0"/>
            </a:br>
            <a:endParaRPr lang="zh-CN" altLang="en-US" dirty="0"/>
          </a:p>
        </p:txBody>
      </p:sp>
      <p:sp>
        <p:nvSpPr>
          <p:cNvPr id="61849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数学方法</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系统科学方法</a:t>
            </a:r>
          </a:p>
        </p:txBody>
      </p:sp>
      <p:sp>
        <p:nvSpPr>
          <p:cNvPr id="13319" name="Rectangle 4"/>
          <p:cNvSpPr/>
          <p:nvPr/>
        </p:nvSpPr>
        <p:spPr>
          <a:xfrm>
            <a:off x="1447800" y="457200"/>
            <a:ext cx="4095750" cy="762000"/>
          </a:xfrm>
          <a:prstGeom prst="rect">
            <a:avLst/>
          </a:prstGeom>
          <a:noFill/>
          <a:ln w="9525">
            <a:noFill/>
          </a:ln>
        </p:spPr>
        <p:txBody>
          <a:bodyPr wrap="none">
            <a:spAutoFit/>
          </a:bodyPr>
          <a:lstStyle/>
          <a:p>
            <a:r>
              <a:rPr lang="zh-CN" altLang="en-US" sz="4400" dirty="0">
                <a:solidFill>
                  <a:schemeClr val="tx2"/>
                </a:solidFill>
                <a:latin typeface="Georgia" panose="02040502050405020303" pitchFamily="18" charset="0"/>
                <a:ea typeface="华文新魏" panose="02010800040101010101" pitchFamily="2" charset="-122"/>
              </a:rPr>
              <a:t>典型的学科方法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8</a:t>
            </a:fld>
            <a:endParaRPr lang="zh-CN" altLang="en-US" b="1" i="1" dirty="0">
              <a:solidFill>
                <a:schemeClr val="folHlink"/>
              </a:solidFill>
              <a:latin typeface="Arial Narrow" panose="020B0606020202030204" pitchFamily="34" charset="0"/>
            </a:endParaRPr>
          </a:p>
        </p:txBody>
      </p:sp>
      <p:sp>
        <p:nvSpPr>
          <p:cNvPr id="1433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1434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14341" name="Rectangle 2"/>
          <p:cNvSpPr>
            <a:spLocks noGrp="1"/>
          </p:cNvSpPr>
          <p:nvPr>
            <p:ph type="title"/>
          </p:nvPr>
        </p:nvSpPr>
        <p:spPr/>
        <p:txBody>
          <a:bodyPr vert="horz" wrap="square" lIns="91440" tIns="45720" rIns="91440" bIns="45720" anchor="b" anchorCtr="0"/>
          <a:lstStyle/>
          <a:p>
            <a:pPr eaLnBrk="1" hangingPunct="1"/>
            <a:r>
              <a:rPr lang="zh-CN" altLang="en-US" dirty="0"/>
              <a:t>专业能力培养</a:t>
            </a:r>
          </a:p>
        </p:txBody>
      </p:sp>
      <p:sp>
        <p:nvSpPr>
          <p:cNvPr id="619523" name="Rectangle 3"/>
          <p:cNvSpPr>
            <a:spLocks noGrp="1" noChangeArrowheads="1"/>
          </p:cNvSpPr>
          <p:nvPr>
            <p:ph idx="1"/>
          </p:nvPr>
        </p:nvSpPr>
        <p:spPr>
          <a:xfrm>
            <a:off x="218440" y="1268730"/>
            <a:ext cx="8860155" cy="495681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lang="en-US" altLang="zh-CN" sz="2800" dirty="0">
                <a:solidFill>
                  <a:schemeClr val="tx2"/>
                </a:solidFill>
                <a:latin typeface="宋体" panose="02010600030101010101" pitchFamily="2" charset="-122"/>
                <a:ea typeface="宋体" panose="02010600030101010101" pitchFamily="2" charset="-122"/>
                <a:sym typeface="+mn-ea"/>
              </a:rPr>
              <a:t>4</a:t>
            </a:r>
            <a:r>
              <a:rPr lang="zh-CN" altLang="en-US" sz="2800" dirty="0">
                <a:solidFill>
                  <a:schemeClr val="tx2"/>
                </a:solidFill>
                <a:latin typeface="宋体" panose="02010600030101010101" pitchFamily="2" charset="-122"/>
                <a:ea typeface="宋体" panose="02010600030101010101" pitchFamily="2" charset="-122"/>
                <a:sym typeface="+mn-ea"/>
              </a:rPr>
              <a:t>种基本的专业能力</a:t>
            </a:r>
            <a:endParaRPr lang="zh-CN" altLang="en-US" sz="2800" dirty="0">
              <a:solidFill>
                <a:schemeClr val="tx2"/>
              </a:solidFill>
              <a:latin typeface="宋体" panose="02010600030101010101" pitchFamily="2" charset="-122"/>
              <a:ea typeface="宋体" panose="02010600030101010101" pitchFamily="2" charset="-122"/>
            </a:endParaRPr>
          </a:p>
          <a:p>
            <a:pPr lvl="1"/>
            <a:r>
              <a:rPr lang="zh-CN" altLang="en-US" dirty="0">
                <a:solidFill>
                  <a:schemeClr val="tx2"/>
                </a:solidFill>
                <a:latin typeface="宋体" panose="02010600030101010101" pitchFamily="2" charset="-122"/>
                <a:ea typeface="宋体" panose="02010600030101010101" pitchFamily="2" charset="-122"/>
                <a:sym typeface="+mn-ea"/>
              </a:rPr>
              <a:t>计算思维能力</a:t>
            </a:r>
            <a:endParaRPr lang="zh-CN" altLang="en-US" dirty="0">
              <a:solidFill>
                <a:schemeClr val="tx2"/>
              </a:solidFill>
              <a:latin typeface="宋体" panose="02010600030101010101" pitchFamily="2" charset="-122"/>
              <a:ea typeface="宋体" panose="02010600030101010101" pitchFamily="2" charset="-122"/>
            </a:endParaRPr>
          </a:p>
          <a:p>
            <a:pPr lvl="1"/>
            <a:r>
              <a:rPr lang="zh-CN" altLang="en-US" dirty="0">
                <a:solidFill>
                  <a:schemeClr val="tx2"/>
                </a:solidFill>
                <a:latin typeface="宋体" panose="02010600030101010101" pitchFamily="2" charset="-122"/>
                <a:ea typeface="宋体" panose="02010600030101010101" pitchFamily="2" charset="-122"/>
                <a:sym typeface="+mn-ea"/>
              </a:rPr>
              <a:t>算法的设计与分析能力</a:t>
            </a:r>
            <a:endParaRPr lang="zh-CN" altLang="en-US" dirty="0">
              <a:solidFill>
                <a:schemeClr val="tx2"/>
              </a:solidFill>
              <a:latin typeface="宋体" panose="02010600030101010101" pitchFamily="2" charset="-122"/>
              <a:ea typeface="宋体" panose="02010600030101010101" pitchFamily="2" charset="-122"/>
            </a:endParaRPr>
          </a:p>
          <a:p>
            <a:pPr lvl="1"/>
            <a:r>
              <a:rPr lang="zh-CN" altLang="en-US" dirty="0">
                <a:solidFill>
                  <a:schemeClr val="tx2"/>
                </a:solidFill>
                <a:latin typeface="宋体" panose="02010600030101010101" pitchFamily="2" charset="-122"/>
                <a:ea typeface="宋体" panose="02010600030101010101" pitchFamily="2" charset="-122"/>
                <a:sym typeface="+mn-ea"/>
              </a:rPr>
              <a:t>程序设计和实现能力</a:t>
            </a:r>
            <a:endParaRPr lang="zh-CN" altLang="en-US" dirty="0">
              <a:solidFill>
                <a:schemeClr val="tx2"/>
              </a:solidFill>
              <a:latin typeface="宋体" panose="02010600030101010101" pitchFamily="2" charset="-122"/>
              <a:ea typeface="宋体" panose="02010600030101010101" pitchFamily="2" charset="-122"/>
            </a:endParaRPr>
          </a:p>
          <a:p>
            <a:pPr lvl="1"/>
            <a:r>
              <a:rPr lang="zh-CN" altLang="en-US" dirty="0">
                <a:solidFill>
                  <a:schemeClr val="tx2"/>
                </a:solidFill>
                <a:latin typeface="宋体" panose="02010600030101010101" pitchFamily="2" charset="-122"/>
                <a:ea typeface="宋体" panose="02010600030101010101" pitchFamily="2" charset="-122"/>
                <a:sym typeface="+mn-ea"/>
              </a:rPr>
              <a:t>计算机软硬件系统的认知、分析、设计与应用能力</a:t>
            </a:r>
            <a:endParaRPr lang="zh-CN" altLang="en-US" dirty="0">
              <a:solidFill>
                <a:schemeClr val="tx2"/>
              </a:solidFill>
              <a:latin typeface="宋体" panose="02010600030101010101" pitchFamily="2" charset="-122"/>
              <a:ea typeface="宋体" panose="02010600030101010101" pitchFamily="2" charset="-122"/>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lang="zh-CN" altLang="en-US" sz="2800" dirty="0">
                <a:solidFill>
                  <a:schemeClr val="tx2"/>
                </a:solidFill>
                <a:latin typeface="宋体" panose="02010600030101010101" pitchFamily="2" charset="-122"/>
                <a:ea typeface="宋体" panose="02010600030101010101" pitchFamily="2" charset="-122"/>
                <a:sym typeface="+mn-ea"/>
              </a:rPr>
              <a:t>计算思维能力</a:t>
            </a:r>
            <a:endParaRPr lang="zh-CN" altLang="en-US" sz="2800" dirty="0">
              <a:solidFill>
                <a:schemeClr val="tx2"/>
              </a:solidFill>
              <a:latin typeface="宋体" panose="02010600030101010101" pitchFamily="2" charset="-122"/>
              <a:ea typeface="宋体" panose="02010600030101010101" pitchFamily="2" charset="-122"/>
            </a:endParaRPr>
          </a:p>
          <a:p>
            <a:pPr lvl="1"/>
            <a:r>
              <a:rPr lang="zh-CN" altLang="en-US" dirty="0">
                <a:solidFill>
                  <a:schemeClr val="tx2"/>
                </a:solidFill>
                <a:latin typeface="宋体" panose="02010600030101010101" pitchFamily="2" charset="-122"/>
                <a:ea typeface="宋体" panose="02010600030101010101" pitchFamily="2" charset="-122"/>
                <a:sym typeface="+mn-ea"/>
              </a:rPr>
              <a:t>逻辑思维能力和抽象思维能力</a:t>
            </a:r>
            <a:endParaRPr lang="zh-CN" altLang="en-US" dirty="0">
              <a:solidFill>
                <a:schemeClr val="tx2"/>
              </a:solidFill>
              <a:latin typeface="宋体" panose="02010600030101010101" pitchFamily="2" charset="-122"/>
              <a:ea typeface="宋体" panose="02010600030101010101" pitchFamily="2" charset="-122"/>
            </a:endParaRPr>
          </a:p>
          <a:p>
            <a:pPr lvl="1"/>
            <a:r>
              <a:rPr lang="zh-CN" altLang="en-US" dirty="0">
                <a:solidFill>
                  <a:schemeClr val="tx2"/>
                </a:solidFill>
                <a:latin typeface="宋体" panose="02010600030101010101" pitchFamily="2" charset="-122"/>
                <a:ea typeface="宋体" panose="02010600030101010101" pitchFamily="2" charset="-122"/>
                <a:sym typeface="+mn-ea"/>
              </a:rPr>
              <a:t>构造模型对问题进行形式化描述</a:t>
            </a:r>
            <a:endParaRPr lang="zh-CN" altLang="en-US" dirty="0">
              <a:solidFill>
                <a:schemeClr val="tx2"/>
              </a:solidFill>
              <a:latin typeface="宋体" panose="02010600030101010101" pitchFamily="2" charset="-122"/>
              <a:ea typeface="宋体" panose="02010600030101010101" pitchFamily="2" charset="-122"/>
            </a:endParaRPr>
          </a:p>
          <a:p>
            <a:pPr lvl="1"/>
            <a:r>
              <a:rPr lang="zh-CN" altLang="en-US" dirty="0">
                <a:solidFill>
                  <a:schemeClr val="tx2"/>
                </a:solidFill>
                <a:latin typeface="宋体" panose="02010600030101010101" pitchFamily="2" charset="-122"/>
                <a:ea typeface="宋体" panose="02010600030101010101" pitchFamily="2" charset="-122"/>
                <a:sym typeface="+mn-ea"/>
              </a:rPr>
              <a:t>理解和处理形式模型</a:t>
            </a:r>
            <a:endParaRPr kumimoji="1" lang="zh-CN" altLang="en-US" b="0" i="0" u="none" strike="noStrike" kern="0" cap="none" spc="0" normalizeH="0" baseline="0" noProof="0" dirty="0">
              <a:ln>
                <a:noFill/>
              </a:ln>
              <a:solidFill>
                <a:schemeClr val="tx2"/>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338263" y="417513"/>
            <a:ext cx="7793037" cy="838200"/>
          </a:xfrm>
        </p:spPr>
        <p:txBody>
          <a:bodyPr vert="horz" wrap="square" lIns="91440" tIns="45720" rIns="91440" bIns="45720" anchor="b" anchorCtr="0"/>
          <a:lstStyle/>
          <a:p>
            <a:r>
              <a:rPr lang="en-US" altLang="zh-CN" dirty="0">
                <a:sym typeface="+mn-ea"/>
              </a:rPr>
              <a:t>“</a:t>
            </a:r>
            <a:r>
              <a:rPr lang="zh-CN" altLang="en-US" dirty="0">
                <a:sym typeface="+mn-ea"/>
              </a:rPr>
              <a:t>计算思维</a:t>
            </a:r>
            <a:r>
              <a:rPr lang="en-US" altLang="zh-CN" dirty="0">
                <a:sym typeface="+mn-ea"/>
              </a:rPr>
              <a:t>”</a:t>
            </a:r>
            <a:r>
              <a:rPr lang="zh-CN" altLang="en-US" dirty="0">
                <a:sym typeface="+mn-ea"/>
              </a:rPr>
              <a:t>梯级训练系统</a:t>
            </a:r>
            <a:endParaRPr lang="zh-CN" altLang="en-US" dirty="0"/>
          </a:p>
        </p:txBody>
      </p:sp>
      <p:sp>
        <p:nvSpPr>
          <p:cNvPr id="16387"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sz="1200" b="1" i="1" dirty="0">
                <a:solidFill>
                  <a:srgbClr val="009999"/>
                </a:solidFill>
                <a:latin typeface="Arial Narrow" panose="020B0606020202030204" pitchFamily="34" charset="0"/>
              </a:rPr>
              <a:t>9</a:t>
            </a:fld>
            <a:endParaRPr lang="zh-CN" altLang="en-US" sz="1200" b="1" i="1" dirty="0">
              <a:solidFill>
                <a:srgbClr val="009999"/>
              </a:solidFill>
              <a:latin typeface="Arial Narrow" panose="020B0606020202030204" pitchFamily="34" charset="0"/>
            </a:endParaRPr>
          </a:p>
        </p:txBody>
      </p:sp>
      <p:sp>
        <p:nvSpPr>
          <p:cNvPr id="16388"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sz="1200" b="1" i="1" dirty="0">
                <a:solidFill>
                  <a:srgbClr val="009999"/>
                </a:solidFill>
                <a:latin typeface="Arial Narrow" panose="020B0606020202030204" pitchFamily="34" charset="0"/>
              </a:rPr>
              <a:t>2025/2/24</a:t>
            </a:fld>
            <a:endParaRPr lang="zh-CN" altLang="en-US" sz="1200" b="1" i="1" dirty="0">
              <a:solidFill>
                <a:srgbClr val="009999"/>
              </a:solidFill>
              <a:latin typeface="Arial Narrow" panose="020B0606020202030204" pitchFamily="34" charset="0"/>
            </a:endParaRPr>
          </a:p>
        </p:txBody>
      </p:sp>
      <p:sp>
        <p:nvSpPr>
          <p:cNvPr id="16389"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rgbClr val="009999"/>
                </a:solidFill>
                <a:latin typeface="Arial Narrow" panose="020B0606020202030204" pitchFamily="34" charset="0"/>
              </a:rPr>
              <a:t>School of Computer Science, BUPT</a:t>
            </a:r>
            <a:endParaRPr lang="zh-CN" altLang="en-US" sz="1200" b="1" i="1" dirty="0">
              <a:solidFill>
                <a:srgbClr val="009999"/>
              </a:solidFill>
              <a:latin typeface="Arial Narrow" panose="020B0606020202030204" pitchFamily="34" charset="0"/>
            </a:endParaRPr>
          </a:p>
        </p:txBody>
      </p:sp>
      <p:pic>
        <p:nvPicPr>
          <p:cNvPr id="16390" name="Picture 4" descr="Xs7"/>
          <p:cNvPicPr>
            <a:picLocks noGrp="1" noChangeAspect="1"/>
          </p:cNvPicPr>
          <p:nvPr>
            <p:ph idx="1"/>
          </p:nvPr>
        </p:nvPicPr>
        <p:blipFill>
          <a:blip r:embed="rId2"/>
          <a:srcRect/>
          <a:stretch>
            <a:fillRect/>
          </a:stretch>
        </p:blipFill>
        <p:spPr>
          <a:xfrm>
            <a:off x="568077" y="1570038"/>
            <a:ext cx="8180387" cy="4019550"/>
          </a:xfrm>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995045" y="381000"/>
            <a:ext cx="8148955" cy="838200"/>
          </a:xfrm>
        </p:spPr>
        <p:txBody>
          <a:bodyPr vert="horz" wrap="square" lIns="91440" tIns="45720" rIns="91440" bIns="45720" anchor="b" anchorCtr="0"/>
          <a:lstStyle/>
          <a:p>
            <a:r>
              <a:rPr lang="en-US" altLang="zh-CN" sz="3600" dirty="0"/>
              <a:t>What is Discrete Mathematics?</a:t>
            </a:r>
          </a:p>
        </p:txBody>
      </p:sp>
      <p:sp>
        <p:nvSpPr>
          <p:cNvPr id="3" name="Content Placeholder 2"/>
          <p:cNvSpPr>
            <a:spLocks noGrp="1"/>
          </p:cNvSpPr>
          <p:nvPr>
            <p:ph idx="1"/>
          </p:nvPr>
        </p:nvSpPr>
        <p:spPr>
          <a:xfrm>
            <a:off x="323215" y="1412875"/>
            <a:ext cx="8716010" cy="468503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Discrete mathematics is the part of mathematics devoted to the study of </a:t>
            </a:r>
            <a:r>
              <a:rPr kumimoji="1" lang="en-US"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discrete </a:t>
            </a:r>
            <a:r>
              <a:rPr kumimoji="1" 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(as opposed to </a:t>
            </a:r>
            <a:r>
              <a:rPr kumimoji="1" lang="en-US"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continuous</a:t>
            </a:r>
            <a:r>
              <a:rPr kumimoji="1" 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rPr>
              <a:t>) objects.</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lang="en-US" sz="2400" dirty="0">
                <a:latin typeface="Times New Roman" panose="02020603050405020304" pitchFamily="18" charset="0"/>
                <a:cs typeface="Times New Roman" panose="02020603050405020304" pitchFamily="18" charset="0"/>
                <a:sym typeface="+mn-ea"/>
              </a:rPr>
              <a:t>Calculus deals with continuous objects and is not part of discrete mathematics.  </a:t>
            </a:r>
            <a:endParaRPr lang="en-US" sz="24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lang="en-US" sz="2400" dirty="0">
                <a:latin typeface="Times New Roman" panose="02020603050405020304" pitchFamily="18" charset="0"/>
                <a:cs typeface="Times New Roman" panose="02020603050405020304" pitchFamily="18" charset="0"/>
                <a:sym typeface="+mn-ea"/>
              </a:rPr>
              <a:t>Examples of discrete objects: integers, steps taken by a computer program, distinct paths to travel from point A to point B on a map along a road network, ways to pick a winning set of numbers in a lottery.</a:t>
            </a:r>
            <a:endParaRPr lang="en-US" sz="24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lang="en-US" sz="2400" dirty="0">
                <a:latin typeface="Times New Roman" panose="02020603050405020304" pitchFamily="18" charset="0"/>
                <a:cs typeface="Times New Roman" panose="02020603050405020304" pitchFamily="18" charset="0"/>
                <a:sym typeface="+mn-ea"/>
              </a:rPr>
              <a:t>A course in discrete mathematics provides the </a:t>
            </a:r>
            <a:r>
              <a:rPr lang="en-US" sz="2400" dirty="0">
                <a:solidFill>
                  <a:srgbClr val="FF0000"/>
                </a:solidFill>
                <a:effectLst/>
                <a:latin typeface="Times New Roman" panose="02020603050405020304" pitchFamily="18" charset="0"/>
                <a:cs typeface="Times New Roman" panose="02020603050405020304" pitchFamily="18" charset="0"/>
                <a:sym typeface="+mn-ea"/>
              </a:rPr>
              <a:t>mathematical backgroun</a:t>
            </a:r>
            <a:r>
              <a:rPr lang="en-US" sz="2400" dirty="0">
                <a:solidFill>
                  <a:srgbClr val="FF0000"/>
                </a:solidFill>
                <a:latin typeface="Times New Roman" panose="02020603050405020304" pitchFamily="18" charset="0"/>
                <a:cs typeface="Times New Roman" panose="02020603050405020304" pitchFamily="18" charset="0"/>
                <a:sym typeface="+mn-ea"/>
              </a:rPr>
              <a:t>d</a:t>
            </a:r>
            <a:r>
              <a:rPr lang="en-US" sz="2400" dirty="0">
                <a:latin typeface="Times New Roman" panose="02020603050405020304" pitchFamily="18" charset="0"/>
                <a:cs typeface="Times New Roman" panose="02020603050405020304" pitchFamily="18" charset="0"/>
                <a:sym typeface="+mn-ea"/>
              </a:rPr>
              <a:t> needed for all subsequent courses in computer science and for all subsequent courses in the many branches of discrete mathematics.</a:t>
            </a:r>
            <a:endParaRPr kumimoji="1" 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chemeClr val="folHlink"/>
                </a:solidFill>
                <a:latin typeface="Arial Narrow" panose="020B0606020202030204" pitchFamily="34" charset="0"/>
                <a:cs typeface="Times New Roman" panose="02020603050405020304" pitchFamily="18" charset="0"/>
              </a:rPr>
              <a:t>11</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1433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1434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chemeClr val="folHlink"/>
                </a:solidFill>
                <a:latin typeface="Arial Narrow" panose="020B0606020202030204" pitchFamily="34" charset="0"/>
                <a:cs typeface="Times New Roman" panose="02020603050405020304" pitchFamily="18" charset="0"/>
              </a:rPr>
              <a:t>School of Computer Science, BUPT </a:t>
            </a:r>
            <a:endParaRPr lang="zh-CN" altLang="en-US" sz="1200" b="1" i="1" dirty="0">
              <a:solidFill>
                <a:schemeClr val="folHlink"/>
              </a:solidFill>
              <a:latin typeface="Arial Narrow" panose="020B0606020202030204" pitchFamily="34" charset="0"/>
              <a:ea typeface="Times New Roman" panose="02020603050405020304" pitchFamily="18" charset="0"/>
            </a:endParaRPr>
          </a:p>
        </p:txBody>
      </p:sp>
      <p:sp>
        <p:nvSpPr>
          <p:cNvPr id="14341" name="Rectangle 2"/>
          <p:cNvSpPr>
            <a:spLocks noGrp="1"/>
          </p:cNvSpPr>
          <p:nvPr>
            <p:ph type="title"/>
          </p:nvPr>
        </p:nvSpPr>
        <p:spPr>
          <a:xfrm>
            <a:off x="1115378" y="332423"/>
            <a:ext cx="7612062" cy="723900"/>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Why Study Discrete Math?</a:t>
            </a:r>
          </a:p>
        </p:txBody>
      </p:sp>
      <p:sp>
        <p:nvSpPr>
          <p:cNvPr id="14342" name="Rectangle 3"/>
          <p:cNvSpPr>
            <a:spLocks noGrp="1"/>
          </p:cNvSpPr>
          <p:nvPr>
            <p:ph idx="1"/>
          </p:nvPr>
        </p:nvSpPr>
        <p:spPr>
          <a:xfrm>
            <a:off x="682943" y="1484630"/>
            <a:ext cx="8189912" cy="5016500"/>
          </a:xfrm>
        </p:spPr>
        <p:txBody>
          <a:bodyPr vert="horz" wrap="square" lIns="91440" tIns="45720" rIns="91440" bIns="45720" anchor="t" anchorCtr="0"/>
          <a:lstStyle/>
          <a:p>
            <a:pPr marL="323850" indent="-323850" eaLnBrk="1" hangingPunct="1">
              <a:spcBef>
                <a:spcPct val="0"/>
              </a:spcBef>
              <a:spcAft>
                <a:spcPts val="1200"/>
              </a:spcAft>
            </a:pPr>
            <a:r>
              <a:rPr lang="en-US" altLang="zh-CN" sz="2800" dirty="0">
                <a:latin typeface="Times New Roman" panose="02020603050405020304" pitchFamily="18" charset="0"/>
                <a:cs typeface="Times New Roman" panose="02020603050405020304" pitchFamily="18" charset="0"/>
              </a:rPr>
              <a:t>The basis of all of digital information processing is: </a:t>
            </a:r>
            <a:r>
              <a:rPr lang="en-US" altLang="zh-CN" sz="2800" i="1" dirty="0">
                <a:solidFill>
                  <a:srgbClr val="FF0000"/>
                </a:solidFill>
                <a:latin typeface="Times New Roman" panose="02020603050405020304" pitchFamily="18" charset="0"/>
                <a:cs typeface="Times New Roman" panose="02020603050405020304" pitchFamily="18" charset="0"/>
              </a:rPr>
              <a:t>Discrete manipulations of discrete structures </a:t>
            </a:r>
            <a:r>
              <a:rPr lang="en-US" altLang="zh-CN" sz="2800" i="1" dirty="0">
                <a:latin typeface="Times New Roman" panose="02020603050405020304" pitchFamily="18" charset="0"/>
                <a:cs typeface="Times New Roman" panose="02020603050405020304" pitchFamily="18" charset="0"/>
              </a:rPr>
              <a:t>represented in memory.</a:t>
            </a:r>
          </a:p>
          <a:p>
            <a:pPr marL="323850" indent="-323850" eaLnBrk="1" hangingPunct="1">
              <a:spcBef>
                <a:spcPct val="0"/>
              </a:spcBef>
              <a:spcAft>
                <a:spcPts val="1200"/>
              </a:spcAft>
            </a:pPr>
            <a:r>
              <a:rPr lang="en-US" altLang="zh-CN" sz="2800" dirty="0">
                <a:latin typeface="Times New Roman" panose="02020603050405020304" pitchFamily="18" charset="0"/>
                <a:cs typeface="Times New Roman" panose="02020603050405020304" pitchFamily="18" charset="0"/>
              </a:rPr>
              <a:t>It’s the basic language and conceptual foundation for all of computer science.</a:t>
            </a:r>
          </a:p>
          <a:p>
            <a:pPr marL="323850" indent="-323850" eaLnBrk="1" hangingPunct="1">
              <a:spcBef>
                <a:spcPct val="0"/>
              </a:spcBef>
              <a:spcAft>
                <a:spcPts val="1200"/>
              </a:spcAft>
            </a:pPr>
            <a:r>
              <a:rPr lang="en-US" altLang="zh-CN" sz="2800" dirty="0">
                <a:latin typeface="Times New Roman" panose="02020603050405020304" pitchFamily="18" charset="0"/>
                <a:cs typeface="Times New Roman" panose="02020603050405020304" pitchFamily="18" charset="0"/>
              </a:rPr>
              <a:t>Discrete math concepts are also widely used throughout math, science, engineering, economics, biology, </a:t>
            </a:r>
            <a:r>
              <a:rPr lang="en-US" altLang="zh-CN" sz="2800" i="1" dirty="0">
                <a:latin typeface="Times New Roman" panose="02020603050405020304" pitchFamily="18" charset="0"/>
                <a:cs typeface="Times New Roman" panose="02020603050405020304" pitchFamily="18" charset="0"/>
              </a:rPr>
              <a:t>etc.</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ea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marL="323850" indent="-323850" eaLnBrk="1" hangingPunct="1">
              <a:spcBef>
                <a:spcPct val="0"/>
              </a:spcBef>
              <a:spcAft>
                <a:spcPts val="1200"/>
              </a:spcAft>
            </a:pPr>
            <a:r>
              <a:rPr lang="en-US" altLang="zh-CN" sz="2800" dirty="0">
                <a:latin typeface="Times New Roman" panose="02020603050405020304" pitchFamily="18" charset="0"/>
                <a:cs typeface="Times New Roman" panose="02020603050405020304" pitchFamily="18" charset="0"/>
              </a:rPr>
              <a:t>A generally useful tool for rational thought!</a:t>
            </a:r>
            <a:endParaRPr lang="en-US" altLang="zh-CN" sz="28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4"/>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chemeClr val="folHlink"/>
                </a:solidFill>
                <a:latin typeface="Arial Narrow" panose="020B0606020202030204" pitchFamily="34" charset="0"/>
                <a:cs typeface="Times New Roman" panose="02020603050405020304" pitchFamily="18" charset="0"/>
              </a:rPr>
              <a:t>12</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17411" name="日期占位符 5"/>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17412" name="页脚占位符 6"/>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chemeClr val="folHlink"/>
                </a:solidFill>
                <a:latin typeface="Arial Narrow" panose="020B0606020202030204" pitchFamily="34" charset="0"/>
                <a:cs typeface="Times New Roman" panose="02020603050405020304" pitchFamily="18" charset="0"/>
              </a:rPr>
              <a:t>School of Computer Science, BUPT </a:t>
            </a:r>
            <a:endParaRPr lang="zh-CN" altLang="en-US" sz="1200" b="1" i="1" dirty="0">
              <a:solidFill>
                <a:schemeClr val="folHlink"/>
              </a:solidFill>
              <a:latin typeface="Arial Narrow" panose="020B0606020202030204" pitchFamily="34" charset="0"/>
              <a:ea typeface="Times New Roman" panose="02020603050405020304" pitchFamily="18" charset="0"/>
            </a:endParaRPr>
          </a:p>
        </p:txBody>
      </p:sp>
      <p:sp>
        <p:nvSpPr>
          <p:cNvPr id="17413" name="Rectangle 2"/>
          <p:cNvSpPr>
            <a:spLocks noGrp="1"/>
          </p:cNvSpPr>
          <p:nvPr>
            <p:ph type="title"/>
          </p:nvPr>
        </p:nvSpPr>
        <p:spPr>
          <a:xfrm>
            <a:off x="1115378" y="404813"/>
            <a:ext cx="7659687" cy="838200"/>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Uses in Computer Science</a:t>
            </a:r>
          </a:p>
        </p:txBody>
      </p:sp>
      <p:sp>
        <p:nvSpPr>
          <p:cNvPr id="17414" name="Rectangle 3"/>
          <p:cNvSpPr>
            <a:spLocks noGrp="1"/>
          </p:cNvSpPr>
          <p:nvPr>
            <p:ph sz="half" idx="1"/>
          </p:nvPr>
        </p:nvSpPr>
        <p:spPr>
          <a:xfrm>
            <a:off x="755333" y="1485583"/>
            <a:ext cx="3884612" cy="4684712"/>
          </a:xfrm>
        </p:spPr>
        <p:txBody>
          <a:bodyPr vert="horz" wrap="square" lIns="91440" tIns="45720" rIns="91440" bIns="45720" anchor="t" anchorCtr="0"/>
          <a:lstStyle/>
          <a:p>
            <a:pPr eaLnBrk="1" hangingPunct="1">
              <a:spcAft>
                <a:spcPts val="600"/>
              </a:spcAft>
              <a:buSzPct val="60000"/>
            </a:pPr>
            <a:r>
              <a:rPr lang="en-US" altLang="zh-CN" dirty="0">
                <a:latin typeface="Times New Roman" panose="02020603050405020304" pitchFamily="18" charset="0"/>
                <a:ea typeface="+mn-ea"/>
                <a:cs typeface="Times New Roman" panose="02020603050405020304" pitchFamily="18" charset="0"/>
              </a:rPr>
              <a:t>Advanced algorithms &amp; data structures</a:t>
            </a:r>
          </a:p>
          <a:p>
            <a:pPr eaLnBrk="1" hangingPunct="1">
              <a:spcAft>
                <a:spcPts val="600"/>
              </a:spcAft>
              <a:buSzPct val="60000"/>
            </a:pPr>
            <a:r>
              <a:rPr lang="en-US" altLang="zh-CN" dirty="0">
                <a:latin typeface="Times New Roman" panose="02020603050405020304" pitchFamily="18" charset="0"/>
                <a:ea typeface="+mn-ea"/>
                <a:cs typeface="Times New Roman" panose="02020603050405020304" pitchFamily="18" charset="0"/>
              </a:rPr>
              <a:t>Programming language compilers &amp; interpreters.</a:t>
            </a:r>
          </a:p>
          <a:p>
            <a:pPr eaLnBrk="1" hangingPunct="1">
              <a:spcAft>
                <a:spcPts val="600"/>
              </a:spcAft>
              <a:buSzPct val="60000"/>
            </a:pPr>
            <a:r>
              <a:rPr lang="en-US" altLang="zh-CN" dirty="0">
                <a:latin typeface="Times New Roman" panose="02020603050405020304" pitchFamily="18" charset="0"/>
                <a:ea typeface="+mn-ea"/>
                <a:cs typeface="Times New Roman" panose="02020603050405020304" pitchFamily="18" charset="0"/>
              </a:rPr>
              <a:t>Computer networks</a:t>
            </a:r>
          </a:p>
          <a:p>
            <a:pPr eaLnBrk="1" hangingPunct="1">
              <a:spcAft>
                <a:spcPts val="600"/>
              </a:spcAft>
              <a:buSzPct val="60000"/>
            </a:pPr>
            <a:r>
              <a:rPr lang="en-US" altLang="zh-CN" dirty="0">
                <a:latin typeface="Times New Roman" panose="02020603050405020304" pitchFamily="18" charset="0"/>
                <a:ea typeface="+mn-ea"/>
                <a:cs typeface="Times New Roman" panose="02020603050405020304" pitchFamily="18" charset="0"/>
              </a:rPr>
              <a:t>Operating systems</a:t>
            </a:r>
          </a:p>
          <a:p>
            <a:pPr eaLnBrk="1" hangingPunct="1">
              <a:spcAft>
                <a:spcPts val="600"/>
              </a:spcAft>
              <a:buSzPct val="60000"/>
            </a:pPr>
            <a:r>
              <a:rPr lang="en-US" altLang="zh-CN" dirty="0">
                <a:latin typeface="Times New Roman" panose="02020603050405020304" pitchFamily="18" charset="0"/>
                <a:ea typeface="+mn-ea"/>
                <a:cs typeface="Times New Roman" panose="02020603050405020304" pitchFamily="18" charset="0"/>
              </a:rPr>
              <a:t>Computer architecture</a:t>
            </a:r>
          </a:p>
        </p:txBody>
      </p:sp>
      <p:sp>
        <p:nvSpPr>
          <p:cNvPr id="22535" name="Rectangle 4"/>
          <p:cNvSpPr>
            <a:spLocks noGrp="1" noChangeArrowheads="1"/>
          </p:cNvSpPr>
          <p:nvPr>
            <p:ph sz="half" idx="2"/>
          </p:nvPr>
        </p:nvSpPr>
        <p:spPr>
          <a:xfrm>
            <a:off x="4931728" y="1414145"/>
            <a:ext cx="4014788" cy="468471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ts val="600"/>
              </a:spcAft>
              <a:buClr>
                <a:schemeClr val="folHlink"/>
              </a:buClr>
              <a:buSzPct val="60000"/>
              <a:buFont typeface="Wingdings" panose="05000000000000000000" pitchFamily="2" charset="2"/>
              <a:buChar char="n"/>
              <a:defRPr/>
            </a:pPr>
            <a:r>
              <a:rPr kumimoji="1" lang="en-US" altLang="zh-CN" b="0"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Database management systems</a:t>
            </a:r>
          </a:p>
          <a:p>
            <a:pPr marL="342900" marR="0" lvl="0" indent="-342900" algn="l" defTabSz="914400" rtl="0" eaLnBrk="1" fontAlgn="base" latinLnBrk="0" hangingPunct="1">
              <a:lnSpc>
                <a:spcPct val="100000"/>
              </a:lnSpc>
              <a:spcBef>
                <a:spcPct val="20000"/>
              </a:spcBef>
              <a:spcAft>
                <a:spcPts val="600"/>
              </a:spcAft>
              <a:buClr>
                <a:schemeClr val="folHlink"/>
              </a:buClr>
              <a:buSzPct val="60000"/>
              <a:buFont typeface="Wingdings" panose="05000000000000000000" pitchFamily="2" charset="2"/>
              <a:buChar char="n"/>
              <a:defRPr/>
            </a:pPr>
            <a:r>
              <a:rPr kumimoji="1" lang="en-US" altLang="zh-CN" b="0"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Cryptography</a:t>
            </a:r>
          </a:p>
          <a:p>
            <a:pPr marL="342900" marR="0" lvl="0" indent="-342900" algn="l" defTabSz="914400" rtl="0" eaLnBrk="1" fontAlgn="base" latinLnBrk="0" hangingPunct="1">
              <a:lnSpc>
                <a:spcPct val="100000"/>
              </a:lnSpc>
              <a:spcBef>
                <a:spcPct val="20000"/>
              </a:spcBef>
              <a:spcAft>
                <a:spcPts val="600"/>
              </a:spcAft>
              <a:buClr>
                <a:schemeClr val="folHlink"/>
              </a:buClr>
              <a:buSzPct val="60000"/>
              <a:buFont typeface="Wingdings" panose="05000000000000000000" pitchFamily="2" charset="2"/>
              <a:buChar char="n"/>
              <a:defRPr/>
            </a:pPr>
            <a:r>
              <a:rPr kumimoji="1" lang="en-US" altLang="zh-CN" b="0"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Error correction codes</a:t>
            </a:r>
          </a:p>
          <a:p>
            <a:pPr marL="342900" marR="0" lvl="0" indent="-342900" algn="l" defTabSz="914400" rtl="0" eaLnBrk="1" fontAlgn="base" latinLnBrk="0" hangingPunct="1">
              <a:lnSpc>
                <a:spcPct val="100000"/>
              </a:lnSpc>
              <a:spcBef>
                <a:spcPct val="20000"/>
              </a:spcBef>
              <a:spcAft>
                <a:spcPts val="600"/>
              </a:spcAft>
              <a:buClr>
                <a:schemeClr val="folHlink"/>
              </a:buClr>
              <a:buSzPct val="60000"/>
              <a:buFont typeface="Wingdings" panose="05000000000000000000" pitchFamily="2" charset="2"/>
              <a:buChar char="n"/>
              <a:defRPr/>
            </a:pPr>
            <a:r>
              <a:rPr kumimoji="1" lang="en-US" altLang="zh-CN" b="0"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Graphics &amp; animation algorithms</a:t>
            </a:r>
          </a:p>
          <a:p>
            <a:pPr marL="342900" marR="0" lvl="0" indent="-342900" algn="l" defTabSz="914400" rtl="0" eaLnBrk="1" fontAlgn="base" latinLnBrk="0" hangingPunct="1">
              <a:lnSpc>
                <a:spcPct val="100000"/>
              </a:lnSpc>
              <a:spcBef>
                <a:spcPct val="20000"/>
              </a:spcBef>
              <a:spcAft>
                <a:spcPts val="600"/>
              </a:spcAft>
              <a:buClr>
                <a:schemeClr val="folHlink"/>
              </a:buClr>
              <a:buSzPct val="60000"/>
              <a:buFont typeface="Wingdings" panose="05000000000000000000" pitchFamily="2" charset="2"/>
              <a:buChar char="n"/>
              <a:defRPr/>
            </a:pPr>
            <a:r>
              <a:rPr kumimoji="1" lang="en-US" altLang="zh-CN" b="0"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game engines, </a:t>
            </a:r>
            <a:r>
              <a:rPr kumimoji="1" lang="en-US" altLang="zh-CN" b="0" i="1"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etc.</a:t>
            </a:r>
            <a:r>
              <a:rPr kumimoji="1" lang="en-US" altLang="zh-CN" b="0"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 </a:t>
            </a:r>
          </a:p>
          <a:p>
            <a:pPr marL="342900" marR="0" lvl="0" indent="-342900" algn="l" defTabSz="914400" rtl="0" eaLnBrk="1" fontAlgn="base" latinLnBrk="0" hangingPunct="1">
              <a:lnSpc>
                <a:spcPct val="100000"/>
              </a:lnSpc>
              <a:spcBef>
                <a:spcPct val="20000"/>
              </a:spcBef>
              <a:spcAft>
                <a:spcPts val="600"/>
              </a:spcAft>
              <a:buClr>
                <a:schemeClr val="folHlink"/>
              </a:buClr>
              <a:buSzPct val="60000"/>
              <a:buFont typeface="Wingdings" panose="05000000000000000000" pitchFamily="2" charset="2"/>
              <a:buChar char="n"/>
              <a:defRPr/>
            </a:pPr>
            <a:endParaRPr kumimoji="1" lang="en-US" altLang="zh-CN" b="0"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ts val="600"/>
              </a:spcAft>
              <a:buClr>
                <a:schemeClr val="folHlink"/>
              </a:buClr>
              <a:buSzPct val="60000"/>
              <a:buFont typeface="Wingdings" panose="05000000000000000000" pitchFamily="2" charset="2"/>
              <a:buNone/>
              <a:defRPr/>
            </a:pPr>
            <a:r>
              <a:rPr kumimoji="1" lang="en-US" altLang="zh-CN" b="1" i="1"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almost the whole fields!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305" y="45085"/>
            <a:ext cx="7813040" cy="1188720"/>
          </a:xfrm>
        </p:spPr>
        <p:txBody>
          <a:bodyPr/>
          <a:lstStyle/>
          <a:p>
            <a:r>
              <a:rPr lang="en-US" altLang="zh-CN" sz="3600" dirty="0">
                <a:solidFill>
                  <a:schemeClr val="tx2"/>
                </a:solidFill>
                <a:latin typeface="Copperplate Gothic Bold" panose="020E0705020206020404" pitchFamily="34" charset="0"/>
                <a:cs typeface="+mj-cs"/>
              </a:rPr>
              <a:t>Kinds of Problems Solved Using Discrete Mathematics </a:t>
            </a:r>
          </a:p>
        </p:txBody>
      </p:sp>
      <p:sp>
        <p:nvSpPr>
          <p:cNvPr id="3" name="Content Placeholder 2"/>
          <p:cNvSpPr>
            <a:spLocks noGrp="1"/>
          </p:cNvSpPr>
          <p:nvPr>
            <p:ph idx="1"/>
          </p:nvPr>
        </p:nvSpPr>
        <p:spPr/>
        <p:txBody>
          <a:bodyPr/>
          <a:lstStyle/>
          <a:p>
            <a:pPr marL="457200" indent="-457200">
              <a:spcBef>
                <a:spcPts val="600"/>
              </a:spcBef>
              <a:buFont typeface="Wingdings" panose="05000000000000000000" charset="0"/>
              <a:buChar char="n"/>
            </a:pPr>
            <a:r>
              <a:rPr lang="en-US" sz="2800" dirty="0">
                <a:latin typeface="Times New Roman" panose="02020603050405020304" pitchFamily="18" charset="0"/>
                <a:cs typeface="Times New Roman" panose="02020603050405020304" pitchFamily="18" charset="0"/>
              </a:rPr>
              <a:t>How many ways can a  password be chosen following specific rules?</a:t>
            </a:r>
          </a:p>
          <a:p>
            <a:pPr marL="457200" indent="-457200">
              <a:spcBef>
                <a:spcPts val="600"/>
              </a:spcBef>
              <a:buFont typeface="Wingdings" panose="05000000000000000000" charset="0"/>
              <a:buChar char="n"/>
            </a:pPr>
            <a:r>
              <a:rPr lang="en-US" sz="2800" dirty="0">
                <a:latin typeface="Times New Roman" panose="02020603050405020304" pitchFamily="18" charset="0"/>
                <a:cs typeface="Times New Roman" panose="02020603050405020304" pitchFamily="18" charset="0"/>
              </a:rPr>
              <a:t>How many valid Internet addresses are there?</a:t>
            </a:r>
          </a:p>
          <a:p>
            <a:pPr marL="457200" indent="-457200">
              <a:spcBef>
                <a:spcPts val="600"/>
              </a:spcBef>
              <a:buFont typeface="Wingdings" panose="05000000000000000000" charset="0"/>
              <a:buChar char="n"/>
            </a:pPr>
            <a:r>
              <a:rPr lang="en-US" sz="2800" dirty="0">
                <a:latin typeface="Times New Roman" panose="02020603050405020304" pitchFamily="18" charset="0"/>
                <a:cs typeface="Times New Roman" panose="02020603050405020304" pitchFamily="18" charset="0"/>
              </a:rPr>
              <a:t>What is the probability of winning a particular lottery?</a:t>
            </a:r>
          </a:p>
          <a:p>
            <a:pPr marL="457200" indent="-457200">
              <a:spcBef>
                <a:spcPts val="600"/>
              </a:spcBef>
              <a:buFont typeface="Wingdings" panose="05000000000000000000" charset="0"/>
              <a:buChar char="n"/>
            </a:pPr>
            <a:r>
              <a:rPr lang="en-US" sz="2800" dirty="0">
                <a:latin typeface="Times New Roman" panose="02020603050405020304" pitchFamily="18" charset="0"/>
                <a:cs typeface="Times New Roman" panose="02020603050405020304" pitchFamily="18" charset="0"/>
              </a:rPr>
              <a:t>Is there a link between two computers in a network?</a:t>
            </a:r>
          </a:p>
          <a:p>
            <a:pPr marL="457200" indent="-457200">
              <a:spcBef>
                <a:spcPts val="600"/>
              </a:spcBef>
              <a:buFont typeface="Wingdings" panose="05000000000000000000" charset="0"/>
              <a:buChar char="n"/>
            </a:pPr>
            <a:r>
              <a:rPr lang="en-US" sz="2800" dirty="0">
                <a:latin typeface="Times New Roman" panose="02020603050405020304" pitchFamily="18" charset="0"/>
                <a:cs typeface="Times New Roman" panose="02020603050405020304" pitchFamily="18" charset="0"/>
              </a:rPr>
              <a:t>How can I identify spam email messages?</a:t>
            </a:r>
          </a:p>
          <a:p>
            <a:pPr marL="457200" indent="-457200">
              <a:spcBef>
                <a:spcPts val="600"/>
              </a:spcBef>
              <a:buFont typeface="Wingdings" panose="05000000000000000000" charset="0"/>
              <a:buChar char="n"/>
            </a:pPr>
            <a:r>
              <a:rPr lang="en-US" sz="2800" dirty="0">
                <a:latin typeface="Times New Roman" panose="02020603050405020304" pitchFamily="18" charset="0"/>
                <a:cs typeface="Times New Roman" panose="02020603050405020304" pitchFamily="18" charset="0"/>
              </a:rPr>
              <a:t>How can I encrypt a message so that no unintended recipient can read it?</a:t>
            </a:r>
          </a:p>
          <a:p>
            <a:pPr marL="457200" indent="-457200">
              <a:spcBef>
                <a:spcPts val="600"/>
              </a:spcBef>
              <a:buFont typeface="Wingdings" panose="05000000000000000000" charset="0"/>
              <a:buChar char="n"/>
            </a:pPr>
            <a:r>
              <a:rPr lang="en-US" sz="2800" dirty="0">
                <a:latin typeface="Times New Roman" panose="02020603050405020304" pitchFamily="18" charset="0"/>
                <a:cs typeface="Times New Roman" panose="02020603050405020304" pitchFamily="18" charset="0"/>
              </a:rPr>
              <a:t>How can we build </a:t>
            </a:r>
            <a:r>
              <a:rPr lang="en-US" sz="2800">
                <a:latin typeface="Times New Roman" panose="02020603050405020304" pitchFamily="18" charset="0"/>
                <a:cs typeface="Times New Roman" panose="02020603050405020304" pitchFamily="18" charset="0"/>
              </a:rPr>
              <a:t>a circuit </a:t>
            </a:r>
            <a:r>
              <a:rPr lang="en-US" sz="2800" dirty="0">
                <a:latin typeface="Times New Roman" panose="02020603050405020304" pitchFamily="18" charset="0"/>
                <a:cs typeface="Times New Roman" panose="02020603050405020304" pitchFamily="18" charset="0"/>
              </a:rPr>
              <a:t>that adds two integers?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5870" y="44450"/>
            <a:ext cx="7898130" cy="1188720"/>
          </a:xfrm>
        </p:spPr>
        <p:txBody>
          <a:bodyPr/>
          <a:lstStyle/>
          <a:p>
            <a:r>
              <a:rPr lang="en-US" altLang="zh-CN" sz="3600" dirty="0">
                <a:solidFill>
                  <a:schemeClr val="tx2"/>
                </a:solidFill>
                <a:latin typeface="Copperplate Gothic Bold" panose="020E0705020206020404" pitchFamily="34" charset="0"/>
                <a:cs typeface="+mj-cs"/>
              </a:rPr>
              <a:t>Kinds of Problems Solved Using Discrete Mathematics </a:t>
            </a:r>
          </a:p>
        </p:txBody>
      </p:sp>
      <p:sp>
        <p:nvSpPr>
          <p:cNvPr id="3" name="Content Placeholder 2"/>
          <p:cNvSpPr>
            <a:spLocks noGrp="1"/>
          </p:cNvSpPr>
          <p:nvPr>
            <p:ph idx="1"/>
          </p:nvPr>
        </p:nvSpPr>
        <p:spPr>
          <a:xfrm>
            <a:off x="323850" y="1268730"/>
            <a:ext cx="8498205" cy="5257800"/>
          </a:xfrm>
        </p:spPr>
        <p:txBody>
          <a:bodyPr/>
          <a:lstStyle/>
          <a:p>
            <a:pPr marL="342900" indent="-342900">
              <a:spcBef>
                <a:spcPts val="500"/>
              </a:spcBef>
              <a:buFont typeface="Wingdings" panose="05000000000000000000" charset="0"/>
              <a:buChar char="n"/>
            </a:pPr>
            <a:r>
              <a:rPr lang="en-US" sz="2400" dirty="0">
                <a:latin typeface="Times New Roman" panose="02020603050405020304" pitchFamily="18" charset="0"/>
                <a:cs typeface="Times New Roman" panose="02020603050405020304" pitchFamily="18" charset="0"/>
              </a:rPr>
              <a:t>What is the shortest path between two cities using a transportation system?</a:t>
            </a:r>
          </a:p>
          <a:p>
            <a:pPr marL="342900" indent="-342900">
              <a:spcBef>
                <a:spcPts val="500"/>
              </a:spcBef>
              <a:buFont typeface="Wingdings" panose="05000000000000000000" charset="0"/>
              <a:buChar char="n"/>
            </a:pPr>
            <a:r>
              <a:rPr lang="en-US" sz="2400" dirty="0">
                <a:latin typeface="Times New Roman" panose="02020603050405020304" pitchFamily="18" charset="0"/>
                <a:cs typeface="Times New Roman" panose="02020603050405020304" pitchFamily="18" charset="0"/>
              </a:rPr>
              <a:t>Find the shortest tour that visits each of a group of cities only once and then ends in the starting city.</a:t>
            </a:r>
          </a:p>
          <a:p>
            <a:pPr marL="342900" indent="-342900">
              <a:spcBef>
                <a:spcPts val="500"/>
              </a:spcBef>
              <a:buFont typeface="Wingdings" panose="05000000000000000000" charset="0"/>
              <a:buChar char="n"/>
            </a:pPr>
            <a:r>
              <a:rPr lang="en-US" sz="2400" dirty="0">
                <a:latin typeface="Times New Roman" panose="02020603050405020304" pitchFamily="18" charset="0"/>
                <a:cs typeface="Times New Roman" panose="02020603050405020304" pitchFamily="18" charset="0"/>
              </a:rPr>
              <a:t>How can we represent English sentences so that a computer can reason with them?</a:t>
            </a:r>
          </a:p>
          <a:p>
            <a:pPr marL="342900" indent="-342900">
              <a:spcBef>
                <a:spcPts val="500"/>
              </a:spcBef>
              <a:buFont typeface="Wingdings" panose="05000000000000000000" charset="0"/>
              <a:buChar char="n"/>
            </a:pPr>
            <a:r>
              <a:rPr lang="en-US" sz="2400" dirty="0">
                <a:latin typeface="Times New Roman" panose="02020603050405020304" pitchFamily="18" charset="0"/>
                <a:cs typeface="Times New Roman" panose="02020603050405020304" pitchFamily="18" charset="0"/>
              </a:rPr>
              <a:t>How can we prove that there are infinitely many prime numbers?</a:t>
            </a:r>
          </a:p>
          <a:p>
            <a:pPr marL="342900" indent="-342900">
              <a:spcBef>
                <a:spcPts val="500"/>
              </a:spcBef>
              <a:buFont typeface="Wingdings" panose="05000000000000000000" charset="0"/>
              <a:buChar char="n"/>
            </a:pPr>
            <a:r>
              <a:rPr lang="en-US" sz="2400" dirty="0">
                <a:latin typeface="Times New Roman" panose="02020603050405020304" pitchFamily="18" charset="0"/>
                <a:cs typeface="Times New Roman" panose="02020603050405020304" pitchFamily="18" charset="0"/>
              </a:rPr>
              <a:t>How can a list of integers be sorted so that  the integers are in increasing order?</a:t>
            </a:r>
          </a:p>
          <a:p>
            <a:pPr marL="342900" indent="-342900">
              <a:spcBef>
                <a:spcPts val="500"/>
              </a:spcBef>
              <a:buFont typeface="Wingdings" panose="05000000000000000000" charset="0"/>
              <a:buChar char="n"/>
            </a:pPr>
            <a:r>
              <a:rPr lang="en-US" sz="2400" dirty="0">
                <a:latin typeface="Times New Roman" panose="02020603050405020304" pitchFamily="18" charset="0"/>
                <a:cs typeface="Times New Roman" panose="02020603050405020304" pitchFamily="18" charset="0"/>
              </a:rPr>
              <a:t>How many steps are required to do such a sorting?</a:t>
            </a:r>
          </a:p>
          <a:p>
            <a:pPr marL="342900" indent="-342900">
              <a:spcBef>
                <a:spcPts val="500"/>
              </a:spcBef>
              <a:buFont typeface="Wingdings" panose="05000000000000000000" charset="0"/>
              <a:buChar char="n"/>
            </a:pPr>
            <a:r>
              <a:rPr lang="en-US" sz="2400" dirty="0">
                <a:latin typeface="Times New Roman" panose="02020603050405020304" pitchFamily="18" charset="0"/>
                <a:cs typeface="Times New Roman" panose="02020603050405020304" pitchFamily="18" charset="0"/>
              </a:rPr>
              <a:t>How can it be proved that a sorting algorithm always correctly sorts a list?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chemeClr val="folHlink"/>
                </a:solidFill>
                <a:latin typeface="Arial Narrow" panose="020B0606020202030204" pitchFamily="34" charset="0"/>
                <a:cs typeface="Times New Roman" panose="02020603050405020304" pitchFamily="18" charset="0"/>
              </a:rPr>
              <a:t>15</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765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765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chemeClr val="folHlink"/>
                </a:solidFill>
                <a:latin typeface="Arial Narrow" panose="020B0606020202030204" pitchFamily="34" charset="0"/>
                <a:cs typeface="Times New Roman" panose="02020603050405020304" pitchFamily="18" charset="0"/>
              </a:rPr>
              <a:t>School of Computer Science, BUPT </a:t>
            </a:r>
            <a:endParaRPr lang="zh-CN" altLang="en-US" sz="1200" b="1" i="1" dirty="0">
              <a:solidFill>
                <a:schemeClr val="folHlink"/>
              </a:solidFill>
              <a:latin typeface="Arial Narrow" panose="020B0606020202030204" pitchFamily="34" charset="0"/>
              <a:ea typeface="Times New Roman" panose="02020603050405020304" pitchFamily="18" charset="0"/>
            </a:endParaRPr>
          </a:p>
        </p:txBody>
      </p:sp>
      <p:sp>
        <p:nvSpPr>
          <p:cNvPr id="27653" name="Rectangle 3"/>
          <p:cNvSpPr>
            <a:spLocks noGrp="1"/>
          </p:cNvSpPr>
          <p:nvPr>
            <p:ph idx="1"/>
          </p:nvPr>
        </p:nvSpPr>
        <p:spPr>
          <a:xfrm>
            <a:off x="694690" y="1438910"/>
            <a:ext cx="8296910" cy="4846320"/>
          </a:xfrm>
        </p:spPr>
        <p:txBody>
          <a:bodyPr vert="horz" wrap="square" lIns="91440" tIns="45720" rIns="91440" bIns="45720" anchor="t" anchorCtr="0"/>
          <a:lstStyle/>
          <a:p>
            <a:pPr eaLnBrk="1" hangingPunct="1">
              <a:spcAft>
                <a:spcPts val="600"/>
              </a:spcAft>
            </a:pPr>
            <a:r>
              <a:rPr kumimoji="1" lang="en-US" altLang="zh-CN" noProof="0">
                <a:ln>
                  <a:noFill/>
                </a:ln>
                <a:solidFill>
                  <a:schemeClr val="hlink"/>
                </a:solidFill>
                <a:uLnTx/>
                <a:uFillTx/>
                <a:sym typeface="+mn-ea"/>
              </a:rPr>
              <a:t>Content:</a:t>
            </a:r>
            <a:r>
              <a:rPr kumimoji="1" lang="en-US" altLang="zh-CN" noProof="0">
                <a:ln>
                  <a:noFill/>
                </a:ln>
                <a:uLnTx/>
                <a:uFillTx/>
                <a:sym typeface="+mn-ea"/>
              </a:rPr>
              <a:t> </a:t>
            </a:r>
          </a:p>
          <a:p>
            <a:pPr lvl="1" eaLnBrk="1" hangingPunct="1">
              <a:spcAft>
                <a:spcPts val="600"/>
              </a:spcAft>
            </a:pPr>
            <a:r>
              <a:rPr kumimoji="1" lang="en-US" altLang="zh-CN" sz="3200" noProof="0">
                <a:ln>
                  <a:noFill/>
                </a:ln>
                <a:uLnTx/>
                <a:uFillTx/>
                <a:sym typeface="+mn-ea"/>
              </a:rPr>
              <a:t>An up to date grasp of fundamental problems and solutions</a:t>
            </a:r>
            <a:endParaRPr kumimoji="1" lang="en-US" altLang="zh-CN"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a:p>
            <a:pPr eaLnBrk="1" hangingPunct="1">
              <a:spcAft>
                <a:spcPts val="600"/>
              </a:spcAft>
            </a:pPr>
            <a:r>
              <a:rPr kumimoji="1" lang="en-US" altLang="zh-CN" noProof="0">
                <a:ln>
                  <a:noFill/>
                </a:ln>
                <a:solidFill>
                  <a:schemeClr val="hlink"/>
                </a:solidFill>
                <a:uLnTx/>
                <a:uFillTx/>
              </a:rPr>
              <a:t>Method: </a:t>
            </a:r>
            <a:endParaRPr lang="en-US" altLang="zh-CN" b="1" dirty="0">
              <a:solidFill>
                <a:schemeClr val="accent2"/>
              </a:solidFill>
              <a:latin typeface="Times New Roman" panose="02020603050405020304" pitchFamily="18" charset="0"/>
              <a:cs typeface="Times New Roman" panose="02020603050405020304" pitchFamily="18" charset="0"/>
            </a:endParaRPr>
          </a:p>
          <a:p>
            <a:pPr lvl="1" eaLnBrk="1" hangingPunct="1">
              <a:spcAft>
                <a:spcPts val="600"/>
              </a:spcAft>
            </a:pPr>
            <a:r>
              <a:rPr kumimoji="1" lang="en-US" altLang="zh-CN" sz="3200" noProof="0">
                <a:ln>
                  <a:noFill/>
                </a:ln>
                <a:uLnTx/>
                <a:uFillTx/>
                <a:cs typeface="+mn-cs"/>
              </a:rPr>
              <a:t>Principles and techniques to solve the vast array of unfamiliar problems that arise in a rapidly changing field.</a:t>
            </a:r>
          </a:p>
        </p:txBody>
      </p:sp>
      <p:sp>
        <p:nvSpPr>
          <p:cNvPr id="27654" name="Rectangle 2"/>
          <p:cNvSpPr>
            <a:spLocks noGrp="1"/>
          </p:cNvSpPr>
          <p:nvPr>
            <p:ph type="title"/>
          </p:nvPr>
        </p:nvSpPr>
        <p:spPr>
          <a:xfrm>
            <a:off x="1259523" y="476885"/>
            <a:ext cx="7653337" cy="738188"/>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What Will We Study?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chemeClr val="folHlink"/>
                </a:solidFill>
                <a:latin typeface="Arial Narrow" panose="020B0606020202030204" pitchFamily="34" charset="0"/>
                <a:cs typeface="Times New Roman" panose="02020603050405020304" pitchFamily="18" charset="0"/>
              </a:rPr>
              <a:t>16</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5603" name="日期占位符 5"/>
          <p:cNvSpPr txBox="1">
            <a:spLocks noGrp="1"/>
          </p:cNvSpPr>
          <p:nvPr>
            <p:ph type="dt" sz="half" idx="11"/>
          </p:nvPr>
        </p:nvSpPr>
        <p:spPr>
          <a:xfrm>
            <a:off x="0" y="6400800"/>
            <a:ext cx="1042988" cy="341313"/>
          </a:xfrm>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5604" name="页脚占位符 6"/>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chemeClr val="folHlink"/>
                </a:solidFill>
                <a:latin typeface="Arial Narrow" panose="020B0606020202030204" pitchFamily="34" charset="0"/>
                <a:cs typeface="Times New Roman" panose="02020603050405020304" pitchFamily="18" charset="0"/>
              </a:rPr>
              <a:t>School of Computer Science, BUPT </a:t>
            </a:r>
            <a:endParaRPr lang="zh-CN" altLang="en-US" sz="1200" b="1" i="1" dirty="0">
              <a:solidFill>
                <a:schemeClr val="folHlink"/>
              </a:solidFill>
              <a:latin typeface="Arial Narrow" panose="020B0606020202030204" pitchFamily="34" charset="0"/>
              <a:ea typeface="Times New Roman" panose="02020603050405020304" pitchFamily="18" charset="0"/>
            </a:endParaRPr>
          </a:p>
        </p:txBody>
      </p:sp>
      <p:sp>
        <p:nvSpPr>
          <p:cNvPr id="25605" name="Rectangle 2"/>
          <p:cNvSpPr>
            <a:spLocks noGrp="1"/>
          </p:cNvSpPr>
          <p:nvPr>
            <p:ph type="title"/>
          </p:nvPr>
        </p:nvSpPr>
        <p:spPr>
          <a:xfrm>
            <a:off x="1119188" y="120650"/>
            <a:ext cx="7653337" cy="738188"/>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What Will We Study?</a:t>
            </a:r>
          </a:p>
        </p:txBody>
      </p:sp>
      <p:sp>
        <p:nvSpPr>
          <p:cNvPr id="25606" name="矩形: 圆角 16"/>
          <p:cNvSpPr/>
          <p:nvPr/>
        </p:nvSpPr>
        <p:spPr>
          <a:xfrm>
            <a:off x="2682875" y="1355725"/>
            <a:ext cx="1511300" cy="511175"/>
          </a:xfrm>
          <a:prstGeom prst="roundRect">
            <a:avLst>
              <a:gd name="adj" fmla="val 16667"/>
            </a:avLst>
          </a:prstGeom>
          <a:solidFill>
            <a:schemeClr val="accent2"/>
          </a:solidFill>
          <a:ln w="9525">
            <a:noFill/>
          </a:ln>
        </p:spPr>
        <p:txBody>
          <a:bodyPr lIns="18000" rIns="1800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a:spcBef>
                <a:spcPct val="0"/>
              </a:spcBef>
              <a:buClrTx/>
              <a:buSzTx/>
              <a:buFontTx/>
              <a:buNone/>
            </a:pPr>
            <a:r>
              <a:rPr lang="en-US" altLang="zh-CN" sz="2400" b="1" dirty="0">
                <a:latin typeface="Times New Roman" panose="02020603050405020304" pitchFamily="18" charset="0"/>
              </a:rPr>
              <a:t>Discrete</a:t>
            </a:r>
            <a:endParaRPr lang="zh-CN" altLang="en-US" sz="2400" b="1" dirty="0">
              <a:latin typeface="Times New Roman" panose="02020603050405020304" pitchFamily="18" charset="0"/>
            </a:endParaRPr>
          </a:p>
        </p:txBody>
      </p:sp>
      <p:sp>
        <p:nvSpPr>
          <p:cNvPr id="25607" name="矩形: 圆角 23"/>
          <p:cNvSpPr/>
          <p:nvPr/>
        </p:nvSpPr>
        <p:spPr>
          <a:xfrm>
            <a:off x="4841875" y="1355725"/>
            <a:ext cx="1511300" cy="511175"/>
          </a:xfrm>
          <a:prstGeom prst="roundRect">
            <a:avLst>
              <a:gd name="adj" fmla="val 16667"/>
            </a:avLst>
          </a:prstGeom>
          <a:solidFill>
            <a:schemeClr val="accent2"/>
          </a:solidFill>
          <a:ln w="9525">
            <a:noFill/>
          </a:ln>
        </p:spPr>
        <p:txBody>
          <a:bodyPr lIns="18000" rIns="1800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0" algn="ctr">
              <a:spcBef>
                <a:spcPct val="0"/>
              </a:spcBef>
              <a:buClrTx/>
              <a:buSzTx/>
              <a:buFontTx/>
              <a:buNone/>
            </a:pPr>
            <a:r>
              <a:rPr lang="en-US" altLang="zh-CN" sz="2400" b="1" dirty="0">
                <a:latin typeface="Times New Roman" panose="02020603050405020304" pitchFamily="18" charset="0"/>
              </a:rPr>
              <a:t>Structures</a:t>
            </a:r>
            <a:endParaRPr lang="zh-CN" altLang="en-US" sz="2400" b="1" dirty="0">
              <a:latin typeface="Times New Roman" panose="02020603050405020304" pitchFamily="18" charset="0"/>
            </a:endParaRPr>
          </a:p>
        </p:txBody>
      </p:sp>
      <p:sp>
        <p:nvSpPr>
          <p:cNvPr id="18" name="加号 17"/>
          <p:cNvSpPr/>
          <p:nvPr/>
        </p:nvSpPr>
        <p:spPr bwMode="auto">
          <a:xfrm>
            <a:off x="4356100" y="1441450"/>
            <a:ext cx="360363" cy="357188"/>
          </a:xfrm>
          <a:prstGeom prst="mathPlus">
            <a:avLst/>
          </a:prstGeom>
          <a:solidFill>
            <a:schemeClr val="accent2"/>
          </a:solidFill>
          <a:ln w="9525" cap="flat" cmpd="sng" algn="ctr">
            <a:solidFill>
              <a:schemeClr val="tx1"/>
            </a:solidFill>
            <a:prstDash val="solid"/>
            <a:round/>
            <a:headEnd type="none" w="med" len="med"/>
            <a:tailEnd type="none" w="med" len="med"/>
          </a:ln>
        </p:spPr>
        <p:txBody>
          <a:bodyPr lIns="18000" rIns="18000">
            <a:spAutoFit/>
          </a:bodyPr>
          <a:lstStyle/>
          <a:p>
            <a:pPr marL="0" marR="0" lvl="0" indent="182880" algn="ctr"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25609" name="图片 3"/>
          <p:cNvPicPr>
            <a:picLocks noChangeAspect="1"/>
          </p:cNvPicPr>
          <p:nvPr/>
        </p:nvPicPr>
        <p:blipFill>
          <a:blip r:embed="rId3"/>
          <a:stretch>
            <a:fillRect/>
          </a:stretch>
        </p:blipFill>
        <p:spPr>
          <a:xfrm>
            <a:off x="271463" y="2266950"/>
            <a:ext cx="8601075" cy="319405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17</a:t>
            </a:fld>
            <a:endParaRPr lang="zh-CN" altLang="en-US" b="1" i="1" dirty="0">
              <a:solidFill>
                <a:schemeClr val="folHlink"/>
              </a:solidFill>
              <a:latin typeface="Arial Narrow" panose="020B0606020202030204" pitchFamily="34" charset="0"/>
            </a:endParaRPr>
          </a:p>
        </p:txBody>
      </p:sp>
      <p:sp>
        <p:nvSpPr>
          <p:cNvPr id="2457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2458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24581" name="Rectangle 2"/>
          <p:cNvSpPr>
            <a:spLocks noGrp="1"/>
          </p:cNvSpPr>
          <p:nvPr>
            <p:ph type="title"/>
          </p:nvPr>
        </p:nvSpPr>
        <p:spPr/>
        <p:txBody>
          <a:bodyPr vert="horz" wrap="square" lIns="91440" tIns="45720" rIns="91440" bIns="45720" anchor="b" anchorCtr="0"/>
          <a:lstStyle/>
          <a:p>
            <a:pPr eaLnBrk="1" hangingPunct="1"/>
            <a:r>
              <a:rPr lang="en-US" altLang="zh-CN" dirty="0"/>
              <a:t>Count without counting</a:t>
            </a:r>
            <a:endParaRPr lang="zh-CN" altLang="en-US" dirty="0"/>
          </a:p>
        </p:txBody>
      </p:sp>
      <p:sp>
        <p:nvSpPr>
          <p:cNvPr id="64717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Estimate</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Calculate</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Analyze</a:t>
            </a:r>
            <a:endPar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p:txBody>
      </p:sp>
      <p:grpSp>
        <p:nvGrpSpPr>
          <p:cNvPr id="24583" name="Group 4"/>
          <p:cNvGrpSpPr/>
          <p:nvPr/>
        </p:nvGrpSpPr>
        <p:grpSpPr>
          <a:xfrm>
            <a:off x="4038600" y="2057400"/>
            <a:ext cx="3743325" cy="3825875"/>
            <a:chOff x="1888" y="1592"/>
            <a:chExt cx="2144" cy="2259"/>
          </a:xfrm>
        </p:grpSpPr>
        <p:graphicFrame>
          <p:nvGraphicFramePr>
            <p:cNvPr id="24584" name="Object 5"/>
            <p:cNvGraphicFramePr>
              <a:graphicFrameLocks noChangeAspect="1"/>
            </p:cNvGraphicFramePr>
            <p:nvPr/>
          </p:nvGraphicFramePr>
          <p:xfrm>
            <a:off x="2360" y="1752"/>
            <a:ext cx="547" cy="1123"/>
          </p:xfrm>
          <a:graphic>
            <a:graphicData uri="http://schemas.openxmlformats.org/presentationml/2006/ole">
              <mc:AlternateContent xmlns:mc="http://schemas.openxmlformats.org/markup-compatibility/2006">
                <mc:Choice xmlns:v="urn:schemas-microsoft-com:vml" Requires="v">
                  <p:oleObj r:id="rId2" imgW="1736725" imgH="3565525" progId="MS_ClipArt_Gallery.2">
                    <p:embed/>
                  </p:oleObj>
                </mc:Choice>
                <mc:Fallback>
                  <p:oleObj r:id="rId2" imgW="1736725" imgH="3565525" progId="MS_ClipArt_Gallery.2">
                    <p:embed/>
                    <p:pic>
                      <p:nvPicPr>
                        <p:cNvPr id="0" name="图片 3080"/>
                        <p:cNvPicPr/>
                        <p:nvPr/>
                      </p:nvPicPr>
                      <p:blipFill>
                        <a:blip r:embed="rId3"/>
                        <a:stretch>
                          <a:fillRect/>
                        </a:stretch>
                      </p:blipFill>
                      <p:spPr>
                        <a:xfrm>
                          <a:off x="2360" y="1752"/>
                          <a:ext cx="547" cy="1123"/>
                        </a:xfrm>
                        <a:prstGeom prst="rect">
                          <a:avLst/>
                        </a:prstGeom>
                        <a:noFill/>
                        <a:ln w="38100">
                          <a:noFill/>
                          <a:miter/>
                        </a:ln>
                      </p:spPr>
                    </p:pic>
                  </p:oleObj>
                </mc:Fallback>
              </mc:AlternateContent>
            </a:graphicData>
          </a:graphic>
        </p:graphicFrame>
        <p:graphicFrame>
          <p:nvGraphicFramePr>
            <p:cNvPr id="24585" name="Object 6"/>
            <p:cNvGraphicFramePr>
              <a:graphicFrameLocks noChangeAspect="1"/>
            </p:cNvGraphicFramePr>
            <p:nvPr/>
          </p:nvGraphicFramePr>
          <p:xfrm>
            <a:off x="3082" y="2576"/>
            <a:ext cx="564" cy="1140"/>
          </p:xfrm>
          <a:graphic>
            <a:graphicData uri="http://schemas.openxmlformats.org/presentationml/2006/ole">
              <mc:AlternateContent xmlns:mc="http://schemas.openxmlformats.org/markup-compatibility/2006">
                <mc:Choice xmlns:v="urn:schemas-microsoft-com:vml" Requires="v">
                  <p:oleObj r:id="rId4" imgW="1783080" imgH="3603625" progId="MS_ClipArt_Gallery.2">
                    <p:embed/>
                  </p:oleObj>
                </mc:Choice>
                <mc:Fallback>
                  <p:oleObj r:id="rId4" imgW="1783080" imgH="3603625" progId="MS_ClipArt_Gallery.2">
                    <p:embed/>
                    <p:pic>
                      <p:nvPicPr>
                        <p:cNvPr id="0" name="图片 3079"/>
                        <p:cNvPicPr/>
                        <p:nvPr/>
                      </p:nvPicPr>
                      <p:blipFill>
                        <a:blip r:embed="rId5"/>
                        <a:stretch>
                          <a:fillRect/>
                        </a:stretch>
                      </p:blipFill>
                      <p:spPr>
                        <a:xfrm>
                          <a:off x="3082" y="2576"/>
                          <a:ext cx="564" cy="1140"/>
                        </a:xfrm>
                        <a:prstGeom prst="rect">
                          <a:avLst/>
                        </a:prstGeom>
                        <a:noFill/>
                        <a:ln w="38100">
                          <a:noFill/>
                          <a:miter/>
                        </a:ln>
                      </p:spPr>
                    </p:pic>
                  </p:oleObj>
                </mc:Fallback>
              </mc:AlternateContent>
            </a:graphicData>
          </a:graphic>
        </p:graphicFrame>
        <p:sp>
          <p:nvSpPr>
            <p:cNvPr id="24586" name="AutoShape 7"/>
            <p:cNvSpPr/>
            <p:nvPr/>
          </p:nvSpPr>
          <p:spPr>
            <a:xfrm>
              <a:off x="1888" y="1592"/>
              <a:ext cx="2144" cy="2259"/>
            </a:xfrm>
            <a:custGeom>
              <a:avLst/>
              <a:gdLst/>
              <a:ahLst/>
              <a:cxnLst>
                <a:cxn ang="0">
                  <a:pos x="0" y="1130"/>
                </a:cxn>
                <a:cxn ang="0">
                  <a:pos x="1072" y="0"/>
                </a:cxn>
                <a:cxn ang="0">
                  <a:pos x="2144" y="1130"/>
                </a:cxn>
                <a:cxn ang="0">
                  <a:pos x="1072" y="2259"/>
                </a:cxn>
                <a:cxn ang="0">
                  <a:pos x="0" y="1130"/>
                </a:cxn>
                <a:cxn ang="0">
                  <a:pos x="1727" y="1620"/>
                </a:cxn>
                <a:cxn ang="0">
                  <a:pos x="1876" y="1130"/>
                </a:cxn>
                <a:cxn ang="0">
                  <a:pos x="1072" y="282"/>
                </a:cxn>
                <a:cxn ang="0">
                  <a:pos x="606" y="439"/>
                </a:cxn>
                <a:cxn ang="0">
                  <a:pos x="1727" y="1620"/>
                </a:cxn>
                <a:cxn ang="0">
                  <a:pos x="417" y="639"/>
                </a:cxn>
                <a:cxn ang="0">
                  <a:pos x="268" y="1129"/>
                </a:cxn>
                <a:cxn ang="0">
                  <a:pos x="1072" y="1977"/>
                </a:cxn>
                <a:cxn ang="0">
                  <a:pos x="1538" y="1820"/>
                </a:cxn>
                <a:cxn ang="0">
                  <a:pos x="417" y="639"/>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chemeClr val="hlink">
                <a:alpha val="50195"/>
              </a:schemeClr>
            </a:solid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18</a:t>
            </a:fld>
            <a:endParaRPr lang="zh-CN" altLang="en-US" b="1" i="1" dirty="0">
              <a:solidFill>
                <a:schemeClr val="folHlink"/>
              </a:solidFill>
              <a:latin typeface="Arial Narrow" panose="020B0606020202030204" pitchFamily="34" charset="0"/>
            </a:endParaRPr>
          </a:p>
        </p:txBody>
      </p:sp>
      <p:sp>
        <p:nvSpPr>
          <p:cNvPr id="2560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2560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25605" name="Rectangle 2"/>
          <p:cNvSpPr>
            <a:spLocks noGrp="1"/>
          </p:cNvSpPr>
          <p:nvPr>
            <p:ph type="title"/>
          </p:nvPr>
        </p:nvSpPr>
        <p:spPr>
          <a:xfrm>
            <a:off x="1312863" y="411163"/>
            <a:ext cx="7793037" cy="838200"/>
          </a:xfrm>
        </p:spPr>
        <p:txBody>
          <a:bodyPr vert="horz" wrap="square" lIns="91440" tIns="45720" rIns="91440" bIns="45720" anchor="b" anchorCtr="0"/>
          <a:lstStyle/>
          <a:p>
            <a:pPr eaLnBrk="1" hangingPunct="1"/>
            <a:r>
              <a:rPr lang="en-US" altLang="zh-CN" u="sng" dirty="0"/>
              <a:t>Induction</a:t>
            </a:r>
            <a:r>
              <a:rPr lang="en-US" altLang="zh-CN" dirty="0"/>
              <a:t> has many guises</a:t>
            </a:r>
            <a:endParaRPr lang="zh-CN" altLang="en-US" dirty="0"/>
          </a:p>
        </p:txBody>
      </p:sp>
      <p:sp>
        <p:nvSpPr>
          <p:cNvPr id="64819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Master their interrelationship.</a:t>
            </a: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Arial Rounded MT Bold" panose="020F0704030504030204" pitchFamily="34" charset="0"/>
                <a:ea typeface="+mn-ea"/>
                <a:cs typeface="+mn-ea"/>
              </a:rPr>
              <a:t>Formal Arguments</a:t>
            </a: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Arial Rounded MT Bold" panose="020F0704030504030204" pitchFamily="34" charset="0"/>
                <a:ea typeface="+mn-ea"/>
                <a:cs typeface="+mn-ea"/>
              </a:rPr>
              <a:t>Loop Invariants</a:t>
            </a: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Arial Rounded MT Bold" panose="020F0704030504030204" pitchFamily="34" charset="0"/>
                <a:ea typeface="+mn-ea"/>
                <a:cs typeface="+mn-ea"/>
              </a:rPr>
              <a:t>Recursion</a:t>
            </a: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Arial Rounded MT Bold" panose="020F0704030504030204" pitchFamily="34" charset="0"/>
                <a:ea typeface="+mn-ea"/>
                <a:cs typeface="+mn-ea"/>
              </a:rPr>
              <a:t>Algorithm Design</a:t>
            </a:r>
          </a:p>
          <a:p>
            <a:pPr marL="742950" marR="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a:pPr>
            <a:r>
              <a:rPr kumimoji="0"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Arial Rounded MT Bold" panose="020F0704030504030204" pitchFamily="34" charset="0"/>
                <a:ea typeface="+mn-ea"/>
                <a:cs typeface="+mn-ea"/>
              </a:rPr>
              <a:t>Recurrences</a:t>
            </a:r>
            <a:endParaRPr kumimoji="1" lang="zh-CN" alt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endParaRPr>
          </a:p>
        </p:txBody>
      </p:sp>
      <p:graphicFrame>
        <p:nvGraphicFramePr>
          <p:cNvPr id="25607" name="Object 4"/>
          <p:cNvGraphicFramePr>
            <a:graphicFrameLocks noChangeAspect="1"/>
          </p:cNvGraphicFramePr>
          <p:nvPr/>
        </p:nvGraphicFramePr>
        <p:xfrm>
          <a:off x="0" y="1365250"/>
          <a:ext cx="1344613" cy="5492750"/>
        </p:xfrm>
        <a:graphic>
          <a:graphicData uri="http://schemas.openxmlformats.org/presentationml/2006/ole">
            <mc:AlternateContent xmlns:mc="http://schemas.openxmlformats.org/markup-compatibility/2006">
              <mc:Choice xmlns:v="urn:schemas-microsoft-com:vml" Requires="v">
                <p:oleObj r:id="rId2" imgW="616585" imgH="2661285" progId="MS_ClipArt_Gallery.2">
                  <p:embed/>
                </p:oleObj>
              </mc:Choice>
              <mc:Fallback>
                <p:oleObj r:id="rId2" imgW="616585" imgH="2661285" progId="MS_ClipArt_Gallery.2">
                  <p:embed/>
                  <p:pic>
                    <p:nvPicPr>
                      <p:cNvPr id="0" name="图片 3077"/>
                      <p:cNvPicPr/>
                      <p:nvPr/>
                    </p:nvPicPr>
                    <p:blipFill>
                      <a:blip r:embed="rId3">
                        <a:clrChange>
                          <a:clrFrom>
                            <a:srgbClr val="000000"/>
                          </a:clrFrom>
                          <a:clrTo>
                            <a:srgbClr val="009999"/>
                          </a:clrTo>
                        </a:clrChange>
                      </a:blip>
                      <a:stretch>
                        <a:fillRect/>
                      </a:stretch>
                    </p:blipFill>
                    <p:spPr>
                      <a:xfrm>
                        <a:off x="0" y="1365250"/>
                        <a:ext cx="1344613" cy="5492750"/>
                      </a:xfrm>
                      <a:prstGeom prst="rect">
                        <a:avLst/>
                      </a:prstGeom>
                      <a:noFill/>
                      <a:ln w="38100">
                        <a:noFill/>
                        <a:miter/>
                      </a:ln>
                    </p:spPr>
                  </p:pic>
                </p:oleObj>
              </mc:Fallback>
            </mc:AlternateContent>
          </a:graphicData>
        </a:graphic>
      </p:graphicFrame>
      <p:graphicFrame>
        <p:nvGraphicFramePr>
          <p:cNvPr id="25608" name="Object 5"/>
          <p:cNvGraphicFramePr>
            <a:graphicFrameLocks noChangeAspect="1"/>
          </p:cNvGraphicFramePr>
          <p:nvPr/>
        </p:nvGraphicFramePr>
        <p:xfrm>
          <a:off x="3962400" y="4419600"/>
          <a:ext cx="4876800" cy="2130425"/>
        </p:xfrm>
        <a:graphic>
          <a:graphicData uri="http://schemas.openxmlformats.org/presentationml/2006/ole">
            <mc:AlternateContent xmlns:mc="http://schemas.openxmlformats.org/markup-compatibility/2006">
              <mc:Choice xmlns:v="urn:schemas-microsoft-com:vml" Requires="v">
                <p:oleObj r:id="rId4" imgW="4832350" imgH="2254250" progId="MS_ClipArt_Gallery.2">
                  <p:embed/>
                </p:oleObj>
              </mc:Choice>
              <mc:Fallback>
                <p:oleObj r:id="rId4" imgW="4832350" imgH="2254250" progId="MS_ClipArt_Gallery.2">
                  <p:embed/>
                  <p:pic>
                    <p:nvPicPr>
                      <p:cNvPr id="0" name="图片 3078"/>
                      <p:cNvPicPr/>
                      <p:nvPr/>
                    </p:nvPicPr>
                    <p:blipFill>
                      <a:blip r:embed="rId5"/>
                      <a:stretch>
                        <a:fillRect/>
                      </a:stretch>
                    </p:blipFill>
                    <p:spPr>
                      <a:xfrm>
                        <a:off x="3962400" y="4419600"/>
                        <a:ext cx="4876800" cy="2130425"/>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19</a:t>
            </a:fld>
            <a:endParaRPr lang="zh-CN" altLang="en-US" b="1" i="1" dirty="0">
              <a:solidFill>
                <a:schemeClr val="folHlink"/>
              </a:solidFill>
              <a:latin typeface="Arial Narrow" panose="020B0606020202030204" pitchFamily="34" charset="0"/>
            </a:endParaRPr>
          </a:p>
        </p:txBody>
      </p:sp>
      <p:sp>
        <p:nvSpPr>
          <p:cNvPr id="26627"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26628"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26629" name="Rectangle 2"/>
          <p:cNvSpPr>
            <a:spLocks noGrp="1"/>
          </p:cNvSpPr>
          <p:nvPr>
            <p:ph type="title"/>
          </p:nvPr>
        </p:nvSpPr>
        <p:spPr/>
        <p:txBody>
          <a:bodyPr vert="horz" wrap="square" lIns="91440" tIns="45720" rIns="91440" bIns="45720" anchor="b" anchorCtr="0"/>
          <a:lstStyle/>
          <a:p>
            <a:pPr eaLnBrk="1" hangingPunct="1"/>
            <a:r>
              <a:rPr lang="en-US" altLang="zh-CN" dirty="0"/>
              <a:t>Growth Rates</a:t>
            </a:r>
          </a:p>
        </p:txBody>
      </p:sp>
      <p:grpSp>
        <p:nvGrpSpPr>
          <p:cNvPr id="26630" name="Group 3"/>
          <p:cNvGrpSpPr/>
          <p:nvPr/>
        </p:nvGrpSpPr>
        <p:grpSpPr>
          <a:xfrm>
            <a:off x="989013" y="1613535"/>
            <a:ext cx="7237412" cy="4768850"/>
            <a:chOff x="838" y="154"/>
            <a:chExt cx="5234" cy="3927"/>
          </a:xfrm>
        </p:grpSpPr>
        <p:sp>
          <p:nvSpPr>
            <p:cNvPr id="26631" name="Arc 4"/>
            <p:cNvSpPr/>
            <p:nvPr/>
          </p:nvSpPr>
          <p:spPr>
            <a:xfrm flipV="1">
              <a:off x="1320" y="563"/>
              <a:ext cx="4013" cy="3021"/>
            </a:xfrm>
            <a:custGeom>
              <a:avLst/>
              <a:gdLst/>
              <a:ahLst/>
              <a:cxnLst>
                <a:cxn ang="0">
                  <a:pos x="10" y="0"/>
                </a:cxn>
                <a:cxn ang="0">
                  <a:pos x="4013" y="3021"/>
                </a:cxn>
                <a:cxn ang="0">
                  <a:pos x="10" y="0"/>
                </a:cxn>
                <a:cxn ang="0">
                  <a:pos x="4013" y="3021"/>
                </a:cxn>
                <a:cxn ang="0">
                  <a:pos x="0" y="3021"/>
                </a:cxn>
                <a:cxn ang="0">
                  <a:pos x="10" y="0"/>
                </a:cxn>
              </a:cxnLst>
              <a:rect l="0" t="0" r="0" b="0"/>
              <a:pathLst>
                <a:path w="21600" h="21600" fill="none">
                  <a:moveTo>
                    <a:pt x="53" y="0"/>
                  </a:moveTo>
                  <a:cubicBezTo>
                    <a:pt x="11962" y="29"/>
                    <a:pt x="21600" y="9691"/>
                    <a:pt x="21600" y="21600"/>
                  </a:cubicBezTo>
                </a:path>
                <a:path w="21600" h="21600" stroke="0">
                  <a:moveTo>
                    <a:pt x="53" y="0"/>
                  </a:moveTo>
                  <a:cubicBezTo>
                    <a:pt x="11962" y="29"/>
                    <a:pt x="21600" y="9691"/>
                    <a:pt x="21600" y="21600"/>
                  </a:cubicBezTo>
                  <a:lnTo>
                    <a:pt x="0" y="21600"/>
                  </a:lnTo>
                  <a:lnTo>
                    <a:pt x="53" y="0"/>
                  </a:lnTo>
                  <a:close/>
                </a:path>
              </a:pathLst>
            </a:custGeom>
            <a:noFill/>
            <a:ln w="38100" cap="flat" cmpd="sng">
              <a:solidFill>
                <a:schemeClr val="accent2">
                  <a:alpha val="100000"/>
                </a:schemeClr>
              </a:solidFill>
              <a:prstDash val="solid"/>
              <a:round/>
              <a:headEnd type="none" w="med" len="med"/>
              <a:tailEnd type="triangle" w="med" len="med"/>
            </a:ln>
          </p:spPr>
          <p:txBody>
            <a:bodyPr/>
            <a:lstStyle/>
            <a:p>
              <a:endParaRPr lang="zh-CN" altLang="en-US"/>
            </a:p>
          </p:txBody>
        </p:sp>
        <p:sp>
          <p:nvSpPr>
            <p:cNvPr id="26632" name="Rectangle 5"/>
            <p:cNvSpPr/>
            <p:nvPr/>
          </p:nvSpPr>
          <p:spPr>
            <a:xfrm>
              <a:off x="1320" y="154"/>
              <a:ext cx="4752" cy="3430"/>
            </a:xfrm>
            <a:prstGeom prst="rect">
              <a:avLst/>
            </a:prstGeom>
            <a:noFill/>
            <a:ln w="38100" cap="flat" cmpd="sng">
              <a:solidFill>
                <a:schemeClr val="tx1"/>
              </a:solidFill>
              <a:prstDash val="solid"/>
              <a:miter/>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26633" name="Line 6"/>
            <p:cNvSpPr/>
            <p:nvPr/>
          </p:nvSpPr>
          <p:spPr>
            <a:xfrm flipV="1">
              <a:off x="1320" y="1434"/>
              <a:ext cx="4541" cy="1075"/>
            </a:xfrm>
            <a:prstGeom prst="line">
              <a:avLst/>
            </a:prstGeom>
            <a:ln w="44450" cap="flat" cmpd="sng">
              <a:solidFill>
                <a:schemeClr val="accent1"/>
              </a:solidFill>
              <a:prstDash val="solid"/>
              <a:headEnd type="none" w="med" len="med"/>
              <a:tailEnd type="triangle" w="med" len="med"/>
            </a:ln>
          </p:spPr>
        </p:sp>
        <p:sp>
          <p:nvSpPr>
            <p:cNvPr id="26634" name="Text Box 7"/>
            <p:cNvSpPr txBox="1"/>
            <p:nvPr/>
          </p:nvSpPr>
          <p:spPr>
            <a:xfrm>
              <a:off x="2837" y="3704"/>
              <a:ext cx="1172" cy="377"/>
            </a:xfrm>
            <a:prstGeom prst="rect">
              <a:avLst/>
            </a:prstGeom>
            <a:noFill/>
            <a:ln w="9525">
              <a:noFill/>
            </a:ln>
          </p:spPr>
          <p:txBody>
            <a:bodyPr wrap="none" lIns="91433" tIns="45717" rIns="91433" bIns="45717" anchor="ctr" anchorCtr="0">
              <a:spAutoFit/>
            </a:bodyPr>
            <a:lstStyle/>
            <a:p>
              <a:pPr algn="ctr">
                <a:spcBef>
                  <a:spcPct val="50000"/>
                </a:spcBef>
              </a:pPr>
              <a:r>
                <a:rPr lang="en-US" altLang="zh-CN" sz="2400" b="1" dirty="0">
                  <a:latin typeface="Arial Rounded MT Bold" panose="020F0704030504030204" pitchFamily="34" charset="0"/>
                </a:rPr>
                <a:t>Input Size</a:t>
              </a:r>
            </a:p>
          </p:txBody>
        </p:sp>
        <p:sp>
          <p:nvSpPr>
            <p:cNvPr id="26635" name="Text Box 8"/>
            <p:cNvSpPr txBox="1"/>
            <p:nvPr/>
          </p:nvSpPr>
          <p:spPr>
            <a:xfrm rot="-5400000">
              <a:off x="571" y="1947"/>
              <a:ext cx="860" cy="331"/>
            </a:xfrm>
            <a:prstGeom prst="rect">
              <a:avLst/>
            </a:prstGeom>
            <a:noFill/>
            <a:ln w="9525">
              <a:noFill/>
            </a:ln>
          </p:spPr>
          <p:txBody>
            <a:bodyPr lIns="91433" tIns="45717" rIns="91433" bIns="45717" anchor="ctr" anchorCtr="0">
              <a:spAutoFit/>
            </a:bodyPr>
            <a:lstStyle/>
            <a:p>
              <a:pPr algn="ctr">
                <a:spcBef>
                  <a:spcPct val="50000"/>
                </a:spcBef>
              </a:pPr>
              <a:r>
                <a:rPr lang="en-US" altLang="zh-CN" sz="2400" b="1" dirty="0">
                  <a:latin typeface="Arial Rounded MT Bold" panose="020F0704030504030204" pitchFamily="34" charset="0"/>
                </a:rPr>
                <a:t>Time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20</a:t>
            </a:fld>
            <a:endParaRPr lang="zh-CN" altLang="en-US" b="1" i="1" dirty="0">
              <a:solidFill>
                <a:schemeClr val="folHlink"/>
              </a:solidFill>
              <a:latin typeface="Arial Narrow" panose="020B0606020202030204" pitchFamily="34" charset="0"/>
            </a:endParaRPr>
          </a:p>
        </p:txBody>
      </p:sp>
      <p:sp>
        <p:nvSpPr>
          <p:cNvPr id="27651"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27652"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27653" name="Rectangle 2"/>
          <p:cNvSpPr>
            <a:spLocks noGrp="1"/>
          </p:cNvSpPr>
          <p:nvPr>
            <p:ph type="title"/>
          </p:nvPr>
        </p:nvSpPr>
        <p:spPr/>
        <p:txBody>
          <a:bodyPr vert="horz" wrap="square" lIns="91440" tIns="45720" rIns="91440" bIns="45720" anchor="b" anchorCtr="0"/>
          <a:lstStyle/>
          <a:p>
            <a:pPr eaLnBrk="1" hangingPunct="1"/>
            <a:r>
              <a:rPr lang="en-US" altLang="zh-CN" dirty="0"/>
              <a:t>Recursion</a:t>
            </a:r>
          </a:p>
        </p:txBody>
      </p:sp>
      <p:sp>
        <p:nvSpPr>
          <p:cNvPr id="27654" name="AutoShape 3"/>
          <p:cNvSpPr/>
          <p:nvPr/>
        </p:nvSpPr>
        <p:spPr>
          <a:xfrm>
            <a:off x="2057400" y="4899025"/>
            <a:ext cx="914400" cy="914400"/>
          </a:xfrm>
          <a:prstGeom prst="smileyFace">
            <a:avLst>
              <a:gd name="adj" fmla="val 4653"/>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27655" name="AutoShape 4"/>
          <p:cNvSpPr/>
          <p:nvPr/>
        </p:nvSpPr>
        <p:spPr>
          <a:xfrm>
            <a:off x="3581400" y="4899025"/>
            <a:ext cx="914400" cy="914400"/>
          </a:xfrm>
          <a:prstGeom prst="smileyFace">
            <a:avLst>
              <a:gd name="adj" fmla="val 4653"/>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27656" name="AutoShape 5"/>
          <p:cNvSpPr/>
          <p:nvPr/>
        </p:nvSpPr>
        <p:spPr>
          <a:xfrm>
            <a:off x="2819400" y="3070225"/>
            <a:ext cx="914400" cy="914400"/>
          </a:xfrm>
          <a:prstGeom prst="smileyFace">
            <a:avLst>
              <a:gd name="adj" fmla="val 4653"/>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cxnSp>
        <p:nvCxnSpPr>
          <p:cNvPr id="27657" name="AutoShape 6"/>
          <p:cNvCxnSpPr/>
          <p:nvPr/>
        </p:nvCxnSpPr>
        <p:spPr>
          <a:xfrm flipH="1">
            <a:off x="2317750" y="3989388"/>
            <a:ext cx="838200" cy="976312"/>
          </a:xfrm>
          <a:prstGeom prst="straightConnector1">
            <a:avLst/>
          </a:prstGeom>
          <a:ln w="28575" cap="flat" cmpd="sng">
            <a:solidFill>
              <a:schemeClr val="accent2"/>
            </a:solidFill>
            <a:prstDash val="solid"/>
            <a:headEnd type="triangle" w="med" len="med"/>
            <a:tailEnd type="triangle" w="med" len="med"/>
          </a:ln>
        </p:spPr>
      </p:cxnSp>
      <p:cxnSp>
        <p:nvCxnSpPr>
          <p:cNvPr id="27658" name="AutoShape 7"/>
          <p:cNvCxnSpPr/>
          <p:nvPr/>
        </p:nvCxnSpPr>
        <p:spPr>
          <a:xfrm flipH="1">
            <a:off x="3155950" y="2546350"/>
            <a:ext cx="984250" cy="468313"/>
          </a:xfrm>
          <a:prstGeom prst="straightConnector1">
            <a:avLst/>
          </a:prstGeom>
          <a:ln w="28575" cap="flat" cmpd="sng">
            <a:solidFill>
              <a:schemeClr val="accent2"/>
            </a:solidFill>
            <a:prstDash val="solid"/>
            <a:headEnd type="triangle" w="med" len="med"/>
            <a:tailEnd type="triangle" w="med" len="med"/>
          </a:ln>
        </p:spPr>
      </p:cxnSp>
      <p:cxnSp>
        <p:nvCxnSpPr>
          <p:cNvPr id="27659" name="AutoShape 8"/>
          <p:cNvCxnSpPr/>
          <p:nvPr/>
        </p:nvCxnSpPr>
        <p:spPr>
          <a:xfrm>
            <a:off x="3155950" y="3989388"/>
            <a:ext cx="838200" cy="976312"/>
          </a:xfrm>
          <a:prstGeom prst="straightConnector1">
            <a:avLst/>
          </a:prstGeom>
          <a:ln w="28575" cap="flat" cmpd="sng">
            <a:solidFill>
              <a:schemeClr val="accent2"/>
            </a:solidFill>
            <a:prstDash val="solid"/>
            <a:headEnd type="triangle" w="med" len="med"/>
            <a:tailEnd type="triangle" w="med" len="med"/>
          </a:ln>
        </p:spPr>
      </p:cxnSp>
      <p:sp>
        <p:nvSpPr>
          <p:cNvPr id="27660" name="Oval 9"/>
          <p:cNvSpPr/>
          <p:nvPr/>
        </p:nvSpPr>
        <p:spPr>
          <a:xfrm>
            <a:off x="4038600" y="1851025"/>
            <a:ext cx="914400" cy="914400"/>
          </a:xfrm>
          <a:prstGeom prst="ellipse">
            <a:avLst/>
          </a:prstGeom>
          <a:solidFill>
            <a:schemeClr val="accent1"/>
          </a:solidFill>
          <a:ln w="9525" cap="flat" cmpd="sng">
            <a:solidFill>
              <a:schemeClr val="tx1"/>
            </a:solidFill>
            <a:prstDash val="solid"/>
            <a:headEnd type="none" w="med" len="med"/>
            <a:tailEnd type="none" w="med" len="med"/>
          </a:ln>
        </p:spPr>
        <p:txBody>
          <a:bodyPr wrap="none" lIns="91433" tIns="45717" rIns="91433" bIns="45717" anchor="ctr" anchorCtr="0"/>
          <a:lstStyle/>
          <a:p>
            <a:pPr algn="ctr"/>
            <a:r>
              <a:rPr lang="zh-CN" altLang="en-US" sz="2400" b="1" dirty="0">
                <a:latin typeface="Arial Rounded MT Bold" panose="020F0704030504030204" pitchFamily="34" charset="0"/>
              </a:rPr>
              <a:t>?</a:t>
            </a:r>
          </a:p>
        </p:txBody>
      </p:sp>
      <p:sp>
        <p:nvSpPr>
          <p:cNvPr id="27661" name="Oval 10"/>
          <p:cNvSpPr/>
          <p:nvPr/>
        </p:nvSpPr>
        <p:spPr>
          <a:xfrm>
            <a:off x="5562600" y="2994025"/>
            <a:ext cx="914400" cy="914400"/>
          </a:xfrm>
          <a:prstGeom prst="ellipse">
            <a:avLst/>
          </a:prstGeom>
          <a:solidFill>
            <a:schemeClr val="accent1"/>
          </a:solidFill>
          <a:ln w="9525" cap="flat" cmpd="sng">
            <a:solidFill>
              <a:schemeClr val="tx1"/>
            </a:solidFill>
            <a:prstDash val="solid"/>
            <a:headEnd type="none" w="med" len="med"/>
            <a:tailEnd type="none" w="med" len="med"/>
          </a:ln>
        </p:spPr>
        <p:txBody>
          <a:bodyPr wrap="none" lIns="91433" tIns="45717" rIns="91433" bIns="45717" anchor="ctr" anchorCtr="0"/>
          <a:lstStyle/>
          <a:p>
            <a:pPr algn="ctr"/>
            <a:r>
              <a:rPr lang="zh-CN" altLang="en-US" sz="2400" b="1" dirty="0">
                <a:latin typeface="Arial Rounded MT Bold" panose="020F0704030504030204" pitchFamily="34" charset="0"/>
              </a:rPr>
              <a:t>?</a:t>
            </a:r>
          </a:p>
        </p:txBody>
      </p:sp>
      <p:cxnSp>
        <p:nvCxnSpPr>
          <p:cNvPr id="27662" name="AutoShape 11"/>
          <p:cNvCxnSpPr/>
          <p:nvPr/>
        </p:nvCxnSpPr>
        <p:spPr>
          <a:xfrm>
            <a:off x="4851400" y="2546350"/>
            <a:ext cx="1320800" cy="387350"/>
          </a:xfrm>
          <a:prstGeom prst="straightConnector1">
            <a:avLst/>
          </a:prstGeom>
          <a:ln w="28575" cap="flat" cmpd="sng">
            <a:solidFill>
              <a:schemeClr val="tx1"/>
            </a:solidFill>
            <a:prstDash val="solid"/>
            <a:headEnd type="none" w="med" len="med"/>
            <a:tailEnd type="triangle" w="med" len="med"/>
          </a:ln>
        </p:spPr>
      </p:cxnSp>
      <p:cxnSp>
        <p:nvCxnSpPr>
          <p:cNvPr id="27663" name="AutoShape 12"/>
          <p:cNvCxnSpPr/>
          <p:nvPr/>
        </p:nvCxnSpPr>
        <p:spPr>
          <a:xfrm flipH="1">
            <a:off x="5586413" y="3908425"/>
            <a:ext cx="585787" cy="1057275"/>
          </a:xfrm>
          <a:prstGeom prst="straightConnector1">
            <a:avLst/>
          </a:prstGeom>
          <a:ln w="28575" cap="flat" cmpd="sng">
            <a:solidFill>
              <a:schemeClr val="accent2"/>
            </a:solidFill>
            <a:prstDash val="solid"/>
            <a:headEnd type="triangle" w="med" len="med"/>
            <a:tailEnd type="triangle" w="med" len="med"/>
          </a:ln>
        </p:spPr>
      </p:cxnSp>
      <p:sp>
        <p:nvSpPr>
          <p:cNvPr id="27664" name="AutoShape 13"/>
          <p:cNvSpPr/>
          <p:nvPr/>
        </p:nvSpPr>
        <p:spPr>
          <a:xfrm>
            <a:off x="5029200" y="4899025"/>
            <a:ext cx="914400" cy="914400"/>
          </a:xfrm>
          <a:prstGeom prst="smileyFace">
            <a:avLst>
              <a:gd name="adj" fmla="val 4653"/>
            </a:avLst>
          </a:prstGeom>
          <a:solidFill>
            <a:schemeClr val="accent1"/>
          </a:solidFill>
          <a:ln w="9525" cap="flat" cmpd="sng">
            <a:solidFill>
              <a:schemeClr val="tx1"/>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cxnSp>
        <p:nvCxnSpPr>
          <p:cNvPr id="27665" name="AutoShape 14"/>
          <p:cNvCxnSpPr/>
          <p:nvPr/>
        </p:nvCxnSpPr>
        <p:spPr>
          <a:xfrm>
            <a:off x="6172200" y="3908425"/>
            <a:ext cx="1066800" cy="1219200"/>
          </a:xfrm>
          <a:prstGeom prst="straightConnector1">
            <a:avLst/>
          </a:prstGeom>
          <a:ln w="28575" cap="flat" cmpd="sng">
            <a:solidFill>
              <a:schemeClr val="tx1"/>
            </a:solidFill>
            <a:prstDash val="dash"/>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21</a:t>
            </a:fld>
            <a:endParaRPr lang="zh-CN" altLang="en-US" b="1" i="1" dirty="0">
              <a:solidFill>
                <a:schemeClr val="folHlink"/>
              </a:solidFill>
              <a:latin typeface="Arial Narrow" panose="020B0606020202030204" pitchFamily="34" charset="0"/>
            </a:endParaRPr>
          </a:p>
        </p:txBody>
      </p:sp>
      <p:sp>
        <p:nvSpPr>
          <p:cNvPr id="28675"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28676"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28677" name="Rectangle 2"/>
          <p:cNvSpPr>
            <a:spLocks noGrp="1"/>
          </p:cNvSpPr>
          <p:nvPr>
            <p:ph type="title"/>
          </p:nvPr>
        </p:nvSpPr>
        <p:spPr/>
        <p:txBody>
          <a:bodyPr vert="horz" wrap="square" lIns="91440" tIns="45720" rIns="91440" bIns="45720" anchor="b" anchorCtr="0"/>
          <a:lstStyle/>
          <a:p>
            <a:pPr eaLnBrk="1" hangingPunct="1"/>
            <a:r>
              <a:rPr lang="en-US" altLang="zh-CN" dirty="0"/>
              <a:t>Randomization</a:t>
            </a:r>
          </a:p>
        </p:txBody>
      </p:sp>
      <p:grpSp>
        <p:nvGrpSpPr>
          <p:cNvPr id="28678" name="Group 3"/>
          <p:cNvGrpSpPr>
            <a:grpSpLocks noChangeAspect="1"/>
          </p:cNvGrpSpPr>
          <p:nvPr/>
        </p:nvGrpSpPr>
        <p:grpSpPr>
          <a:xfrm rot="2249762">
            <a:off x="4724400" y="2895600"/>
            <a:ext cx="2505075" cy="1385888"/>
            <a:chOff x="2073" y="2226"/>
            <a:chExt cx="1084" cy="600"/>
          </a:xfrm>
        </p:grpSpPr>
        <p:grpSp>
          <p:nvGrpSpPr>
            <p:cNvPr id="28689" name="Group 4"/>
            <p:cNvGrpSpPr>
              <a:grpSpLocks noChangeAspect="1"/>
            </p:cNvGrpSpPr>
            <p:nvPr/>
          </p:nvGrpSpPr>
          <p:grpSpPr>
            <a:xfrm>
              <a:off x="2594" y="2264"/>
              <a:ext cx="563" cy="504"/>
              <a:chOff x="2594" y="2264"/>
              <a:chExt cx="563" cy="504"/>
            </a:xfrm>
          </p:grpSpPr>
          <p:sp>
            <p:nvSpPr>
              <p:cNvPr id="28704" name="Freeform 5"/>
              <p:cNvSpPr>
                <a:spLocks noChangeAspect="1"/>
              </p:cNvSpPr>
              <p:nvPr/>
            </p:nvSpPr>
            <p:spPr>
              <a:xfrm>
                <a:off x="2605" y="2275"/>
                <a:ext cx="545" cy="479"/>
              </a:xfrm>
              <a:custGeom>
                <a:avLst/>
                <a:gdLst/>
                <a:ahLst/>
                <a:cxnLst>
                  <a:cxn ang="0">
                    <a:pos x="14" y="10"/>
                  </a:cxn>
                  <a:cxn ang="0">
                    <a:pos x="0" y="281"/>
                  </a:cxn>
                  <a:cxn ang="0">
                    <a:pos x="88" y="415"/>
                  </a:cxn>
                  <a:cxn ang="0">
                    <a:pos x="171" y="479"/>
                  </a:cxn>
                  <a:cxn ang="0">
                    <a:pos x="416" y="460"/>
                  </a:cxn>
                  <a:cxn ang="0">
                    <a:pos x="535" y="450"/>
                  </a:cxn>
                  <a:cxn ang="0">
                    <a:pos x="545" y="303"/>
                  </a:cxn>
                  <a:cxn ang="0">
                    <a:pos x="535" y="172"/>
                  </a:cxn>
                  <a:cxn ang="0">
                    <a:pos x="481" y="100"/>
                  </a:cxn>
                  <a:cxn ang="0">
                    <a:pos x="402" y="52"/>
                  </a:cxn>
                  <a:cxn ang="0">
                    <a:pos x="324" y="2"/>
                  </a:cxn>
                  <a:cxn ang="0">
                    <a:pos x="181" y="0"/>
                  </a:cxn>
                  <a:cxn ang="0">
                    <a:pos x="14" y="10"/>
                  </a:cxn>
                </a:cxnLst>
                <a:rect l="0" t="0" r="0" b="0"/>
                <a:pathLst>
                  <a:path w="545" h="479">
                    <a:moveTo>
                      <a:pt x="14" y="10"/>
                    </a:moveTo>
                    <a:lnTo>
                      <a:pt x="0" y="281"/>
                    </a:lnTo>
                    <a:lnTo>
                      <a:pt x="88" y="415"/>
                    </a:lnTo>
                    <a:lnTo>
                      <a:pt x="171" y="479"/>
                    </a:lnTo>
                    <a:lnTo>
                      <a:pt x="416" y="460"/>
                    </a:lnTo>
                    <a:lnTo>
                      <a:pt x="535" y="450"/>
                    </a:lnTo>
                    <a:lnTo>
                      <a:pt x="545" y="303"/>
                    </a:lnTo>
                    <a:lnTo>
                      <a:pt x="535" y="172"/>
                    </a:lnTo>
                    <a:lnTo>
                      <a:pt x="481" y="100"/>
                    </a:lnTo>
                    <a:lnTo>
                      <a:pt x="402" y="52"/>
                    </a:lnTo>
                    <a:lnTo>
                      <a:pt x="324" y="2"/>
                    </a:lnTo>
                    <a:lnTo>
                      <a:pt x="181" y="0"/>
                    </a:lnTo>
                    <a:lnTo>
                      <a:pt x="14" y="10"/>
                    </a:lnTo>
                    <a:close/>
                  </a:path>
                </a:pathLst>
              </a:custGeom>
              <a:solidFill>
                <a:srgbClr val="FFFFFF">
                  <a:alpha val="100000"/>
                </a:srgbClr>
              </a:solidFill>
              <a:ln w="9525">
                <a:noFill/>
              </a:ln>
            </p:spPr>
            <p:txBody>
              <a:bodyPr/>
              <a:lstStyle/>
              <a:p>
                <a:endParaRPr lang="zh-CN" altLang="en-US"/>
              </a:p>
            </p:txBody>
          </p:sp>
          <p:grpSp>
            <p:nvGrpSpPr>
              <p:cNvPr id="28705" name="Group 6"/>
              <p:cNvGrpSpPr>
                <a:grpSpLocks noChangeAspect="1"/>
              </p:cNvGrpSpPr>
              <p:nvPr/>
            </p:nvGrpSpPr>
            <p:grpSpPr>
              <a:xfrm>
                <a:off x="2594" y="2264"/>
                <a:ext cx="563" cy="504"/>
                <a:chOff x="2594" y="2264"/>
                <a:chExt cx="563" cy="504"/>
              </a:xfrm>
            </p:grpSpPr>
            <p:sp>
              <p:nvSpPr>
                <p:cNvPr id="28706" name="Freeform 7"/>
                <p:cNvSpPr>
                  <a:spLocks noChangeAspect="1"/>
                </p:cNvSpPr>
                <p:nvPr/>
              </p:nvSpPr>
              <p:spPr>
                <a:xfrm>
                  <a:off x="2612" y="2264"/>
                  <a:ext cx="545" cy="499"/>
                </a:xfrm>
                <a:custGeom>
                  <a:avLst/>
                  <a:gdLst/>
                  <a:ahLst/>
                  <a:cxnLst>
                    <a:cxn ang="0">
                      <a:pos x="93" y="0"/>
                    </a:cxn>
                    <a:cxn ang="0">
                      <a:pos x="107" y="14"/>
                    </a:cxn>
                    <a:cxn ang="0">
                      <a:pos x="164" y="21"/>
                    </a:cxn>
                    <a:cxn ang="0">
                      <a:pos x="314" y="29"/>
                    </a:cxn>
                    <a:cxn ang="0">
                      <a:pos x="400" y="76"/>
                    </a:cxn>
                    <a:cxn ang="0">
                      <a:pos x="478" y="135"/>
                    </a:cxn>
                    <a:cxn ang="0">
                      <a:pos x="500" y="171"/>
                    </a:cxn>
                    <a:cxn ang="0">
                      <a:pos x="416" y="185"/>
                    </a:cxn>
                    <a:cxn ang="0">
                      <a:pos x="331" y="185"/>
                    </a:cxn>
                    <a:cxn ang="0">
                      <a:pos x="221" y="192"/>
                    </a:cxn>
                    <a:cxn ang="0">
                      <a:pos x="167" y="190"/>
                    </a:cxn>
                    <a:cxn ang="0">
                      <a:pos x="124" y="157"/>
                    </a:cxn>
                    <a:cxn ang="0">
                      <a:pos x="86" y="107"/>
                    </a:cxn>
                    <a:cxn ang="0">
                      <a:pos x="57" y="62"/>
                    </a:cxn>
                    <a:cxn ang="0">
                      <a:pos x="29" y="12"/>
                    </a:cxn>
                    <a:cxn ang="0">
                      <a:pos x="0" y="5"/>
                    </a:cxn>
                    <a:cxn ang="0">
                      <a:pos x="0" y="33"/>
                    </a:cxn>
                    <a:cxn ang="0">
                      <a:pos x="17" y="69"/>
                    </a:cxn>
                    <a:cxn ang="0">
                      <a:pos x="57" y="114"/>
                    </a:cxn>
                    <a:cxn ang="0">
                      <a:pos x="95" y="164"/>
                    </a:cxn>
                    <a:cxn ang="0">
                      <a:pos x="138" y="207"/>
                    </a:cxn>
                    <a:cxn ang="0">
                      <a:pos x="143" y="314"/>
                    </a:cxn>
                    <a:cxn ang="0">
                      <a:pos x="143" y="440"/>
                    </a:cxn>
                    <a:cxn ang="0">
                      <a:pos x="150" y="482"/>
                    </a:cxn>
                    <a:cxn ang="0">
                      <a:pos x="171" y="463"/>
                    </a:cxn>
                    <a:cxn ang="0">
                      <a:pos x="159" y="383"/>
                    </a:cxn>
                    <a:cxn ang="0">
                      <a:pos x="164" y="285"/>
                    </a:cxn>
                    <a:cxn ang="0">
                      <a:pos x="167" y="219"/>
                    </a:cxn>
                    <a:cxn ang="0">
                      <a:pos x="259" y="221"/>
                    </a:cxn>
                    <a:cxn ang="0">
                      <a:pos x="393" y="219"/>
                    </a:cxn>
                    <a:cxn ang="0">
                      <a:pos x="474" y="211"/>
                    </a:cxn>
                    <a:cxn ang="0">
                      <a:pos x="516" y="204"/>
                    </a:cxn>
                    <a:cxn ang="0">
                      <a:pos x="521" y="297"/>
                    </a:cxn>
                    <a:cxn ang="0">
                      <a:pos x="516" y="378"/>
                    </a:cxn>
                    <a:cxn ang="0">
                      <a:pos x="509" y="442"/>
                    </a:cxn>
                    <a:cxn ang="0">
                      <a:pos x="443" y="456"/>
                    </a:cxn>
                    <a:cxn ang="0">
                      <a:pos x="328" y="463"/>
                    </a:cxn>
                    <a:cxn ang="0">
                      <a:pos x="186" y="475"/>
                    </a:cxn>
                    <a:cxn ang="0">
                      <a:pos x="164" y="478"/>
                    </a:cxn>
                    <a:cxn ang="0">
                      <a:pos x="150" y="492"/>
                    </a:cxn>
                    <a:cxn ang="0">
                      <a:pos x="174" y="499"/>
                    </a:cxn>
                    <a:cxn ang="0">
                      <a:pos x="300" y="489"/>
                    </a:cxn>
                    <a:cxn ang="0">
                      <a:pos x="414" y="478"/>
                    </a:cxn>
                    <a:cxn ang="0">
                      <a:pos x="509" y="475"/>
                    </a:cxn>
                    <a:cxn ang="0">
                      <a:pos x="545" y="461"/>
                    </a:cxn>
                    <a:cxn ang="0">
                      <a:pos x="545" y="432"/>
                    </a:cxn>
                    <a:cxn ang="0">
                      <a:pos x="543" y="269"/>
                    </a:cxn>
                    <a:cxn ang="0">
                      <a:pos x="538" y="183"/>
                    </a:cxn>
                    <a:cxn ang="0">
                      <a:pos x="509" y="140"/>
                    </a:cxn>
                    <a:cxn ang="0">
                      <a:pos x="478" y="105"/>
                    </a:cxn>
                    <a:cxn ang="0">
                      <a:pos x="409" y="62"/>
                    </a:cxn>
                    <a:cxn ang="0">
                      <a:pos x="345" y="19"/>
                    </a:cxn>
                    <a:cxn ang="0">
                      <a:pos x="317" y="5"/>
                    </a:cxn>
                    <a:cxn ang="0">
                      <a:pos x="257" y="12"/>
                    </a:cxn>
                    <a:cxn ang="0">
                      <a:pos x="152" y="0"/>
                    </a:cxn>
                    <a:cxn ang="0">
                      <a:pos x="93" y="0"/>
                    </a:cxn>
                  </a:cxnLst>
                  <a:rect l="0" t="0" r="0" b="0"/>
                  <a:pathLst>
                    <a:path w="545" h="499">
                      <a:moveTo>
                        <a:pt x="93" y="0"/>
                      </a:moveTo>
                      <a:lnTo>
                        <a:pt x="107" y="14"/>
                      </a:lnTo>
                      <a:lnTo>
                        <a:pt x="164" y="21"/>
                      </a:lnTo>
                      <a:lnTo>
                        <a:pt x="314" y="29"/>
                      </a:lnTo>
                      <a:lnTo>
                        <a:pt x="400" y="76"/>
                      </a:lnTo>
                      <a:lnTo>
                        <a:pt x="478" y="135"/>
                      </a:lnTo>
                      <a:lnTo>
                        <a:pt x="500" y="171"/>
                      </a:lnTo>
                      <a:lnTo>
                        <a:pt x="416" y="185"/>
                      </a:lnTo>
                      <a:lnTo>
                        <a:pt x="331" y="185"/>
                      </a:lnTo>
                      <a:lnTo>
                        <a:pt x="221" y="192"/>
                      </a:lnTo>
                      <a:lnTo>
                        <a:pt x="167" y="190"/>
                      </a:lnTo>
                      <a:lnTo>
                        <a:pt x="124" y="157"/>
                      </a:lnTo>
                      <a:lnTo>
                        <a:pt x="86" y="107"/>
                      </a:lnTo>
                      <a:lnTo>
                        <a:pt x="57" y="62"/>
                      </a:lnTo>
                      <a:lnTo>
                        <a:pt x="29" y="12"/>
                      </a:lnTo>
                      <a:lnTo>
                        <a:pt x="0" y="5"/>
                      </a:lnTo>
                      <a:lnTo>
                        <a:pt x="0" y="33"/>
                      </a:lnTo>
                      <a:lnTo>
                        <a:pt x="17" y="69"/>
                      </a:lnTo>
                      <a:lnTo>
                        <a:pt x="57" y="114"/>
                      </a:lnTo>
                      <a:lnTo>
                        <a:pt x="95" y="164"/>
                      </a:lnTo>
                      <a:lnTo>
                        <a:pt x="138" y="207"/>
                      </a:lnTo>
                      <a:lnTo>
                        <a:pt x="143" y="314"/>
                      </a:lnTo>
                      <a:lnTo>
                        <a:pt x="143" y="440"/>
                      </a:lnTo>
                      <a:lnTo>
                        <a:pt x="150" y="482"/>
                      </a:lnTo>
                      <a:lnTo>
                        <a:pt x="171" y="463"/>
                      </a:lnTo>
                      <a:lnTo>
                        <a:pt x="159" y="383"/>
                      </a:lnTo>
                      <a:lnTo>
                        <a:pt x="164" y="285"/>
                      </a:lnTo>
                      <a:lnTo>
                        <a:pt x="167" y="219"/>
                      </a:lnTo>
                      <a:lnTo>
                        <a:pt x="259" y="221"/>
                      </a:lnTo>
                      <a:lnTo>
                        <a:pt x="393" y="219"/>
                      </a:lnTo>
                      <a:lnTo>
                        <a:pt x="474" y="211"/>
                      </a:lnTo>
                      <a:lnTo>
                        <a:pt x="516" y="204"/>
                      </a:lnTo>
                      <a:lnTo>
                        <a:pt x="521" y="297"/>
                      </a:lnTo>
                      <a:lnTo>
                        <a:pt x="516" y="378"/>
                      </a:lnTo>
                      <a:lnTo>
                        <a:pt x="509" y="442"/>
                      </a:lnTo>
                      <a:lnTo>
                        <a:pt x="443" y="456"/>
                      </a:lnTo>
                      <a:lnTo>
                        <a:pt x="328" y="463"/>
                      </a:lnTo>
                      <a:lnTo>
                        <a:pt x="186" y="475"/>
                      </a:lnTo>
                      <a:lnTo>
                        <a:pt x="164" y="478"/>
                      </a:lnTo>
                      <a:lnTo>
                        <a:pt x="150" y="492"/>
                      </a:lnTo>
                      <a:lnTo>
                        <a:pt x="174" y="499"/>
                      </a:lnTo>
                      <a:lnTo>
                        <a:pt x="300" y="489"/>
                      </a:lnTo>
                      <a:lnTo>
                        <a:pt x="414" y="478"/>
                      </a:lnTo>
                      <a:lnTo>
                        <a:pt x="509" y="475"/>
                      </a:lnTo>
                      <a:lnTo>
                        <a:pt x="545" y="461"/>
                      </a:lnTo>
                      <a:lnTo>
                        <a:pt x="545" y="432"/>
                      </a:lnTo>
                      <a:lnTo>
                        <a:pt x="543" y="269"/>
                      </a:lnTo>
                      <a:lnTo>
                        <a:pt x="538" y="183"/>
                      </a:lnTo>
                      <a:lnTo>
                        <a:pt x="509" y="140"/>
                      </a:lnTo>
                      <a:lnTo>
                        <a:pt x="478" y="105"/>
                      </a:lnTo>
                      <a:lnTo>
                        <a:pt x="409" y="62"/>
                      </a:lnTo>
                      <a:lnTo>
                        <a:pt x="345" y="19"/>
                      </a:lnTo>
                      <a:lnTo>
                        <a:pt x="317" y="5"/>
                      </a:lnTo>
                      <a:lnTo>
                        <a:pt x="257" y="12"/>
                      </a:lnTo>
                      <a:lnTo>
                        <a:pt x="152" y="0"/>
                      </a:lnTo>
                      <a:lnTo>
                        <a:pt x="93" y="0"/>
                      </a:lnTo>
                      <a:close/>
                    </a:path>
                  </a:pathLst>
                </a:custGeom>
                <a:solidFill>
                  <a:srgbClr val="000000">
                    <a:alpha val="100000"/>
                  </a:srgbClr>
                </a:solidFill>
                <a:ln w="9525">
                  <a:noFill/>
                </a:ln>
              </p:spPr>
              <p:txBody>
                <a:bodyPr/>
                <a:lstStyle/>
                <a:p>
                  <a:endParaRPr lang="zh-CN" altLang="en-US"/>
                </a:p>
              </p:txBody>
            </p:sp>
            <p:sp>
              <p:nvSpPr>
                <p:cNvPr id="28707" name="Freeform 8"/>
                <p:cNvSpPr>
                  <a:spLocks noChangeAspect="1"/>
                </p:cNvSpPr>
                <p:nvPr/>
              </p:nvSpPr>
              <p:spPr>
                <a:xfrm>
                  <a:off x="2594" y="2264"/>
                  <a:ext cx="219" cy="504"/>
                </a:xfrm>
                <a:custGeom>
                  <a:avLst/>
                  <a:gdLst/>
                  <a:ahLst/>
                  <a:cxnLst>
                    <a:cxn ang="0">
                      <a:pos x="144" y="0"/>
                    </a:cxn>
                    <a:cxn ang="0">
                      <a:pos x="219" y="19"/>
                    </a:cxn>
                    <a:cxn ang="0">
                      <a:pos x="117" y="29"/>
                    </a:cxn>
                    <a:cxn ang="0">
                      <a:pos x="37" y="29"/>
                    </a:cxn>
                    <a:cxn ang="0">
                      <a:pos x="37" y="143"/>
                    </a:cxn>
                    <a:cxn ang="0">
                      <a:pos x="29" y="276"/>
                    </a:cxn>
                    <a:cxn ang="0">
                      <a:pos x="37" y="307"/>
                    </a:cxn>
                    <a:cxn ang="0">
                      <a:pos x="58" y="347"/>
                    </a:cxn>
                    <a:cxn ang="0">
                      <a:pos x="129" y="433"/>
                    </a:cxn>
                    <a:cxn ang="0">
                      <a:pos x="187" y="471"/>
                    </a:cxn>
                    <a:cxn ang="0">
                      <a:pos x="197" y="497"/>
                    </a:cxn>
                    <a:cxn ang="0">
                      <a:pos x="180" y="504"/>
                    </a:cxn>
                    <a:cxn ang="0">
                      <a:pos x="139" y="475"/>
                    </a:cxn>
                    <a:cxn ang="0">
                      <a:pos x="88" y="426"/>
                    </a:cxn>
                    <a:cxn ang="0">
                      <a:pos x="41" y="364"/>
                    </a:cxn>
                    <a:cxn ang="0">
                      <a:pos x="7" y="319"/>
                    </a:cxn>
                    <a:cxn ang="0">
                      <a:pos x="0" y="297"/>
                    </a:cxn>
                    <a:cxn ang="0">
                      <a:pos x="7" y="212"/>
                    </a:cxn>
                    <a:cxn ang="0">
                      <a:pos x="7" y="107"/>
                    </a:cxn>
                    <a:cxn ang="0">
                      <a:pos x="15" y="19"/>
                    </a:cxn>
                    <a:cxn ang="0">
                      <a:pos x="27" y="5"/>
                    </a:cxn>
                    <a:cxn ang="0">
                      <a:pos x="100" y="7"/>
                    </a:cxn>
                    <a:cxn ang="0">
                      <a:pos x="144" y="0"/>
                    </a:cxn>
                  </a:cxnLst>
                  <a:rect l="0" t="0" r="0" b="0"/>
                  <a:pathLst>
                    <a:path w="219" h="504">
                      <a:moveTo>
                        <a:pt x="144" y="0"/>
                      </a:moveTo>
                      <a:lnTo>
                        <a:pt x="219" y="19"/>
                      </a:lnTo>
                      <a:lnTo>
                        <a:pt x="117" y="29"/>
                      </a:lnTo>
                      <a:lnTo>
                        <a:pt x="37" y="29"/>
                      </a:lnTo>
                      <a:lnTo>
                        <a:pt x="37" y="143"/>
                      </a:lnTo>
                      <a:lnTo>
                        <a:pt x="29" y="276"/>
                      </a:lnTo>
                      <a:lnTo>
                        <a:pt x="37" y="307"/>
                      </a:lnTo>
                      <a:lnTo>
                        <a:pt x="58" y="347"/>
                      </a:lnTo>
                      <a:lnTo>
                        <a:pt x="129" y="433"/>
                      </a:lnTo>
                      <a:lnTo>
                        <a:pt x="187" y="471"/>
                      </a:lnTo>
                      <a:lnTo>
                        <a:pt x="197" y="497"/>
                      </a:lnTo>
                      <a:lnTo>
                        <a:pt x="180" y="504"/>
                      </a:lnTo>
                      <a:lnTo>
                        <a:pt x="139" y="475"/>
                      </a:lnTo>
                      <a:lnTo>
                        <a:pt x="88" y="426"/>
                      </a:lnTo>
                      <a:lnTo>
                        <a:pt x="41" y="364"/>
                      </a:lnTo>
                      <a:lnTo>
                        <a:pt x="7" y="319"/>
                      </a:lnTo>
                      <a:lnTo>
                        <a:pt x="0" y="297"/>
                      </a:lnTo>
                      <a:lnTo>
                        <a:pt x="7" y="212"/>
                      </a:lnTo>
                      <a:lnTo>
                        <a:pt x="7" y="107"/>
                      </a:lnTo>
                      <a:lnTo>
                        <a:pt x="15" y="19"/>
                      </a:lnTo>
                      <a:lnTo>
                        <a:pt x="27" y="5"/>
                      </a:lnTo>
                      <a:lnTo>
                        <a:pt x="100" y="7"/>
                      </a:lnTo>
                      <a:lnTo>
                        <a:pt x="144" y="0"/>
                      </a:lnTo>
                      <a:close/>
                    </a:path>
                  </a:pathLst>
                </a:custGeom>
                <a:solidFill>
                  <a:srgbClr val="000000">
                    <a:alpha val="100000"/>
                  </a:srgbClr>
                </a:solidFill>
                <a:ln w="9525">
                  <a:noFill/>
                </a:ln>
              </p:spPr>
              <p:txBody>
                <a:bodyPr/>
                <a:lstStyle/>
                <a:p>
                  <a:endParaRPr lang="zh-CN" altLang="en-US"/>
                </a:p>
              </p:txBody>
            </p:sp>
            <p:sp>
              <p:nvSpPr>
                <p:cNvPr id="28708" name="Oval 9"/>
                <p:cNvSpPr>
                  <a:spLocks noChangeAspect="1"/>
                </p:cNvSpPr>
                <p:nvPr/>
              </p:nvSpPr>
              <p:spPr>
                <a:xfrm>
                  <a:off x="2739" y="2318"/>
                  <a:ext cx="96" cy="53"/>
                </a:xfrm>
                <a:prstGeom prst="ellipse">
                  <a:avLst/>
                </a:prstGeom>
                <a:solidFill>
                  <a:srgbClr val="000000"/>
                </a:solidFill>
                <a:ln w="9525">
                  <a:noFill/>
                </a:ln>
              </p:spPr>
              <p:txBody>
                <a:bodyPr/>
                <a:lstStyle/>
                <a:p>
                  <a:pPr algn="ctr"/>
                  <a:endParaRPr lang="zh-CN" altLang="en-US" dirty="0">
                    <a:latin typeface="Times New Roman" panose="02020603050405020304" pitchFamily="18" charset="0"/>
                  </a:endParaRPr>
                </a:p>
              </p:txBody>
            </p:sp>
            <p:sp>
              <p:nvSpPr>
                <p:cNvPr id="28709" name="Oval 10"/>
                <p:cNvSpPr>
                  <a:spLocks noChangeAspect="1"/>
                </p:cNvSpPr>
                <p:nvPr/>
              </p:nvSpPr>
              <p:spPr>
                <a:xfrm>
                  <a:off x="3027" y="2500"/>
                  <a:ext cx="66" cy="68"/>
                </a:xfrm>
                <a:prstGeom prst="ellipse">
                  <a:avLst/>
                </a:prstGeom>
                <a:solidFill>
                  <a:srgbClr val="000000"/>
                </a:solidFill>
                <a:ln w="9525">
                  <a:noFill/>
                </a:ln>
              </p:spPr>
              <p:txBody>
                <a:bodyPr/>
                <a:lstStyle/>
                <a:p>
                  <a:pPr algn="ctr"/>
                  <a:endParaRPr lang="zh-CN" altLang="en-US" dirty="0">
                    <a:latin typeface="Times New Roman" panose="02020603050405020304" pitchFamily="18" charset="0"/>
                  </a:endParaRPr>
                </a:p>
              </p:txBody>
            </p:sp>
            <p:sp>
              <p:nvSpPr>
                <p:cNvPr id="28710" name="Oval 11"/>
                <p:cNvSpPr>
                  <a:spLocks noChangeAspect="1"/>
                </p:cNvSpPr>
                <p:nvPr/>
              </p:nvSpPr>
              <p:spPr>
                <a:xfrm>
                  <a:off x="2915" y="2573"/>
                  <a:ext cx="65" cy="67"/>
                </a:xfrm>
                <a:prstGeom prst="ellipse">
                  <a:avLst/>
                </a:prstGeom>
                <a:solidFill>
                  <a:srgbClr val="000000"/>
                </a:solidFill>
                <a:ln w="9525">
                  <a:noFill/>
                </a:ln>
              </p:spPr>
              <p:txBody>
                <a:bodyPr/>
                <a:lstStyle/>
                <a:p>
                  <a:pPr algn="ctr"/>
                  <a:endParaRPr lang="zh-CN" altLang="en-US" dirty="0">
                    <a:latin typeface="Times New Roman" panose="02020603050405020304" pitchFamily="18" charset="0"/>
                  </a:endParaRPr>
                </a:p>
              </p:txBody>
            </p:sp>
            <p:sp>
              <p:nvSpPr>
                <p:cNvPr id="28711" name="Oval 12"/>
                <p:cNvSpPr>
                  <a:spLocks noChangeAspect="1"/>
                </p:cNvSpPr>
                <p:nvPr/>
              </p:nvSpPr>
              <p:spPr>
                <a:xfrm>
                  <a:off x="2809" y="2638"/>
                  <a:ext cx="66" cy="68"/>
                </a:xfrm>
                <a:prstGeom prst="ellipse">
                  <a:avLst/>
                </a:prstGeom>
                <a:solidFill>
                  <a:srgbClr val="000000"/>
                </a:solidFill>
                <a:ln w="9525">
                  <a:noFill/>
                </a:ln>
              </p:spPr>
              <p:txBody>
                <a:bodyPr/>
                <a:lstStyle/>
                <a:p>
                  <a:pPr algn="ctr"/>
                  <a:endParaRPr lang="zh-CN" altLang="en-US" dirty="0">
                    <a:latin typeface="Times New Roman" panose="02020603050405020304" pitchFamily="18" charset="0"/>
                  </a:endParaRPr>
                </a:p>
              </p:txBody>
            </p:sp>
            <p:sp>
              <p:nvSpPr>
                <p:cNvPr id="28712" name="Oval 13"/>
                <p:cNvSpPr>
                  <a:spLocks noChangeAspect="1"/>
                </p:cNvSpPr>
                <p:nvPr/>
              </p:nvSpPr>
              <p:spPr>
                <a:xfrm>
                  <a:off x="2908" y="2364"/>
                  <a:ext cx="96" cy="54"/>
                </a:xfrm>
                <a:prstGeom prst="ellipse">
                  <a:avLst/>
                </a:prstGeom>
                <a:solidFill>
                  <a:srgbClr val="000000"/>
                </a:solidFill>
                <a:ln w="9525">
                  <a:noFill/>
                </a:ln>
              </p:spPr>
              <p:txBody>
                <a:bodyPr/>
                <a:lstStyle/>
                <a:p>
                  <a:pPr algn="ctr"/>
                  <a:endParaRPr lang="zh-CN" altLang="en-US" dirty="0">
                    <a:latin typeface="Times New Roman" panose="02020603050405020304" pitchFamily="18" charset="0"/>
                  </a:endParaRPr>
                </a:p>
              </p:txBody>
            </p:sp>
            <p:sp>
              <p:nvSpPr>
                <p:cNvPr id="28713" name="Freeform 14"/>
                <p:cNvSpPr>
                  <a:spLocks noChangeAspect="1"/>
                </p:cNvSpPr>
                <p:nvPr/>
              </p:nvSpPr>
              <p:spPr>
                <a:xfrm>
                  <a:off x="2662" y="2476"/>
                  <a:ext cx="56" cy="90"/>
                </a:xfrm>
                <a:custGeom>
                  <a:avLst/>
                  <a:gdLst/>
                  <a:ahLst/>
                  <a:cxnLst>
                    <a:cxn ang="0">
                      <a:pos x="53" y="38"/>
                    </a:cxn>
                    <a:cxn ang="0">
                      <a:pos x="50" y="31"/>
                    </a:cxn>
                    <a:cxn ang="0">
                      <a:pos x="47" y="23"/>
                    </a:cxn>
                    <a:cxn ang="0">
                      <a:pos x="42" y="16"/>
                    </a:cxn>
                    <a:cxn ang="0">
                      <a:pos x="37" y="10"/>
                    </a:cxn>
                    <a:cxn ang="0">
                      <a:pos x="32" y="5"/>
                    </a:cxn>
                    <a:cxn ang="0">
                      <a:pos x="28" y="3"/>
                    </a:cxn>
                    <a:cxn ang="0">
                      <a:pos x="23" y="1"/>
                    </a:cxn>
                    <a:cxn ang="0">
                      <a:pos x="19" y="0"/>
                    </a:cxn>
                    <a:cxn ang="0">
                      <a:pos x="13" y="0"/>
                    </a:cxn>
                    <a:cxn ang="0">
                      <a:pos x="9" y="2"/>
                    </a:cxn>
                    <a:cxn ang="0">
                      <a:pos x="5" y="5"/>
                    </a:cxn>
                    <a:cxn ang="0">
                      <a:pos x="2" y="10"/>
                    </a:cxn>
                    <a:cxn ang="0">
                      <a:pos x="1" y="14"/>
                    </a:cxn>
                    <a:cxn ang="0">
                      <a:pos x="0" y="21"/>
                    </a:cxn>
                    <a:cxn ang="0">
                      <a:pos x="0" y="30"/>
                    </a:cxn>
                    <a:cxn ang="0">
                      <a:pos x="0" y="36"/>
                    </a:cxn>
                    <a:cxn ang="0">
                      <a:pos x="1" y="44"/>
                    </a:cxn>
                    <a:cxn ang="0">
                      <a:pos x="4" y="52"/>
                    </a:cxn>
                    <a:cxn ang="0">
                      <a:pos x="6" y="59"/>
                    </a:cxn>
                    <a:cxn ang="0">
                      <a:pos x="9" y="67"/>
                    </a:cxn>
                    <a:cxn ang="0">
                      <a:pos x="14" y="74"/>
                    </a:cxn>
                    <a:cxn ang="0">
                      <a:pos x="19" y="80"/>
                    </a:cxn>
                    <a:cxn ang="0">
                      <a:pos x="25" y="85"/>
                    </a:cxn>
                    <a:cxn ang="0">
                      <a:pos x="28" y="87"/>
                    </a:cxn>
                    <a:cxn ang="0">
                      <a:pos x="33" y="89"/>
                    </a:cxn>
                    <a:cxn ang="0">
                      <a:pos x="37" y="90"/>
                    </a:cxn>
                    <a:cxn ang="0">
                      <a:pos x="43" y="90"/>
                    </a:cxn>
                    <a:cxn ang="0">
                      <a:pos x="47" y="88"/>
                    </a:cxn>
                    <a:cxn ang="0">
                      <a:pos x="51" y="85"/>
                    </a:cxn>
                    <a:cxn ang="0">
                      <a:pos x="54" y="80"/>
                    </a:cxn>
                    <a:cxn ang="0">
                      <a:pos x="55" y="76"/>
                    </a:cxn>
                    <a:cxn ang="0">
                      <a:pos x="56" y="69"/>
                    </a:cxn>
                    <a:cxn ang="0">
                      <a:pos x="56" y="60"/>
                    </a:cxn>
                    <a:cxn ang="0">
                      <a:pos x="56" y="54"/>
                    </a:cxn>
                    <a:cxn ang="0">
                      <a:pos x="55" y="46"/>
                    </a:cxn>
                    <a:cxn ang="0">
                      <a:pos x="53" y="38"/>
                    </a:cxn>
                  </a:cxnLst>
                  <a:rect l="0" t="0" r="0" b="0"/>
                  <a:pathLst>
                    <a:path w="56" h="90">
                      <a:moveTo>
                        <a:pt x="53" y="38"/>
                      </a:moveTo>
                      <a:lnTo>
                        <a:pt x="50" y="31"/>
                      </a:lnTo>
                      <a:lnTo>
                        <a:pt x="47" y="23"/>
                      </a:lnTo>
                      <a:lnTo>
                        <a:pt x="42" y="16"/>
                      </a:lnTo>
                      <a:lnTo>
                        <a:pt x="37" y="10"/>
                      </a:lnTo>
                      <a:lnTo>
                        <a:pt x="32" y="5"/>
                      </a:lnTo>
                      <a:lnTo>
                        <a:pt x="28" y="3"/>
                      </a:lnTo>
                      <a:lnTo>
                        <a:pt x="23" y="1"/>
                      </a:lnTo>
                      <a:lnTo>
                        <a:pt x="19" y="0"/>
                      </a:lnTo>
                      <a:lnTo>
                        <a:pt x="13" y="0"/>
                      </a:lnTo>
                      <a:lnTo>
                        <a:pt x="9" y="2"/>
                      </a:lnTo>
                      <a:lnTo>
                        <a:pt x="5" y="5"/>
                      </a:lnTo>
                      <a:lnTo>
                        <a:pt x="2" y="10"/>
                      </a:lnTo>
                      <a:lnTo>
                        <a:pt x="1" y="14"/>
                      </a:lnTo>
                      <a:lnTo>
                        <a:pt x="0" y="21"/>
                      </a:lnTo>
                      <a:lnTo>
                        <a:pt x="0" y="30"/>
                      </a:lnTo>
                      <a:lnTo>
                        <a:pt x="0" y="36"/>
                      </a:lnTo>
                      <a:lnTo>
                        <a:pt x="1" y="44"/>
                      </a:lnTo>
                      <a:lnTo>
                        <a:pt x="4" y="52"/>
                      </a:lnTo>
                      <a:lnTo>
                        <a:pt x="6" y="59"/>
                      </a:lnTo>
                      <a:lnTo>
                        <a:pt x="9" y="67"/>
                      </a:lnTo>
                      <a:lnTo>
                        <a:pt x="14" y="74"/>
                      </a:lnTo>
                      <a:lnTo>
                        <a:pt x="19" y="80"/>
                      </a:lnTo>
                      <a:lnTo>
                        <a:pt x="25" y="85"/>
                      </a:lnTo>
                      <a:lnTo>
                        <a:pt x="28" y="87"/>
                      </a:lnTo>
                      <a:lnTo>
                        <a:pt x="33" y="89"/>
                      </a:lnTo>
                      <a:lnTo>
                        <a:pt x="37" y="90"/>
                      </a:lnTo>
                      <a:lnTo>
                        <a:pt x="43" y="90"/>
                      </a:lnTo>
                      <a:lnTo>
                        <a:pt x="47" y="88"/>
                      </a:lnTo>
                      <a:lnTo>
                        <a:pt x="51" y="85"/>
                      </a:lnTo>
                      <a:lnTo>
                        <a:pt x="54" y="80"/>
                      </a:lnTo>
                      <a:lnTo>
                        <a:pt x="55" y="76"/>
                      </a:lnTo>
                      <a:lnTo>
                        <a:pt x="56" y="69"/>
                      </a:lnTo>
                      <a:lnTo>
                        <a:pt x="56" y="60"/>
                      </a:lnTo>
                      <a:lnTo>
                        <a:pt x="56" y="54"/>
                      </a:lnTo>
                      <a:lnTo>
                        <a:pt x="55" y="46"/>
                      </a:lnTo>
                      <a:lnTo>
                        <a:pt x="53" y="38"/>
                      </a:lnTo>
                      <a:close/>
                    </a:path>
                  </a:pathLst>
                </a:custGeom>
                <a:solidFill>
                  <a:srgbClr val="000000">
                    <a:alpha val="100000"/>
                  </a:srgbClr>
                </a:solidFill>
                <a:ln w="9525">
                  <a:noFill/>
                </a:ln>
              </p:spPr>
              <p:txBody>
                <a:bodyPr/>
                <a:lstStyle/>
                <a:p>
                  <a:endParaRPr lang="zh-CN" altLang="en-US"/>
                </a:p>
              </p:txBody>
            </p:sp>
          </p:grpSp>
        </p:grpSp>
        <p:grpSp>
          <p:nvGrpSpPr>
            <p:cNvPr id="28690" name="Group 15"/>
            <p:cNvGrpSpPr>
              <a:grpSpLocks noChangeAspect="1"/>
            </p:cNvGrpSpPr>
            <p:nvPr/>
          </p:nvGrpSpPr>
          <p:grpSpPr>
            <a:xfrm>
              <a:off x="2073" y="2226"/>
              <a:ext cx="512" cy="600"/>
              <a:chOff x="2073" y="2226"/>
              <a:chExt cx="512" cy="600"/>
            </a:xfrm>
          </p:grpSpPr>
          <p:sp>
            <p:nvSpPr>
              <p:cNvPr id="28691" name="Freeform 16"/>
              <p:cNvSpPr>
                <a:spLocks noChangeAspect="1"/>
              </p:cNvSpPr>
              <p:nvPr/>
            </p:nvSpPr>
            <p:spPr>
              <a:xfrm>
                <a:off x="2092" y="2233"/>
                <a:ext cx="481" cy="577"/>
              </a:xfrm>
              <a:custGeom>
                <a:avLst/>
                <a:gdLst/>
                <a:ahLst/>
                <a:cxnLst>
                  <a:cxn ang="0">
                    <a:pos x="0" y="166"/>
                  </a:cxn>
                  <a:cxn ang="0">
                    <a:pos x="117" y="7"/>
                  </a:cxn>
                  <a:cxn ang="0">
                    <a:pos x="138" y="0"/>
                  </a:cxn>
                  <a:cxn ang="0">
                    <a:pos x="414" y="38"/>
                  </a:cxn>
                  <a:cxn ang="0">
                    <a:pos x="438" y="85"/>
                  </a:cxn>
                  <a:cxn ang="0">
                    <a:pos x="481" y="309"/>
                  </a:cxn>
                  <a:cxn ang="0">
                    <a:pos x="324" y="572"/>
                  </a:cxn>
                  <a:cxn ang="0">
                    <a:pos x="288" y="577"/>
                  </a:cxn>
                  <a:cxn ang="0">
                    <a:pos x="24" y="406"/>
                  </a:cxn>
                  <a:cxn ang="0">
                    <a:pos x="14" y="366"/>
                  </a:cxn>
                  <a:cxn ang="0">
                    <a:pos x="10" y="209"/>
                  </a:cxn>
                  <a:cxn ang="0">
                    <a:pos x="0" y="166"/>
                  </a:cxn>
                </a:cxnLst>
                <a:rect l="0" t="0" r="0" b="0"/>
                <a:pathLst>
                  <a:path w="481" h="577">
                    <a:moveTo>
                      <a:pt x="0" y="166"/>
                    </a:moveTo>
                    <a:lnTo>
                      <a:pt x="117" y="7"/>
                    </a:lnTo>
                    <a:lnTo>
                      <a:pt x="138" y="0"/>
                    </a:lnTo>
                    <a:lnTo>
                      <a:pt x="414" y="38"/>
                    </a:lnTo>
                    <a:lnTo>
                      <a:pt x="438" y="85"/>
                    </a:lnTo>
                    <a:lnTo>
                      <a:pt x="481" y="309"/>
                    </a:lnTo>
                    <a:lnTo>
                      <a:pt x="324" y="572"/>
                    </a:lnTo>
                    <a:lnTo>
                      <a:pt x="288" y="577"/>
                    </a:lnTo>
                    <a:lnTo>
                      <a:pt x="24" y="406"/>
                    </a:lnTo>
                    <a:lnTo>
                      <a:pt x="14" y="366"/>
                    </a:lnTo>
                    <a:lnTo>
                      <a:pt x="10" y="209"/>
                    </a:lnTo>
                    <a:lnTo>
                      <a:pt x="0" y="166"/>
                    </a:lnTo>
                    <a:close/>
                  </a:path>
                </a:pathLst>
              </a:custGeom>
              <a:solidFill>
                <a:srgbClr val="FFFFFF">
                  <a:alpha val="100000"/>
                </a:srgbClr>
              </a:solidFill>
              <a:ln w="9525">
                <a:noFill/>
              </a:ln>
            </p:spPr>
            <p:txBody>
              <a:bodyPr/>
              <a:lstStyle/>
              <a:p>
                <a:endParaRPr lang="zh-CN" altLang="en-US"/>
              </a:p>
            </p:txBody>
          </p:sp>
          <p:grpSp>
            <p:nvGrpSpPr>
              <p:cNvPr id="28692" name="Group 17"/>
              <p:cNvGrpSpPr>
                <a:grpSpLocks noChangeAspect="1"/>
              </p:cNvGrpSpPr>
              <p:nvPr/>
            </p:nvGrpSpPr>
            <p:grpSpPr>
              <a:xfrm>
                <a:off x="2073" y="2226"/>
                <a:ext cx="512" cy="600"/>
                <a:chOff x="2073" y="2226"/>
                <a:chExt cx="512" cy="600"/>
              </a:xfrm>
            </p:grpSpPr>
            <p:sp>
              <p:nvSpPr>
                <p:cNvPr id="28693" name="Freeform 18"/>
                <p:cNvSpPr>
                  <a:spLocks noChangeAspect="1"/>
                </p:cNvSpPr>
                <p:nvPr/>
              </p:nvSpPr>
              <p:spPr>
                <a:xfrm>
                  <a:off x="2085" y="2257"/>
                  <a:ext cx="500" cy="569"/>
                </a:xfrm>
                <a:custGeom>
                  <a:avLst/>
                  <a:gdLst/>
                  <a:ahLst/>
                  <a:cxnLst>
                    <a:cxn ang="0">
                      <a:pos x="224" y="285"/>
                    </a:cxn>
                    <a:cxn ang="0">
                      <a:pos x="295" y="183"/>
                    </a:cxn>
                    <a:cxn ang="0">
                      <a:pos x="364" y="78"/>
                    </a:cxn>
                    <a:cxn ang="0">
                      <a:pos x="393" y="21"/>
                    </a:cxn>
                    <a:cxn ang="0">
                      <a:pos x="414" y="0"/>
                    </a:cxn>
                    <a:cxn ang="0">
                      <a:pos x="429" y="0"/>
                    </a:cxn>
                    <a:cxn ang="0">
                      <a:pos x="450" y="50"/>
                    </a:cxn>
                    <a:cxn ang="0">
                      <a:pos x="471" y="147"/>
                    </a:cxn>
                    <a:cxn ang="0">
                      <a:pos x="493" y="254"/>
                    </a:cxn>
                    <a:cxn ang="0">
                      <a:pos x="500" y="285"/>
                    </a:cxn>
                    <a:cxn ang="0">
                      <a:pos x="486" y="313"/>
                    </a:cxn>
                    <a:cxn ang="0">
                      <a:pos x="436" y="396"/>
                    </a:cxn>
                    <a:cxn ang="0">
                      <a:pos x="388" y="488"/>
                    </a:cxn>
                    <a:cxn ang="0">
                      <a:pos x="336" y="555"/>
                    </a:cxn>
                    <a:cxn ang="0">
                      <a:pos x="307" y="569"/>
                    </a:cxn>
                    <a:cxn ang="0">
                      <a:pos x="252" y="533"/>
                    </a:cxn>
                    <a:cxn ang="0">
                      <a:pos x="145" y="462"/>
                    </a:cxn>
                    <a:cxn ang="0">
                      <a:pos x="45" y="410"/>
                    </a:cxn>
                    <a:cxn ang="0">
                      <a:pos x="17" y="370"/>
                    </a:cxn>
                    <a:cxn ang="0">
                      <a:pos x="10" y="318"/>
                    </a:cxn>
                    <a:cxn ang="0">
                      <a:pos x="10" y="197"/>
                    </a:cxn>
                    <a:cxn ang="0">
                      <a:pos x="0" y="140"/>
                    </a:cxn>
                    <a:cxn ang="0">
                      <a:pos x="21" y="140"/>
                    </a:cxn>
                    <a:cxn ang="0">
                      <a:pos x="43" y="168"/>
                    </a:cxn>
                    <a:cxn ang="0">
                      <a:pos x="43" y="225"/>
                    </a:cxn>
                    <a:cxn ang="0">
                      <a:pos x="36" y="332"/>
                    </a:cxn>
                    <a:cxn ang="0">
                      <a:pos x="45" y="375"/>
                    </a:cxn>
                    <a:cxn ang="0">
                      <a:pos x="71" y="389"/>
                    </a:cxn>
                    <a:cxn ang="0">
                      <a:pos x="131" y="417"/>
                    </a:cxn>
                    <a:cxn ang="0">
                      <a:pos x="207" y="462"/>
                    </a:cxn>
                    <a:cxn ang="0">
                      <a:pos x="288" y="517"/>
                    </a:cxn>
                    <a:cxn ang="0">
                      <a:pos x="317" y="531"/>
                    </a:cxn>
                    <a:cxn ang="0">
                      <a:pos x="357" y="491"/>
                    </a:cxn>
                    <a:cxn ang="0">
                      <a:pos x="395" y="417"/>
                    </a:cxn>
                    <a:cxn ang="0">
                      <a:pos x="429" y="356"/>
                    </a:cxn>
                    <a:cxn ang="0">
                      <a:pos x="457" y="303"/>
                    </a:cxn>
                    <a:cxn ang="0">
                      <a:pos x="474" y="268"/>
                    </a:cxn>
                    <a:cxn ang="0">
                      <a:pos x="445" y="161"/>
                    </a:cxn>
                    <a:cxn ang="0">
                      <a:pos x="429" y="64"/>
                    </a:cxn>
                    <a:cxn ang="0">
                      <a:pos x="414" y="33"/>
                    </a:cxn>
                    <a:cxn ang="0">
                      <a:pos x="374" y="111"/>
                    </a:cxn>
                    <a:cxn ang="0">
                      <a:pos x="317" y="206"/>
                    </a:cxn>
                    <a:cxn ang="0">
                      <a:pos x="264" y="277"/>
                    </a:cxn>
                    <a:cxn ang="0">
                      <a:pos x="231" y="318"/>
                    </a:cxn>
                    <a:cxn ang="0">
                      <a:pos x="210" y="306"/>
                    </a:cxn>
                    <a:cxn ang="0">
                      <a:pos x="224" y="285"/>
                    </a:cxn>
                  </a:cxnLst>
                  <a:rect l="0" t="0" r="0" b="0"/>
                  <a:pathLst>
                    <a:path w="500" h="569">
                      <a:moveTo>
                        <a:pt x="224" y="285"/>
                      </a:moveTo>
                      <a:lnTo>
                        <a:pt x="295" y="183"/>
                      </a:lnTo>
                      <a:lnTo>
                        <a:pt x="364" y="78"/>
                      </a:lnTo>
                      <a:lnTo>
                        <a:pt x="393" y="21"/>
                      </a:lnTo>
                      <a:lnTo>
                        <a:pt x="414" y="0"/>
                      </a:lnTo>
                      <a:lnTo>
                        <a:pt x="429" y="0"/>
                      </a:lnTo>
                      <a:lnTo>
                        <a:pt x="450" y="50"/>
                      </a:lnTo>
                      <a:lnTo>
                        <a:pt x="471" y="147"/>
                      </a:lnTo>
                      <a:lnTo>
                        <a:pt x="493" y="254"/>
                      </a:lnTo>
                      <a:lnTo>
                        <a:pt x="500" y="285"/>
                      </a:lnTo>
                      <a:lnTo>
                        <a:pt x="486" y="313"/>
                      </a:lnTo>
                      <a:lnTo>
                        <a:pt x="436" y="396"/>
                      </a:lnTo>
                      <a:lnTo>
                        <a:pt x="388" y="488"/>
                      </a:lnTo>
                      <a:lnTo>
                        <a:pt x="336" y="555"/>
                      </a:lnTo>
                      <a:lnTo>
                        <a:pt x="307" y="569"/>
                      </a:lnTo>
                      <a:lnTo>
                        <a:pt x="252" y="533"/>
                      </a:lnTo>
                      <a:lnTo>
                        <a:pt x="145" y="462"/>
                      </a:lnTo>
                      <a:lnTo>
                        <a:pt x="45" y="410"/>
                      </a:lnTo>
                      <a:lnTo>
                        <a:pt x="17" y="370"/>
                      </a:lnTo>
                      <a:lnTo>
                        <a:pt x="10" y="318"/>
                      </a:lnTo>
                      <a:lnTo>
                        <a:pt x="10" y="197"/>
                      </a:lnTo>
                      <a:lnTo>
                        <a:pt x="0" y="140"/>
                      </a:lnTo>
                      <a:lnTo>
                        <a:pt x="21" y="140"/>
                      </a:lnTo>
                      <a:lnTo>
                        <a:pt x="43" y="168"/>
                      </a:lnTo>
                      <a:lnTo>
                        <a:pt x="43" y="225"/>
                      </a:lnTo>
                      <a:lnTo>
                        <a:pt x="36" y="332"/>
                      </a:lnTo>
                      <a:lnTo>
                        <a:pt x="45" y="375"/>
                      </a:lnTo>
                      <a:lnTo>
                        <a:pt x="71" y="389"/>
                      </a:lnTo>
                      <a:lnTo>
                        <a:pt x="131" y="417"/>
                      </a:lnTo>
                      <a:lnTo>
                        <a:pt x="207" y="462"/>
                      </a:lnTo>
                      <a:lnTo>
                        <a:pt x="288" y="517"/>
                      </a:lnTo>
                      <a:lnTo>
                        <a:pt x="317" y="531"/>
                      </a:lnTo>
                      <a:lnTo>
                        <a:pt x="357" y="491"/>
                      </a:lnTo>
                      <a:lnTo>
                        <a:pt x="395" y="417"/>
                      </a:lnTo>
                      <a:lnTo>
                        <a:pt x="429" y="356"/>
                      </a:lnTo>
                      <a:lnTo>
                        <a:pt x="457" y="303"/>
                      </a:lnTo>
                      <a:lnTo>
                        <a:pt x="474" y="268"/>
                      </a:lnTo>
                      <a:lnTo>
                        <a:pt x="445" y="161"/>
                      </a:lnTo>
                      <a:lnTo>
                        <a:pt x="429" y="64"/>
                      </a:lnTo>
                      <a:lnTo>
                        <a:pt x="414" y="33"/>
                      </a:lnTo>
                      <a:lnTo>
                        <a:pt x="374" y="111"/>
                      </a:lnTo>
                      <a:lnTo>
                        <a:pt x="317" y="206"/>
                      </a:lnTo>
                      <a:lnTo>
                        <a:pt x="264" y="277"/>
                      </a:lnTo>
                      <a:lnTo>
                        <a:pt x="231" y="318"/>
                      </a:lnTo>
                      <a:lnTo>
                        <a:pt x="210" y="306"/>
                      </a:lnTo>
                      <a:lnTo>
                        <a:pt x="224" y="285"/>
                      </a:lnTo>
                      <a:close/>
                    </a:path>
                  </a:pathLst>
                </a:custGeom>
                <a:solidFill>
                  <a:srgbClr val="000000">
                    <a:alpha val="100000"/>
                  </a:srgbClr>
                </a:solidFill>
                <a:ln w="9525">
                  <a:noFill/>
                </a:ln>
              </p:spPr>
              <p:txBody>
                <a:bodyPr/>
                <a:lstStyle/>
                <a:p>
                  <a:endParaRPr lang="zh-CN" altLang="en-US"/>
                </a:p>
              </p:txBody>
            </p:sp>
            <p:sp>
              <p:nvSpPr>
                <p:cNvPr id="28694" name="Freeform 19"/>
                <p:cNvSpPr>
                  <a:spLocks noChangeAspect="1"/>
                </p:cNvSpPr>
                <p:nvPr/>
              </p:nvSpPr>
              <p:spPr>
                <a:xfrm>
                  <a:off x="2073" y="2226"/>
                  <a:ext cx="430" cy="579"/>
                </a:xfrm>
                <a:custGeom>
                  <a:avLst/>
                  <a:gdLst/>
                  <a:ahLst/>
                  <a:cxnLst>
                    <a:cxn ang="0">
                      <a:pos x="430" y="36"/>
                    </a:cxn>
                    <a:cxn ang="0">
                      <a:pos x="284" y="9"/>
                    </a:cxn>
                    <a:cxn ang="0">
                      <a:pos x="143" y="0"/>
                    </a:cxn>
                    <a:cxn ang="0">
                      <a:pos x="91" y="43"/>
                    </a:cxn>
                    <a:cxn ang="0">
                      <a:pos x="0" y="171"/>
                    </a:cxn>
                    <a:cxn ang="0">
                      <a:pos x="12" y="187"/>
                    </a:cxn>
                    <a:cxn ang="0">
                      <a:pos x="33" y="221"/>
                    </a:cxn>
                    <a:cxn ang="0">
                      <a:pos x="112" y="273"/>
                    </a:cxn>
                    <a:cxn ang="0">
                      <a:pos x="208" y="323"/>
                    </a:cxn>
                    <a:cxn ang="0">
                      <a:pos x="241" y="349"/>
                    </a:cxn>
                    <a:cxn ang="0">
                      <a:pos x="265" y="477"/>
                    </a:cxn>
                    <a:cxn ang="0">
                      <a:pos x="299" y="551"/>
                    </a:cxn>
                    <a:cxn ang="0">
                      <a:pos x="306" y="579"/>
                    </a:cxn>
                    <a:cxn ang="0">
                      <a:pos x="334" y="572"/>
                    </a:cxn>
                    <a:cxn ang="0">
                      <a:pos x="344" y="570"/>
                    </a:cxn>
                    <a:cxn ang="0">
                      <a:pos x="294" y="479"/>
                    </a:cxn>
                    <a:cxn ang="0">
                      <a:pos x="270" y="392"/>
                    </a:cxn>
                    <a:cxn ang="0">
                      <a:pos x="258" y="313"/>
                    </a:cxn>
                    <a:cxn ang="0">
                      <a:pos x="186" y="287"/>
                    </a:cxn>
                    <a:cxn ang="0">
                      <a:pos x="98" y="242"/>
                    </a:cxn>
                    <a:cxn ang="0">
                      <a:pos x="43" y="192"/>
                    </a:cxn>
                    <a:cxn ang="0">
                      <a:pos x="33" y="178"/>
                    </a:cxn>
                    <a:cxn ang="0">
                      <a:pos x="69" y="123"/>
                    </a:cxn>
                    <a:cxn ang="0">
                      <a:pos x="115" y="57"/>
                    </a:cxn>
                    <a:cxn ang="0">
                      <a:pos x="158" y="14"/>
                    </a:cxn>
                    <a:cxn ang="0">
                      <a:pos x="277" y="31"/>
                    </a:cxn>
                    <a:cxn ang="0">
                      <a:pos x="394" y="59"/>
                    </a:cxn>
                    <a:cxn ang="0">
                      <a:pos x="423" y="64"/>
                    </a:cxn>
                    <a:cxn ang="0">
                      <a:pos x="430" y="36"/>
                    </a:cxn>
                  </a:cxnLst>
                  <a:rect l="0" t="0" r="0" b="0"/>
                  <a:pathLst>
                    <a:path w="430" h="579">
                      <a:moveTo>
                        <a:pt x="430" y="36"/>
                      </a:moveTo>
                      <a:lnTo>
                        <a:pt x="284" y="9"/>
                      </a:lnTo>
                      <a:lnTo>
                        <a:pt x="143" y="0"/>
                      </a:lnTo>
                      <a:lnTo>
                        <a:pt x="91" y="43"/>
                      </a:lnTo>
                      <a:lnTo>
                        <a:pt x="0" y="171"/>
                      </a:lnTo>
                      <a:lnTo>
                        <a:pt x="12" y="187"/>
                      </a:lnTo>
                      <a:lnTo>
                        <a:pt x="33" y="221"/>
                      </a:lnTo>
                      <a:lnTo>
                        <a:pt x="112" y="273"/>
                      </a:lnTo>
                      <a:lnTo>
                        <a:pt x="208" y="323"/>
                      </a:lnTo>
                      <a:lnTo>
                        <a:pt x="241" y="349"/>
                      </a:lnTo>
                      <a:lnTo>
                        <a:pt x="265" y="477"/>
                      </a:lnTo>
                      <a:lnTo>
                        <a:pt x="299" y="551"/>
                      </a:lnTo>
                      <a:lnTo>
                        <a:pt x="306" y="579"/>
                      </a:lnTo>
                      <a:lnTo>
                        <a:pt x="334" y="572"/>
                      </a:lnTo>
                      <a:lnTo>
                        <a:pt x="344" y="570"/>
                      </a:lnTo>
                      <a:lnTo>
                        <a:pt x="294" y="479"/>
                      </a:lnTo>
                      <a:lnTo>
                        <a:pt x="270" y="392"/>
                      </a:lnTo>
                      <a:lnTo>
                        <a:pt x="258" y="313"/>
                      </a:lnTo>
                      <a:lnTo>
                        <a:pt x="186" y="287"/>
                      </a:lnTo>
                      <a:lnTo>
                        <a:pt x="98" y="242"/>
                      </a:lnTo>
                      <a:lnTo>
                        <a:pt x="43" y="192"/>
                      </a:lnTo>
                      <a:lnTo>
                        <a:pt x="33" y="178"/>
                      </a:lnTo>
                      <a:lnTo>
                        <a:pt x="69" y="123"/>
                      </a:lnTo>
                      <a:lnTo>
                        <a:pt x="115" y="57"/>
                      </a:lnTo>
                      <a:lnTo>
                        <a:pt x="158" y="14"/>
                      </a:lnTo>
                      <a:lnTo>
                        <a:pt x="277" y="31"/>
                      </a:lnTo>
                      <a:lnTo>
                        <a:pt x="394" y="59"/>
                      </a:lnTo>
                      <a:lnTo>
                        <a:pt x="423" y="64"/>
                      </a:lnTo>
                      <a:lnTo>
                        <a:pt x="430" y="36"/>
                      </a:lnTo>
                      <a:close/>
                    </a:path>
                  </a:pathLst>
                </a:custGeom>
                <a:solidFill>
                  <a:srgbClr val="000000">
                    <a:alpha val="100000"/>
                  </a:srgbClr>
                </a:solidFill>
                <a:ln w="9525">
                  <a:noFill/>
                </a:ln>
              </p:spPr>
              <p:txBody>
                <a:bodyPr/>
                <a:lstStyle/>
                <a:p>
                  <a:endParaRPr lang="zh-CN" altLang="en-US"/>
                </a:p>
              </p:txBody>
            </p:sp>
            <p:sp>
              <p:nvSpPr>
                <p:cNvPr id="28695" name="Freeform 20"/>
                <p:cNvSpPr>
                  <a:spLocks noChangeAspect="1"/>
                </p:cNvSpPr>
                <p:nvPr/>
              </p:nvSpPr>
              <p:spPr>
                <a:xfrm>
                  <a:off x="2146" y="2518"/>
                  <a:ext cx="56" cy="78"/>
                </a:xfrm>
                <a:custGeom>
                  <a:avLst/>
                  <a:gdLst/>
                  <a:ahLst/>
                  <a:cxnLst>
                    <a:cxn ang="0">
                      <a:pos x="53" y="32"/>
                    </a:cxn>
                    <a:cxn ang="0">
                      <a:pos x="50" y="26"/>
                    </a:cxn>
                    <a:cxn ang="0">
                      <a:pos x="47" y="20"/>
                    </a:cxn>
                    <a:cxn ang="0">
                      <a:pos x="43" y="13"/>
                    </a:cxn>
                    <a:cxn ang="0">
                      <a:pos x="39" y="9"/>
                    </a:cxn>
                    <a:cxn ang="0">
                      <a:pos x="34" y="4"/>
                    </a:cxn>
                    <a:cxn ang="0">
                      <a:pos x="30" y="2"/>
                    </a:cxn>
                    <a:cxn ang="0">
                      <a:pos x="26" y="0"/>
                    </a:cxn>
                    <a:cxn ang="0">
                      <a:pos x="21" y="1"/>
                    </a:cxn>
                    <a:cxn ang="0">
                      <a:pos x="15" y="1"/>
                    </a:cxn>
                    <a:cxn ang="0">
                      <a:pos x="12" y="3"/>
                    </a:cxn>
                    <a:cxn ang="0">
                      <a:pos x="7" y="4"/>
                    </a:cxn>
                    <a:cxn ang="0">
                      <a:pos x="5" y="9"/>
                    </a:cxn>
                    <a:cxn ang="0">
                      <a:pos x="4" y="13"/>
                    </a:cxn>
                    <a:cxn ang="0">
                      <a:pos x="1" y="20"/>
                    </a:cxn>
                    <a:cxn ang="0">
                      <a:pos x="1" y="27"/>
                    </a:cxn>
                    <a:cxn ang="0">
                      <a:pos x="0" y="33"/>
                    </a:cxn>
                    <a:cxn ang="0">
                      <a:pos x="1" y="39"/>
                    </a:cxn>
                    <a:cxn ang="0">
                      <a:pos x="4" y="46"/>
                    </a:cxn>
                    <a:cxn ang="0">
                      <a:pos x="6" y="52"/>
                    </a:cxn>
                    <a:cxn ang="0">
                      <a:pos x="9" y="58"/>
                    </a:cxn>
                    <a:cxn ang="0">
                      <a:pos x="13" y="65"/>
                    </a:cxn>
                    <a:cxn ang="0">
                      <a:pos x="18" y="69"/>
                    </a:cxn>
                    <a:cxn ang="0">
                      <a:pos x="22" y="74"/>
                    </a:cxn>
                    <a:cxn ang="0">
                      <a:pos x="26" y="76"/>
                    </a:cxn>
                    <a:cxn ang="0">
                      <a:pos x="30" y="78"/>
                    </a:cxn>
                    <a:cxn ang="0">
                      <a:pos x="35" y="77"/>
                    </a:cxn>
                    <a:cxn ang="0">
                      <a:pos x="41" y="77"/>
                    </a:cxn>
                    <a:cxn ang="0">
                      <a:pos x="44" y="75"/>
                    </a:cxn>
                    <a:cxn ang="0">
                      <a:pos x="49" y="74"/>
                    </a:cxn>
                    <a:cxn ang="0">
                      <a:pos x="51" y="69"/>
                    </a:cxn>
                    <a:cxn ang="0">
                      <a:pos x="53" y="65"/>
                    </a:cxn>
                    <a:cxn ang="0">
                      <a:pos x="55" y="58"/>
                    </a:cxn>
                    <a:cxn ang="0">
                      <a:pos x="55" y="51"/>
                    </a:cxn>
                    <a:cxn ang="0">
                      <a:pos x="56" y="45"/>
                    </a:cxn>
                    <a:cxn ang="0">
                      <a:pos x="55" y="39"/>
                    </a:cxn>
                    <a:cxn ang="0">
                      <a:pos x="53" y="32"/>
                    </a:cxn>
                  </a:cxnLst>
                  <a:rect l="0" t="0" r="0" b="0"/>
                  <a:pathLst>
                    <a:path w="56" h="78">
                      <a:moveTo>
                        <a:pt x="53" y="32"/>
                      </a:moveTo>
                      <a:lnTo>
                        <a:pt x="50" y="26"/>
                      </a:lnTo>
                      <a:lnTo>
                        <a:pt x="47" y="20"/>
                      </a:lnTo>
                      <a:lnTo>
                        <a:pt x="43" y="13"/>
                      </a:lnTo>
                      <a:lnTo>
                        <a:pt x="39" y="9"/>
                      </a:lnTo>
                      <a:lnTo>
                        <a:pt x="34" y="4"/>
                      </a:lnTo>
                      <a:lnTo>
                        <a:pt x="30" y="2"/>
                      </a:lnTo>
                      <a:lnTo>
                        <a:pt x="26" y="0"/>
                      </a:lnTo>
                      <a:lnTo>
                        <a:pt x="21" y="1"/>
                      </a:lnTo>
                      <a:lnTo>
                        <a:pt x="15" y="1"/>
                      </a:lnTo>
                      <a:lnTo>
                        <a:pt x="12" y="3"/>
                      </a:lnTo>
                      <a:lnTo>
                        <a:pt x="7" y="4"/>
                      </a:lnTo>
                      <a:lnTo>
                        <a:pt x="5" y="9"/>
                      </a:lnTo>
                      <a:lnTo>
                        <a:pt x="4" y="13"/>
                      </a:lnTo>
                      <a:lnTo>
                        <a:pt x="1" y="20"/>
                      </a:lnTo>
                      <a:lnTo>
                        <a:pt x="1" y="27"/>
                      </a:lnTo>
                      <a:lnTo>
                        <a:pt x="0" y="33"/>
                      </a:lnTo>
                      <a:lnTo>
                        <a:pt x="1" y="39"/>
                      </a:lnTo>
                      <a:lnTo>
                        <a:pt x="4" y="46"/>
                      </a:lnTo>
                      <a:lnTo>
                        <a:pt x="6" y="52"/>
                      </a:lnTo>
                      <a:lnTo>
                        <a:pt x="9" y="58"/>
                      </a:lnTo>
                      <a:lnTo>
                        <a:pt x="13" y="65"/>
                      </a:lnTo>
                      <a:lnTo>
                        <a:pt x="18" y="69"/>
                      </a:lnTo>
                      <a:lnTo>
                        <a:pt x="22" y="74"/>
                      </a:lnTo>
                      <a:lnTo>
                        <a:pt x="26" y="76"/>
                      </a:lnTo>
                      <a:lnTo>
                        <a:pt x="30" y="78"/>
                      </a:lnTo>
                      <a:lnTo>
                        <a:pt x="35" y="77"/>
                      </a:lnTo>
                      <a:lnTo>
                        <a:pt x="41" y="77"/>
                      </a:lnTo>
                      <a:lnTo>
                        <a:pt x="44" y="75"/>
                      </a:lnTo>
                      <a:lnTo>
                        <a:pt x="49" y="74"/>
                      </a:lnTo>
                      <a:lnTo>
                        <a:pt x="51" y="69"/>
                      </a:lnTo>
                      <a:lnTo>
                        <a:pt x="53" y="65"/>
                      </a:lnTo>
                      <a:lnTo>
                        <a:pt x="55" y="58"/>
                      </a:lnTo>
                      <a:lnTo>
                        <a:pt x="55" y="51"/>
                      </a:lnTo>
                      <a:lnTo>
                        <a:pt x="56" y="45"/>
                      </a:lnTo>
                      <a:lnTo>
                        <a:pt x="55" y="39"/>
                      </a:lnTo>
                      <a:lnTo>
                        <a:pt x="53" y="32"/>
                      </a:lnTo>
                      <a:close/>
                    </a:path>
                  </a:pathLst>
                </a:custGeom>
                <a:solidFill>
                  <a:srgbClr val="000000">
                    <a:alpha val="100000"/>
                  </a:srgbClr>
                </a:solidFill>
                <a:ln w="9525">
                  <a:noFill/>
                </a:ln>
              </p:spPr>
              <p:txBody>
                <a:bodyPr/>
                <a:lstStyle/>
                <a:p>
                  <a:endParaRPr lang="zh-CN" altLang="en-US"/>
                </a:p>
              </p:txBody>
            </p:sp>
            <p:sp>
              <p:nvSpPr>
                <p:cNvPr id="28696" name="Freeform 21"/>
                <p:cNvSpPr>
                  <a:spLocks noChangeAspect="1"/>
                </p:cNvSpPr>
                <p:nvPr/>
              </p:nvSpPr>
              <p:spPr>
                <a:xfrm>
                  <a:off x="2240" y="2606"/>
                  <a:ext cx="56" cy="78"/>
                </a:xfrm>
                <a:custGeom>
                  <a:avLst/>
                  <a:gdLst/>
                  <a:ahLst/>
                  <a:cxnLst>
                    <a:cxn ang="0">
                      <a:pos x="53" y="32"/>
                    </a:cxn>
                    <a:cxn ang="0">
                      <a:pos x="50" y="26"/>
                    </a:cxn>
                    <a:cxn ang="0">
                      <a:pos x="47" y="20"/>
                    </a:cxn>
                    <a:cxn ang="0">
                      <a:pos x="43" y="13"/>
                    </a:cxn>
                    <a:cxn ang="0">
                      <a:pos x="39" y="9"/>
                    </a:cxn>
                    <a:cxn ang="0">
                      <a:pos x="34" y="4"/>
                    </a:cxn>
                    <a:cxn ang="0">
                      <a:pos x="30" y="2"/>
                    </a:cxn>
                    <a:cxn ang="0">
                      <a:pos x="26" y="0"/>
                    </a:cxn>
                    <a:cxn ang="0">
                      <a:pos x="21" y="1"/>
                    </a:cxn>
                    <a:cxn ang="0">
                      <a:pos x="15" y="1"/>
                    </a:cxn>
                    <a:cxn ang="0">
                      <a:pos x="12" y="3"/>
                    </a:cxn>
                    <a:cxn ang="0">
                      <a:pos x="7" y="4"/>
                    </a:cxn>
                    <a:cxn ang="0">
                      <a:pos x="5" y="9"/>
                    </a:cxn>
                    <a:cxn ang="0">
                      <a:pos x="4" y="13"/>
                    </a:cxn>
                    <a:cxn ang="0">
                      <a:pos x="1" y="20"/>
                    </a:cxn>
                    <a:cxn ang="0">
                      <a:pos x="1" y="27"/>
                    </a:cxn>
                    <a:cxn ang="0">
                      <a:pos x="0" y="33"/>
                    </a:cxn>
                    <a:cxn ang="0">
                      <a:pos x="1" y="39"/>
                    </a:cxn>
                    <a:cxn ang="0">
                      <a:pos x="4" y="46"/>
                    </a:cxn>
                    <a:cxn ang="0">
                      <a:pos x="6" y="52"/>
                    </a:cxn>
                    <a:cxn ang="0">
                      <a:pos x="9" y="58"/>
                    </a:cxn>
                    <a:cxn ang="0">
                      <a:pos x="13" y="65"/>
                    </a:cxn>
                    <a:cxn ang="0">
                      <a:pos x="18" y="69"/>
                    </a:cxn>
                    <a:cxn ang="0">
                      <a:pos x="22" y="74"/>
                    </a:cxn>
                    <a:cxn ang="0">
                      <a:pos x="26" y="76"/>
                    </a:cxn>
                    <a:cxn ang="0">
                      <a:pos x="30" y="78"/>
                    </a:cxn>
                    <a:cxn ang="0">
                      <a:pos x="35" y="77"/>
                    </a:cxn>
                    <a:cxn ang="0">
                      <a:pos x="41" y="77"/>
                    </a:cxn>
                    <a:cxn ang="0">
                      <a:pos x="44" y="75"/>
                    </a:cxn>
                    <a:cxn ang="0">
                      <a:pos x="49" y="74"/>
                    </a:cxn>
                    <a:cxn ang="0">
                      <a:pos x="51" y="69"/>
                    </a:cxn>
                    <a:cxn ang="0">
                      <a:pos x="53" y="65"/>
                    </a:cxn>
                    <a:cxn ang="0">
                      <a:pos x="55" y="58"/>
                    </a:cxn>
                    <a:cxn ang="0">
                      <a:pos x="55" y="51"/>
                    </a:cxn>
                    <a:cxn ang="0">
                      <a:pos x="56" y="45"/>
                    </a:cxn>
                    <a:cxn ang="0">
                      <a:pos x="55" y="39"/>
                    </a:cxn>
                    <a:cxn ang="0">
                      <a:pos x="53" y="32"/>
                    </a:cxn>
                  </a:cxnLst>
                  <a:rect l="0" t="0" r="0" b="0"/>
                  <a:pathLst>
                    <a:path w="56" h="78">
                      <a:moveTo>
                        <a:pt x="53" y="32"/>
                      </a:moveTo>
                      <a:lnTo>
                        <a:pt x="50" y="26"/>
                      </a:lnTo>
                      <a:lnTo>
                        <a:pt x="47" y="20"/>
                      </a:lnTo>
                      <a:lnTo>
                        <a:pt x="43" y="13"/>
                      </a:lnTo>
                      <a:lnTo>
                        <a:pt x="39" y="9"/>
                      </a:lnTo>
                      <a:lnTo>
                        <a:pt x="34" y="4"/>
                      </a:lnTo>
                      <a:lnTo>
                        <a:pt x="30" y="2"/>
                      </a:lnTo>
                      <a:lnTo>
                        <a:pt x="26" y="0"/>
                      </a:lnTo>
                      <a:lnTo>
                        <a:pt x="21" y="1"/>
                      </a:lnTo>
                      <a:lnTo>
                        <a:pt x="15" y="1"/>
                      </a:lnTo>
                      <a:lnTo>
                        <a:pt x="12" y="3"/>
                      </a:lnTo>
                      <a:lnTo>
                        <a:pt x="7" y="4"/>
                      </a:lnTo>
                      <a:lnTo>
                        <a:pt x="5" y="9"/>
                      </a:lnTo>
                      <a:lnTo>
                        <a:pt x="4" y="13"/>
                      </a:lnTo>
                      <a:lnTo>
                        <a:pt x="1" y="20"/>
                      </a:lnTo>
                      <a:lnTo>
                        <a:pt x="1" y="27"/>
                      </a:lnTo>
                      <a:lnTo>
                        <a:pt x="0" y="33"/>
                      </a:lnTo>
                      <a:lnTo>
                        <a:pt x="1" y="39"/>
                      </a:lnTo>
                      <a:lnTo>
                        <a:pt x="4" y="46"/>
                      </a:lnTo>
                      <a:lnTo>
                        <a:pt x="6" y="52"/>
                      </a:lnTo>
                      <a:lnTo>
                        <a:pt x="9" y="58"/>
                      </a:lnTo>
                      <a:lnTo>
                        <a:pt x="13" y="65"/>
                      </a:lnTo>
                      <a:lnTo>
                        <a:pt x="18" y="69"/>
                      </a:lnTo>
                      <a:lnTo>
                        <a:pt x="22" y="74"/>
                      </a:lnTo>
                      <a:lnTo>
                        <a:pt x="26" y="76"/>
                      </a:lnTo>
                      <a:lnTo>
                        <a:pt x="30" y="78"/>
                      </a:lnTo>
                      <a:lnTo>
                        <a:pt x="35" y="77"/>
                      </a:lnTo>
                      <a:lnTo>
                        <a:pt x="41" y="77"/>
                      </a:lnTo>
                      <a:lnTo>
                        <a:pt x="44" y="75"/>
                      </a:lnTo>
                      <a:lnTo>
                        <a:pt x="49" y="74"/>
                      </a:lnTo>
                      <a:lnTo>
                        <a:pt x="51" y="69"/>
                      </a:lnTo>
                      <a:lnTo>
                        <a:pt x="53" y="65"/>
                      </a:lnTo>
                      <a:lnTo>
                        <a:pt x="55" y="58"/>
                      </a:lnTo>
                      <a:lnTo>
                        <a:pt x="55" y="51"/>
                      </a:lnTo>
                      <a:lnTo>
                        <a:pt x="56" y="45"/>
                      </a:lnTo>
                      <a:lnTo>
                        <a:pt x="55" y="39"/>
                      </a:lnTo>
                      <a:lnTo>
                        <a:pt x="53" y="32"/>
                      </a:lnTo>
                      <a:close/>
                    </a:path>
                  </a:pathLst>
                </a:custGeom>
                <a:solidFill>
                  <a:srgbClr val="000000">
                    <a:alpha val="100000"/>
                  </a:srgbClr>
                </a:solidFill>
                <a:ln w="9525">
                  <a:noFill/>
                </a:ln>
              </p:spPr>
              <p:txBody>
                <a:bodyPr/>
                <a:lstStyle/>
                <a:p>
                  <a:endParaRPr lang="zh-CN" altLang="en-US"/>
                </a:p>
              </p:txBody>
            </p:sp>
            <p:sp>
              <p:nvSpPr>
                <p:cNvPr id="28697" name="Freeform 22"/>
                <p:cNvSpPr>
                  <a:spLocks noChangeAspect="1"/>
                </p:cNvSpPr>
                <p:nvPr/>
              </p:nvSpPr>
              <p:spPr>
                <a:xfrm>
                  <a:off x="2446" y="2407"/>
                  <a:ext cx="56" cy="78"/>
                </a:xfrm>
                <a:custGeom>
                  <a:avLst/>
                  <a:gdLst/>
                  <a:ahLst/>
                  <a:cxnLst>
                    <a:cxn ang="0">
                      <a:pos x="53" y="46"/>
                    </a:cxn>
                    <a:cxn ang="0">
                      <a:pos x="55" y="39"/>
                    </a:cxn>
                    <a:cxn ang="0">
                      <a:pos x="56" y="33"/>
                    </a:cxn>
                    <a:cxn ang="0">
                      <a:pos x="55" y="27"/>
                    </a:cxn>
                    <a:cxn ang="0">
                      <a:pos x="55" y="20"/>
                    </a:cxn>
                    <a:cxn ang="0">
                      <a:pos x="53" y="13"/>
                    </a:cxn>
                    <a:cxn ang="0">
                      <a:pos x="51" y="9"/>
                    </a:cxn>
                    <a:cxn ang="0">
                      <a:pos x="49" y="4"/>
                    </a:cxn>
                    <a:cxn ang="0">
                      <a:pos x="44" y="3"/>
                    </a:cxn>
                    <a:cxn ang="0">
                      <a:pos x="41" y="1"/>
                    </a:cxn>
                    <a:cxn ang="0">
                      <a:pos x="35" y="1"/>
                    </a:cxn>
                    <a:cxn ang="0">
                      <a:pos x="30" y="0"/>
                    </a:cxn>
                    <a:cxn ang="0">
                      <a:pos x="26" y="2"/>
                    </a:cxn>
                    <a:cxn ang="0">
                      <a:pos x="22" y="4"/>
                    </a:cxn>
                    <a:cxn ang="0">
                      <a:pos x="18" y="9"/>
                    </a:cxn>
                    <a:cxn ang="0">
                      <a:pos x="13" y="13"/>
                    </a:cxn>
                    <a:cxn ang="0">
                      <a:pos x="9" y="20"/>
                    </a:cxn>
                    <a:cxn ang="0">
                      <a:pos x="6" y="26"/>
                    </a:cxn>
                    <a:cxn ang="0">
                      <a:pos x="4" y="32"/>
                    </a:cxn>
                    <a:cxn ang="0">
                      <a:pos x="1" y="39"/>
                    </a:cxn>
                    <a:cxn ang="0">
                      <a:pos x="0" y="45"/>
                    </a:cxn>
                    <a:cxn ang="0">
                      <a:pos x="1" y="51"/>
                    </a:cxn>
                    <a:cxn ang="0">
                      <a:pos x="1" y="58"/>
                    </a:cxn>
                    <a:cxn ang="0">
                      <a:pos x="4" y="65"/>
                    </a:cxn>
                    <a:cxn ang="0">
                      <a:pos x="5" y="69"/>
                    </a:cxn>
                    <a:cxn ang="0">
                      <a:pos x="7" y="74"/>
                    </a:cxn>
                    <a:cxn ang="0">
                      <a:pos x="12" y="75"/>
                    </a:cxn>
                    <a:cxn ang="0">
                      <a:pos x="15" y="77"/>
                    </a:cxn>
                    <a:cxn ang="0">
                      <a:pos x="21" y="77"/>
                    </a:cxn>
                    <a:cxn ang="0">
                      <a:pos x="26" y="78"/>
                    </a:cxn>
                    <a:cxn ang="0">
                      <a:pos x="30" y="76"/>
                    </a:cxn>
                    <a:cxn ang="0">
                      <a:pos x="34" y="74"/>
                    </a:cxn>
                    <a:cxn ang="0">
                      <a:pos x="39" y="69"/>
                    </a:cxn>
                    <a:cxn ang="0">
                      <a:pos x="43" y="65"/>
                    </a:cxn>
                    <a:cxn ang="0">
                      <a:pos x="47" y="58"/>
                    </a:cxn>
                    <a:cxn ang="0">
                      <a:pos x="50" y="52"/>
                    </a:cxn>
                    <a:cxn ang="0">
                      <a:pos x="53" y="46"/>
                    </a:cxn>
                  </a:cxnLst>
                  <a:rect l="0" t="0" r="0" b="0"/>
                  <a:pathLst>
                    <a:path w="56" h="78">
                      <a:moveTo>
                        <a:pt x="53" y="46"/>
                      </a:moveTo>
                      <a:lnTo>
                        <a:pt x="55" y="39"/>
                      </a:lnTo>
                      <a:lnTo>
                        <a:pt x="56" y="33"/>
                      </a:lnTo>
                      <a:lnTo>
                        <a:pt x="55" y="27"/>
                      </a:lnTo>
                      <a:lnTo>
                        <a:pt x="55" y="20"/>
                      </a:lnTo>
                      <a:lnTo>
                        <a:pt x="53" y="13"/>
                      </a:lnTo>
                      <a:lnTo>
                        <a:pt x="51" y="9"/>
                      </a:lnTo>
                      <a:lnTo>
                        <a:pt x="49" y="4"/>
                      </a:lnTo>
                      <a:lnTo>
                        <a:pt x="44" y="3"/>
                      </a:lnTo>
                      <a:lnTo>
                        <a:pt x="41" y="1"/>
                      </a:lnTo>
                      <a:lnTo>
                        <a:pt x="35" y="1"/>
                      </a:lnTo>
                      <a:lnTo>
                        <a:pt x="30" y="0"/>
                      </a:lnTo>
                      <a:lnTo>
                        <a:pt x="26" y="2"/>
                      </a:lnTo>
                      <a:lnTo>
                        <a:pt x="22" y="4"/>
                      </a:lnTo>
                      <a:lnTo>
                        <a:pt x="18" y="9"/>
                      </a:lnTo>
                      <a:lnTo>
                        <a:pt x="13" y="13"/>
                      </a:lnTo>
                      <a:lnTo>
                        <a:pt x="9" y="20"/>
                      </a:lnTo>
                      <a:lnTo>
                        <a:pt x="6" y="26"/>
                      </a:lnTo>
                      <a:lnTo>
                        <a:pt x="4" y="32"/>
                      </a:lnTo>
                      <a:lnTo>
                        <a:pt x="1" y="39"/>
                      </a:lnTo>
                      <a:lnTo>
                        <a:pt x="0" y="45"/>
                      </a:lnTo>
                      <a:lnTo>
                        <a:pt x="1" y="51"/>
                      </a:lnTo>
                      <a:lnTo>
                        <a:pt x="1" y="58"/>
                      </a:lnTo>
                      <a:lnTo>
                        <a:pt x="4" y="65"/>
                      </a:lnTo>
                      <a:lnTo>
                        <a:pt x="5" y="69"/>
                      </a:lnTo>
                      <a:lnTo>
                        <a:pt x="7" y="74"/>
                      </a:lnTo>
                      <a:lnTo>
                        <a:pt x="12" y="75"/>
                      </a:lnTo>
                      <a:lnTo>
                        <a:pt x="15" y="77"/>
                      </a:lnTo>
                      <a:lnTo>
                        <a:pt x="21" y="77"/>
                      </a:lnTo>
                      <a:lnTo>
                        <a:pt x="26" y="78"/>
                      </a:lnTo>
                      <a:lnTo>
                        <a:pt x="30" y="76"/>
                      </a:lnTo>
                      <a:lnTo>
                        <a:pt x="34" y="74"/>
                      </a:lnTo>
                      <a:lnTo>
                        <a:pt x="39" y="69"/>
                      </a:lnTo>
                      <a:lnTo>
                        <a:pt x="43" y="65"/>
                      </a:lnTo>
                      <a:lnTo>
                        <a:pt x="47" y="58"/>
                      </a:lnTo>
                      <a:lnTo>
                        <a:pt x="50" y="52"/>
                      </a:lnTo>
                      <a:lnTo>
                        <a:pt x="53" y="46"/>
                      </a:lnTo>
                      <a:close/>
                    </a:path>
                  </a:pathLst>
                </a:custGeom>
                <a:solidFill>
                  <a:srgbClr val="000000">
                    <a:alpha val="100000"/>
                  </a:srgbClr>
                </a:solidFill>
                <a:ln w="9525">
                  <a:noFill/>
                </a:ln>
              </p:spPr>
              <p:txBody>
                <a:bodyPr/>
                <a:lstStyle/>
                <a:p>
                  <a:endParaRPr lang="zh-CN" altLang="en-US"/>
                </a:p>
              </p:txBody>
            </p:sp>
            <p:sp>
              <p:nvSpPr>
                <p:cNvPr id="28698" name="Freeform 23"/>
                <p:cNvSpPr>
                  <a:spLocks noChangeAspect="1"/>
                </p:cNvSpPr>
                <p:nvPr/>
              </p:nvSpPr>
              <p:spPr>
                <a:xfrm>
                  <a:off x="2416" y="2525"/>
                  <a:ext cx="56" cy="78"/>
                </a:xfrm>
                <a:custGeom>
                  <a:avLst/>
                  <a:gdLst/>
                  <a:ahLst/>
                  <a:cxnLst>
                    <a:cxn ang="0">
                      <a:pos x="53" y="46"/>
                    </a:cxn>
                    <a:cxn ang="0">
                      <a:pos x="55" y="39"/>
                    </a:cxn>
                    <a:cxn ang="0">
                      <a:pos x="56" y="33"/>
                    </a:cxn>
                    <a:cxn ang="0">
                      <a:pos x="55" y="27"/>
                    </a:cxn>
                    <a:cxn ang="0">
                      <a:pos x="55" y="20"/>
                    </a:cxn>
                    <a:cxn ang="0">
                      <a:pos x="53" y="13"/>
                    </a:cxn>
                    <a:cxn ang="0">
                      <a:pos x="51" y="9"/>
                    </a:cxn>
                    <a:cxn ang="0">
                      <a:pos x="49" y="4"/>
                    </a:cxn>
                    <a:cxn ang="0">
                      <a:pos x="44" y="3"/>
                    </a:cxn>
                    <a:cxn ang="0">
                      <a:pos x="41" y="1"/>
                    </a:cxn>
                    <a:cxn ang="0">
                      <a:pos x="35" y="1"/>
                    </a:cxn>
                    <a:cxn ang="0">
                      <a:pos x="30" y="0"/>
                    </a:cxn>
                    <a:cxn ang="0">
                      <a:pos x="26" y="2"/>
                    </a:cxn>
                    <a:cxn ang="0">
                      <a:pos x="22" y="4"/>
                    </a:cxn>
                    <a:cxn ang="0">
                      <a:pos x="18" y="9"/>
                    </a:cxn>
                    <a:cxn ang="0">
                      <a:pos x="13" y="13"/>
                    </a:cxn>
                    <a:cxn ang="0">
                      <a:pos x="9" y="20"/>
                    </a:cxn>
                    <a:cxn ang="0">
                      <a:pos x="6" y="26"/>
                    </a:cxn>
                    <a:cxn ang="0">
                      <a:pos x="4" y="32"/>
                    </a:cxn>
                    <a:cxn ang="0">
                      <a:pos x="1" y="39"/>
                    </a:cxn>
                    <a:cxn ang="0">
                      <a:pos x="0" y="45"/>
                    </a:cxn>
                    <a:cxn ang="0">
                      <a:pos x="1" y="51"/>
                    </a:cxn>
                    <a:cxn ang="0">
                      <a:pos x="1" y="58"/>
                    </a:cxn>
                    <a:cxn ang="0">
                      <a:pos x="4" y="65"/>
                    </a:cxn>
                    <a:cxn ang="0">
                      <a:pos x="5" y="69"/>
                    </a:cxn>
                    <a:cxn ang="0">
                      <a:pos x="7" y="74"/>
                    </a:cxn>
                    <a:cxn ang="0">
                      <a:pos x="12" y="75"/>
                    </a:cxn>
                    <a:cxn ang="0">
                      <a:pos x="15" y="77"/>
                    </a:cxn>
                    <a:cxn ang="0">
                      <a:pos x="21" y="77"/>
                    </a:cxn>
                    <a:cxn ang="0">
                      <a:pos x="26" y="78"/>
                    </a:cxn>
                    <a:cxn ang="0">
                      <a:pos x="30" y="76"/>
                    </a:cxn>
                    <a:cxn ang="0">
                      <a:pos x="34" y="74"/>
                    </a:cxn>
                    <a:cxn ang="0">
                      <a:pos x="39" y="69"/>
                    </a:cxn>
                    <a:cxn ang="0">
                      <a:pos x="43" y="65"/>
                    </a:cxn>
                    <a:cxn ang="0">
                      <a:pos x="47" y="58"/>
                    </a:cxn>
                    <a:cxn ang="0">
                      <a:pos x="50" y="52"/>
                    </a:cxn>
                    <a:cxn ang="0">
                      <a:pos x="53" y="46"/>
                    </a:cxn>
                  </a:cxnLst>
                  <a:rect l="0" t="0" r="0" b="0"/>
                  <a:pathLst>
                    <a:path w="56" h="78">
                      <a:moveTo>
                        <a:pt x="53" y="46"/>
                      </a:moveTo>
                      <a:lnTo>
                        <a:pt x="55" y="39"/>
                      </a:lnTo>
                      <a:lnTo>
                        <a:pt x="56" y="33"/>
                      </a:lnTo>
                      <a:lnTo>
                        <a:pt x="55" y="27"/>
                      </a:lnTo>
                      <a:lnTo>
                        <a:pt x="55" y="20"/>
                      </a:lnTo>
                      <a:lnTo>
                        <a:pt x="53" y="13"/>
                      </a:lnTo>
                      <a:lnTo>
                        <a:pt x="51" y="9"/>
                      </a:lnTo>
                      <a:lnTo>
                        <a:pt x="49" y="4"/>
                      </a:lnTo>
                      <a:lnTo>
                        <a:pt x="44" y="3"/>
                      </a:lnTo>
                      <a:lnTo>
                        <a:pt x="41" y="1"/>
                      </a:lnTo>
                      <a:lnTo>
                        <a:pt x="35" y="1"/>
                      </a:lnTo>
                      <a:lnTo>
                        <a:pt x="30" y="0"/>
                      </a:lnTo>
                      <a:lnTo>
                        <a:pt x="26" y="2"/>
                      </a:lnTo>
                      <a:lnTo>
                        <a:pt x="22" y="4"/>
                      </a:lnTo>
                      <a:lnTo>
                        <a:pt x="18" y="9"/>
                      </a:lnTo>
                      <a:lnTo>
                        <a:pt x="13" y="13"/>
                      </a:lnTo>
                      <a:lnTo>
                        <a:pt x="9" y="20"/>
                      </a:lnTo>
                      <a:lnTo>
                        <a:pt x="6" y="26"/>
                      </a:lnTo>
                      <a:lnTo>
                        <a:pt x="4" y="32"/>
                      </a:lnTo>
                      <a:lnTo>
                        <a:pt x="1" y="39"/>
                      </a:lnTo>
                      <a:lnTo>
                        <a:pt x="0" y="45"/>
                      </a:lnTo>
                      <a:lnTo>
                        <a:pt x="1" y="51"/>
                      </a:lnTo>
                      <a:lnTo>
                        <a:pt x="1" y="58"/>
                      </a:lnTo>
                      <a:lnTo>
                        <a:pt x="4" y="65"/>
                      </a:lnTo>
                      <a:lnTo>
                        <a:pt x="5" y="69"/>
                      </a:lnTo>
                      <a:lnTo>
                        <a:pt x="7" y="74"/>
                      </a:lnTo>
                      <a:lnTo>
                        <a:pt x="12" y="75"/>
                      </a:lnTo>
                      <a:lnTo>
                        <a:pt x="15" y="77"/>
                      </a:lnTo>
                      <a:lnTo>
                        <a:pt x="21" y="77"/>
                      </a:lnTo>
                      <a:lnTo>
                        <a:pt x="26" y="78"/>
                      </a:lnTo>
                      <a:lnTo>
                        <a:pt x="30" y="76"/>
                      </a:lnTo>
                      <a:lnTo>
                        <a:pt x="34" y="74"/>
                      </a:lnTo>
                      <a:lnTo>
                        <a:pt x="39" y="69"/>
                      </a:lnTo>
                      <a:lnTo>
                        <a:pt x="43" y="65"/>
                      </a:lnTo>
                      <a:lnTo>
                        <a:pt x="47" y="58"/>
                      </a:lnTo>
                      <a:lnTo>
                        <a:pt x="50" y="52"/>
                      </a:lnTo>
                      <a:lnTo>
                        <a:pt x="53" y="46"/>
                      </a:lnTo>
                      <a:close/>
                    </a:path>
                  </a:pathLst>
                </a:custGeom>
                <a:solidFill>
                  <a:srgbClr val="000000">
                    <a:alpha val="100000"/>
                  </a:srgbClr>
                </a:solidFill>
                <a:ln w="9525">
                  <a:noFill/>
                </a:ln>
              </p:spPr>
              <p:txBody>
                <a:bodyPr/>
                <a:lstStyle/>
                <a:p>
                  <a:endParaRPr lang="zh-CN" altLang="en-US"/>
                </a:p>
              </p:txBody>
            </p:sp>
            <p:sp>
              <p:nvSpPr>
                <p:cNvPr id="28699" name="Freeform 24"/>
                <p:cNvSpPr>
                  <a:spLocks noChangeAspect="1"/>
                </p:cNvSpPr>
                <p:nvPr/>
              </p:nvSpPr>
              <p:spPr>
                <a:xfrm>
                  <a:off x="2385" y="2632"/>
                  <a:ext cx="56" cy="78"/>
                </a:xfrm>
                <a:custGeom>
                  <a:avLst/>
                  <a:gdLst/>
                  <a:ahLst/>
                  <a:cxnLst>
                    <a:cxn ang="0">
                      <a:pos x="53" y="46"/>
                    </a:cxn>
                    <a:cxn ang="0">
                      <a:pos x="55" y="39"/>
                    </a:cxn>
                    <a:cxn ang="0">
                      <a:pos x="56" y="33"/>
                    </a:cxn>
                    <a:cxn ang="0">
                      <a:pos x="55" y="27"/>
                    </a:cxn>
                    <a:cxn ang="0">
                      <a:pos x="55" y="20"/>
                    </a:cxn>
                    <a:cxn ang="0">
                      <a:pos x="53" y="13"/>
                    </a:cxn>
                    <a:cxn ang="0">
                      <a:pos x="51" y="9"/>
                    </a:cxn>
                    <a:cxn ang="0">
                      <a:pos x="49" y="4"/>
                    </a:cxn>
                    <a:cxn ang="0">
                      <a:pos x="44" y="3"/>
                    </a:cxn>
                    <a:cxn ang="0">
                      <a:pos x="41" y="1"/>
                    </a:cxn>
                    <a:cxn ang="0">
                      <a:pos x="35" y="1"/>
                    </a:cxn>
                    <a:cxn ang="0">
                      <a:pos x="30" y="0"/>
                    </a:cxn>
                    <a:cxn ang="0">
                      <a:pos x="26" y="2"/>
                    </a:cxn>
                    <a:cxn ang="0">
                      <a:pos x="22" y="4"/>
                    </a:cxn>
                    <a:cxn ang="0">
                      <a:pos x="18" y="9"/>
                    </a:cxn>
                    <a:cxn ang="0">
                      <a:pos x="13" y="13"/>
                    </a:cxn>
                    <a:cxn ang="0">
                      <a:pos x="9" y="20"/>
                    </a:cxn>
                    <a:cxn ang="0">
                      <a:pos x="6" y="26"/>
                    </a:cxn>
                    <a:cxn ang="0">
                      <a:pos x="4" y="32"/>
                    </a:cxn>
                    <a:cxn ang="0">
                      <a:pos x="1" y="39"/>
                    </a:cxn>
                    <a:cxn ang="0">
                      <a:pos x="0" y="45"/>
                    </a:cxn>
                    <a:cxn ang="0">
                      <a:pos x="1" y="51"/>
                    </a:cxn>
                    <a:cxn ang="0">
                      <a:pos x="1" y="58"/>
                    </a:cxn>
                    <a:cxn ang="0">
                      <a:pos x="4" y="65"/>
                    </a:cxn>
                    <a:cxn ang="0">
                      <a:pos x="5" y="69"/>
                    </a:cxn>
                    <a:cxn ang="0">
                      <a:pos x="7" y="74"/>
                    </a:cxn>
                    <a:cxn ang="0">
                      <a:pos x="12" y="75"/>
                    </a:cxn>
                    <a:cxn ang="0">
                      <a:pos x="15" y="77"/>
                    </a:cxn>
                    <a:cxn ang="0">
                      <a:pos x="21" y="77"/>
                    </a:cxn>
                    <a:cxn ang="0">
                      <a:pos x="26" y="78"/>
                    </a:cxn>
                    <a:cxn ang="0">
                      <a:pos x="30" y="76"/>
                    </a:cxn>
                    <a:cxn ang="0">
                      <a:pos x="34" y="74"/>
                    </a:cxn>
                    <a:cxn ang="0">
                      <a:pos x="39" y="69"/>
                    </a:cxn>
                    <a:cxn ang="0">
                      <a:pos x="43" y="65"/>
                    </a:cxn>
                    <a:cxn ang="0">
                      <a:pos x="47" y="58"/>
                    </a:cxn>
                    <a:cxn ang="0">
                      <a:pos x="50" y="52"/>
                    </a:cxn>
                    <a:cxn ang="0">
                      <a:pos x="53" y="46"/>
                    </a:cxn>
                  </a:cxnLst>
                  <a:rect l="0" t="0" r="0" b="0"/>
                  <a:pathLst>
                    <a:path w="56" h="78">
                      <a:moveTo>
                        <a:pt x="53" y="46"/>
                      </a:moveTo>
                      <a:lnTo>
                        <a:pt x="55" y="39"/>
                      </a:lnTo>
                      <a:lnTo>
                        <a:pt x="56" y="33"/>
                      </a:lnTo>
                      <a:lnTo>
                        <a:pt x="55" y="27"/>
                      </a:lnTo>
                      <a:lnTo>
                        <a:pt x="55" y="20"/>
                      </a:lnTo>
                      <a:lnTo>
                        <a:pt x="53" y="13"/>
                      </a:lnTo>
                      <a:lnTo>
                        <a:pt x="51" y="9"/>
                      </a:lnTo>
                      <a:lnTo>
                        <a:pt x="49" y="4"/>
                      </a:lnTo>
                      <a:lnTo>
                        <a:pt x="44" y="3"/>
                      </a:lnTo>
                      <a:lnTo>
                        <a:pt x="41" y="1"/>
                      </a:lnTo>
                      <a:lnTo>
                        <a:pt x="35" y="1"/>
                      </a:lnTo>
                      <a:lnTo>
                        <a:pt x="30" y="0"/>
                      </a:lnTo>
                      <a:lnTo>
                        <a:pt x="26" y="2"/>
                      </a:lnTo>
                      <a:lnTo>
                        <a:pt x="22" y="4"/>
                      </a:lnTo>
                      <a:lnTo>
                        <a:pt x="18" y="9"/>
                      </a:lnTo>
                      <a:lnTo>
                        <a:pt x="13" y="13"/>
                      </a:lnTo>
                      <a:lnTo>
                        <a:pt x="9" y="20"/>
                      </a:lnTo>
                      <a:lnTo>
                        <a:pt x="6" y="26"/>
                      </a:lnTo>
                      <a:lnTo>
                        <a:pt x="4" y="32"/>
                      </a:lnTo>
                      <a:lnTo>
                        <a:pt x="1" y="39"/>
                      </a:lnTo>
                      <a:lnTo>
                        <a:pt x="0" y="45"/>
                      </a:lnTo>
                      <a:lnTo>
                        <a:pt x="1" y="51"/>
                      </a:lnTo>
                      <a:lnTo>
                        <a:pt x="1" y="58"/>
                      </a:lnTo>
                      <a:lnTo>
                        <a:pt x="4" y="65"/>
                      </a:lnTo>
                      <a:lnTo>
                        <a:pt x="5" y="69"/>
                      </a:lnTo>
                      <a:lnTo>
                        <a:pt x="7" y="74"/>
                      </a:lnTo>
                      <a:lnTo>
                        <a:pt x="12" y="75"/>
                      </a:lnTo>
                      <a:lnTo>
                        <a:pt x="15" y="77"/>
                      </a:lnTo>
                      <a:lnTo>
                        <a:pt x="21" y="77"/>
                      </a:lnTo>
                      <a:lnTo>
                        <a:pt x="26" y="78"/>
                      </a:lnTo>
                      <a:lnTo>
                        <a:pt x="30" y="76"/>
                      </a:lnTo>
                      <a:lnTo>
                        <a:pt x="34" y="74"/>
                      </a:lnTo>
                      <a:lnTo>
                        <a:pt x="39" y="69"/>
                      </a:lnTo>
                      <a:lnTo>
                        <a:pt x="43" y="65"/>
                      </a:lnTo>
                      <a:lnTo>
                        <a:pt x="47" y="58"/>
                      </a:lnTo>
                      <a:lnTo>
                        <a:pt x="50" y="52"/>
                      </a:lnTo>
                      <a:lnTo>
                        <a:pt x="53" y="46"/>
                      </a:lnTo>
                      <a:close/>
                    </a:path>
                  </a:pathLst>
                </a:custGeom>
                <a:solidFill>
                  <a:srgbClr val="000000">
                    <a:alpha val="100000"/>
                  </a:srgbClr>
                </a:solidFill>
                <a:ln w="9525">
                  <a:noFill/>
                </a:ln>
              </p:spPr>
              <p:txBody>
                <a:bodyPr/>
                <a:lstStyle/>
                <a:p>
                  <a:endParaRPr lang="zh-CN" altLang="en-US"/>
                </a:p>
              </p:txBody>
            </p:sp>
            <p:sp>
              <p:nvSpPr>
                <p:cNvPr id="28700" name="Freeform 25"/>
                <p:cNvSpPr>
                  <a:spLocks noChangeAspect="1"/>
                </p:cNvSpPr>
                <p:nvPr/>
              </p:nvSpPr>
              <p:spPr>
                <a:xfrm>
                  <a:off x="2257" y="2423"/>
                  <a:ext cx="78" cy="56"/>
                </a:xfrm>
                <a:custGeom>
                  <a:avLst/>
                  <a:gdLst/>
                  <a:ahLst/>
                  <a:cxnLst>
                    <a:cxn ang="0">
                      <a:pos x="32" y="53"/>
                    </a:cxn>
                    <a:cxn ang="0">
                      <a:pos x="39" y="55"/>
                    </a:cxn>
                    <a:cxn ang="0">
                      <a:pos x="45" y="56"/>
                    </a:cxn>
                    <a:cxn ang="0">
                      <a:pos x="51" y="55"/>
                    </a:cxn>
                    <a:cxn ang="0">
                      <a:pos x="58" y="55"/>
                    </a:cxn>
                    <a:cxn ang="0">
                      <a:pos x="65" y="53"/>
                    </a:cxn>
                    <a:cxn ang="0">
                      <a:pos x="69" y="51"/>
                    </a:cxn>
                    <a:cxn ang="0">
                      <a:pos x="74" y="49"/>
                    </a:cxn>
                    <a:cxn ang="0">
                      <a:pos x="75" y="44"/>
                    </a:cxn>
                    <a:cxn ang="0">
                      <a:pos x="77" y="41"/>
                    </a:cxn>
                    <a:cxn ang="0">
                      <a:pos x="77" y="35"/>
                    </a:cxn>
                    <a:cxn ang="0">
                      <a:pos x="78" y="30"/>
                    </a:cxn>
                    <a:cxn ang="0">
                      <a:pos x="76" y="26"/>
                    </a:cxn>
                    <a:cxn ang="0">
                      <a:pos x="74" y="22"/>
                    </a:cxn>
                    <a:cxn ang="0">
                      <a:pos x="69" y="18"/>
                    </a:cxn>
                    <a:cxn ang="0">
                      <a:pos x="65" y="13"/>
                    </a:cxn>
                    <a:cxn ang="0">
                      <a:pos x="58" y="9"/>
                    </a:cxn>
                    <a:cxn ang="0">
                      <a:pos x="52" y="6"/>
                    </a:cxn>
                    <a:cxn ang="0">
                      <a:pos x="46" y="4"/>
                    </a:cxn>
                    <a:cxn ang="0">
                      <a:pos x="39" y="1"/>
                    </a:cxn>
                    <a:cxn ang="0">
                      <a:pos x="33" y="0"/>
                    </a:cxn>
                    <a:cxn ang="0">
                      <a:pos x="27" y="1"/>
                    </a:cxn>
                    <a:cxn ang="0">
                      <a:pos x="20" y="1"/>
                    </a:cxn>
                    <a:cxn ang="0">
                      <a:pos x="13" y="4"/>
                    </a:cxn>
                    <a:cxn ang="0">
                      <a:pos x="9" y="5"/>
                    </a:cxn>
                    <a:cxn ang="0">
                      <a:pos x="4" y="7"/>
                    </a:cxn>
                    <a:cxn ang="0">
                      <a:pos x="3" y="12"/>
                    </a:cxn>
                    <a:cxn ang="0">
                      <a:pos x="1" y="15"/>
                    </a:cxn>
                    <a:cxn ang="0">
                      <a:pos x="1" y="21"/>
                    </a:cxn>
                    <a:cxn ang="0">
                      <a:pos x="0" y="26"/>
                    </a:cxn>
                    <a:cxn ang="0">
                      <a:pos x="2" y="30"/>
                    </a:cxn>
                    <a:cxn ang="0">
                      <a:pos x="4" y="34"/>
                    </a:cxn>
                    <a:cxn ang="0">
                      <a:pos x="9" y="39"/>
                    </a:cxn>
                    <a:cxn ang="0">
                      <a:pos x="13" y="43"/>
                    </a:cxn>
                    <a:cxn ang="0">
                      <a:pos x="20" y="47"/>
                    </a:cxn>
                    <a:cxn ang="0">
                      <a:pos x="26" y="50"/>
                    </a:cxn>
                    <a:cxn ang="0">
                      <a:pos x="32" y="53"/>
                    </a:cxn>
                  </a:cxnLst>
                  <a:rect l="0" t="0" r="0" b="0"/>
                  <a:pathLst>
                    <a:path w="78" h="56">
                      <a:moveTo>
                        <a:pt x="32" y="53"/>
                      </a:moveTo>
                      <a:lnTo>
                        <a:pt x="39" y="55"/>
                      </a:lnTo>
                      <a:lnTo>
                        <a:pt x="45" y="56"/>
                      </a:lnTo>
                      <a:lnTo>
                        <a:pt x="51" y="55"/>
                      </a:lnTo>
                      <a:lnTo>
                        <a:pt x="58" y="55"/>
                      </a:lnTo>
                      <a:lnTo>
                        <a:pt x="65" y="53"/>
                      </a:lnTo>
                      <a:lnTo>
                        <a:pt x="69" y="51"/>
                      </a:lnTo>
                      <a:lnTo>
                        <a:pt x="74" y="49"/>
                      </a:lnTo>
                      <a:lnTo>
                        <a:pt x="75" y="44"/>
                      </a:lnTo>
                      <a:lnTo>
                        <a:pt x="77" y="41"/>
                      </a:lnTo>
                      <a:lnTo>
                        <a:pt x="77" y="35"/>
                      </a:lnTo>
                      <a:lnTo>
                        <a:pt x="78" y="30"/>
                      </a:lnTo>
                      <a:lnTo>
                        <a:pt x="76" y="26"/>
                      </a:lnTo>
                      <a:lnTo>
                        <a:pt x="74" y="22"/>
                      </a:lnTo>
                      <a:lnTo>
                        <a:pt x="69" y="18"/>
                      </a:lnTo>
                      <a:lnTo>
                        <a:pt x="65" y="13"/>
                      </a:lnTo>
                      <a:lnTo>
                        <a:pt x="58" y="9"/>
                      </a:lnTo>
                      <a:lnTo>
                        <a:pt x="52" y="6"/>
                      </a:lnTo>
                      <a:lnTo>
                        <a:pt x="46" y="4"/>
                      </a:lnTo>
                      <a:lnTo>
                        <a:pt x="39" y="1"/>
                      </a:lnTo>
                      <a:lnTo>
                        <a:pt x="33" y="0"/>
                      </a:lnTo>
                      <a:lnTo>
                        <a:pt x="27" y="1"/>
                      </a:lnTo>
                      <a:lnTo>
                        <a:pt x="20" y="1"/>
                      </a:lnTo>
                      <a:lnTo>
                        <a:pt x="13" y="4"/>
                      </a:lnTo>
                      <a:lnTo>
                        <a:pt x="9" y="5"/>
                      </a:lnTo>
                      <a:lnTo>
                        <a:pt x="4" y="7"/>
                      </a:lnTo>
                      <a:lnTo>
                        <a:pt x="3" y="12"/>
                      </a:lnTo>
                      <a:lnTo>
                        <a:pt x="1" y="15"/>
                      </a:lnTo>
                      <a:lnTo>
                        <a:pt x="1" y="21"/>
                      </a:lnTo>
                      <a:lnTo>
                        <a:pt x="0" y="26"/>
                      </a:lnTo>
                      <a:lnTo>
                        <a:pt x="2" y="30"/>
                      </a:lnTo>
                      <a:lnTo>
                        <a:pt x="4" y="34"/>
                      </a:lnTo>
                      <a:lnTo>
                        <a:pt x="9" y="39"/>
                      </a:lnTo>
                      <a:lnTo>
                        <a:pt x="13" y="43"/>
                      </a:lnTo>
                      <a:lnTo>
                        <a:pt x="20" y="47"/>
                      </a:lnTo>
                      <a:lnTo>
                        <a:pt x="26" y="50"/>
                      </a:lnTo>
                      <a:lnTo>
                        <a:pt x="32" y="53"/>
                      </a:lnTo>
                      <a:close/>
                    </a:path>
                  </a:pathLst>
                </a:custGeom>
                <a:solidFill>
                  <a:srgbClr val="000000">
                    <a:alpha val="100000"/>
                  </a:srgbClr>
                </a:solidFill>
                <a:ln w="9525">
                  <a:noFill/>
                </a:ln>
              </p:spPr>
              <p:txBody>
                <a:bodyPr/>
                <a:lstStyle/>
                <a:p>
                  <a:endParaRPr lang="zh-CN" altLang="en-US"/>
                </a:p>
              </p:txBody>
            </p:sp>
            <p:sp>
              <p:nvSpPr>
                <p:cNvPr id="28701" name="Freeform 26"/>
                <p:cNvSpPr>
                  <a:spLocks noChangeAspect="1"/>
                </p:cNvSpPr>
                <p:nvPr/>
              </p:nvSpPr>
              <p:spPr>
                <a:xfrm>
                  <a:off x="2149" y="2369"/>
                  <a:ext cx="78" cy="56"/>
                </a:xfrm>
                <a:custGeom>
                  <a:avLst/>
                  <a:gdLst/>
                  <a:ahLst/>
                  <a:cxnLst>
                    <a:cxn ang="0">
                      <a:pos x="32" y="53"/>
                    </a:cxn>
                    <a:cxn ang="0">
                      <a:pos x="39" y="55"/>
                    </a:cxn>
                    <a:cxn ang="0">
                      <a:pos x="45" y="56"/>
                    </a:cxn>
                    <a:cxn ang="0">
                      <a:pos x="51" y="55"/>
                    </a:cxn>
                    <a:cxn ang="0">
                      <a:pos x="58" y="55"/>
                    </a:cxn>
                    <a:cxn ang="0">
                      <a:pos x="65" y="53"/>
                    </a:cxn>
                    <a:cxn ang="0">
                      <a:pos x="69" y="51"/>
                    </a:cxn>
                    <a:cxn ang="0">
                      <a:pos x="74" y="49"/>
                    </a:cxn>
                    <a:cxn ang="0">
                      <a:pos x="75" y="44"/>
                    </a:cxn>
                    <a:cxn ang="0">
                      <a:pos x="77" y="41"/>
                    </a:cxn>
                    <a:cxn ang="0">
                      <a:pos x="77" y="35"/>
                    </a:cxn>
                    <a:cxn ang="0">
                      <a:pos x="78" y="30"/>
                    </a:cxn>
                    <a:cxn ang="0">
                      <a:pos x="76" y="26"/>
                    </a:cxn>
                    <a:cxn ang="0">
                      <a:pos x="74" y="22"/>
                    </a:cxn>
                    <a:cxn ang="0">
                      <a:pos x="69" y="18"/>
                    </a:cxn>
                    <a:cxn ang="0">
                      <a:pos x="65" y="13"/>
                    </a:cxn>
                    <a:cxn ang="0">
                      <a:pos x="58" y="9"/>
                    </a:cxn>
                    <a:cxn ang="0">
                      <a:pos x="52" y="6"/>
                    </a:cxn>
                    <a:cxn ang="0">
                      <a:pos x="46" y="4"/>
                    </a:cxn>
                    <a:cxn ang="0">
                      <a:pos x="39" y="1"/>
                    </a:cxn>
                    <a:cxn ang="0">
                      <a:pos x="33" y="0"/>
                    </a:cxn>
                    <a:cxn ang="0">
                      <a:pos x="27" y="1"/>
                    </a:cxn>
                    <a:cxn ang="0">
                      <a:pos x="20" y="1"/>
                    </a:cxn>
                    <a:cxn ang="0">
                      <a:pos x="13" y="4"/>
                    </a:cxn>
                    <a:cxn ang="0">
                      <a:pos x="9" y="5"/>
                    </a:cxn>
                    <a:cxn ang="0">
                      <a:pos x="4" y="7"/>
                    </a:cxn>
                    <a:cxn ang="0">
                      <a:pos x="3" y="12"/>
                    </a:cxn>
                    <a:cxn ang="0">
                      <a:pos x="1" y="15"/>
                    </a:cxn>
                    <a:cxn ang="0">
                      <a:pos x="1" y="21"/>
                    </a:cxn>
                    <a:cxn ang="0">
                      <a:pos x="0" y="26"/>
                    </a:cxn>
                    <a:cxn ang="0">
                      <a:pos x="2" y="30"/>
                    </a:cxn>
                    <a:cxn ang="0">
                      <a:pos x="4" y="34"/>
                    </a:cxn>
                    <a:cxn ang="0">
                      <a:pos x="9" y="39"/>
                    </a:cxn>
                    <a:cxn ang="0">
                      <a:pos x="13" y="43"/>
                    </a:cxn>
                    <a:cxn ang="0">
                      <a:pos x="20" y="47"/>
                    </a:cxn>
                    <a:cxn ang="0">
                      <a:pos x="26" y="50"/>
                    </a:cxn>
                    <a:cxn ang="0">
                      <a:pos x="32" y="53"/>
                    </a:cxn>
                  </a:cxnLst>
                  <a:rect l="0" t="0" r="0" b="0"/>
                  <a:pathLst>
                    <a:path w="78" h="56">
                      <a:moveTo>
                        <a:pt x="32" y="53"/>
                      </a:moveTo>
                      <a:lnTo>
                        <a:pt x="39" y="55"/>
                      </a:lnTo>
                      <a:lnTo>
                        <a:pt x="45" y="56"/>
                      </a:lnTo>
                      <a:lnTo>
                        <a:pt x="51" y="55"/>
                      </a:lnTo>
                      <a:lnTo>
                        <a:pt x="58" y="55"/>
                      </a:lnTo>
                      <a:lnTo>
                        <a:pt x="65" y="53"/>
                      </a:lnTo>
                      <a:lnTo>
                        <a:pt x="69" y="51"/>
                      </a:lnTo>
                      <a:lnTo>
                        <a:pt x="74" y="49"/>
                      </a:lnTo>
                      <a:lnTo>
                        <a:pt x="75" y="44"/>
                      </a:lnTo>
                      <a:lnTo>
                        <a:pt x="77" y="41"/>
                      </a:lnTo>
                      <a:lnTo>
                        <a:pt x="77" y="35"/>
                      </a:lnTo>
                      <a:lnTo>
                        <a:pt x="78" y="30"/>
                      </a:lnTo>
                      <a:lnTo>
                        <a:pt x="76" y="26"/>
                      </a:lnTo>
                      <a:lnTo>
                        <a:pt x="74" y="22"/>
                      </a:lnTo>
                      <a:lnTo>
                        <a:pt x="69" y="18"/>
                      </a:lnTo>
                      <a:lnTo>
                        <a:pt x="65" y="13"/>
                      </a:lnTo>
                      <a:lnTo>
                        <a:pt x="58" y="9"/>
                      </a:lnTo>
                      <a:lnTo>
                        <a:pt x="52" y="6"/>
                      </a:lnTo>
                      <a:lnTo>
                        <a:pt x="46" y="4"/>
                      </a:lnTo>
                      <a:lnTo>
                        <a:pt x="39" y="1"/>
                      </a:lnTo>
                      <a:lnTo>
                        <a:pt x="33" y="0"/>
                      </a:lnTo>
                      <a:lnTo>
                        <a:pt x="27" y="1"/>
                      </a:lnTo>
                      <a:lnTo>
                        <a:pt x="20" y="1"/>
                      </a:lnTo>
                      <a:lnTo>
                        <a:pt x="13" y="4"/>
                      </a:lnTo>
                      <a:lnTo>
                        <a:pt x="9" y="5"/>
                      </a:lnTo>
                      <a:lnTo>
                        <a:pt x="4" y="7"/>
                      </a:lnTo>
                      <a:lnTo>
                        <a:pt x="3" y="12"/>
                      </a:lnTo>
                      <a:lnTo>
                        <a:pt x="1" y="15"/>
                      </a:lnTo>
                      <a:lnTo>
                        <a:pt x="1" y="21"/>
                      </a:lnTo>
                      <a:lnTo>
                        <a:pt x="0" y="26"/>
                      </a:lnTo>
                      <a:lnTo>
                        <a:pt x="2" y="30"/>
                      </a:lnTo>
                      <a:lnTo>
                        <a:pt x="4" y="34"/>
                      </a:lnTo>
                      <a:lnTo>
                        <a:pt x="9" y="39"/>
                      </a:lnTo>
                      <a:lnTo>
                        <a:pt x="13" y="43"/>
                      </a:lnTo>
                      <a:lnTo>
                        <a:pt x="20" y="47"/>
                      </a:lnTo>
                      <a:lnTo>
                        <a:pt x="26" y="50"/>
                      </a:lnTo>
                      <a:lnTo>
                        <a:pt x="32" y="53"/>
                      </a:lnTo>
                      <a:close/>
                    </a:path>
                  </a:pathLst>
                </a:custGeom>
                <a:solidFill>
                  <a:srgbClr val="000000">
                    <a:alpha val="100000"/>
                  </a:srgbClr>
                </a:solidFill>
                <a:ln w="9525">
                  <a:noFill/>
                </a:ln>
              </p:spPr>
              <p:txBody>
                <a:bodyPr/>
                <a:lstStyle/>
                <a:p>
                  <a:endParaRPr lang="zh-CN" altLang="en-US"/>
                </a:p>
              </p:txBody>
            </p:sp>
            <p:sp>
              <p:nvSpPr>
                <p:cNvPr id="28702" name="Freeform 27"/>
                <p:cNvSpPr>
                  <a:spLocks noChangeAspect="1"/>
                </p:cNvSpPr>
                <p:nvPr/>
              </p:nvSpPr>
              <p:spPr>
                <a:xfrm>
                  <a:off x="2217" y="2278"/>
                  <a:ext cx="78" cy="56"/>
                </a:xfrm>
                <a:custGeom>
                  <a:avLst/>
                  <a:gdLst/>
                  <a:ahLst/>
                  <a:cxnLst>
                    <a:cxn ang="0">
                      <a:pos x="32" y="53"/>
                    </a:cxn>
                    <a:cxn ang="0">
                      <a:pos x="39" y="55"/>
                    </a:cxn>
                    <a:cxn ang="0">
                      <a:pos x="45" y="56"/>
                    </a:cxn>
                    <a:cxn ang="0">
                      <a:pos x="51" y="55"/>
                    </a:cxn>
                    <a:cxn ang="0">
                      <a:pos x="58" y="55"/>
                    </a:cxn>
                    <a:cxn ang="0">
                      <a:pos x="65" y="53"/>
                    </a:cxn>
                    <a:cxn ang="0">
                      <a:pos x="69" y="51"/>
                    </a:cxn>
                    <a:cxn ang="0">
                      <a:pos x="74" y="49"/>
                    </a:cxn>
                    <a:cxn ang="0">
                      <a:pos x="75" y="44"/>
                    </a:cxn>
                    <a:cxn ang="0">
                      <a:pos x="77" y="41"/>
                    </a:cxn>
                    <a:cxn ang="0">
                      <a:pos x="77" y="35"/>
                    </a:cxn>
                    <a:cxn ang="0">
                      <a:pos x="78" y="30"/>
                    </a:cxn>
                    <a:cxn ang="0">
                      <a:pos x="76" y="26"/>
                    </a:cxn>
                    <a:cxn ang="0">
                      <a:pos x="74" y="22"/>
                    </a:cxn>
                    <a:cxn ang="0">
                      <a:pos x="69" y="18"/>
                    </a:cxn>
                    <a:cxn ang="0">
                      <a:pos x="65" y="13"/>
                    </a:cxn>
                    <a:cxn ang="0">
                      <a:pos x="58" y="9"/>
                    </a:cxn>
                    <a:cxn ang="0">
                      <a:pos x="52" y="6"/>
                    </a:cxn>
                    <a:cxn ang="0">
                      <a:pos x="46" y="4"/>
                    </a:cxn>
                    <a:cxn ang="0">
                      <a:pos x="39" y="1"/>
                    </a:cxn>
                    <a:cxn ang="0">
                      <a:pos x="33" y="0"/>
                    </a:cxn>
                    <a:cxn ang="0">
                      <a:pos x="27" y="1"/>
                    </a:cxn>
                    <a:cxn ang="0">
                      <a:pos x="20" y="1"/>
                    </a:cxn>
                    <a:cxn ang="0">
                      <a:pos x="13" y="4"/>
                    </a:cxn>
                    <a:cxn ang="0">
                      <a:pos x="9" y="5"/>
                    </a:cxn>
                    <a:cxn ang="0">
                      <a:pos x="4" y="7"/>
                    </a:cxn>
                    <a:cxn ang="0">
                      <a:pos x="3" y="12"/>
                    </a:cxn>
                    <a:cxn ang="0">
                      <a:pos x="1" y="15"/>
                    </a:cxn>
                    <a:cxn ang="0">
                      <a:pos x="1" y="21"/>
                    </a:cxn>
                    <a:cxn ang="0">
                      <a:pos x="0" y="26"/>
                    </a:cxn>
                    <a:cxn ang="0">
                      <a:pos x="2" y="30"/>
                    </a:cxn>
                    <a:cxn ang="0">
                      <a:pos x="4" y="34"/>
                    </a:cxn>
                    <a:cxn ang="0">
                      <a:pos x="9" y="39"/>
                    </a:cxn>
                    <a:cxn ang="0">
                      <a:pos x="13" y="43"/>
                    </a:cxn>
                    <a:cxn ang="0">
                      <a:pos x="20" y="47"/>
                    </a:cxn>
                    <a:cxn ang="0">
                      <a:pos x="26" y="50"/>
                    </a:cxn>
                    <a:cxn ang="0">
                      <a:pos x="32" y="53"/>
                    </a:cxn>
                  </a:cxnLst>
                  <a:rect l="0" t="0" r="0" b="0"/>
                  <a:pathLst>
                    <a:path w="78" h="56">
                      <a:moveTo>
                        <a:pt x="32" y="53"/>
                      </a:moveTo>
                      <a:lnTo>
                        <a:pt x="39" y="55"/>
                      </a:lnTo>
                      <a:lnTo>
                        <a:pt x="45" y="56"/>
                      </a:lnTo>
                      <a:lnTo>
                        <a:pt x="51" y="55"/>
                      </a:lnTo>
                      <a:lnTo>
                        <a:pt x="58" y="55"/>
                      </a:lnTo>
                      <a:lnTo>
                        <a:pt x="65" y="53"/>
                      </a:lnTo>
                      <a:lnTo>
                        <a:pt x="69" y="51"/>
                      </a:lnTo>
                      <a:lnTo>
                        <a:pt x="74" y="49"/>
                      </a:lnTo>
                      <a:lnTo>
                        <a:pt x="75" y="44"/>
                      </a:lnTo>
                      <a:lnTo>
                        <a:pt x="77" y="41"/>
                      </a:lnTo>
                      <a:lnTo>
                        <a:pt x="77" y="35"/>
                      </a:lnTo>
                      <a:lnTo>
                        <a:pt x="78" y="30"/>
                      </a:lnTo>
                      <a:lnTo>
                        <a:pt x="76" y="26"/>
                      </a:lnTo>
                      <a:lnTo>
                        <a:pt x="74" y="22"/>
                      </a:lnTo>
                      <a:lnTo>
                        <a:pt x="69" y="18"/>
                      </a:lnTo>
                      <a:lnTo>
                        <a:pt x="65" y="13"/>
                      </a:lnTo>
                      <a:lnTo>
                        <a:pt x="58" y="9"/>
                      </a:lnTo>
                      <a:lnTo>
                        <a:pt x="52" y="6"/>
                      </a:lnTo>
                      <a:lnTo>
                        <a:pt x="46" y="4"/>
                      </a:lnTo>
                      <a:lnTo>
                        <a:pt x="39" y="1"/>
                      </a:lnTo>
                      <a:lnTo>
                        <a:pt x="33" y="0"/>
                      </a:lnTo>
                      <a:lnTo>
                        <a:pt x="27" y="1"/>
                      </a:lnTo>
                      <a:lnTo>
                        <a:pt x="20" y="1"/>
                      </a:lnTo>
                      <a:lnTo>
                        <a:pt x="13" y="4"/>
                      </a:lnTo>
                      <a:lnTo>
                        <a:pt x="9" y="5"/>
                      </a:lnTo>
                      <a:lnTo>
                        <a:pt x="4" y="7"/>
                      </a:lnTo>
                      <a:lnTo>
                        <a:pt x="3" y="12"/>
                      </a:lnTo>
                      <a:lnTo>
                        <a:pt x="1" y="15"/>
                      </a:lnTo>
                      <a:lnTo>
                        <a:pt x="1" y="21"/>
                      </a:lnTo>
                      <a:lnTo>
                        <a:pt x="0" y="26"/>
                      </a:lnTo>
                      <a:lnTo>
                        <a:pt x="2" y="30"/>
                      </a:lnTo>
                      <a:lnTo>
                        <a:pt x="4" y="34"/>
                      </a:lnTo>
                      <a:lnTo>
                        <a:pt x="9" y="39"/>
                      </a:lnTo>
                      <a:lnTo>
                        <a:pt x="13" y="43"/>
                      </a:lnTo>
                      <a:lnTo>
                        <a:pt x="20" y="47"/>
                      </a:lnTo>
                      <a:lnTo>
                        <a:pt x="26" y="50"/>
                      </a:lnTo>
                      <a:lnTo>
                        <a:pt x="32" y="53"/>
                      </a:lnTo>
                      <a:close/>
                    </a:path>
                  </a:pathLst>
                </a:custGeom>
                <a:solidFill>
                  <a:srgbClr val="000000">
                    <a:alpha val="100000"/>
                  </a:srgbClr>
                </a:solidFill>
                <a:ln w="9525">
                  <a:noFill/>
                </a:ln>
              </p:spPr>
              <p:txBody>
                <a:bodyPr/>
                <a:lstStyle/>
                <a:p>
                  <a:endParaRPr lang="zh-CN" altLang="en-US"/>
                </a:p>
              </p:txBody>
            </p:sp>
            <p:sp>
              <p:nvSpPr>
                <p:cNvPr id="28703" name="Freeform 28"/>
                <p:cNvSpPr>
                  <a:spLocks noChangeAspect="1"/>
                </p:cNvSpPr>
                <p:nvPr/>
              </p:nvSpPr>
              <p:spPr>
                <a:xfrm>
                  <a:off x="2330" y="2292"/>
                  <a:ext cx="78" cy="56"/>
                </a:xfrm>
                <a:custGeom>
                  <a:avLst/>
                  <a:gdLst/>
                  <a:ahLst/>
                  <a:cxnLst>
                    <a:cxn ang="0">
                      <a:pos x="32" y="53"/>
                    </a:cxn>
                    <a:cxn ang="0">
                      <a:pos x="39" y="55"/>
                    </a:cxn>
                    <a:cxn ang="0">
                      <a:pos x="45" y="56"/>
                    </a:cxn>
                    <a:cxn ang="0">
                      <a:pos x="51" y="55"/>
                    </a:cxn>
                    <a:cxn ang="0">
                      <a:pos x="58" y="55"/>
                    </a:cxn>
                    <a:cxn ang="0">
                      <a:pos x="65" y="53"/>
                    </a:cxn>
                    <a:cxn ang="0">
                      <a:pos x="69" y="51"/>
                    </a:cxn>
                    <a:cxn ang="0">
                      <a:pos x="74" y="49"/>
                    </a:cxn>
                    <a:cxn ang="0">
                      <a:pos x="75" y="44"/>
                    </a:cxn>
                    <a:cxn ang="0">
                      <a:pos x="77" y="41"/>
                    </a:cxn>
                    <a:cxn ang="0">
                      <a:pos x="77" y="35"/>
                    </a:cxn>
                    <a:cxn ang="0">
                      <a:pos x="78" y="30"/>
                    </a:cxn>
                    <a:cxn ang="0">
                      <a:pos x="76" y="26"/>
                    </a:cxn>
                    <a:cxn ang="0">
                      <a:pos x="74" y="22"/>
                    </a:cxn>
                    <a:cxn ang="0">
                      <a:pos x="69" y="18"/>
                    </a:cxn>
                    <a:cxn ang="0">
                      <a:pos x="65" y="13"/>
                    </a:cxn>
                    <a:cxn ang="0">
                      <a:pos x="58" y="9"/>
                    </a:cxn>
                    <a:cxn ang="0">
                      <a:pos x="52" y="6"/>
                    </a:cxn>
                    <a:cxn ang="0">
                      <a:pos x="46" y="4"/>
                    </a:cxn>
                    <a:cxn ang="0">
                      <a:pos x="39" y="1"/>
                    </a:cxn>
                    <a:cxn ang="0">
                      <a:pos x="33" y="0"/>
                    </a:cxn>
                    <a:cxn ang="0">
                      <a:pos x="27" y="1"/>
                    </a:cxn>
                    <a:cxn ang="0">
                      <a:pos x="20" y="1"/>
                    </a:cxn>
                    <a:cxn ang="0">
                      <a:pos x="13" y="4"/>
                    </a:cxn>
                    <a:cxn ang="0">
                      <a:pos x="9" y="5"/>
                    </a:cxn>
                    <a:cxn ang="0">
                      <a:pos x="4" y="7"/>
                    </a:cxn>
                    <a:cxn ang="0">
                      <a:pos x="3" y="12"/>
                    </a:cxn>
                    <a:cxn ang="0">
                      <a:pos x="1" y="15"/>
                    </a:cxn>
                    <a:cxn ang="0">
                      <a:pos x="1" y="21"/>
                    </a:cxn>
                    <a:cxn ang="0">
                      <a:pos x="0" y="26"/>
                    </a:cxn>
                    <a:cxn ang="0">
                      <a:pos x="2" y="30"/>
                    </a:cxn>
                    <a:cxn ang="0">
                      <a:pos x="4" y="34"/>
                    </a:cxn>
                    <a:cxn ang="0">
                      <a:pos x="9" y="39"/>
                    </a:cxn>
                    <a:cxn ang="0">
                      <a:pos x="13" y="43"/>
                    </a:cxn>
                    <a:cxn ang="0">
                      <a:pos x="20" y="47"/>
                    </a:cxn>
                    <a:cxn ang="0">
                      <a:pos x="26" y="50"/>
                    </a:cxn>
                    <a:cxn ang="0">
                      <a:pos x="32" y="53"/>
                    </a:cxn>
                  </a:cxnLst>
                  <a:rect l="0" t="0" r="0" b="0"/>
                  <a:pathLst>
                    <a:path w="78" h="56">
                      <a:moveTo>
                        <a:pt x="32" y="53"/>
                      </a:moveTo>
                      <a:lnTo>
                        <a:pt x="39" y="55"/>
                      </a:lnTo>
                      <a:lnTo>
                        <a:pt x="45" y="56"/>
                      </a:lnTo>
                      <a:lnTo>
                        <a:pt x="51" y="55"/>
                      </a:lnTo>
                      <a:lnTo>
                        <a:pt x="58" y="55"/>
                      </a:lnTo>
                      <a:lnTo>
                        <a:pt x="65" y="53"/>
                      </a:lnTo>
                      <a:lnTo>
                        <a:pt x="69" y="51"/>
                      </a:lnTo>
                      <a:lnTo>
                        <a:pt x="74" y="49"/>
                      </a:lnTo>
                      <a:lnTo>
                        <a:pt x="75" y="44"/>
                      </a:lnTo>
                      <a:lnTo>
                        <a:pt x="77" y="41"/>
                      </a:lnTo>
                      <a:lnTo>
                        <a:pt x="77" y="35"/>
                      </a:lnTo>
                      <a:lnTo>
                        <a:pt x="78" y="30"/>
                      </a:lnTo>
                      <a:lnTo>
                        <a:pt x="76" y="26"/>
                      </a:lnTo>
                      <a:lnTo>
                        <a:pt x="74" y="22"/>
                      </a:lnTo>
                      <a:lnTo>
                        <a:pt x="69" y="18"/>
                      </a:lnTo>
                      <a:lnTo>
                        <a:pt x="65" y="13"/>
                      </a:lnTo>
                      <a:lnTo>
                        <a:pt x="58" y="9"/>
                      </a:lnTo>
                      <a:lnTo>
                        <a:pt x="52" y="6"/>
                      </a:lnTo>
                      <a:lnTo>
                        <a:pt x="46" y="4"/>
                      </a:lnTo>
                      <a:lnTo>
                        <a:pt x="39" y="1"/>
                      </a:lnTo>
                      <a:lnTo>
                        <a:pt x="33" y="0"/>
                      </a:lnTo>
                      <a:lnTo>
                        <a:pt x="27" y="1"/>
                      </a:lnTo>
                      <a:lnTo>
                        <a:pt x="20" y="1"/>
                      </a:lnTo>
                      <a:lnTo>
                        <a:pt x="13" y="4"/>
                      </a:lnTo>
                      <a:lnTo>
                        <a:pt x="9" y="5"/>
                      </a:lnTo>
                      <a:lnTo>
                        <a:pt x="4" y="7"/>
                      </a:lnTo>
                      <a:lnTo>
                        <a:pt x="3" y="12"/>
                      </a:lnTo>
                      <a:lnTo>
                        <a:pt x="1" y="15"/>
                      </a:lnTo>
                      <a:lnTo>
                        <a:pt x="1" y="21"/>
                      </a:lnTo>
                      <a:lnTo>
                        <a:pt x="0" y="26"/>
                      </a:lnTo>
                      <a:lnTo>
                        <a:pt x="2" y="30"/>
                      </a:lnTo>
                      <a:lnTo>
                        <a:pt x="4" y="34"/>
                      </a:lnTo>
                      <a:lnTo>
                        <a:pt x="9" y="39"/>
                      </a:lnTo>
                      <a:lnTo>
                        <a:pt x="13" y="43"/>
                      </a:lnTo>
                      <a:lnTo>
                        <a:pt x="20" y="47"/>
                      </a:lnTo>
                      <a:lnTo>
                        <a:pt x="26" y="50"/>
                      </a:lnTo>
                      <a:lnTo>
                        <a:pt x="32" y="53"/>
                      </a:lnTo>
                      <a:close/>
                    </a:path>
                  </a:pathLst>
                </a:custGeom>
                <a:solidFill>
                  <a:srgbClr val="000000">
                    <a:alpha val="100000"/>
                  </a:srgbClr>
                </a:solidFill>
                <a:ln w="9525">
                  <a:noFill/>
                </a:ln>
              </p:spPr>
              <p:txBody>
                <a:bodyPr/>
                <a:lstStyle/>
                <a:p>
                  <a:endParaRPr lang="zh-CN" altLang="en-US"/>
                </a:p>
              </p:txBody>
            </p:sp>
          </p:grpSp>
        </p:grpSp>
      </p:grpSp>
      <p:grpSp>
        <p:nvGrpSpPr>
          <p:cNvPr id="28679" name="Group 29"/>
          <p:cNvGrpSpPr/>
          <p:nvPr/>
        </p:nvGrpSpPr>
        <p:grpSpPr>
          <a:xfrm flipH="1">
            <a:off x="914400" y="2133600"/>
            <a:ext cx="2711450" cy="4000500"/>
            <a:chOff x="576" y="1344"/>
            <a:chExt cx="1708" cy="2520"/>
          </a:xfrm>
        </p:grpSpPr>
        <p:sp>
          <p:nvSpPr>
            <p:cNvPr id="28680" name="Freeform 30"/>
            <p:cNvSpPr/>
            <p:nvPr/>
          </p:nvSpPr>
          <p:spPr>
            <a:xfrm>
              <a:off x="1119" y="1732"/>
              <a:ext cx="565" cy="535"/>
            </a:xfrm>
            <a:custGeom>
              <a:avLst/>
              <a:gdLst/>
              <a:ahLst/>
              <a:cxnLst>
                <a:cxn ang="0">
                  <a:pos x="167" y="310"/>
                </a:cxn>
                <a:cxn ang="0">
                  <a:pos x="0" y="196"/>
                </a:cxn>
                <a:cxn ang="0">
                  <a:pos x="28" y="171"/>
                </a:cxn>
                <a:cxn ang="0">
                  <a:pos x="159" y="249"/>
                </a:cxn>
                <a:cxn ang="0">
                  <a:pos x="207" y="171"/>
                </a:cxn>
                <a:cxn ang="0">
                  <a:pos x="266" y="100"/>
                </a:cxn>
                <a:cxn ang="0">
                  <a:pos x="339" y="54"/>
                </a:cxn>
                <a:cxn ang="0">
                  <a:pos x="406" y="11"/>
                </a:cxn>
                <a:cxn ang="0">
                  <a:pos x="458" y="0"/>
                </a:cxn>
                <a:cxn ang="0">
                  <a:pos x="501" y="4"/>
                </a:cxn>
                <a:cxn ang="0">
                  <a:pos x="537" y="25"/>
                </a:cxn>
                <a:cxn ang="0">
                  <a:pos x="565" y="107"/>
                </a:cxn>
                <a:cxn ang="0">
                  <a:pos x="561" y="228"/>
                </a:cxn>
                <a:cxn ang="0">
                  <a:pos x="513" y="320"/>
                </a:cxn>
                <a:cxn ang="0">
                  <a:pos x="434" y="428"/>
                </a:cxn>
                <a:cxn ang="0">
                  <a:pos x="351" y="506"/>
                </a:cxn>
                <a:cxn ang="0">
                  <a:pos x="302" y="535"/>
                </a:cxn>
                <a:cxn ang="0">
                  <a:pos x="238" y="535"/>
                </a:cxn>
                <a:cxn ang="0">
                  <a:pos x="183" y="513"/>
                </a:cxn>
                <a:cxn ang="0">
                  <a:pos x="159" y="460"/>
                </a:cxn>
                <a:cxn ang="0">
                  <a:pos x="143" y="389"/>
                </a:cxn>
                <a:cxn ang="0">
                  <a:pos x="147" y="335"/>
                </a:cxn>
                <a:cxn ang="0">
                  <a:pos x="167" y="310"/>
                </a:cxn>
              </a:cxnLst>
              <a:rect l="0" t="0" r="0" b="0"/>
              <a:pathLst>
                <a:path w="565" h="535">
                  <a:moveTo>
                    <a:pt x="167" y="310"/>
                  </a:moveTo>
                  <a:lnTo>
                    <a:pt x="0" y="196"/>
                  </a:lnTo>
                  <a:lnTo>
                    <a:pt x="28" y="171"/>
                  </a:lnTo>
                  <a:lnTo>
                    <a:pt x="159" y="249"/>
                  </a:lnTo>
                  <a:lnTo>
                    <a:pt x="207" y="171"/>
                  </a:lnTo>
                  <a:lnTo>
                    <a:pt x="266" y="100"/>
                  </a:lnTo>
                  <a:lnTo>
                    <a:pt x="339" y="54"/>
                  </a:lnTo>
                  <a:lnTo>
                    <a:pt x="406" y="11"/>
                  </a:lnTo>
                  <a:lnTo>
                    <a:pt x="458" y="0"/>
                  </a:lnTo>
                  <a:lnTo>
                    <a:pt x="501" y="4"/>
                  </a:lnTo>
                  <a:lnTo>
                    <a:pt x="537" y="25"/>
                  </a:lnTo>
                  <a:lnTo>
                    <a:pt x="565" y="107"/>
                  </a:lnTo>
                  <a:lnTo>
                    <a:pt x="561" y="228"/>
                  </a:lnTo>
                  <a:lnTo>
                    <a:pt x="513" y="320"/>
                  </a:lnTo>
                  <a:lnTo>
                    <a:pt x="434" y="428"/>
                  </a:lnTo>
                  <a:lnTo>
                    <a:pt x="351" y="506"/>
                  </a:lnTo>
                  <a:lnTo>
                    <a:pt x="302" y="535"/>
                  </a:lnTo>
                  <a:lnTo>
                    <a:pt x="238" y="535"/>
                  </a:lnTo>
                  <a:lnTo>
                    <a:pt x="183" y="513"/>
                  </a:lnTo>
                  <a:lnTo>
                    <a:pt x="159" y="460"/>
                  </a:lnTo>
                  <a:lnTo>
                    <a:pt x="143" y="389"/>
                  </a:lnTo>
                  <a:lnTo>
                    <a:pt x="147" y="335"/>
                  </a:lnTo>
                  <a:lnTo>
                    <a:pt x="167" y="310"/>
                  </a:lnTo>
                  <a:close/>
                </a:path>
              </a:pathLst>
            </a:custGeom>
            <a:solidFill>
              <a:schemeClr val="accent1">
                <a:alpha val="100000"/>
              </a:schemeClr>
            </a:solidFill>
            <a:ln w="9525">
              <a:noFill/>
            </a:ln>
          </p:spPr>
          <p:txBody>
            <a:bodyPr/>
            <a:lstStyle/>
            <a:p>
              <a:endParaRPr lang="zh-CN" altLang="en-US"/>
            </a:p>
          </p:txBody>
        </p:sp>
        <p:sp>
          <p:nvSpPr>
            <p:cNvPr id="28681" name="Freeform 31"/>
            <p:cNvSpPr/>
            <p:nvPr/>
          </p:nvSpPr>
          <p:spPr>
            <a:xfrm>
              <a:off x="1658" y="1344"/>
              <a:ext cx="178" cy="257"/>
            </a:xfrm>
            <a:custGeom>
              <a:avLst/>
              <a:gdLst/>
              <a:ahLst/>
              <a:cxnLst>
                <a:cxn ang="0">
                  <a:pos x="0" y="249"/>
                </a:cxn>
                <a:cxn ang="0">
                  <a:pos x="24" y="153"/>
                </a:cxn>
                <a:cxn ang="0">
                  <a:pos x="95" y="53"/>
                </a:cxn>
                <a:cxn ang="0">
                  <a:pos x="158" y="0"/>
                </a:cxn>
                <a:cxn ang="0">
                  <a:pos x="178" y="21"/>
                </a:cxn>
                <a:cxn ang="0">
                  <a:pos x="111" y="75"/>
                </a:cxn>
                <a:cxn ang="0">
                  <a:pos x="83" y="110"/>
                </a:cxn>
                <a:cxn ang="0">
                  <a:pos x="47" y="174"/>
                </a:cxn>
                <a:cxn ang="0">
                  <a:pos x="28" y="257"/>
                </a:cxn>
                <a:cxn ang="0">
                  <a:pos x="0" y="249"/>
                </a:cxn>
              </a:cxnLst>
              <a:rect l="0" t="0" r="0" b="0"/>
              <a:pathLst>
                <a:path w="178" h="257">
                  <a:moveTo>
                    <a:pt x="0" y="249"/>
                  </a:moveTo>
                  <a:lnTo>
                    <a:pt x="24" y="153"/>
                  </a:lnTo>
                  <a:lnTo>
                    <a:pt x="95" y="53"/>
                  </a:lnTo>
                  <a:lnTo>
                    <a:pt x="158" y="0"/>
                  </a:lnTo>
                  <a:lnTo>
                    <a:pt x="178" y="21"/>
                  </a:lnTo>
                  <a:lnTo>
                    <a:pt x="111" y="75"/>
                  </a:lnTo>
                  <a:lnTo>
                    <a:pt x="83" y="110"/>
                  </a:lnTo>
                  <a:lnTo>
                    <a:pt x="47" y="174"/>
                  </a:lnTo>
                  <a:lnTo>
                    <a:pt x="28" y="257"/>
                  </a:lnTo>
                  <a:lnTo>
                    <a:pt x="0" y="249"/>
                  </a:lnTo>
                  <a:close/>
                </a:path>
              </a:pathLst>
            </a:custGeom>
            <a:solidFill>
              <a:schemeClr val="accent1">
                <a:alpha val="100000"/>
              </a:schemeClr>
            </a:solidFill>
            <a:ln w="9525">
              <a:noFill/>
            </a:ln>
          </p:spPr>
          <p:txBody>
            <a:bodyPr/>
            <a:lstStyle/>
            <a:p>
              <a:endParaRPr lang="zh-CN" altLang="en-US"/>
            </a:p>
          </p:txBody>
        </p:sp>
        <p:sp>
          <p:nvSpPr>
            <p:cNvPr id="28682" name="Freeform 32"/>
            <p:cNvSpPr/>
            <p:nvPr/>
          </p:nvSpPr>
          <p:spPr>
            <a:xfrm>
              <a:off x="1902" y="1560"/>
              <a:ext cx="293" cy="163"/>
            </a:xfrm>
            <a:custGeom>
              <a:avLst/>
              <a:gdLst/>
              <a:ahLst/>
              <a:cxnLst>
                <a:cxn ang="0">
                  <a:pos x="0" y="141"/>
                </a:cxn>
                <a:cxn ang="0">
                  <a:pos x="83" y="76"/>
                </a:cxn>
                <a:cxn ang="0">
                  <a:pos x="190" y="25"/>
                </a:cxn>
                <a:cxn ang="0">
                  <a:pos x="281" y="0"/>
                </a:cxn>
                <a:cxn ang="0">
                  <a:pos x="293" y="44"/>
                </a:cxn>
                <a:cxn ang="0">
                  <a:pos x="163" y="69"/>
                </a:cxn>
                <a:cxn ang="0">
                  <a:pos x="55" y="134"/>
                </a:cxn>
                <a:cxn ang="0">
                  <a:pos x="8" y="163"/>
                </a:cxn>
                <a:cxn ang="0">
                  <a:pos x="0" y="141"/>
                </a:cxn>
              </a:cxnLst>
              <a:rect l="0" t="0" r="0" b="0"/>
              <a:pathLst>
                <a:path w="293" h="163">
                  <a:moveTo>
                    <a:pt x="0" y="141"/>
                  </a:moveTo>
                  <a:lnTo>
                    <a:pt x="83" y="76"/>
                  </a:lnTo>
                  <a:lnTo>
                    <a:pt x="190" y="25"/>
                  </a:lnTo>
                  <a:lnTo>
                    <a:pt x="281" y="0"/>
                  </a:lnTo>
                  <a:lnTo>
                    <a:pt x="293" y="44"/>
                  </a:lnTo>
                  <a:lnTo>
                    <a:pt x="163" y="69"/>
                  </a:lnTo>
                  <a:lnTo>
                    <a:pt x="55" y="134"/>
                  </a:lnTo>
                  <a:lnTo>
                    <a:pt x="8" y="163"/>
                  </a:lnTo>
                  <a:lnTo>
                    <a:pt x="0" y="141"/>
                  </a:lnTo>
                  <a:close/>
                </a:path>
              </a:pathLst>
            </a:custGeom>
            <a:solidFill>
              <a:schemeClr val="accent1">
                <a:alpha val="100000"/>
              </a:schemeClr>
            </a:solidFill>
            <a:ln w="9525">
              <a:noFill/>
            </a:ln>
          </p:spPr>
          <p:txBody>
            <a:bodyPr/>
            <a:lstStyle/>
            <a:p>
              <a:endParaRPr lang="zh-CN" altLang="en-US"/>
            </a:p>
          </p:txBody>
        </p:sp>
        <p:sp>
          <p:nvSpPr>
            <p:cNvPr id="28683" name="Freeform 33"/>
            <p:cNvSpPr/>
            <p:nvPr/>
          </p:nvSpPr>
          <p:spPr>
            <a:xfrm>
              <a:off x="1950" y="1978"/>
              <a:ext cx="334" cy="108"/>
            </a:xfrm>
            <a:custGeom>
              <a:avLst/>
              <a:gdLst/>
              <a:ahLst/>
              <a:cxnLst>
                <a:cxn ang="0">
                  <a:pos x="19" y="0"/>
                </a:cxn>
                <a:cxn ang="0">
                  <a:pos x="151" y="4"/>
                </a:cxn>
                <a:cxn ang="0">
                  <a:pos x="262" y="22"/>
                </a:cxn>
                <a:cxn ang="0">
                  <a:pos x="334" y="47"/>
                </a:cxn>
                <a:cxn ang="0">
                  <a:pos x="306" y="108"/>
                </a:cxn>
                <a:cxn ang="0">
                  <a:pos x="215" y="47"/>
                </a:cxn>
                <a:cxn ang="0">
                  <a:pos x="104" y="36"/>
                </a:cxn>
                <a:cxn ang="0">
                  <a:pos x="0" y="25"/>
                </a:cxn>
                <a:cxn ang="0">
                  <a:pos x="19" y="0"/>
                </a:cxn>
              </a:cxnLst>
              <a:rect l="0" t="0" r="0" b="0"/>
              <a:pathLst>
                <a:path w="334" h="108">
                  <a:moveTo>
                    <a:pt x="19" y="0"/>
                  </a:moveTo>
                  <a:lnTo>
                    <a:pt x="151" y="4"/>
                  </a:lnTo>
                  <a:lnTo>
                    <a:pt x="262" y="22"/>
                  </a:lnTo>
                  <a:lnTo>
                    <a:pt x="334" y="47"/>
                  </a:lnTo>
                  <a:lnTo>
                    <a:pt x="306" y="108"/>
                  </a:lnTo>
                  <a:lnTo>
                    <a:pt x="215" y="47"/>
                  </a:lnTo>
                  <a:lnTo>
                    <a:pt x="104" y="36"/>
                  </a:lnTo>
                  <a:lnTo>
                    <a:pt x="0" y="25"/>
                  </a:lnTo>
                  <a:lnTo>
                    <a:pt x="19" y="0"/>
                  </a:lnTo>
                  <a:close/>
                </a:path>
              </a:pathLst>
            </a:custGeom>
            <a:solidFill>
              <a:schemeClr val="accent1">
                <a:alpha val="100000"/>
              </a:schemeClr>
            </a:solidFill>
            <a:ln w="9525">
              <a:noFill/>
            </a:ln>
          </p:spPr>
          <p:txBody>
            <a:bodyPr/>
            <a:lstStyle/>
            <a:p>
              <a:endParaRPr lang="zh-CN" altLang="en-US"/>
            </a:p>
          </p:txBody>
        </p:sp>
        <p:sp>
          <p:nvSpPr>
            <p:cNvPr id="28684" name="Freeform 34"/>
            <p:cNvSpPr/>
            <p:nvPr/>
          </p:nvSpPr>
          <p:spPr>
            <a:xfrm>
              <a:off x="980" y="2316"/>
              <a:ext cx="434" cy="842"/>
            </a:xfrm>
            <a:custGeom>
              <a:avLst/>
              <a:gdLst/>
              <a:ahLst/>
              <a:cxnLst>
                <a:cxn ang="0">
                  <a:pos x="355" y="11"/>
                </a:cxn>
                <a:cxn ang="0">
                  <a:pos x="284" y="0"/>
                </a:cxn>
                <a:cxn ang="0">
                  <a:pos x="209" y="0"/>
                </a:cxn>
                <a:cxn ang="0">
                  <a:pos x="126" y="50"/>
                </a:cxn>
                <a:cxn ang="0">
                  <a:pos x="71" y="118"/>
                </a:cxn>
                <a:cxn ang="0">
                  <a:pos x="36" y="215"/>
                </a:cxn>
                <a:cxn ang="0">
                  <a:pos x="8" y="320"/>
                </a:cxn>
                <a:cxn ang="0">
                  <a:pos x="0" y="432"/>
                </a:cxn>
                <a:cxn ang="0">
                  <a:pos x="12" y="561"/>
                </a:cxn>
                <a:cxn ang="0">
                  <a:pos x="43" y="723"/>
                </a:cxn>
                <a:cxn ang="0">
                  <a:pos x="79" y="776"/>
                </a:cxn>
                <a:cxn ang="0">
                  <a:pos x="126" y="831"/>
                </a:cxn>
                <a:cxn ang="0">
                  <a:pos x="178" y="842"/>
                </a:cxn>
                <a:cxn ang="0">
                  <a:pos x="221" y="831"/>
                </a:cxn>
                <a:cxn ang="0">
                  <a:pos x="260" y="810"/>
                </a:cxn>
                <a:cxn ang="0">
                  <a:pos x="284" y="740"/>
                </a:cxn>
                <a:cxn ang="0">
                  <a:pos x="280" y="679"/>
                </a:cxn>
                <a:cxn ang="0">
                  <a:pos x="245" y="622"/>
                </a:cxn>
                <a:cxn ang="0">
                  <a:pos x="245" y="547"/>
                </a:cxn>
                <a:cxn ang="0">
                  <a:pos x="260" y="475"/>
                </a:cxn>
                <a:cxn ang="0">
                  <a:pos x="292" y="389"/>
                </a:cxn>
                <a:cxn ang="0">
                  <a:pos x="355" y="335"/>
                </a:cxn>
                <a:cxn ang="0">
                  <a:pos x="398" y="248"/>
                </a:cxn>
                <a:cxn ang="0">
                  <a:pos x="434" y="136"/>
                </a:cxn>
                <a:cxn ang="0">
                  <a:pos x="414" y="61"/>
                </a:cxn>
                <a:cxn ang="0">
                  <a:pos x="387" y="11"/>
                </a:cxn>
                <a:cxn ang="0">
                  <a:pos x="320" y="0"/>
                </a:cxn>
                <a:cxn ang="0">
                  <a:pos x="355" y="11"/>
                </a:cxn>
              </a:cxnLst>
              <a:rect l="0" t="0" r="0" b="0"/>
              <a:pathLst>
                <a:path w="434" h="842">
                  <a:moveTo>
                    <a:pt x="355" y="11"/>
                  </a:moveTo>
                  <a:lnTo>
                    <a:pt x="284" y="0"/>
                  </a:lnTo>
                  <a:lnTo>
                    <a:pt x="209" y="0"/>
                  </a:lnTo>
                  <a:lnTo>
                    <a:pt x="126" y="50"/>
                  </a:lnTo>
                  <a:lnTo>
                    <a:pt x="71" y="118"/>
                  </a:lnTo>
                  <a:lnTo>
                    <a:pt x="36" y="215"/>
                  </a:lnTo>
                  <a:lnTo>
                    <a:pt x="8" y="320"/>
                  </a:lnTo>
                  <a:lnTo>
                    <a:pt x="0" y="432"/>
                  </a:lnTo>
                  <a:lnTo>
                    <a:pt x="12" y="561"/>
                  </a:lnTo>
                  <a:lnTo>
                    <a:pt x="43" y="723"/>
                  </a:lnTo>
                  <a:lnTo>
                    <a:pt x="79" y="776"/>
                  </a:lnTo>
                  <a:lnTo>
                    <a:pt x="126" y="831"/>
                  </a:lnTo>
                  <a:lnTo>
                    <a:pt x="178" y="842"/>
                  </a:lnTo>
                  <a:lnTo>
                    <a:pt x="221" y="831"/>
                  </a:lnTo>
                  <a:lnTo>
                    <a:pt x="260" y="810"/>
                  </a:lnTo>
                  <a:lnTo>
                    <a:pt x="284" y="740"/>
                  </a:lnTo>
                  <a:lnTo>
                    <a:pt x="280" y="679"/>
                  </a:lnTo>
                  <a:lnTo>
                    <a:pt x="245" y="622"/>
                  </a:lnTo>
                  <a:lnTo>
                    <a:pt x="245" y="547"/>
                  </a:lnTo>
                  <a:lnTo>
                    <a:pt x="260" y="475"/>
                  </a:lnTo>
                  <a:lnTo>
                    <a:pt x="292" y="389"/>
                  </a:lnTo>
                  <a:lnTo>
                    <a:pt x="355" y="335"/>
                  </a:lnTo>
                  <a:lnTo>
                    <a:pt x="398" y="248"/>
                  </a:lnTo>
                  <a:lnTo>
                    <a:pt x="434" y="136"/>
                  </a:lnTo>
                  <a:lnTo>
                    <a:pt x="414" y="61"/>
                  </a:lnTo>
                  <a:lnTo>
                    <a:pt x="387" y="11"/>
                  </a:lnTo>
                  <a:lnTo>
                    <a:pt x="320" y="0"/>
                  </a:lnTo>
                  <a:lnTo>
                    <a:pt x="355" y="11"/>
                  </a:lnTo>
                  <a:close/>
                </a:path>
              </a:pathLst>
            </a:custGeom>
            <a:solidFill>
              <a:schemeClr val="accent1">
                <a:alpha val="100000"/>
              </a:schemeClr>
            </a:solidFill>
            <a:ln w="9525">
              <a:noFill/>
            </a:ln>
          </p:spPr>
          <p:txBody>
            <a:bodyPr/>
            <a:lstStyle/>
            <a:p>
              <a:endParaRPr lang="zh-CN" altLang="en-US"/>
            </a:p>
          </p:txBody>
        </p:sp>
        <p:sp>
          <p:nvSpPr>
            <p:cNvPr id="28685" name="Freeform 35"/>
            <p:cNvSpPr/>
            <p:nvPr/>
          </p:nvSpPr>
          <p:spPr>
            <a:xfrm>
              <a:off x="576" y="2036"/>
              <a:ext cx="569" cy="351"/>
            </a:xfrm>
            <a:custGeom>
              <a:avLst/>
              <a:gdLst/>
              <a:ahLst/>
              <a:cxnLst>
                <a:cxn ang="0">
                  <a:pos x="569" y="308"/>
                </a:cxn>
                <a:cxn ang="0">
                  <a:pos x="449" y="297"/>
                </a:cxn>
                <a:cxn ang="0">
                  <a:pos x="353" y="265"/>
                </a:cxn>
                <a:cxn ang="0">
                  <a:pos x="276" y="222"/>
                </a:cxn>
                <a:cxn ang="0">
                  <a:pos x="228" y="183"/>
                </a:cxn>
                <a:cxn ang="0">
                  <a:pos x="204" y="105"/>
                </a:cxn>
                <a:cxn ang="0">
                  <a:pos x="204" y="7"/>
                </a:cxn>
                <a:cxn ang="0">
                  <a:pos x="180" y="0"/>
                </a:cxn>
                <a:cxn ang="0">
                  <a:pos x="168" y="87"/>
                </a:cxn>
                <a:cxn ang="0">
                  <a:pos x="172" y="137"/>
                </a:cxn>
                <a:cxn ang="0">
                  <a:pos x="184" y="183"/>
                </a:cxn>
                <a:cxn ang="0">
                  <a:pos x="124" y="130"/>
                </a:cxn>
                <a:cxn ang="0">
                  <a:pos x="76" y="64"/>
                </a:cxn>
                <a:cxn ang="0">
                  <a:pos x="64" y="87"/>
                </a:cxn>
                <a:cxn ang="0">
                  <a:pos x="96" y="140"/>
                </a:cxn>
                <a:cxn ang="0">
                  <a:pos x="156" y="212"/>
                </a:cxn>
                <a:cxn ang="0">
                  <a:pos x="48" y="205"/>
                </a:cxn>
                <a:cxn ang="0">
                  <a:pos x="0" y="212"/>
                </a:cxn>
                <a:cxn ang="0">
                  <a:pos x="12" y="237"/>
                </a:cxn>
                <a:cxn ang="0">
                  <a:pos x="100" y="244"/>
                </a:cxn>
                <a:cxn ang="0">
                  <a:pos x="172" y="247"/>
                </a:cxn>
                <a:cxn ang="0">
                  <a:pos x="88" y="276"/>
                </a:cxn>
                <a:cxn ang="0">
                  <a:pos x="24" y="312"/>
                </a:cxn>
                <a:cxn ang="0">
                  <a:pos x="16" y="333"/>
                </a:cxn>
                <a:cxn ang="0">
                  <a:pos x="36" y="351"/>
                </a:cxn>
                <a:cxn ang="0">
                  <a:pos x="76" y="319"/>
                </a:cxn>
                <a:cxn ang="0">
                  <a:pos x="136" y="297"/>
                </a:cxn>
                <a:cxn ang="0">
                  <a:pos x="216" y="265"/>
                </a:cxn>
                <a:cxn ang="0">
                  <a:pos x="256" y="269"/>
                </a:cxn>
                <a:cxn ang="0">
                  <a:pos x="349" y="301"/>
                </a:cxn>
                <a:cxn ang="0">
                  <a:pos x="421" y="333"/>
                </a:cxn>
                <a:cxn ang="0">
                  <a:pos x="565" y="351"/>
                </a:cxn>
                <a:cxn ang="0">
                  <a:pos x="569" y="308"/>
                </a:cxn>
              </a:cxnLst>
              <a:rect l="0" t="0" r="0" b="0"/>
              <a:pathLst>
                <a:path w="569" h="351">
                  <a:moveTo>
                    <a:pt x="569" y="308"/>
                  </a:moveTo>
                  <a:lnTo>
                    <a:pt x="449" y="297"/>
                  </a:lnTo>
                  <a:lnTo>
                    <a:pt x="353" y="265"/>
                  </a:lnTo>
                  <a:lnTo>
                    <a:pt x="276" y="222"/>
                  </a:lnTo>
                  <a:lnTo>
                    <a:pt x="228" y="183"/>
                  </a:lnTo>
                  <a:lnTo>
                    <a:pt x="204" y="105"/>
                  </a:lnTo>
                  <a:lnTo>
                    <a:pt x="204" y="7"/>
                  </a:lnTo>
                  <a:lnTo>
                    <a:pt x="180" y="0"/>
                  </a:lnTo>
                  <a:lnTo>
                    <a:pt x="168" y="87"/>
                  </a:lnTo>
                  <a:lnTo>
                    <a:pt x="172" y="137"/>
                  </a:lnTo>
                  <a:lnTo>
                    <a:pt x="184" y="183"/>
                  </a:lnTo>
                  <a:lnTo>
                    <a:pt x="124" y="130"/>
                  </a:lnTo>
                  <a:lnTo>
                    <a:pt x="76" y="64"/>
                  </a:lnTo>
                  <a:lnTo>
                    <a:pt x="64" y="87"/>
                  </a:lnTo>
                  <a:lnTo>
                    <a:pt x="96" y="140"/>
                  </a:lnTo>
                  <a:lnTo>
                    <a:pt x="156" y="212"/>
                  </a:lnTo>
                  <a:lnTo>
                    <a:pt x="48" y="205"/>
                  </a:lnTo>
                  <a:lnTo>
                    <a:pt x="0" y="212"/>
                  </a:lnTo>
                  <a:lnTo>
                    <a:pt x="12" y="237"/>
                  </a:lnTo>
                  <a:lnTo>
                    <a:pt x="100" y="244"/>
                  </a:lnTo>
                  <a:lnTo>
                    <a:pt x="172" y="247"/>
                  </a:lnTo>
                  <a:lnTo>
                    <a:pt x="88" y="276"/>
                  </a:lnTo>
                  <a:lnTo>
                    <a:pt x="24" y="312"/>
                  </a:lnTo>
                  <a:lnTo>
                    <a:pt x="16" y="333"/>
                  </a:lnTo>
                  <a:lnTo>
                    <a:pt x="36" y="351"/>
                  </a:lnTo>
                  <a:lnTo>
                    <a:pt x="76" y="319"/>
                  </a:lnTo>
                  <a:lnTo>
                    <a:pt x="136" y="297"/>
                  </a:lnTo>
                  <a:lnTo>
                    <a:pt x="216" y="265"/>
                  </a:lnTo>
                  <a:lnTo>
                    <a:pt x="256" y="269"/>
                  </a:lnTo>
                  <a:lnTo>
                    <a:pt x="349" y="301"/>
                  </a:lnTo>
                  <a:lnTo>
                    <a:pt x="421" y="333"/>
                  </a:lnTo>
                  <a:lnTo>
                    <a:pt x="565" y="351"/>
                  </a:lnTo>
                  <a:lnTo>
                    <a:pt x="569" y="308"/>
                  </a:lnTo>
                  <a:close/>
                </a:path>
              </a:pathLst>
            </a:custGeom>
            <a:solidFill>
              <a:schemeClr val="accent1">
                <a:alpha val="100000"/>
              </a:schemeClr>
            </a:solidFill>
            <a:ln w="9525">
              <a:noFill/>
            </a:ln>
          </p:spPr>
          <p:txBody>
            <a:bodyPr/>
            <a:lstStyle/>
            <a:p>
              <a:endParaRPr lang="zh-CN" altLang="en-US"/>
            </a:p>
          </p:txBody>
        </p:sp>
        <p:sp>
          <p:nvSpPr>
            <p:cNvPr id="28686" name="Freeform 36"/>
            <p:cNvSpPr/>
            <p:nvPr/>
          </p:nvSpPr>
          <p:spPr>
            <a:xfrm>
              <a:off x="1371" y="2389"/>
              <a:ext cx="803" cy="393"/>
            </a:xfrm>
            <a:custGeom>
              <a:avLst/>
              <a:gdLst/>
              <a:ahLst/>
              <a:cxnLst>
                <a:cxn ang="0">
                  <a:pos x="24" y="0"/>
                </a:cxn>
                <a:cxn ang="0">
                  <a:pos x="153" y="86"/>
                </a:cxn>
                <a:cxn ang="0">
                  <a:pos x="261" y="154"/>
                </a:cxn>
                <a:cxn ang="0">
                  <a:pos x="381" y="183"/>
                </a:cxn>
                <a:cxn ang="0">
                  <a:pos x="517" y="205"/>
                </a:cxn>
                <a:cxn ang="0">
                  <a:pos x="710" y="154"/>
                </a:cxn>
                <a:cxn ang="0">
                  <a:pos x="766" y="118"/>
                </a:cxn>
                <a:cxn ang="0">
                  <a:pos x="778" y="144"/>
                </a:cxn>
                <a:cxn ang="0">
                  <a:pos x="686" y="194"/>
                </a:cxn>
                <a:cxn ang="0">
                  <a:pos x="634" y="208"/>
                </a:cxn>
                <a:cxn ang="0">
                  <a:pos x="742" y="217"/>
                </a:cxn>
                <a:cxn ang="0">
                  <a:pos x="803" y="217"/>
                </a:cxn>
                <a:cxn ang="0">
                  <a:pos x="803" y="242"/>
                </a:cxn>
                <a:cxn ang="0">
                  <a:pos x="694" y="249"/>
                </a:cxn>
                <a:cxn ang="0">
                  <a:pos x="621" y="242"/>
                </a:cxn>
                <a:cxn ang="0">
                  <a:pos x="698" y="292"/>
                </a:cxn>
                <a:cxn ang="0">
                  <a:pos x="746" y="306"/>
                </a:cxn>
                <a:cxn ang="0">
                  <a:pos x="710" y="339"/>
                </a:cxn>
                <a:cxn ang="0">
                  <a:pos x="638" y="296"/>
                </a:cxn>
                <a:cxn ang="0">
                  <a:pos x="577" y="260"/>
                </a:cxn>
                <a:cxn ang="0">
                  <a:pos x="601" y="335"/>
                </a:cxn>
                <a:cxn ang="0">
                  <a:pos x="670" y="382"/>
                </a:cxn>
                <a:cxn ang="0">
                  <a:pos x="650" y="393"/>
                </a:cxn>
                <a:cxn ang="0">
                  <a:pos x="573" y="357"/>
                </a:cxn>
                <a:cxn ang="0">
                  <a:pos x="525" y="285"/>
                </a:cxn>
                <a:cxn ang="0">
                  <a:pos x="501" y="253"/>
                </a:cxn>
                <a:cxn ang="0">
                  <a:pos x="381" y="242"/>
                </a:cxn>
                <a:cxn ang="0">
                  <a:pos x="229" y="205"/>
                </a:cxn>
                <a:cxn ang="0">
                  <a:pos x="105" y="122"/>
                </a:cxn>
                <a:cxn ang="0">
                  <a:pos x="24" y="57"/>
                </a:cxn>
                <a:cxn ang="0">
                  <a:pos x="0" y="36"/>
                </a:cxn>
                <a:cxn ang="0">
                  <a:pos x="24" y="0"/>
                </a:cxn>
              </a:cxnLst>
              <a:rect l="0" t="0" r="0" b="0"/>
              <a:pathLst>
                <a:path w="803" h="393">
                  <a:moveTo>
                    <a:pt x="24" y="0"/>
                  </a:moveTo>
                  <a:lnTo>
                    <a:pt x="153" y="86"/>
                  </a:lnTo>
                  <a:lnTo>
                    <a:pt x="261" y="154"/>
                  </a:lnTo>
                  <a:lnTo>
                    <a:pt x="381" y="183"/>
                  </a:lnTo>
                  <a:lnTo>
                    <a:pt x="517" y="205"/>
                  </a:lnTo>
                  <a:lnTo>
                    <a:pt x="710" y="154"/>
                  </a:lnTo>
                  <a:lnTo>
                    <a:pt x="766" y="118"/>
                  </a:lnTo>
                  <a:lnTo>
                    <a:pt x="778" y="144"/>
                  </a:lnTo>
                  <a:lnTo>
                    <a:pt x="686" y="194"/>
                  </a:lnTo>
                  <a:lnTo>
                    <a:pt x="634" y="208"/>
                  </a:lnTo>
                  <a:lnTo>
                    <a:pt x="742" y="217"/>
                  </a:lnTo>
                  <a:lnTo>
                    <a:pt x="803" y="217"/>
                  </a:lnTo>
                  <a:lnTo>
                    <a:pt x="803" y="242"/>
                  </a:lnTo>
                  <a:lnTo>
                    <a:pt x="694" y="249"/>
                  </a:lnTo>
                  <a:lnTo>
                    <a:pt x="621" y="242"/>
                  </a:lnTo>
                  <a:lnTo>
                    <a:pt x="698" y="292"/>
                  </a:lnTo>
                  <a:lnTo>
                    <a:pt x="746" y="306"/>
                  </a:lnTo>
                  <a:lnTo>
                    <a:pt x="710" y="339"/>
                  </a:lnTo>
                  <a:lnTo>
                    <a:pt x="638" y="296"/>
                  </a:lnTo>
                  <a:lnTo>
                    <a:pt x="577" y="260"/>
                  </a:lnTo>
                  <a:lnTo>
                    <a:pt x="601" y="335"/>
                  </a:lnTo>
                  <a:lnTo>
                    <a:pt x="670" y="382"/>
                  </a:lnTo>
                  <a:lnTo>
                    <a:pt x="650" y="393"/>
                  </a:lnTo>
                  <a:lnTo>
                    <a:pt x="573" y="357"/>
                  </a:lnTo>
                  <a:lnTo>
                    <a:pt x="525" y="285"/>
                  </a:lnTo>
                  <a:lnTo>
                    <a:pt x="501" y="253"/>
                  </a:lnTo>
                  <a:lnTo>
                    <a:pt x="381" y="242"/>
                  </a:lnTo>
                  <a:lnTo>
                    <a:pt x="229" y="205"/>
                  </a:lnTo>
                  <a:lnTo>
                    <a:pt x="105" y="122"/>
                  </a:lnTo>
                  <a:lnTo>
                    <a:pt x="24" y="57"/>
                  </a:lnTo>
                  <a:lnTo>
                    <a:pt x="0" y="36"/>
                  </a:lnTo>
                  <a:lnTo>
                    <a:pt x="24" y="0"/>
                  </a:lnTo>
                  <a:close/>
                </a:path>
              </a:pathLst>
            </a:custGeom>
            <a:solidFill>
              <a:schemeClr val="accent1">
                <a:alpha val="100000"/>
              </a:schemeClr>
            </a:solidFill>
            <a:ln w="9525">
              <a:noFill/>
            </a:ln>
          </p:spPr>
          <p:txBody>
            <a:bodyPr/>
            <a:lstStyle/>
            <a:p>
              <a:endParaRPr lang="zh-CN" altLang="en-US"/>
            </a:p>
          </p:txBody>
        </p:sp>
        <p:sp>
          <p:nvSpPr>
            <p:cNvPr id="28687" name="Freeform 37"/>
            <p:cNvSpPr/>
            <p:nvPr/>
          </p:nvSpPr>
          <p:spPr>
            <a:xfrm>
              <a:off x="701" y="3052"/>
              <a:ext cx="429" cy="619"/>
            </a:xfrm>
            <a:custGeom>
              <a:avLst/>
              <a:gdLst/>
              <a:ahLst/>
              <a:cxnLst>
                <a:cxn ang="0">
                  <a:pos x="357" y="10"/>
                </a:cxn>
                <a:cxn ang="0">
                  <a:pos x="277" y="97"/>
                </a:cxn>
                <a:cxn ang="0">
                  <a:pos x="217" y="166"/>
                </a:cxn>
                <a:cxn ang="0">
                  <a:pos x="201" y="226"/>
                </a:cxn>
                <a:cxn ang="0">
                  <a:pos x="205" y="284"/>
                </a:cxn>
                <a:cxn ang="0">
                  <a:pos x="237" y="348"/>
                </a:cxn>
                <a:cxn ang="0">
                  <a:pos x="289" y="424"/>
                </a:cxn>
                <a:cxn ang="0">
                  <a:pos x="333" y="485"/>
                </a:cxn>
                <a:cxn ang="0">
                  <a:pos x="345" y="531"/>
                </a:cxn>
                <a:cxn ang="0">
                  <a:pos x="273" y="517"/>
                </a:cxn>
                <a:cxn ang="0">
                  <a:pos x="165" y="510"/>
                </a:cxn>
                <a:cxn ang="0">
                  <a:pos x="60" y="531"/>
                </a:cxn>
                <a:cxn ang="0">
                  <a:pos x="0" y="565"/>
                </a:cxn>
                <a:cxn ang="0">
                  <a:pos x="24" y="604"/>
                </a:cxn>
                <a:cxn ang="0">
                  <a:pos x="80" y="619"/>
                </a:cxn>
                <a:cxn ang="0">
                  <a:pos x="120" y="583"/>
                </a:cxn>
                <a:cxn ang="0">
                  <a:pos x="177" y="560"/>
                </a:cxn>
                <a:cxn ang="0">
                  <a:pos x="241" y="560"/>
                </a:cxn>
                <a:cxn ang="0">
                  <a:pos x="321" y="575"/>
                </a:cxn>
                <a:cxn ang="0">
                  <a:pos x="361" y="604"/>
                </a:cxn>
                <a:cxn ang="0">
                  <a:pos x="409" y="604"/>
                </a:cxn>
                <a:cxn ang="0">
                  <a:pos x="429" y="575"/>
                </a:cxn>
                <a:cxn ang="0">
                  <a:pos x="429" y="542"/>
                </a:cxn>
                <a:cxn ang="0">
                  <a:pos x="393" y="506"/>
                </a:cxn>
                <a:cxn ang="0">
                  <a:pos x="345" y="435"/>
                </a:cxn>
                <a:cxn ang="0">
                  <a:pos x="297" y="366"/>
                </a:cxn>
                <a:cxn ang="0">
                  <a:pos x="253" y="291"/>
                </a:cxn>
                <a:cxn ang="0">
                  <a:pos x="253" y="216"/>
                </a:cxn>
                <a:cxn ang="0">
                  <a:pos x="277" y="173"/>
                </a:cxn>
                <a:cxn ang="0">
                  <a:pos x="337" y="119"/>
                </a:cxn>
                <a:cxn ang="0">
                  <a:pos x="385" y="79"/>
                </a:cxn>
                <a:cxn ang="0">
                  <a:pos x="421" y="43"/>
                </a:cxn>
                <a:cxn ang="0">
                  <a:pos x="381" y="0"/>
                </a:cxn>
                <a:cxn ang="0">
                  <a:pos x="357" y="10"/>
                </a:cxn>
              </a:cxnLst>
              <a:rect l="0" t="0" r="0" b="0"/>
              <a:pathLst>
                <a:path w="429" h="619">
                  <a:moveTo>
                    <a:pt x="357" y="10"/>
                  </a:moveTo>
                  <a:lnTo>
                    <a:pt x="277" y="97"/>
                  </a:lnTo>
                  <a:lnTo>
                    <a:pt x="217" y="166"/>
                  </a:lnTo>
                  <a:lnTo>
                    <a:pt x="201" y="226"/>
                  </a:lnTo>
                  <a:lnTo>
                    <a:pt x="205" y="284"/>
                  </a:lnTo>
                  <a:lnTo>
                    <a:pt x="237" y="348"/>
                  </a:lnTo>
                  <a:lnTo>
                    <a:pt x="289" y="424"/>
                  </a:lnTo>
                  <a:lnTo>
                    <a:pt x="333" y="485"/>
                  </a:lnTo>
                  <a:lnTo>
                    <a:pt x="345" y="531"/>
                  </a:lnTo>
                  <a:lnTo>
                    <a:pt x="273" y="517"/>
                  </a:lnTo>
                  <a:lnTo>
                    <a:pt x="165" y="510"/>
                  </a:lnTo>
                  <a:lnTo>
                    <a:pt x="60" y="531"/>
                  </a:lnTo>
                  <a:lnTo>
                    <a:pt x="0" y="565"/>
                  </a:lnTo>
                  <a:lnTo>
                    <a:pt x="24" y="604"/>
                  </a:lnTo>
                  <a:lnTo>
                    <a:pt x="80" y="619"/>
                  </a:lnTo>
                  <a:lnTo>
                    <a:pt x="120" y="583"/>
                  </a:lnTo>
                  <a:lnTo>
                    <a:pt x="177" y="560"/>
                  </a:lnTo>
                  <a:lnTo>
                    <a:pt x="241" y="560"/>
                  </a:lnTo>
                  <a:lnTo>
                    <a:pt x="321" y="575"/>
                  </a:lnTo>
                  <a:lnTo>
                    <a:pt x="361" y="604"/>
                  </a:lnTo>
                  <a:lnTo>
                    <a:pt x="409" y="604"/>
                  </a:lnTo>
                  <a:lnTo>
                    <a:pt x="429" y="575"/>
                  </a:lnTo>
                  <a:lnTo>
                    <a:pt x="429" y="542"/>
                  </a:lnTo>
                  <a:lnTo>
                    <a:pt x="393" y="506"/>
                  </a:lnTo>
                  <a:lnTo>
                    <a:pt x="345" y="435"/>
                  </a:lnTo>
                  <a:lnTo>
                    <a:pt x="297" y="366"/>
                  </a:lnTo>
                  <a:lnTo>
                    <a:pt x="253" y="291"/>
                  </a:lnTo>
                  <a:lnTo>
                    <a:pt x="253" y="216"/>
                  </a:lnTo>
                  <a:lnTo>
                    <a:pt x="277" y="173"/>
                  </a:lnTo>
                  <a:lnTo>
                    <a:pt x="337" y="119"/>
                  </a:lnTo>
                  <a:lnTo>
                    <a:pt x="385" y="79"/>
                  </a:lnTo>
                  <a:lnTo>
                    <a:pt x="421" y="43"/>
                  </a:lnTo>
                  <a:lnTo>
                    <a:pt x="381" y="0"/>
                  </a:lnTo>
                  <a:lnTo>
                    <a:pt x="357" y="10"/>
                  </a:lnTo>
                  <a:close/>
                </a:path>
              </a:pathLst>
            </a:custGeom>
            <a:solidFill>
              <a:schemeClr val="accent1">
                <a:alpha val="100000"/>
              </a:schemeClr>
            </a:solidFill>
            <a:ln w="9525">
              <a:noFill/>
            </a:ln>
          </p:spPr>
          <p:txBody>
            <a:bodyPr/>
            <a:lstStyle/>
            <a:p>
              <a:endParaRPr lang="zh-CN" altLang="en-US"/>
            </a:p>
          </p:txBody>
        </p:sp>
        <p:sp>
          <p:nvSpPr>
            <p:cNvPr id="28688" name="Freeform 38"/>
            <p:cNvSpPr/>
            <p:nvPr/>
          </p:nvSpPr>
          <p:spPr>
            <a:xfrm>
              <a:off x="1132" y="3073"/>
              <a:ext cx="463" cy="791"/>
            </a:xfrm>
            <a:custGeom>
              <a:avLst/>
              <a:gdLst/>
              <a:ahLst/>
              <a:cxnLst>
                <a:cxn ang="0">
                  <a:pos x="108" y="26"/>
                </a:cxn>
                <a:cxn ang="0">
                  <a:pos x="96" y="156"/>
                </a:cxn>
                <a:cxn ang="0">
                  <a:pos x="96" y="242"/>
                </a:cxn>
                <a:cxn ang="0">
                  <a:pos x="116" y="328"/>
                </a:cxn>
                <a:cxn ang="0">
                  <a:pos x="163" y="403"/>
                </a:cxn>
                <a:cxn ang="0">
                  <a:pos x="235" y="478"/>
                </a:cxn>
                <a:cxn ang="0">
                  <a:pos x="312" y="532"/>
                </a:cxn>
                <a:cxn ang="0">
                  <a:pos x="371" y="566"/>
                </a:cxn>
                <a:cxn ang="0">
                  <a:pos x="439" y="573"/>
                </a:cxn>
                <a:cxn ang="0">
                  <a:pos x="463" y="605"/>
                </a:cxn>
                <a:cxn ang="0">
                  <a:pos x="463" y="630"/>
                </a:cxn>
                <a:cxn ang="0">
                  <a:pos x="419" y="652"/>
                </a:cxn>
                <a:cxn ang="0">
                  <a:pos x="371" y="670"/>
                </a:cxn>
                <a:cxn ang="0">
                  <a:pos x="324" y="680"/>
                </a:cxn>
                <a:cxn ang="0">
                  <a:pos x="247" y="723"/>
                </a:cxn>
                <a:cxn ang="0">
                  <a:pos x="223" y="756"/>
                </a:cxn>
                <a:cxn ang="0">
                  <a:pos x="215" y="791"/>
                </a:cxn>
                <a:cxn ang="0">
                  <a:pos x="167" y="788"/>
                </a:cxn>
                <a:cxn ang="0">
                  <a:pos x="119" y="756"/>
                </a:cxn>
                <a:cxn ang="0">
                  <a:pos x="167" y="713"/>
                </a:cxn>
                <a:cxn ang="0">
                  <a:pos x="211" y="680"/>
                </a:cxn>
                <a:cxn ang="0">
                  <a:pos x="283" y="652"/>
                </a:cxn>
                <a:cxn ang="0">
                  <a:pos x="336" y="637"/>
                </a:cxn>
                <a:cxn ang="0">
                  <a:pos x="403" y="619"/>
                </a:cxn>
                <a:cxn ang="0">
                  <a:pos x="287" y="583"/>
                </a:cxn>
                <a:cxn ang="0">
                  <a:pos x="203" y="522"/>
                </a:cxn>
                <a:cxn ang="0">
                  <a:pos x="143" y="457"/>
                </a:cxn>
                <a:cxn ang="0">
                  <a:pos x="92" y="389"/>
                </a:cxn>
                <a:cxn ang="0">
                  <a:pos x="56" y="303"/>
                </a:cxn>
                <a:cxn ang="0">
                  <a:pos x="20" y="206"/>
                </a:cxn>
                <a:cxn ang="0">
                  <a:pos x="0" y="113"/>
                </a:cxn>
                <a:cxn ang="0">
                  <a:pos x="0" y="33"/>
                </a:cxn>
                <a:cxn ang="0">
                  <a:pos x="36" y="4"/>
                </a:cxn>
                <a:cxn ang="0">
                  <a:pos x="92" y="0"/>
                </a:cxn>
                <a:cxn ang="0">
                  <a:pos x="108" y="26"/>
                </a:cxn>
              </a:cxnLst>
              <a:rect l="0" t="0" r="0" b="0"/>
              <a:pathLst>
                <a:path w="463" h="791">
                  <a:moveTo>
                    <a:pt x="108" y="26"/>
                  </a:moveTo>
                  <a:lnTo>
                    <a:pt x="96" y="156"/>
                  </a:lnTo>
                  <a:lnTo>
                    <a:pt x="96" y="242"/>
                  </a:lnTo>
                  <a:lnTo>
                    <a:pt x="116" y="328"/>
                  </a:lnTo>
                  <a:lnTo>
                    <a:pt x="163" y="403"/>
                  </a:lnTo>
                  <a:lnTo>
                    <a:pt x="235" y="478"/>
                  </a:lnTo>
                  <a:lnTo>
                    <a:pt x="312" y="532"/>
                  </a:lnTo>
                  <a:lnTo>
                    <a:pt x="371" y="566"/>
                  </a:lnTo>
                  <a:lnTo>
                    <a:pt x="439" y="573"/>
                  </a:lnTo>
                  <a:lnTo>
                    <a:pt x="463" y="605"/>
                  </a:lnTo>
                  <a:lnTo>
                    <a:pt x="463" y="630"/>
                  </a:lnTo>
                  <a:lnTo>
                    <a:pt x="419" y="652"/>
                  </a:lnTo>
                  <a:lnTo>
                    <a:pt x="371" y="670"/>
                  </a:lnTo>
                  <a:lnTo>
                    <a:pt x="324" y="680"/>
                  </a:lnTo>
                  <a:lnTo>
                    <a:pt x="247" y="723"/>
                  </a:lnTo>
                  <a:lnTo>
                    <a:pt x="223" y="756"/>
                  </a:lnTo>
                  <a:lnTo>
                    <a:pt x="215" y="791"/>
                  </a:lnTo>
                  <a:lnTo>
                    <a:pt x="167" y="788"/>
                  </a:lnTo>
                  <a:lnTo>
                    <a:pt x="119" y="756"/>
                  </a:lnTo>
                  <a:lnTo>
                    <a:pt x="167" y="713"/>
                  </a:lnTo>
                  <a:lnTo>
                    <a:pt x="211" y="680"/>
                  </a:lnTo>
                  <a:lnTo>
                    <a:pt x="283" y="652"/>
                  </a:lnTo>
                  <a:lnTo>
                    <a:pt x="336" y="637"/>
                  </a:lnTo>
                  <a:lnTo>
                    <a:pt x="403" y="619"/>
                  </a:lnTo>
                  <a:lnTo>
                    <a:pt x="287" y="583"/>
                  </a:lnTo>
                  <a:lnTo>
                    <a:pt x="203" y="522"/>
                  </a:lnTo>
                  <a:lnTo>
                    <a:pt x="143" y="457"/>
                  </a:lnTo>
                  <a:lnTo>
                    <a:pt x="92" y="389"/>
                  </a:lnTo>
                  <a:lnTo>
                    <a:pt x="56" y="303"/>
                  </a:lnTo>
                  <a:lnTo>
                    <a:pt x="20" y="206"/>
                  </a:lnTo>
                  <a:lnTo>
                    <a:pt x="0" y="113"/>
                  </a:lnTo>
                  <a:lnTo>
                    <a:pt x="0" y="33"/>
                  </a:lnTo>
                  <a:lnTo>
                    <a:pt x="36" y="4"/>
                  </a:lnTo>
                  <a:lnTo>
                    <a:pt x="92" y="0"/>
                  </a:lnTo>
                  <a:lnTo>
                    <a:pt x="108" y="26"/>
                  </a:lnTo>
                  <a:close/>
                </a:path>
              </a:pathLst>
            </a:custGeom>
            <a:solidFill>
              <a:schemeClr val="accent1">
                <a:alpha val="100000"/>
              </a:schemeClr>
            </a:solidFill>
            <a:ln w="9525">
              <a:noFill/>
            </a:ln>
          </p:spPr>
          <p:txBody>
            <a:bodyPr/>
            <a:lstStyle/>
            <a:p>
              <a:endParaRPr lang="zh-CN" alt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22</a:t>
            </a:fld>
            <a:endParaRPr lang="zh-CN" altLang="en-US" b="1" i="1" dirty="0">
              <a:solidFill>
                <a:schemeClr val="folHlink"/>
              </a:solidFill>
              <a:latin typeface="Arial Narrow" panose="020B0606020202030204" pitchFamily="34" charset="0"/>
            </a:endParaRPr>
          </a:p>
        </p:txBody>
      </p:sp>
      <p:sp>
        <p:nvSpPr>
          <p:cNvPr id="29699"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29700"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29701" name="Rectangle 2"/>
          <p:cNvSpPr>
            <a:spLocks noGrp="1"/>
          </p:cNvSpPr>
          <p:nvPr>
            <p:ph type="title"/>
          </p:nvPr>
        </p:nvSpPr>
        <p:spPr/>
        <p:txBody>
          <a:bodyPr vert="horz" wrap="square" lIns="91440" tIns="45720" rIns="91440" bIns="45720" anchor="b" anchorCtr="0"/>
          <a:lstStyle/>
          <a:p>
            <a:pPr eaLnBrk="1" hangingPunct="1"/>
            <a:r>
              <a:rPr lang="en-US" altLang="zh-CN" dirty="0"/>
              <a:t>Hashing</a:t>
            </a:r>
          </a:p>
        </p:txBody>
      </p:sp>
      <p:graphicFrame>
        <p:nvGraphicFramePr>
          <p:cNvPr id="29702" name="Object 3"/>
          <p:cNvGraphicFramePr>
            <a:graphicFrameLocks noChangeAspect="1"/>
          </p:cNvGraphicFramePr>
          <p:nvPr/>
        </p:nvGraphicFramePr>
        <p:xfrm>
          <a:off x="2211388" y="1905000"/>
          <a:ext cx="4675187" cy="3933825"/>
        </p:xfrm>
        <a:graphic>
          <a:graphicData uri="http://schemas.openxmlformats.org/presentationml/2006/ole">
            <mc:AlternateContent xmlns:mc="http://schemas.openxmlformats.org/markup-compatibility/2006">
              <mc:Choice xmlns:v="urn:schemas-microsoft-com:vml" Requires="v">
                <p:oleObj r:id="rId2" imgW="2411095" imgH="2020570" progId="MS_ClipArt_Gallery.2">
                  <p:embed/>
                </p:oleObj>
              </mc:Choice>
              <mc:Fallback>
                <p:oleObj r:id="rId2" imgW="2411095" imgH="2020570" progId="MS_ClipArt_Gallery.2">
                  <p:embed/>
                  <p:pic>
                    <p:nvPicPr>
                      <p:cNvPr id="0" name="图片 3081"/>
                      <p:cNvPicPr/>
                      <p:nvPr/>
                    </p:nvPicPr>
                    <p:blipFill>
                      <a:blip r:embed="rId3">
                        <a:clrChange>
                          <a:clrFrom>
                            <a:srgbClr val="000000"/>
                          </a:clrFrom>
                          <a:clrTo>
                            <a:srgbClr val="00E4A8"/>
                          </a:clrTo>
                        </a:clrChange>
                        <a:clrChange>
                          <a:clrFrom>
                            <a:srgbClr val="DADADA"/>
                          </a:clrFrom>
                          <a:clrTo>
                            <a:srgbClr val="336699"/>
                          </a:clrTo>
                        </a:clrChange>
                        <a:clrChange>
                          <a:clrFrom>
                            <a:srgbClr val="CECECE"/>
                          </a:clrFrom>
                          <a:clrTo>
                            <a:srgbClr val="3333CC"/>
                          </a:clrTo>
                        </a:clrChange>
                        <a:clrChange>
                          <a:clrFrom>
                            <a:srgbClr val="FFFFFF"/>
                          </a:clrFrom>
                          <a:clrTo>
                            <a:srgbClr val="3333CC"/>
                          </a:clrTo>
                        </a:clrChange>
                        <a:clrChange>
                          <a:clrFrom>
                            <a:srgbClr val="AD6900"/>
                          </a:clrFrom>
                          <a:clrTo>
                            <a:srgbClr val="FFCF01"/>
                          </a:clrTo>
                        </a:clrChange>
                      </a:blip>
                      <a:stretch>
                        <a:fillRect/>
                      </a:stretch>
                    </p:blipFill>
                    <p:spPr>
                      <a:xfrm>
                        <a:off x="2211388" y="1905000"/>
                        <a:ext cx="4675187" cy="3933825"/>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23</a:t>
            </a:fld>
            <a:endParaRPr lang="zh-CN" altLang="en-US" b="1" i="1" dirty="0">
              <a:solidFill>
                <a:schemeClr val="folHlink"/>
              </a:solidFill>
              <a:latin typeface="Arial Narrow" panose="020B0606020202030204" pitchFamily="34" charset="0"/>
            </a:endParaRPr>
          </a:p>
        </p:txBody>
      </p:sp>
      <p:sp>
        <p:nvSpPr>
          <p:cNvPr id="3072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072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30725" name="Rectangle 2"/>
          <p:cNvSpPr>
            <a:spLocks noGrp="1"/>
          </p:cNvSpPr>
          <p:nvPr>
            <p:ph type="title"/>
          </p:nvPr>
        </p:nvSpPr>
        <p:spPr/>
        <p:txBody>
          <a:bodyPr vert="horz" wrap="square" lIns="91440" tIns="45720" rIns="91440" bIns="45720" anchor="b" anchorCtr="0"/>
          <a:lstStyle/>
          <a:p>
            <a:pPr eaLnBrk="1" hangingPunct="1"/>
            <a:r>
              <a:rPr lang="en-US" altLang="zh-CN" dirty="0"/>
              <a:t>Self Reference</a:t>
            </a:r>
            <a:endParaRPr lang="zh-CN" altLang="en-US" dirty="0"/>
          </a:p>
        </p:txBody>
      </p:sp>
      <p:sp>
        <p:nvSpPr>
          <p:cNvPr id="65331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p:txBody>
      </p:sp>
      <p:graphicFrame>
        <p:nvGraphicFramePr>
          <p:cNvPr id="30727" name="Object 4"/>
          <p:cNvGraphicFramePr>
            <a:graphicFrameLocks noChangeAspect="1"/>
          </p:cNvGraphicFramePr>
          <p:nvPr/>
        </p:nvGraphicFramePr>
        <p:xfrm>
          <a:off x="1949450" y="2649538"/>
          <a:ext cx="1381125" cy="4195762"/>
        </p:xfrm>
        <a:graphic>
          <a:graphicData uri="http://schemas.openxmlformats.org/presentationml/2006/ole">
            <mc:AlternateContent xmlns:mc="http://schemas.openxmlformats.org/markup-compatibility/2006">
              <mc:Choice xmlns:v="urn:schemas-microsoft-com:vml" Requires="v">
                <p:oleObj r:id="rId2" imgW="633730" imgH="2020570" progId="MS_ClipArt_Gallery.2">
                  <p:embed/>
                </p:oleObj>
              </mc:Choice>
              <mc:Fallback>
                <p:oleObj r:id="rId2" imgW="633730" imgH="2020570" progId="MS_ClipArt_Gallery.2">
                  <p:embed/>
                  <p:pic>
                    <p:nvPicPr>
                      <p:cNvPr id="0" name="图片 3083"/>
                      <p:cNvPicPr/>
                      <p:nvPr/>
                    </p:nvPicPr>
                    <p:blipFill>
                      <a:blip r:embed="rId3">
                        <a:clrChange>
                          <a:clrFrom>
                            <a:srgbClr val="000000"/>
                          </a:clrFrom>
                          <a:clrTo>
                            <a:srgbClr val="FF9966"/>
                          </a:clrTo>
                        </a:clrChange>
                      </a:blip>
                      <a:stretch>
                        <a:fillRect/>
                      </a:stretch>
                    </p:blipFill>
                    <p:spPr>
                      <a:xfrm>
                        <a:off x="1949450" y="2649538"/>
                        <a:ext cx="1381125" cy="4195762"/>
                      </a:xfrm>
                      <a:prstGeom prst="rect">
                        <a:avLst/>
                      </a:prstGeom>
                      <a:noFill/>
                      <a:ln w="38100">
                        <a:noFill/>
                        <a:miter/>
                      </a:ln>
                    </p:spPr>
                  </p:pic>
                </p:oleObj>
              </mc:Fallback>
            </mc:AlternateContent>
          </a:graphicData>
        </a:graphic>
      </p:graphicFrame>
      <p:sp>
        <p:nvSpPr>
          <p:cNvPr id="30728" name="AutoShape 5"/>
          <p:cNvSpPr/>
          <p:nvPr/>
        </p:nvSpPr>
        <p:spPr>
          <a:xfrm>
            <a:off x="5113338" y="1752600"/>
            <a:ext cx="2354262" cy="2536825"/>
          </a:xfrm>
          <a:prstGeom prst="wedgeRoundRectCallout">
            <a:avLst>
              <a:gd name="adj1" fmla="val -119454"/>
              <a:gd name="adj2" fmla="val 33981"/>
              <a:gd name="adj3" fmla="val 16667"/>
            </a:avLst>
          </a:prstGeom>
          <a:noFill/>
          <a:ln w="38100" cap="flat" cmpd="sng">
            <a:solidFill>
              <a:schemeClr val="folHlink"/>
            </a:solidFill>
            <a:prstDash val="solid"/>
            <a:miter/>
            <a:headEnd type="none" w="med" len="med"/>
            <a:tailEnd type="none" w="med" len="med"/>
          </a:ln>
        </p:spPr>
        <p:txBody>
          <a:bodyPr lIns="99276" tIns="49638" rIns="99276" bIns="49638" anchor="ctr" anchorCtr="0"/>
          <a:lstStyle/>
          <a:p>
            <a:pPr algn="ctr" defTabSz="992505"/>
            <a:endParaRPr lang="zh-CN" altLang="en-US" sz="2600" b="1" dirty="0">
              <a:latin typeface="Arial Rounded MT Bold" panose="020F0704030504030204" pitchFamily="34" charset="0"/>
            </a:endParaRPr>
          </a:p>
        </p:txBody>
      </p:sp>
      <p:graphicFrame>
        <p:nvGraphicFramePr>
          <p:cNvPr id="30729" name="Object 6"/>
          <p:cNvGraphicFramePr>
            <a:graphicFrameLocks noChangeAspect="1"/>
          </p:cNvGraphicFramePr>
          <p:nvPr/>
        </p:nvGraphicFramePr>
        <p:xfrm>
          <a:off x="5710238" y="2112963"/>
          <a:ext cx="692150" cy="2101850"/>
        </p:xfrm>
        <a:graphic>
          <a:graphicData uri="http://schemas.openxmlformats.org/presentationml/2006/ole">
            <mc:AlternateContent xmlns:mc="http://schemas.openxmlformats.org/markup-compatibility/2006">
              <mc:Choice xmlns:v="urn:schemas-microsoft-com:vml" Requires="v">
                <p:oleObj r:id="rId4" imgW="633730" imgH="2020570" progId="MS_ClipArt_Gallery.2">
                  <p:embed/>
                </p:oleObj>
              </mc:Choice>
              <mc:Fallback>
                <p:oleObj r:id="rId4" imgW="633730" imgH="2020570" progId="MS_ClipArt_Gallery.2">
                  <p:embed/>
                  <p:pic>
                    <p:nvPicPr>
                      <p:cNvPr id="0" name="图片 3082"/>
                      <p:cNvPicPr/>
                      <p:nvPr/>
                    </p:nvPicPr>
                    <p:blipFill>
                      <a:blip r:embed="rId5">
                        <a:clrChange>
                          <a:clrFrom>
                            <a:srgbClr val="000000"/>
                          </a:clrFrom>
                          <a:clrTo>
                            <a:srgbClr val="FF9966"/>
                          </a:clrTo>
                        </a:clrChange>
                      </a:blip>
                      <a:stretch>
                        <a:fillRect/>
                      </a:stretch>
                    </p:blipFill>
                    <p:spPr>
                      <a:xfrm>
                        <a:off x="5710238" y="2112963"/>
                        <a:ext cx="692150" cy="2101850"/>
                      </a:xfrm>
                      <a:prstGeom prst="rect">
                        <a:avLst/>
                      </a:prstGeom>
                      <a:noFill/>
                      <a:ln w="38100">
                        <a:noFill/>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24</a:t>
            </a:fld>
            <a:endParaRPr lang="zh-CN" altLang="en-US" b="1" i="1" dirty="0">
              <a:solidFill>
                <a:schemeClr val="folHlink"/>
              </a:solidFill>
              <a:latin typeface="Arial Narrow" panose="020B0606020202030204" pitchFamily="34" charset="0"/>
            </a:endParaRPr>
          </a:p>
        </p:txBody>
      </p:sp>
      <p:sp>
        <p:nvSpPr>
          <p:cNvPr id="31747"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1748"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31749" name="Oval 2"/>
          <p:cNvSpPr/>
          <p:nvPr/>
        </p:nvSpPr>
        <p:spPr>
          <a:xfrm>
            <a:off x="228600" y="4000500"/>
            <a:ext cx="914400" cy="914400"/>
          </a:xfrm>
          <a:prstGeom prst="ellipse">
            <a:avLst/>
          </a:prstGeom>
          <a:solidFill>
            <a:srgbClr val="FF00FF"/>
          </a:solidFill>
          <a:ln w="9525" cap="flat" cmpd="sng">
            <a:solidFill>
              <a:schemeClr val="tx1"/>
            </a:solidFill>
            <a:prstDash val="solid"/>
            <a:headEnd type="none" w="med" len="med"/>
            <a:tailEnd type="none" w="med" len="med"/>
          </a:ln>
        </p:spPr>
        <p:txBody>
          <a:bodyPr wrap="none" lIns="91433" tIns="45717" rIns="91433" bIns="45717" anchor="ctr" anchorCtr="0"/>
          <a:lstStyle/>
          <a:p>
            <a:pPr algn="ctr"/>
            <a:endParaRPr lang="zh-CN" altLang="en-US" sz="2400" b="1" dirty="0">
              <a:latin typeface="Arial Rounded MT Bold" panose="020F0704030504030204" pitchFamily="34" charset="0"/>
            </a:endParaRPr>
          </a:p>
        </p:txBody>
      </p:sp>
      <p:sp>
        <p:nvSpPr>
          <p:cNvPr id="31750" name="Rectangle 3"/>
          <p:cNvSpPr>
            <a:spLocks noGrp="1"/>
          </p:cNvSpPr>
          <p:nvPr>
            <p:ph type="title"/>
          </p:nvPr>
        </p:nvSpPr>
        <p:spPr/>
        <p:txBody>
          <a:bodyPr vert="horz" wrap="square" lIns="91440" tIns="45720" rIns="91440" bIns="45720" anchor="b" anchorCtr="0"/>
          <a:lstStyle/>
          <a:p>
            <a:pPr eaLnBrk="1" hangingPunct="1"/>
            <a:r>
              <a:rPr lang="en-US" altLang="zh-CN" dirty="0"/>
              <a:t>Reduction</a:t>
            </a:r>
          </a:p>
        </p:txBody>
      </p:sp>
      <p:grpSp>
        <p:nvGrpSpPr>
          <p:cNvPr id="31751" name="Group 4"/>
          <p:cNvGrpSpPr/>
          <p:nvPr/>
        </p:nvGrpSpPr>
        <p:grpSpPr>
          <a:xfrm rot="6147626">
            <a:off x="-304800" y="2781300"/>
            <a:ext cx="2730500" cy="311150"/>
            <a:chOff x="240" y="1691"/>
            <a:chExt cx="1720" cy="196"/>
          </a:xfrm>
        </p:grpSpPr>
        <p:grpSp>
          <p:nvGrpSpPr>
            <p:cNvPr id="31762" name="Group 5"/>
            <p:cNvGrpSpPr/>
            <p:nvPr/>
          </p:nvGrpSpPr>
          <p:grpSpPr>
            <a:xfrm>
              <a:off x="1538" y="1691"/>
              <a:ext cx="422" cy="196"/>
              <a:chOff x="1538" y="1691"/>
              <a:chExt cx="422" cy="196"/>
            </a:xfrm>
          </p:grpSpPr>
          <p:grpSp>
            <p:nvGrpSpPr>
              <p:cNvPr id="31789" name="Group 6"/>
              <p:cNvGrpSpPr/>
              <p:nvPr/>
            </p:nvGrpSpPr>
            <p:grpSpPr>
              <a:xfrm>
                <a:off x="1538" y="1691"/>
                <a:ext cx="418" cy="196"/>
                <a:chOff x="1538" y="1691"/>
                <a:chExt cx="418" cy="196"/>
              </a:xfrm>
            </p:grpSpPr>
            <p:grpSp>
              <p:nvGrpSpPr>
                <p:cNvPr id="31793" name="Group 7"/>
                <p:cNvGrpSpPr/>
                <p:nvPr/>
              </p:nvGrpSpPr>
              <p:grpSpPr>
                <a:xfrm>
                  <a:off x="1538" y="1691"/>
                  <a:ext cx="418" cy="196"/>
                  <a:chOff x="1538" y="1691"/>
                  <a:chExt cx="418" cy="196"/>
                </a:xfrm>
              </p:grpSpPr>
              <p:sp>
                <p:nvSpPr>
                  <p:cNvPr id="31812" name="Freeform 8"/>
                  <p:cNvSpPr/>
                  <p:nvPr/>
                </p:nvSpPr>
                <p:spPr>
                  <a:xfrm>
                    <a:off x="1538" y="1691"/>
                    <a:ext cx="418" cy="196"/>
                  </a:xfrm>
                  <a:custGeom>
                    <a:avLst/>
                    <a:gdLst/>
                    <a:ahLst/>
                    <a:cxnLst>
                      <a:cxn ang="0">
                        <a:pos x="261" y="54"/>
                      </a:cxn>
                      <a:cxn ang="0">
                        <a:pos x="239" y="37"/>
                      </a:cxn>
                      <a:cxn ang="0">
                        <a:pos x="219" y="24"/>
                      </a:cxn>
                      <a:cxn ang="0">
                        <a:pos x="196" y="15"/>
                      </a:cxn>
                      <a:cxn ang="0">
                        <a:pos x="174" y="8"/>
                      </a:cxn>
                      <a:cxn ang="0">
                        <a:pos x="152" y="3"/>
                      </a:cxn>
                      <a:cxn ang="0">
                        <a:pos x="126" y="0"/>
                      </a:cxn>
                      <a:cxn ang="0">
                        <a:pos x="107" y="0"/>
                      </a:cxn>
                      <a:cxn ang="0">
                        <a:pos x="85" y="3"/>
                      </a:cxn>
                      <a:cxn ang="0">
                        <a:pos x="60" y="11"/>
                      </a:cxn>
                      <a:cxn ang="0">
                        <a:pos x="42" y="19"/>
                      </a:cxn>
                      <a:cxn ang="0">
                        <a:pos x="24" y="30"/>
                      </a:cxn>
                      <a:cxn ang="0">
                        <a:pos x="13" y="40"/>
                      </a:cxn>
                      <a:cxn ang="0">
                        <a:pos x="0" y="57"/>
                      </a:cxn>
                      <a:cxn ang="0">
                        <a:pos x="7" y="148"/>
                      </a:cxn>
                      <a:cxn ang="0">
                        <a:pos x="20" y="161"/>
                      </a:cxn>
                      <a:cxn ang="0">
                        <a:pos x="37" y="174"/>
                      </a:cxn>
                      <a:cxn ang="0">
                        <a:pos x="54" y="183"/>
                      </a:cxn>
                      <a:cxn ang="0">
                        <a:pos x="71" y="189"/>
                      </a:cxn>
                      <a:cxn ang="0">
                        <a:pos x="95" y="194"/>
                      </a:cxn>
                      <a:cxn ang="0">
                        <a:pos x="115" y="196"/>
                      </a:cxn>
                      <a:cxn ang="0">
                        <a:pos x="135" y="195"/>
                      </a:cxn>
                      <a:cxn ang="0">
                        <a:pos x="154" y="193"/>
                      </a:cxn>
                      <a:cxn ang="0">
                        <a:pos x="179" y="189"/>
                      </a:cxn>
                      <a:cxn ang="0">
                        <a:pos x="201" y="183"/>
                      </a:cxn>
                      <a:cxn ang="0">
                        <a:pos x="224" y="175"/>
                      </a:cxn>
                      <a:cxn ang="0">
                        <a:pos x="243" y="168"/>
                      </a:cxn>
                      <a:cxn ang="0">
                        <a:pos x="261" y="161"/>
                      </a:cxn>
                      <a:cxn ang="0">
                        <a:pos x="285" y="154"/>
                      </a:cxn>
                      <a:cxn ang="0">
                        <a:pos x="310" y="148"/>
                      </a:cxn>
                      <a:cxn ang="0">
                        <a:pos x="334" y="149"/>
                      </a:cxn>
                      <a:cxn ang="0">
                        <a:pos x="356" y="151"/>
                      </a:cxn>
                      <a:cxn ang="0">
                        <a:pos x="378" y="155"/>
                      </a:cxn>
                      <a:cxn ang="0">
                        <a:pos x="401" y="159"/>
                      </a:cxn>
                      <a:cxn ang="0">
                        <a:pos x="415" y="159"/>
                      </a:cxn>
                      <a:cxn ang="0">
                        <a:pos x="418" y="153"/>
                      </a:cxn>
                      <a:cxn ang="0">
                        <a:pos x="402" y="147"/>
                      </a:cxn>
                      <a:cxn ang="0">
                        <a:pos x="381" y="135"/>
                      </a:cxn>
                      <a:cxn ang="0">
                        <a:pos x="357" y="123"/>
                      </a:cxn>
                      <a:cxn ang="0">
                        <a:pos x="328" y="106"/>
                      </a:cxn>
                      <a:cxn ang="0">
                        <a:pos x="297" y="87"/>
                      </a:cxn>
                      <a:cxn ang="0">
                        <a:pos x="273" y="68"/>
                      </a:cxn>
                    </a:cxnLst>
                    <a:rect l="0" t="0" r="0" b="0"/>
                    <a:pathLst>
                      <a:path w="836" h="391">
                        <a:moveTo>
                          <a:pt x="546" y="135"/>
                        </a:moveTo>
                        <a:lnTo>
                          <a:pt x="521" y="108"/>
                        </a:lnTo>
                        <a:lnTo>
                          <a:pt x="496" y="87"/>
                        </a:lnTo>
                        <a:lnTo>
                          <a:pt x="478" y="73"/>
                        </a:lnTo>
                        <a:lnTo>
                          <a:pt x="457" y="59"/>
                        </a:lnTo>
                        <a:lnTo>
                          <a:pt x="437" y="48"/>
                        </a:lnTo>
                        <a:lnTo>
                          <a:pt x="415" y="39"/>
                        </a:lnTo>
                        <a:lnTo>
                          <a:pt x="392" y="30"/>
                        </a:lnTo>
                        <a:lnTo>
                          <a:pt x="371" y="22"/>
                        </a:lnTo>
                        <a:lnTo>
                          <a:pt x="348" y="15"/>
                        </a:lnTo>
                        <a:lnTo>
                          <a:pt x="323" y="9"/>
                        </a:lnTo>
                        <a:lnTo>
                          <a:pt x="303" y="5"/>
                        </a:lnTo>
                        <a:lnTo>
                          <a:pt x="276" y="2"/>
                        </a:lnTo>
                        <a:lnTo>
                          <a:pt x="252" y="0"/>
                        </a:lnTo>
                        <a:lnTo>
                          <a:pt x="232" y="0"/>
                        </a:lnTo>
                        <a:lnTo>
                          <a:pt x="213" y="0"/>
                        </a:lnTo>
                        <a:lnTo>
                          <a:pt x="191" y="3"/>
                        </a:lnTo>
                        <a:lnTo>
                          <a:pt x="169" y="6"/>
                        </a:lnTo>
                        <a:lnTo>
                          <a:pt x="144" y="13"/>
                        </a:lnTo>
                        <a:lnTo>
                          <a:pt x="119" y="21"/>
                        </a:lnTo>
                        <a:lnTo>
                          <a:pt x="102" y="28"/>
                        </a:lnTo>
                        <a:lnTo>
                          <a:pt x="83" y="37"/>
                        </a:lnTo>
                        <a:lnTo>
                          <a:pt x="66" y="47"/>
                        </a:lnTo>
                        <a:lnTo>
                          <a:pt x="48" y="60"/>
                        </a:lnTo>
                        <a:lnTo>
                          <a:pt x="36" y="70"/>
                        </a:lnTo>
                        <a:lnTo>
                          <a:pt x="26" y="80"/>
                        </a:lnTo>
                        <a:lnTo>
                          <a:pt x="16" y="91"/>
                        </a:lnTo>
                        <a:lnTo>
                          <a:pt x="0" y="113"/>
                        </a:lnTo>
                        <a:lnTo>
                          <a:pt x="0" y="274"/>
                        </a:lnTo>
                        <a:lnTo>
                          <a:pt x="13" y="295"/>
                        </a:lnTo>
                        <a:lnTo>
                          <a:pt x="24" y="308"/>
                        </a:lnTo>
                        <a:lnTo>
                          <a:pt x="39" y="321"/>
                        </a:lnTo>
                        <a:lnTo>
                          <a:pt x="54" y="335"/>
                        </a:lnTo>
                        <a:lnTo>
                          <a:pt x="73" y="347"/>
                        </a:lnTo>
                        <a:lnTo>
                          <a:pt x="93" y="358"/>
                        </a:lnTo>
                        <a:lnTo>
                          <a:pt x="108" y="365"/>
                        </a:lnTo>
                        <a:lnTo>
                          <a:pt x="125" y="373"/>
                        </a:lnTo>
                        <a:lnTo>
                          <a:pt x="142" y="378"/>
                        </a:lnTo>
                        <a:lnTo>
                          <a:pt x="166" y="383"/>
                        </a:lnTo>
                        <a:lnTo>
                          <a:pt x="189" y="387"/>
                        </a:lnTo>
                        <a:lnTo>
                          <a:pt x="209" y="390"/>
                        </a:lnTo>
                        <a:lnTo>
                          <a:pt x="229" y="391"/>
                        </a:lnTo>
                        <a:lnTo>
                          <a:pt x="249" y="391"/>
                        </a:lnTo>
                        <a:lnTo>
                          <a:pt x="270" y="390"/>
                        </a:lnTo>
                        <a:lnTo>
                          <a:pt x="288" y="387"/>
                        </a:lnTo>
                        <a:lnTo>
                          <a:pt x="308" y="385"/>
                        </a:lnTo>
                        <a:lnTo>
                          <a:pt x="333" y="382"/>
                        </a:lnTo>
                        <a:lnTo>
                          <a:pt x="357" y="377"/>
                        </a:lnTo>
                        <a:lnTo>
                          <a:pt x="380" y="371"/>
                        </a:lnTo>
                        <a:lnTo>
                          <a:pt x="402" y="365"/>
                        </a:lnTo>
                        <a:lnTo>
                          <a:pt x="423" y="358"/>
                        </a:lnTo>
                        <a:lnTo>
                          <a:pt x="447" y="350"/>
                        </a:lnTo>
                        <a:lnTo>
                          <a:pt x="468" y="343"/>
                        </a:lnTo>
                        <a:lnTo>
                          <a:pt x="485" y="336"/>
                        </a:lnTo>
                        <a:lnTo>
                          <a:pt x="503" y="330"/>
                        </a:lnTo>
                        <a:lnTo>
                          <a:pt x="522" y="321"/>
                        </a:lnTo>
                        <a:lnTo>
                          <a:pt x="548" y="314"/>
                        </a:lnTo>
                        <a:lnTo>
                          <a:pt x="569" y="307"/>
                        </a:lnTo>
                        <a:lnTo>
                          <a:pt x="594" y="301"/>
                        </a:lnTo>
                        <a:lnTo>
                          <a:pt x="619" y="295"/>
                        </a:lnTo>
                        <a:lnTo>
                          <a:pt x="645" y="295"/>
                        </a:lnTo>
                        <a:lnTo>
                          <a:pt x="667" y="297"/>
                        </a:lnTo>
                        <a:lnTo>
                          <a:pt x="691" y="299"/>
                        </a:lnTo>
                        <a:lnTo>
                          <a:pt x="711" y="302"/>
                        </a:lnTo>
                        <a:lnTo>
                          <a:pt x="734" y="305"/>
                        </a:lnTo>
                        <a:lnTo>
                          <a:pt x="756" y="310"/>
                        </a:lnTo>
                        <a:lnTo>
                          <a:pt x="784" y="316"/>
                        </a:lnTo>
                        <a:lnTo>
                          <a:pt x="802" y="318"/>
                        </a:lnTo>
                        <a:lnTo>
                          <a:pt x="817" y="319"/>
                        </a:lnTo>
                        <a:lnTo>
                          <a:pt x="829" y="317"/>
                        </a:lnTo>
                        <a:lnTo>
                          <a:pt x="836" y="313"/>
                        </a:lnTo>
                        <a:lnTo>
                          <a:pt x="836" y="305"/>
                        </a:lnTo>
                        <a:lnTo>
                          <a:pt x="825" y="299"/>
                        </a:lnTo>
                        <a:lnTo>
                          <a:pt x="804" y="293"/>
                        </a:lnTo>
                        <a:lnTo>
                          <a:pt x="783" y="281"/>
                        </a:lnTo>
                        <a:lnTo>
                          <a:pt x="761" y="270"/>
                        </a:lnTo>
                        <a:lnTo>
                          <a:pt x="737" y="258"/>
                        </a:lnTo>
                        <a:lnTo>
                          <a:pt x="713" y="246"/>
                        </a:lnTo>
                        <a:lnTo>
                          <a:pt x="686" y="233"/>
                        </a:lnTo>
                        <a:lnTo>
                          <a:pt x="656" y="212"/>
                        </a:lnTo>
                        <a:lnTo>
                          <a:pt x="625" y="192"/>
                        </a:lnTo>
                        <a:lnTo>
                          <a:pt x="594" y="173"/>
                        </a:lnTo>
                        <a:lnTo>
                          <a:pt x="569" y="155"/>
                        </a:lnTo>
                        <a:lnTo>
                          <a:pt x="546" y="135"/>
                        </a:lnTo>
                        <a:close/>
                      </a:path>
                    </a:pathLst>
                  </a:custGeom>
                  <a:solidFill>
                    <a:srgbClr val="FF8000">
                      <a:alpha val="100000"/>
                    </a:srgbClr>
                  </a:solidFill>
                  <a:ln w="9525">
                    <a:noFill/>
                  </a:ln>
                </p:spPr>
                <p:txBody>
                  <a:bodyPr/>
                  <a:lstStyle/>
                  <a:p>
                    <a:endParaRPr lang="zh-CN" altLang="en-US"/>
                  </a:p>
                </p:txBody>
              </p:sp>
              <p:sp>
                <p:nvSpPr>
                  <p:cNvPr id="31813" name="Freeform 9"/>
                  <p:cNvSpPr/>
                  <p:nvPr/>
                </p:nvSpPr>
                <p:spPr>
                  <a:xfrm>
                    <a:off x="1543" y="1799"/>
                    <a:ext cx="266" cy="82"/>
                  </a:xfrm>
                  <a:custGeom>
                    <a:avLst/>
                    <a:gdLst/>
                    <a:ahLst/>
                    <a:cxnLst>
                      <a:cxn ang="0">
                        <a:pos x="239" y="16"/>
                      </a:cxn>
                      <a:cxn ang="0">
                        <a:pos x="223" y="11"/>
                      </a:cxn>
                      <a:cxn ang="0">
                        <a:pos x="209" y="8"/>
                      </a:cxn>
                      <a:cxn ang="0">
                        <a:pos x="193" y="7"/>
                      </a:cxn>
                      <a:cxn ang="0">
                        <a:pos x="176" y="11"/>
                      </a:cxn>
                      <a:cxn ang="0">
                        <a:pos x="163" y="16"/>
                      </a:cxn>
                      <a:cxn ang="0">
                        <a:pos x="148" y="13"/>
                      </a:cxn>
                      <a:cxn ang="0">
                        <a:pos x="132" y="6"/>
                      </a:cxn>
                      <a:cxn ang="0">
                        <a:pos x="119" y="1"/>
                      </a:cxn>
                      <a:cxn ang="0">
                        <a:pos x="101" y="0"/>
                      </a:cxn>
                      <a:cxn ang="0">
                        <a:pos x="85" y="0"/>
                      </a:cxn>
                      <a:cxn ang="0">
                        <a:pos x="68" y="1"/>
                      </a:cxn>
                      <a:cxn ang="0">
                        <a:pos x="48" y="3"/>
                      </a:cxn>
                      <a:cxn ang="0">
                        <a:pos x="28" y="6"/>
                      </a:cxn>
                      <a:cxn ang="0">
                        <a:pos x="8" y="10"/>
                      </a:cxn>
                      <a:cxn ang="0">
                        <a:pos x="0" y="27"/>
                      </a:cxn>
                      <a:cxn ang="0">
                        <a:pos x="11" y="44"/>
                      </a:cxn>
                      <a:cxn ang="0">
                        <a:pos x="26" y="54"/>
                      </a:cxn>
                      <a:cxn ang="0">
                        <a:pos x="43" y="64"/>
                      </a:cxn>
                      <a:cxn ang="0">
                        <a:pos x="63" y="72"/>
                      </a:cxn>
                      <a:cxn ang="0">
                        <a:pos x="81" y="76"/>
                      </a:cxn>
                      <a:cxn ang="0">
                        <a:pos x="101" y="80"/>
                      </a:cxn>
                      <a:cxn ang="0">
                        <a:pos x="122" y="82"/>
                      </a:cxn>
                      <a:cxn ang="0">
                        <a:pos x="141" y="81"/>
                      </a:cxn>
                      <a:cxn ang="0">
                        <a:pos x="159" y="80"/>
                      </a:cxn>
                      <a:cxn ang="0">
                        <a:pos x="178" y="77"/>
                      </a:cxn>
                      <a:cxn ang="0">
                        <a:pos x="198" y="71"/>
                      </a:cxn>
                      <a:cxn ang="0">
                        <a:pos x="215" y="65"/>
                      </a:cxn>
                      <a:cxn ang="0">
                        <a:pos x="231" y="60"/>
                      </a:cxn>
                      <a:cxn ang="0">
                        <a:pos x="245" y="55"/>
                      </a:cxn>
                      <a:cxn ang="0">
                        <a:pos x="266" y="50"/>
                      </a:cxn>
                      <a:cxn ang="0">
                        <a:pos x="247" y="20"/>
                      </a:cxn>
                    </a:cxnLst>
                    <a:rect l="0" t="0" r="0" b="0"/>
                    <a:pathLst>
                      <a:path w="533" h="163">
                        <a:moveTo>
                          <a:pt x="494" y="39"/>
                        </a:moveTo>
                        <a:lnTo>
                          <a:pt x="479" y="31"/>
                        </a:lnTo>
                        <a:lnTo>
                          <a:pt x="461" y="25"/>
                        </a:lnTo>
                        <a:lnTo>
                          <a:pt x="447" y="21"/>
                        </a:lnTo>
                        <a:lnTo>
                          <a:pt x="432" y="18"/>
                        </a:lnTo>
                        <a:lnTo>
                          <a:pt x="419" y="16"/>
                        </a:lnTo>
                        <a:lnTo>
                          <a:pt x="405" y="14"/>
                        </a:lnTo>
                        <a:lnTo>
                          <a:pt x="387" y="14"/>
                        </a:lnTo>
                        <a:lnTo>
                          <a:pt x="368" y="17"/>
                        </a:lnTo>
                        <a:lnTo>
                          <a:pt x="353" y="22"/>
                        </a:lnTo>
                        <a:lnTo>
                          <a:pt x="339" y="27"/>
                        </a:lnTo>
                        <a:lnTo>
                          <a:pt x="326" y="31"/>
                        </a:lnTo>
                        <a:lnTo>
                          <a:pt x="313" y="31"/>
                        </a:lnTo>
                        <a:lnTo>
                          <a:pt x="296" y="25"/>
                        </a:lnTo>
                        <a:lnTo>
                          <a:pt x="281" y="18"/>
                        </a:lnTo>
                        <a:lnTo>
                          <a:pt x="264" y="11"/>
                        </a:lnTo>
                        <a:lnTo>
                          <a:pt x="252" y="7"/>
                        </a:lnTo>
                        <a:lnTo>
                          <a:pt x="238" y="2"/>
                        </a:lnTo>
                        <a:lnTo>
                          <a:pt x="220" y="0"/>
                        </a:lnTo>
                        <a:lnTo>
                          <a:pt x="203" y="0"/>
                        </a:lnTo>
                        <a:lnTo>
                          <a:pt x="188" y="0"/>
                        </a:lnTo>
                        <a:lnTo>
                          <a:pt x="171" y="0"/>
                        </a:lnTo>
                        <a:lnTo>
                          <a:pt x="156" y="1"/>
                        </a:lnTo>
                        <a:lnTo>
                          <a:pt x="137" y="2"/>
                        </a:lnTo>
                        <a:lnTo>
                          <a:pt x="116" y="3"/>
                        </a:lnTo>
                        <a:lnTo>
                          <a:pt x="97" y="5"/>
                        </a:lnTo>
                        <a:lnTo>
                          <a:pt x="77" y="8"/>
                        </a:lnTo>
                        <a:lnTo>
                          <a:pt x="57" y="11"/>
                        </a:lnTo>
                        <a:lnTo>
                          <a:pt x="37" y="15"/>
                        </a:lnTo>
                        <a:lnTo>
                          <a:pt x="17" y="20"/>
                        </a:lnTo>
                        <a:lnTo>
                          <a:pt x="0" y="25"/>
                        </a:lnTo>
                        <a:lnTo>
                          <a:pt x="0" y="54"/>
                        </a:lnTo>
                        <a:lnTo>
                          <a:pt x="7" y="71"/>
                        </a:lnTo>
                        <a:lnTo>
                          <a:pt x="22" y="87"/>
                        </a:lnTo>
                        <a:lnTo>
                          <a:pt x="41" y="99"/>
                        </a:lnTo>
                        <a:lnTo>
                          <a:pt x="53" y="108"/>
                        </a:lnTo>
                        <a:lnTo>
                          <a:pt x="68" y="117"/>
                        </a:lnTo>
                        <a:lnTo>
                          <a:pt x="87" y="127"/>
                        </a:lnTo>
                        <a:lnTo>
                          <a:pt x="106" y="136"/>
                        </a:lnTo>
                        <a:lnTo>
                          <a:pt x="126" y="143"/>
                        </a:lnTo>
                        <a:lnTo>
                          <a:pt x="146" y="148"/>
                        </a:lnTo>
                        <a:lnTo>
                          <a:pt x="162" y="152"/>
                        </a:lnTo>
                        <a:lnTo>
                          <a:pt x="182" y="156"/>
                        </a:lnTo>
                        <a:lnTo>
                          <a:pt x="202" y="159"/>
                        </a:lnTo>
                        <a:lnTo>
                          <a:pt x="223" y="161"/>
                        </a:lnTo>
                        <a:lnTo>
                          <a:pt x="245" y="163"/>
                        </a:lnTo>
                        <a:lnTo>
                          <a:pt x="264" y="163"/>
                        </a:lnTo>
                        <a:lnTo>
                          <a:pt x="283" y="162"/>
                        </a:lnTo>
                        <a:lnTo>
                          <a:pt x="301" y="162"/>
                        </a:lnTo>
                        <a:lnTo>
                          <a:pt x="318" y="160"/>
                        </a:lnTo>
                        <a:lnTo>
                          <a:pt x="340" y="156"/>
                        </a:lnTo>
                        <a:lnTo>
                          <a:pt x="356" y="153"/>
                        </a:lnTo>
                        <a:lnTo>
                          <a:pt x="377" y="148"/>
                        </a:lnTo>
                        <a:lnTo>
                          <a:pt x="397" y="142"/>
                        </a:lnTo>
                        <a:lnTo>
                          <a:pt x="413" y="136"/>
                        </a:lnTo>
                        <a:lnTo>
                          <a:pt x="430" y="130"/>
                        </a:lnTo>
                        <a:lnTo>
                          <a:pt x="449" y="124"/>
                        </a:lnTo>
                        <a:lnTo>
                          <a:pt x="463" y="119"/>
                        </a:lnTo>
                        <a:lnTo>
                          <a:pt x="475" y="114"/>
                        </a:lnTo>
                        <a:lnTo>
                          <a:pt x="490" y="110"/>
                        </a:lnTo>
                        <a:lnTo>
                          <a:pt x="500" y="108"/>
                        </a:lnTo>
                        <a:lnTo>
                          <a:pt x="533" y="100"/>
                        </a:lnTo>
                        <a:lnTo>
                          <a:pt x="514" y="57"/>
                        </a:lnTo>
                        <a:lnTo>
                          <a:pt x="494" y="39"/>
                        </a:lnTo>
                        <a:close/>
                      </a:path>
                    </a:pathLst>
                  </a:custGeom>
                  <a:solidFill>
                    <a:srgbClr val="C06000">
                      <a:alpha val="100000"/>
                    </a:srgbClr>
                  </a:solidFill>
                  <a:ln w="9525">
                    <a:noFill/>
                  </a:ln>
                </p:spPr>
                <p:txBody>
                  <a:bodyPr/>
                  <a:lstStyle/>
                  <a:p>
                    <a:endParaRPr lang="zh-CN" altLang="en-US"/>
                  </a:p>
                </p:txBody>
              </p:sp>
            </p:grpSp>
            <p:grpSp>
              <p:nvGrpSpPr>
                <p:cNvPr id="31794" name="Group 10"/>
                <p:cNvGrpSpPr/>
                <p:nvPr/>
              </p:nvGrpSpPr>
              <p:grpSpPr>
                <a:xfrm>
                  <a:off x="1589" y="1709"/>
                  <a:ext cx="353" cy="169"/>
                  <a:chOff x="1589" y="1709"/>
                  <a:chExt cx="353" cy="169"/>
                </a:xfrm>
              </p:grpSpPr>
              <p:sp>
                <p:nvSpPr>
                  <p:cNvPr id="31795" name="Freeform 11"/>
                  <p:cNvSpPr/>
                  <p:nvPr/>
                </p:nvSpPr>
                <p:spPr>
                  <a:xfrm>
                    <a:off x="1642" y="1779"/>
                    <a:ext cx="142" cy="21"/>
                  </a:xfrm>
                  <a:custGeom>
                    <a:avLst/>
                    <a:gdLst/>
                    <a:ahLst/>
                    <a:cxnLst>
                      <a:cxn ang="0">
                        <a:pos x="142" y="21"/>
                      </a:cxn>
                      <a:cxn ang="0">
                        <a:pos x="130" y="18"/>
                      </a:cxn>
                      <a:cxn ang="0">
                        <a:pos x="122" y="16"/>
                      </a:cxn>
                      <a:cxn ang="0">
                        <a:pos x="114" y="14"/>
                      </a:cxn>
                      <a:cxn ang="0">
                        <a:pos x="105" y="12"/>
                      </a:cxn>
                      <a:cxn ang="0">
                        <a:pos x="95" y="11"/>
                      </a:cxn>
                      <a:cxn ang="0">
                        <a:pos x="86" y="9"/>
                      </a:cxn>
                      <a:cxn ang="0">
                        <a:pos x="78" y="8"/>
                      </a:cxn>
                      <a:cxn ang="0">
                        <a:pos x="69" y="7"/>
                      </a:cxn>
                      <a:cxn ang="0">
                        <a:pos x="59" y="5"/>
                      </a:cxn>
                      <a:cxn ang="0">
                        <a:pos x="51" y="4"/>
                      </a:cxn>
                      <a:cxn ang="0">
                        <a:pos x="41" y="2"/>
                      </a:cxn>
                      <a:cxn ang="0">
                        <a:pos x="31" y="1"/>
                      </a:cxn>
                      <a:cxn ang="0">
                        <a:pos x="21" y="0"/>
                      </a:cxn>
                      <a:cxn ang="0">
                        <a:pos x="10" y="0"/>
                      </a:cxn>
                      <a:cxn ang="0">
                        <a:pos x="0" y="0"/>
                      </a:cxn>
                    </a:cxnLst>
                    <a:rect l="0" t="0" r="0" b="0"/>
                    <a:pathLst>
                      <a:path w="283" h="43">
                        <a:moveTo>
                          <a:pt x="283" y="43"/>
                        </a:moveTo>
                        <a:lnTo>
                          <a:pt x="260" y="36"/>
                        </a:lnTo>
                        <a:lnTo>
                          <a:pt x="244" y="32"/>
                        </a:lnTo>
                        <a:lnTo>
                          <a:pt x="227" y="28"/>
                        </a:lnTo>
                        <a:lnTo>
                          <a:pt x="209" y="25"/>
                        </a:lnTo>
                        <a:lnTo>
                          <a:pt x="189" y="22"/>
                        </a:lnTo>
                        <a:lnTo>
                          <a:pt x="171" y="19"/>
                        </a:lnTo>
                        <a:lnTo>
                          <a:pt x="155" y="17"/>
                        </a:lnTo>
                        <a:lnTo>
                          <a:pt x="137" y="14"/>
                        </a:lnTo>
                        <a:lnTo>
                          <a:pt x="118" y="11"/>
                        </a:lnTo>
                        <a:lnTo>
                          <a:pt x="102" y="8"/>
                        </a:lnTo>
                        <a:lnTo>
                          <a:pt x="82" y="5"/>
                        </a:lnTo>
                        <a:lnTo>
                          <a:pt x="62" y="2"/>
                        </a:lnTo>
                        <a:lnTo>
                          <a:pt x="41" y="1"/>
                        </a:lnTo>
                        <a:lnTo>
                          <a:pt x="20" y="0"/>
                        </a:lnTo>
                        <a:lnTo>
                          <a:pt x="0" y="0"/>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796" name="Freeform 12"/>
                  <p:cNvSpPr/>
                  <p:nvPr/>
                </p:nvSpPr>
                <p:spPr>
                  <a:xfrm>
                    <a:off x="1705" y="1776"/>
                    <a:ext cx="122" cy="37"/>
                  </a:xfrm>
                  <a:custGeom>
                    <a:avLst/>
                    <a:gdLst/>
                    <a:ahLst/>
                    <a:cxnLst>
                      <a:cxn ang="0">
                        <a:pos x="122" y="37"/>
                      </a:cxn>
                      <a:cxn ang="0">
                        <a:pos x="110" y="31"/>
                      </a:cxn>
                      <a:cxn ang="0">
                        <a:pos x="99" y="26"/>
                      </a:cxn>
                      <a:cxn ang="0">
                        <a:pos x="89" y="21"/>
                      </a:cxn>
                      <a:cxn ang="0">
                        <a:pos x="78" y="17"/>
                      </a:cxn>
                      <a:cxn ang="0">
                        <a:pos x="68" y="13"/>
                      </a:cxn>
                      <a:cxn ang="0">
                        <a:pos x="56" y="10"/>
                      </a:cxn>
                      <a:cxn ang="0">
                        <a:pos x="49" y="9"/>
                      </a:cxn>
                      <a:cxn ang="0">
                        <a:pos x="42" y="8"/>
                      </a:cxn>
                      <a:cxn ang="0">
                        <a:pos x="35" y="8"/>
                      </a:cxn>
                      <a:cxn ang="0">
                        <a:pos x="26" y="6"/>
                      </a:cxn>
                      <a:cxn ang="0">
                        <a:pos x="18" y="4"/>
                      </a:cxn>
                      <a:cxn ang="0">
                        <a:pos x="12" y="3"/>
                      </a:cxn>
                      <a:cxn ang="0">
                        <a:pos x="6" y="1"/>
                      </a:cxn>
                      <a:cxn ang="0">
                        <a:pos x="0" y="0"/>
                      </a:cxn>
                    </a:cxnLst>
                    <a:rect l="0" t="0" r="0" b="0"/>
                    <a:pathLst>
                      <a:path w="242" h="73">
                        <a:moveTo>
                          <a:pt x="242" y="73"/>
                        </a:moveTo>
                        <a:lnTo>
                          <a:pt x="219" y="62"/>
                        </a:lnTo>
                        <a:lnTo>
                          <a:pt x="196" y="51"/>
                        </a:lnTo>
                        <a:lnTo>
                          <a:pt x="176" y="41"/>
                        </a:lnTo>
                        <a:lnTo>
                          <a:pt x="155" y="33"/>
                        </a:lnTo>
                        <a:lnTo>
                          <a:pt x="135" y="26"/>
                        </a:lnTo>
                        <a:lnTo>
                          <a:pt x="112" y="20"/>
                        </a:lnTo>
                        <a:lnTo>
                          <a:pt x="97" y="18"/>
                        </a:lnTo>
                        <a:lnTo>
                          <a:pt x="84" y="16"/>
                        </a:lnTo>
                        <a:lnTo>
                          <a:pt x="70" y="15"/>
                        </a:lnTo>
                        <a:lnTo>
                          <a:pt x="51" y="11"/>
                        </a:lnTo>
                        <a:lnTo>
                          <a:pt x="36" y="7"/>
                        </a:lnTo>
                        <a:lnTo>
                          <a:pt x="24" y="5"/>
                        </a:lnTo>
                        <a:lnTo>
                          <a:pt x="11" y="1"/>
                        </a:lnTo>
                        <a:lnTo>
                          <a:pt x="0" y="0"/>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797" name="Freeform 13"/>
                  <p:cNvSpPr/>
                  <p:nvPr/>
                </p:nvSpPr>
                <p:spPr>
                  <a:xfrm>
                    <a:off x="1589" y="1762"/>
                    <a:ext cx="180" cy="21"/>
                  </a:xfrm>
                  <a:custGeom>
                    <a:avLst/>
                    <a:gdLst/>
                    <a:ahLst/>
                    <a:cxnLst>
                      <a:cxn ang="0">
                        <a:pos x="180" y="21"/>
                      </a:cxn>
                      <a:cxn ang="0">
                        <a:pos x="168" y="17"/>
                      </a:cxn>
                      <a:cxn ang="0">
                        <a:pos x="156" y="14"/>
                      </a:cxn>
                      <a:cxn ang="0">
                        <a:pos x="146" y="11"/>
                      </a:cxn>
                      <a:cxn ang="0">
                        <a:pos x="135" y="9"/>
                      </a:cxn>
                      <a:cxn ang="0">
                        <a:pos x="123" y="7"/>
                      </a:cxn>
                      <a:cxn ang="0">
                        <a:pos x="112" y="6"/>
                      </a:cxn>
                      <a:cxn ang="0">
                        <a:pos x="99" y="4"/>
                      </a:cxn>
                      <a:cxn ang="0">
                        <a:pos x="88" y="3"/>
                      </a:cxn>
                      <a:cxn ang="0">
                        <a:pos x="76" y="2"/>
                      </a:cxn>
                      <a:cxn ang="0">
                        <a:pos x="65" y="1"/>
                      </a:cxn>
                      <a:cxn ang="0">
                        <a:pos x="56" y="1"/>
                      </a:cxn>
                      <a:cxn ang="0">
                        <a:pos x="45" y="0"/>
                      </a:cxn>
                      <a:cxn ang="0">
                        <a:pos x="36" y="1"/>
                      </a:cxn>
                      <a:cxn ang="0">
                        <a:pos x="27" y="1"/>
                      </a:cxn>
                      <a:cxn ang="0">
                        <a:pos x="18" y="2"/>
                      </a:cxn>
                      <a:cxn ang="0">
                        <a:pos x="9" y="4"/>
                      </a:cxn>
                      <a:cxn ang="0">
                        <a:pos x="0" y="4"/>
                      </a:cxn>
                    </a:cxnLst>
                    <a:rect l="0" t="0" r="0" b="0"/>
                    <a:pathLst>
                      <a:path w="359" h="42">
                        <a:moveTo>
                          <a:pt x="359" y="42"/>
                        </a:moveTo>
                        <a:lnTo>
                          <a:pt x="336" y="34"/>
                        </a:lnTo>
                        <a:lnTo>
                          <a:pt x="312" y="27"/>
                        </a:lnTo>
                        <a:lnTo>
                          <a:pt x="291" y="22"/>
                        </a:lnTo>
                        <a:lnTo>
                          <a:pt x="270" y="17"/>
                        </a:lnTo>
                        <a:lnTo>
                          <a:pt x="245" y="14"/>
                        </a:lnTo>
                        <a:lnTo>
                          <a:pt x="223" y="11"/>
                        </a:lnTo>
                        <a:lnTo>
                          <a:pt x="198" y="8"/>
                        </a:lnTo>
                        <a:lnTo>
                          <a:pt x="176" y="6"/>
                        </a:lnTo>
                        <a:lnTo>
                          <a:pt x="152" y="3"/>
                        </a:lnTo>
                        <a:lnTo>
                          <a:pt x="130" y="1"/>
                        </a:lnTo>
                        <a:lnTo>
                          <a:pt x="111" y="1"/>
                        </a:lnTo>
                        <a:lnTo>
                          <a:pt x="90" y="0"/>
                        </a:lnTo>
                        <a:lnTo>
                          <a:pt x="72" y="1"/>
                        </a:lnTo>
                        <a:lnTo>
                          <a:pt x="53" y="2"/>
                        </a:lnTo>
                        <a:lnTo>
                          <a:pt x="35" y="4"/>
                        </a:lnTo>
                        <a:lnTo>
                          <a:pt x="18" y="7"/>
                        </a:lnTo>
                        <a:lnTo>
                          <a:pt x="0" y="8"/>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798" name="Freeform 14"/>
                  <p:cNvSpPr/>
                  <p:nvPr/>
                </p:nvSpPr>
                <p:spPr>
                  <a:xfrm>
                    <a:off x="1698" y="1753"/>
                    <a:ext cx="147" cy="62"/>
                  </a:xfrm>
                  <a:custGeom>
                    <a:avLst/>
                    <a:gdLst/>
                    <a:ahLst/>
                    <a:cxnLst>
                      <a:cxn ang="0">
                        <a:pos x="147" y="62"/>
                      </a:cxn>
                      <a:cxn ang="0">
                        <a:pos x="137" y="57"/>
                      </a:cxn>
                      <a:cxn ang="0">
                        <a:pos x="128" y="53"/>
                      </a:cxn>
                      <a:cxn ang="0">
                        <a:pos x="119" y="49"/>
                      </a:cxn>
                      <a:cxn ang="0">
                        <a:pos x="108" y="43"/>
                      </a:cxn>
                      <a:cxn ang="0">
                        <a:pos x="98" y="37"/>
                      </a:cxn>
                      <a:cxn ang="0">
                        <a:pos x="88" y="31"/>
                      </a:cxn>
                      <a:cxn ang="0">
                        <a:pos x="77" y="25"/>
                      </a:cxn>
                      <a:cxn ang="0">
                        <a:pos x="67" y="19"/>
                      </a:cxn>
                      <a:cxn ang="0">
                        <a:pos x="57" y="15"/>
                      </a:cxn>
                      <a:cxn ang="0">
                        <a:pos x="48" y="11"/>
                      </a:cxn>
                      <a:cxn ang="0">
                        <a:pos x="35" y="7"/>
                      </a:cxn>
                      <a:cxn ang="0">
                        <a:pos x="26" y="5"/>
                      </a:cxn>
                      <a:cxn ang="0">
                        <a:pos x="17" y="3"/>
                      </a:cxn>
                      <a:cxn ang="0">
                        <a:pos x="9" y="2"/>
                      </a:cxn>
                      <a:cxn ang="0">
                        <a:pos x="0" y="0"/>
                      </a:cxn>
                    </a:cxnLst>
                    <a:rect l="0" t="0" r="0" b="0"/>
                    <a:pathLst>
                      <a:path w="294" h="123">
                        <a:moveTo>
                          <a:pt x="294" y="123"/>
                        </a:moveTo>
                        <a:lnTo>
                          <a:pt x="273" y="114"/>
                        </a:lnTo>
                        <a:lnTo>
                          <a:pt x="255" y="105"/>
                        </a:lnTo>
                        <a:lnTo>
                          <a:pt x="237" y="97"/>
                        </a:lnTo>
                        <a:lnTo>
                          <a:pt x="216" y="85"/>
                        </a:lnTo>
                        <a:lnTo>
                          <a:pt x="195" y="73"/>
                        </a:lnTo>
                        <a:lnTo>
                          <a:pt x="175" y="62"/>
                        </a:lnTo>
                        <a:lnTo>
                          <a:pt x="154" y="49"/>
                        </a:lnTo>
                        <a:lnTo>
                          <a:pt x="134" y="38"/>
                        </a:lnTo>
                        <a:lnTo>
                          <a:pt x="113" y="29"/>
                        </a:lnTo>
                        <a:lnTo>
                          <a:pt x="95" y="21"/>
                        </a:lnTo>
                        <a:lnTo>
                          <a:pt x="70" y="13"/>
                        </a:lnTo>
                        <a:lnTo>
                          <a:pt x="52" y="9"/>
                        </a:lnTo>
                        <a:lnTo>
                          <a:pt x="34" y="5"/>
                        </a:lnTo>
                        <a:lnTo>
                          <a:pt x="17" y="3"/>
                        </a:lnTo>
                        <a:lnTo>
                          <a:pt x="0" y="0"/>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799" name="Freeform 15"/>
                  <p:cNvSpPr/>
                  <p:nvPr/>
                </p:nvSpPr>
                <p:spPr>
                  <a:xfrm>
                    <a:off x="1653" y="1739"/>
                    <a:ext cx="138" cy="40"/>
                  </a:xfrm>
                  <a:custGeom>
                    <a:avLst/>
                    <a:gdLst/>
                    <a:ahLst/>
                    <a:cxnLst>
                      <a:cxn ang="0">
                        <a:pos x="138" y="40"/>
                      </a:cxn>
                      <a:cxn ang="0">
                        <a:pos x="128" y="34"/>
                      </a:cxn>
                      <a:cxn ang="0">
                        <a:pos x="120" y="30"/>
                      </a:cxn>
                      <a:cxn ang="0">
                        <a:pos x="109" y="24"/>
                      </a:cxn>
                      <a:cxn ang="0">
                        <a:pos x="100" y="20"/>
                      </a:cxn>
                      <a:cxn ang="0">
                        <a:pos x="88" y="15"/>
                      </a:cxn>
                      <a:cxn ang="0">
                        <a:pos x="78" y="11"/>
                      </a:cxn>
                      <a:cxn ang="0">
                        <a:pos x="66" y="8"/>
                      </a:cxn>
                      <a:cxn ang="0">
                        <a:pos x="55" y="6"/>
                      </a:cxn>
                      <a:cxn ang="0">
                        <a:pos x="42" y="4"/>
                      </a:cxn>
                      <a:cxn ang="0">
                        <a:pos x="31" y="2"/>
                      </a:cxn>
                      <a:cxn ang="0">
                        <a:pos x="20" y="1"/>
                      </a:cxn>
                      <a:cxn ang="0">
                        <a:pos x="10" y="1"/>
                      </a:cxn>
                      <a:cxn ang="0">
                        <a:pos x="0" y="0"/>
                      </a:cxn>
                    </a:cxnLst>
                    <a:rect l="0" t="0" r="0" b="0"/>
                    <a:pathLst>
                      <a:path w="275" h="79">
                        <a:moveTo>
                          <a:pt x="275" y="79"/>
                        </a:moveTo>
                        <a:lnTo>
                          <a:pt x="255" y="68"/>
                        </a:lnTo>
                        <a:lnTo>
                          <a:pt x="240" y="60"/>
                        </a:lnTo>
                        <a:lnTo>
                          <a:pt x="217" y="48"/>
                        </a:lnTo>
                        <a:lnTo>
                          <a:pt x="199" y="39"/>
                        </a:lnTo>
                        <a:lnTo>
                          <a:pt x="176" y="29"/>
                        </a:lnTo>
                        <a:lnTo>
                          <a:pt x="155" y="22"/>
                        </a:lnTo>
                        <a:lnTo>
                          <a:pt x="131" y="15"/>
                        </a:lnTo>
                        <a:lnTo>
                          <a:pt x="109" y="11"/>
                        </a:lnTo>
                        <a:lnTo>
                          <a:pt x="84" y="7"/>
                        </a:lnTo>
                        <a:lnTo>
                          <a:pt x="62" y="4"/>
                        </a:lnTo>
                        <a:lnTo>
                          <a:pt x="40" y="2"/>
                        </a:lnTo>
                        <a:lnTo>
                          <a:pt x="19" y="1"/>
                        </a:lnTo>
                        <a:lnTo>
                          <a:pt x="0" y="0"/>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0" name="Freeform 16"/>
                  <p:cNvSpPr/>
                  <p:nvPr/>
                </p:nvSpPr>
                <p:spPr>
                  <a:xfrm>
                    <a:off x="1676" y="1728"/>
                    <a:ext cx="239" cy="109"/>
                  </a:xfrm>
                  <a:custGeom>
                    <a:avLst/>
                    <a:gdLst/>
                    <a:ahLst/>
                    <a:cxnLst>
                      <a:cxn ang="0">
                        <a:pos x="239" y="109"/>
                      </a:cxn>
                      <a:cxn ang="0">
                        <a:pos x="224" y="104"/>
                      </a:cxn>
                      <a:cxn ang="0">
                        <a:pos x="211" y="99"/>
                      </a:cxn>
                      <a:cxn ang="0">
                        <a:pos x="198" y="95"/>
                      </a:cxn>
                      <a:cxn ang="0">
                        <a:pos x="188" y="89"/>
                      </a:cxn>
                      <a:cxn ang="0">
                        <a:pos x="176" y="84"/>
                      </a:cxn>
                      <a:cxn ang="0">
                        <a:pos x="165" y="77"/>
                      </a:cxn>
                      <a:cxn ang="0">
                        <a:pos x="152" y="71"/>
                      </a:cxn>
                      <a:cxn ang="0">
                        <a:pos x="140" y="64"/>
                      </a:cxn>
                      <a:cxn ang="0">
                        <a:pos x="128" y="55"/>
                      </a:cxn>
                      <a:cxn ang="0">
                        <a:pos x="120" y="50"/>
                      </a:cxn>
                      <a:cxn ang="0">
                        <a:pos x="115" y="46"/>
                      </a:cxn>
                      <a:cxn ang="0">
                        <a:pos x="109" y="41"/>
                      </a:cxn>
                      <a:cxn ang="0">
                        <a:pos x="103" y="36"/>
                      </a:cxn>
                      <a:cxn ang="0">
                        <a:pos x="96" y="31"/>
                      </a:cxn>
                      <a:cxn ang="0">
                        <a:pos x="89" y="27"/>
                      </a:cxn>
                      <a:cxn ang="0">
                        <a:pos x="82" y="24"/>
                      </a:cxn>
                      <a:cxn ang="0">
                        <a:pos x="74" y="20"/>
                      </a:cxn>
                      <a:cxn ang="0">
                        <a:pos x="65" y="16"/>
                      </a:cxn>
                      <a:cxn ang="0">
                        <a:pos x="57" y="12"/>
                      </a:cxn>
                      <a:cxn ang="0">
                        <a:pos x="49" y="9"/>
                      </a:cxn>
                      <a:cxn ang="0">
                        <a:pos x="42" y="6"/>
                      </a:cxn>
                      <a:cxn ang="0">
                        <a:pos x="35" y="4"/>
                      </a:cxn>
                      <a:cxn ang="0">
                        <a:pos x="26" y="2"/>
                      </a:cxn>
                      <a:cxn ang="0">
                        <a:pos x="18" y="1"/>
                      </a:cxn>
                      <a:cxn ang="0">
                        <a:pos x="10" y="1"/>
                      </a:cxn>
                      <a:cxn ang="0">
                        <a:pos x="0" y="0"/>
                      </a:cxn>
                    </a:cxnLst>
                    <a:rect l="0" t="0" r="0" b="0"/>
                    <a:pathLst>
                      <a:path w="478" h="218">
                        <a:moveTo>
                          <a:pt x="478" y="218"/>
                        </a:moveTo>
                        <a:lnTo>
                          <a:pt x="448" y="208"/>
                        </a:lnTo>
                        <a:lnTo>
                          <a:pt x="422" y="198"/>
                        </a:lnTo>
                        <a:lnTo>
                          <a:pt x="396" y="189"/>
                        </a:lnTo>
                        <a:lnTo>
                          <a:pt x="375" y="178"/>
                        </a:lnTo>
                        <a:lnTo>
                          <a:pt x="352" y="167"/>
                        </a:lnTo>
                        <a:lnTo>
                          <a:pt x="330" y="154"/>
                        </a:lnTo>
                        <a:lnTo>
                          <a:pt x="304" y="141"/>
                        </a:lnTo>
                        <a:lnTo>
                          <a:pt x="280" y="127"/>
                        </a:lnTo>
                        <a:lnTo>
                          <a:pt x="255" y="110"/>
                        </a:lnTo>
                        <a:lnTo>
                          <a:pt x="240" y="100"/>
                        </a:lnTo>
                        <a:lnTo>
                          <a:pt x="229" y="91"/>
                        </a:lnTo>
                        <a:lnTo>
                          <a:pt x="218" y="81"/>
                        </a:lnTo>
                        <a:lnTo>
                          <a:pt x="206" y="71"/>
                        </a:lnTo>
                        <a:lnTo>
                          <a:pt x="192" y="62"/>
                        </a:lnTo>
                        <a:lnTo>
                          <a:pt x="178" y="54"/>
                        </a:lnTo>
                        <a:lnTo>
                          <a:pt x="163" y="47"/>
                        </a:lnTo>
                        <a:lnTo>
                          <a:pt x="147" y="39"/>
                        </a:lnTo>
                        <a:lnTo>
                          <a:pt x="130" y="31"/>
                        </a:lnTo>
                        <a:lnTo>
                          <a:pt x="114" y="23"/>
                        </a:lnTo>
                        <a:lnTo>
                          <a:pt x="98" y="17"/>
                        </a:lnTo>
                        <a:lnTo>
                          <a:pt x="83" y="12"/>
                        </a:lnTo>
                        <a:lnTo>
                          <a:pt x="69" y="7"/>
                        </a:lnTo>
                        <a:lnTo>
                          <a:pt x="51" y="3"/>
                        </a:lnTo>
                        <a:lnTo>
                          <a:pt x="36" y="2"/>
                        </a:lnTo>
                        <a:lnTo>
                          <a:pt x="20" y="1"/>
                        </a:lnTo>
                        <a:lnTo>
                          <a:pt x="0" y="0"/>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1" name="Freeform 17"/>
                  <p:cNvSpPr/>
                  <p:nvPr/>
                </p:nvSpPr>
                <p:spPr>
                  <a:xfrm>
                    <a:off x="1615" y="1790"/>
                    <a:ext cx="160" cy="12"/>
                  </a:xfrm>
                  <a:custGeom>
                    <a:avLst/>
                    <a:gdLst/>
                    <a:ahLst/>
                    <a:cxnLst>
                      <a:cxn ang="0">
                        <a:pos x="160" y="12"/>
                      </a:cxn>
                      <a:cxn ang="0">
                        <a:pos x="149" y="9"/>
                      </a:cxn>
                      <a:cxn ang="0">
                        <a:pos x="140" y="8"/>
                      </a:cxn>
                      <a:cxn ang="0">
                        <a:pos x="131" y="7"/>
                      </a:cxn>
                      <a:cxn ang="0">
                        <a:pos x="122" y="6"/>
                      </a:cxn>
                      <a:cxn ang="0">
                        <a:pos x="113" y="5"/>
                      </a:cxn>
                      <a:cxn ang="0">
                        <a:pos x="103" y="5"/>
                      </a:cxn>
                      <a:cxn ang="0">
                        <a:pos x="95" y="5"/>
                      </a:cxn>
                      <a:cxn ang="0">
                        <a:pos x="85" y="4"/>
                      </a:cxn>
                      <a:cxn ang="0">
                        <a:pos x="76" y="4"/>
                      </a:cxn>
                      <a:cxn ang="0">
                        <a:pos x="65" y="3"/>
                      </a:cxn>
                      <a:cxn ang="0">
                        <a:pos x="56" y="3"/>
                      </a:cxn>
                      <a:cxn ang="0">
                        <a:pos x="44" y="2"/>
                      </a:cxn>
                      <a:cxn ang="0">
                        <a:pos x="34" y="2"/>
                      </a:cxn>
                      <a:cxn ang="0">
                        <a:pos x="23" y="1"/>
                      </a:cxn>
                      <a:cxn ang="0">
                        <a:pos x="12" y="1"/>
                      </a:cxn>
                      <a:cxn ang="0">
                        <a:pos x="0" y="0"/>
                      </a:cxn>
                    </a:cxnLst>
                    <a:rect l="0" t="0" r="0" b="0"/>
                    <a:pathLst>
                      <a:path w="318" h="24">
                        <a:moveTo>
                          <a:pt x="318" y="24"/>
                        </a:moveTo>
                        <a:lnTo>
                          <a:pt x="296" y="18"/>
                        </a:lnTo>
                        <a:lnTo>
                          <a:pt x="278" y="15"/>
                        </a:lnTo>
                        <a:lnTo>
                          <a:pt x="260" y="13"/>
                        </a:lnTo>
                        <a:lnTo>
                          <a:pt x="242" y="11"/>
                        </a:lnTo>
                        <a:lnTo>
                          <a:pt x="225" y="10"/>
                        </a:lnTo>
                        <a:lnTo>
                          <a:pt x="204" y="9"/>
                        </a:lnTo>
                        <a:lnTo>
                          <a:pt x="189" y="9"/>
                        </a:lnTo>
                        <a:lnTo>
                          <a:pt x="169" y="8"/>
                        </a:lnTo>
                        <a:lnTo>
                          <a:pt x="151" y="8"/>
                        </a:lnTo>
                        <a:lnTo>
                          <a:pt x="130" y="6"/>
                        </a:lnTo>
                        <a:lnTo>
                          <a:pt x="111" y="6"/>
                        </a:lnTo>
                        <a:lnTo>
                          <a:pt x="88" y="4"/>
                        </a:lnTo>
                        <a:lnTo>
                          <a:pt x="68" y="4"/>
                        </a:lnTo>
                        <a:lnTo>
                          <a:pt x="46" y="2"/>
                        </a:lnTo>
                        <a:lnTo>
                          <a:pt x="23" y="2"/>
                        </a:lnTo>
                        <a:lnTo>
                          <a:pt x="0" y="0"/>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2" name="Freeform 18"/>
                  <p:cNvSpPr/>
                  <p:nvPr/>
                </p:nvSpPr>
                <p:spPr>
                  <a:xfrm>
                    <a:off x="1674" y="1804"/>
                    <a:ext cx="133" cy="13"/>
                  </a:xfrm>
                  <a:custGeom>
                    <a:avLst/>
                    <a:gdLst/>
                    <a:ahLst/>
                    <a:cxnLst>
                      <a:cxn ang="0">
                        <a:pos x="133" y="2"/>
                      </a:cxn>
                      <a:cxn ang="0">
                        <a:pos x="122" y="2"/>
                      </a:cxn>
                      <a:cxn ang="0">
                        <a:pos x="112" y="2"/>
                      </a:cxn>
                      <a:cxn ang="0">
                        <a:pos x="103" y="1"/>
                      </a:cxn>
                      <a:cxn ang="0">
                        <a:pos x="94" y="1"/>
                      </a:cxn>
                      <a:cxn ang="0">
                        <a:pos x="83" y="0"/>
                      </a:cxn>
                      <a:cxn ang="0">
                        <a:pos x="73" y="0"/>
                      </a:cxn>
                      <a:cxn ang="0">
                        <a:pos x="65" y="1"/>
                      </a:cxn>
                      <a:cxn ang="0">
                        <a:pos x="58" y="2"/>
                      </a:cxn>
                      <a:cxn ang="0">
                        <a:pos x="50" y="3"/>
                      </a:cxn>
                      <a:cxn ang="0">
                        <a:pos x="42" y="5"/>
                      </a:cxn>
                      <a:cxn ang="0">
                        <a:pos x="34" y="7"/>
                      </a:cxn>
                      <a:cxn ang="0">
                        <a:pos x="28" y="8"/>
                      </a:cxn>
                      <a:cxn ang="0">
                        <a:pos x="21" y="10"/>
                      </a:cxn>
                      <a:cxn ang="0">
                        <a:pos x="13" y="12"/>
                      </a:cxn>
                      <a:cxn ang="0">
                        <a:pos x="6" y="13"/>
                      </a:cxn>
                      <a:cxn ang="0">
                        <a:pos x="0" y="13"/>
                      </a:cxn>
                    </a:cxnLst>
                    <a:rect l="0" t="0" r="0" b="0"/>
                    <a:pathLst>
                      <a:path w="265" h="26">
                        <a:moveTo>
                          <a:pt x="265" y="4"/>
                        </a:moveTo>
                        <a:lnTo>
                          <a:pt x="244" y="3"/>
                        </a:lnTo>
                        <a:lnTo>
                          <a:pt x="224" y="3"/>
                        </a:lnTo>
                        <a:lnTo>
                          <a:pt x="206" y="1"/>
                        </a:lnTo>
                        <a:lnTo>
                          <a:pt x="187" y="1"/>
                        </a:lnTo>
                        <a:lnTo>
                          <a:pt x="166" y="0"/>
                        </a:lnTo>
                        <a:lnTo>
                          <a:pt x="146" y="0"/>
                        </a:lnTo>
                        <a:lnTo>
                          <a:pt x="130" y="1"/>
                        </a:lnTo>
                        <a:lnTo>
                          <a:pt x="116" y="3"/>
                        </a:lnTo>
                        <a:lnTo>
                          <a:pt x="99" y="6"/>
                        </a:lnTo>
                        <a:lnTo>
                          <a:pt x="83" y="10"/>
                        </a:lnTo>
                        <a:lnTo>
                          <a:pt x="68" y="13"/>
                        </a:lnTo>
                        <a:lnTo>
                          <a:pt x="56" y="16"/>
                        </a:lnTo>
                        <a:lnTo>
                          <a:pt x="42" y="20"/>
                        </a:lnTo>
                        <a:lnTo>
                          <a:pt x="26" y="24"/>
                        </a:lnTo>
                        <a:lnTo>
                          <a:pt x="12" y="26"/>
                        </a:lnTo>
                        <a:lnTo>
                          <a:pt x="0" y="25"/>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3" name="Freeform 19"/>
                  <p:cNvSpPr/>
                  <p:nvPr/>
                </p:nvSpPr>
                <p:spPr>
                  <a:xfrm>
                    <a:off x="1609" y="1808"/>
                    <a:ext cx="193" cy="21"/>
                  </a:xfrm>
                  <a:custGeom>
                    <a:avLst/>
                    <a:gdLst/>
                    <a:ahLst/>
                    <a:cxnLst>
                      <a:cxn ang="0">
                        <a:pos x="193" y="1"/>
                      </a:cxn>
                      <a:cxn ang="0">
                        <a:pos x="188" y="1"/>
                      </a:cxn>
                      <a:cxn ang="0">
                        <a:pos x="181" y="0"/>
                      </a:cxn>
                      <a:cxn ang="0">
                        <a:pos x="172" y="0"/>
                      </a:cxn>
                      <a:cxn ang="0">
                        <a:pos x="164" y="1"/>
                      </a:cxn>
                      <a:cxn ang="0">
                        <a:pos x="154" y="2"/>
                      </a:cxn>
                      <a:cxn ang="0">
                        <a:pos x="144" y="3"/>
                      </a:cxn>
                      <a:cxn ang="0">
                        <a:pos x="135" y="5"/>
                      </a:cxn>
                      <a:cxn ang="0">
                        <a:pos x="127" y="7"/>
                      </a:cxn>
                      <a:cxn ang="0">
                        <a:pos x="119" y="8"/>
                      </a:cxn>
                      <a:cxn ang="0">
                        <a:pos x="110" y="11"/>
                      </a:cxn>
                      <a:cxn ang="0">
                        <a:pos x="103" y="13"/>
                      </a:cxn>
                      <a:cxn ang="0">
                        <a:pos x="96" y="15"/>
                      </a:cxn>
                      <a:cxn ang="0">
                        <a:pos x="88" y="17"/>
                      </a:cxn>
                      <a:cxn ang="0">
                        <a:pos x="80" y="19"/>
                      </a:cxn>
                      <a:cxn ang="0">
                        <a:pos x="72" y="20"/>
                      </a:cxn>
                      <a:cxn ang="0">
                        <a:pos x="64" y="21"/>
                      </a:cxn>
                      <a:cxn ang="0">
                        <a:pos x="56" y="21"/>
                      </a:cxn>
                      <a:cxn ang="0">
                        <a:pos x="49" y="21"/>
                      </a:cxn>
                      <a:cxn ang="0">
                        <a:pos x="42" y="21"/>
                      </a:cxn>
                      <a:cxn ang="0">
                        <a:pos x="34" y="20"/>
                      </a:cxn>
                      <a:cxn ang="0">
                        <a:pos x="26" y="19"/>
                      </a:cxn>
                      <a:cxn ang="0">
                        <a:pos x="19" y="17"/>
                      </a:cxn>
                      <a:cxn ang="0">
                        <a:pos x="12" y="14"/>
                      </a:cxn>
                      <a:cxn ang="0">
                        <a:pos x="6" y="11"/>
                      </a:cxn>
                      <a:cxn ang="0">
                        <a:pos x="0" y="8"/>
                      </a:cxn>
                    </a:cxnLst>
                    <a:rect l="0" t="0" r="0" b="0"/>
                    <a:pathLst>
                      <a:path w="387" h="42">
                        <a:moveTo>
                          <a:pt x="387" y="2"/>
                        </a:moveTo>
                        <a:lnTo>
                          <a:pt x="376" y="2"/>
                        </a:lnTo>
                        <a:lnTo>
                          <a:pt x="362" y="0"/>
                        </a:lnTo>
                        <a:lnTo>
                          <a:pt x="344" y="0"/>
                        </a:lnTo>
                        <a:lnTo>
                          <a:pt x="328" y="1"/>
                        </a:lnTo>
                        <a:lnTo>
                          <a:pt x="309" y="3"/>
                        </a:lnTo>
                        <a:lnTo>
                          <a:pt x="289" y="6"/>
                        </a:lnTo>
                        <a:lnTo>
                          <a:pt x="271" y="10"/>
                        </a:lnTo>
                        <a:lnTo>
                          <a:pt x="255" y="13"/>
                        </a:lnTo>
                        <a:lnTo>
                          <a:pt x="238" y="16"/>
                        </a:lnTo>
                        <a:lnTo>
                          <a:pt x="220" y="21"/>
                        </a:lnTo>
                        <a:lnTo>
                          <a:pt x="207" y="25"/>
                        </a:lnTo>
                        <a:lnTo>
                          <a:pt x="192" y="30"/>
                        </a:lnTo>
                        <a:lnTo>
                          <a:pt x="176" y="34"/>
                        </a:lnTo>
                        <a:lnTo>
                          <a:pt x="161" y="38"/>
                        </a:lnTo>
                        <a:lnTo>
                          <a:pt x="145" y="40"/>
                        </a:lnTo>
                        <a:lnTo>
                          <a:pt x="129" y="41"/>
                        </a:lnTo>
                        <a:lnTo>
                          <a:pt x="113" y="42"/>
                        </a:lnTo>
                        <a:lnTo>
                          <a:pt x="98" y="42"/>
                        </a:lnTo>
                        <a:lnTo>
                          <a:pt x="84" y="41"/>
                        </a:lnTo>
                        <a:lnTo>
                          <a:pt x="69" y="39"/>
                        </a:lnTo>
                        <a:lnTo>
                          <a:pt x="53" y="37"/>
                        </a:lnTo>
                        <a:lnTo>
                          <a:pt x="39" y="34"/>
                        </a:lnTo>
                        <a:lnTo>
                          <a:pt x="24" y="28"/>
                        </a:lnTo>
                        <a:lnTo>
                          <a:pt x="13" y="22"/>
                        </a:lnTo>
                        <a:lnTo>
                          <a:pt x="0" y="15"/>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4" name="Freeform 20"/>
                  <p:cNvSpPr/>
                  <p:nvPr/>
                </p:nvSpPr>
                <p:spPr>
                  <a:xfrm>
                    <a:off x="1713" y="1814"/>
                    <a:ext cx="223" cy="34"/>
                  </a:xfrm>
                  <a:custGeom>
                    <a:avLst/>
                    <a:gdLst/>
                    <a:ahLst/>
                    <a:cxnLst>
                      <a:cxn ang="0">
                        <a:pos x="223" y="34"/>
                      </a:cxn>
                      <a:cxn ang="0">
                        <a:pos x="214" y="32"/>
                      </a:cxn>
                      <a:cxn ang="0">
                        <a:pos x="203" y="27"/>
                      </a:cxn>
                      <a:cxn ang="0">
                        <a:pos x="190" y="23"/>
                      </a:cxn>
                      <a:cxn ang="0">
                        <a:pos x="176" y="18"/>
                      </a:cxn>
                      <a:cxn ang="0">
                        <a:pos x="164" y="15"/>
                      </a:cxn>
                      <a:cxn ang="0">
                        <a:pos x="150" y="12"/>
                      </a:cxn>
                      <a:cxn ang="0">
                        <a:pos x="134" y="8"/>
                      </a:cxn>
                      <a:cxn ang="0">
                        <a:pos x="122" y="5"/>
                      </a:cxn>
                      <a:cxn ang="0">
                        <a:pos x="106" y="2"/>
                      </a:cxn>
                      <a:cxn ang="0">
                        <a:pos x="94" y="0"/>
                      </a:cxn>
                      <a:cxn ang="0">
                        <a:pos x="83" y="0"/>
                      </a:cxn>
                      <a:cxn ang="0">
                        <a:pos x="75" y="0"/>
                      </a:cxn>
                      <a:cxn ang="0">
                        <a:pos x="67" y="1"/>
                      </a:cxn>
                      <a:cxn ang="0">
                        <a:pos x="60" y="3"/>
                      </a:cxn>
                      <a:cxn ang="0">
                        <a:pos x="51" y="5"/>
                      </a:cxn>
                      <a:cxn ang="0">
                        <a:pos x="43" y="7"/>
                      </a:cxn>
                      <a:cxn ang="0">
                        <a:pos x="35" y="10"/>
                      </a:cxn>
                      <a:cxn ang="0">
                        <a:pos x="28" y="12"/>
                      </a:cxn>
                      <a:cxn ang="0">
                        <a:pos x="18" y="15"/>
                      </a:cxn>
                      <a:cxn ang="0">
                        <a:pos x="10" y="17"/>
                      </a:cxn>
                      <a:cxn ang="0">
                        <a:pos x="0" y="19"/>
                      </a:cxn>
                    </a:cxnLst>
                    <a:rect l="0" t="0" r="0" b="0"/>
                    <a:pathLst>
                      <a:path w="446" h="68">
                        <a:moveTo>
                          <a:pt x="446" y="68"/>
                        </a:moveTo>
                        <a:lnTo>
                          <a:pt x="427" y="63"/>
                        </a:lnTo>
                        <a:lnTo>
                          <a:pt x="405" y="54"/>
                        </a:lnTo>
                        <a:lnTo>
                          <a:pt x="380" y="46"/>
                        </a:lnTo>
                        <a:lnTo>
                          <a:pt x="352" y="36"/>
                        </a:lnTo>
                        <a:lnTo>
                          <a:pt x="328" y="30"/>
                        </a:lnTo>
                        <a:lnTo>
                          <a:pt x="300" y="23"/>
                        </a:lnTo>
                        <a:lnTo>
                          <a:pt x="268" y="15"/>
                        </a:lnTo>
                        <a:lnTo>
                          <a:pt x="243" y="9"/>
                        </a:lnTo>
                        <a:lnTo>
                          <a:pt x="212" y="4"/>
                        </a:lnTo>
                        <a:lnTo>
                          <a:pt x="188" y="0"/>
                        </a:lnTo>
                        <a:lnTo>
                          <a:pt x="165" y="0"/>
                        </a:lnTo>
                        <a:lnTo>
                          <a:pt x="150" y="0"/>
                        </a:lnTo>
                        <a:lnTo>
                          <a:pt x="134" y="2"/>
                        </a:lnTo>
                        <a:lnTo>
                          <a:pt x="119" y="5"/>
                        </a:lnTo>
                        <a:lnTo>
                          <a:pt x="102" y="9"/>
                        </a:lnTo>
                        <a:lnTo>
                          <a:pt x="85" y="14"/>
                        </a:lnTo>
                        <a:lnTo>
                          <a:pt x="70" y="19"/>
                        </a:lnTo>
                        <a:lnTo>
                          <a:pt x="56" y="24"/>
                        </a:lnTo>
                        <a:lnTo>
                          <a:pt x="36" y="30"/>
                        </a:lnTo>
                        <a:lnTo>
                          <a:pt x="20" y="33"/>
                        </a:lnTo>
                        <a:lnTo>
                          <a:pt x="0" y="37"/>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5" name="Freeform 21"/>
                  <p:cNvSpPr/>
                  <p:nvPr/>
                </p:nvSpPr>
                <p:spPr>
                  <a:xfrm>
                    <a:off x="1646" y="1821"/>
                    <a:ext cx="211" cy="25"/>
                  </a:xfrm>
                  <a:custGeom>
                    <a:avLst/>
                    <a:gdLst/>
                    <a:ahLst/>
                    <a:cxnLst>
                      <a:cxn ang="0">
                        <a:pos x="211" y="7"/>
                      </a:cxn>
                      <a:cxn ang="0">
                        <a:pos x="191" y="5"/>
                      </a:cxn>
                      <a:cxn ang="0">
                        <a:pos x="174" y="1"/>
                      </a:cxn>
                      <a:cxn ang="0">
                        <a:pos x="157" y="0"/>
                      </a:cxn>
                      <a:cxn ang="0">
                        <a:pos x="144" y="0"/>
                      </a:cxn>
                      <a:cxn ang="0">
                        <a:pos x="131" y="1"/>
                      </a:cxn>
                      <a:cxn ang="0">
                        <a:pos x="118" y="5"/>
                      </a:cxn>
                      <a:cxn ang="0">
                        <a:pos x="110" y="7"/>
                      </a:cxn>
                      <a:cxn ang="0">
                        <a:pos x="101" y="10"/>
                      </a:cxn>
                      <a:cxn ang="0">
                        <a:pos x="95" y="12"/>
                      </a:cxn>
                      <a:cxn ang="0">
                        <a:pos x="86" y="16"/>
                      </a:cxn>
                      <a:cxn ang="0">
                        <a:pos x="79" y="18"/>
                      </a:cxn>
                      <a:cxn ang="0">
                        <a:pos x="71" y="20"/>
                      </a:cxn>
                      <a:cxn ang="0">
                        <a:pos x="61" y="22"/>
                      </a:cxn>
                      <a:cxn ang="0">
                        <a:pos x="54" y="24"/>
                      </a:cxn>
                      <a:cxn ang="0">
                        <a:pos x="46" y="24"/>
                      </a:cxn>
                      <a:cxn ang="0">
                        <a:pos x="38" y="25"/>
                      </a:cxn>
                      <a:cxn ang="0">
                        <a:pos x="30" y="25"/>
                      </a:cxn>
                      <a:cxn ang="0">
                        <a:pos x="23" y="25"/>
                      </a:cxn>
                      <a:cxn ang="0">
                        <a:pos x="15" y="25"/>
                      </a:cxn>
                      <a:cxn ang="0">
                        <a:pos x="7" y="24"/>
                      </a:cxn>
                      <a:cxn ang="0">
                        <a:pos x="0" y="22"/>
                      </a:cxn>
                    </a:cxnLst>
                    <a:rect l="0" t="0" r="0" b="0"/>
                    <a:pathLst>
                      <a:path w="421" h="50">
                        <a:moveTo>
                          <a:pt x="421" y="14"/>
                        </a:moveTo>
                        <a:lnTo>
                          <a:pt x="382" y="9"/>
                        </a:lnTo>
                        <a:lnTo>
                          <a:pt x="348" y="2"/>
                        </a:lnTo>
                        <a:lnTo>
                          <a:pt x="314" y="0"/>
                        </a:lnTo>
                        <a:lnTo>
                          <a:pt x="287" y="0"/>
                        </a:lnTo>
                        <a:lnTo>
                          <a:pt x="261" y="2"/>
                        </a:lnTo>
                        <a:lnTo>
                          <a:pt x="236" y="10"/>
                        </a:lnTo>
                        <a:lnTo>
                          <a:pt x="220" y="13"/>
                        </a:lnTo>
                        <a:lnTo>
                          <a:pt x="202" y="20"/>
                        </a:lnTo>
                        <a:lnTo>
                          <a:pt x="190" y="24"/>
                        </a:lnTo>
                        <a:lnTo>
                          <a:pt x="171" y="31"/>
                        </a:lnTo>
                        <a:lnTo>
                          <a:pt x="157" y="36"/>
                        </a:lnTo>
                        <a:lnTo>
                          <a:pt x="141" y="40"/>
                        </a:lnTo>
                        <a:lnTo>
                          <a:pt x="122" y="44"/>
                        </a:lnTo>
                        <a:lnTo>
                          <a:pt x="107" y="47"/>
                        </a:lnTo>
                        <a:lnTo>
                          <a:pt x="91" y="48"/>
                        </a:lnTo>
                        <a:lnTo>
                          <a:pt x="75" y="49"/>
                        </a:lnTo>
                        <a:lnTo>
                          <a:pt x="59" y="50"/>
                        </a:lnTo>
                        <a:lnTo>
                          <a:pt x="45" y="50"/>
                        </a:lnTo>
                        <a:lnTo>
                          <a:pt x="29" y="49"/>
                        </a:lnTo>
                        <a:lnTo>
                          <a:pt x="13" y="47"/>
                        </a:lnTo>
                        <a:lnTo>
                          <a:pt x="0" y="44"/>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6" name="Freeform 22"/>
                  <p:cNvSpPr/>
                  <p:nvPr/>
                </p:nvSpPr>
                <p:spPr>
                  <a:xfrm>
                    <a:off x="1696" y="1834"/>
                    <a:ext cx="70" cy="21"/>
                  </a:xfrm>
                  <a:custGeom>
                    <a:avLst/>
                    <a:gdLst/>
                    <a:ahLst/>
                    <a:cxnLst>
                      <a:cxn ang="0">
                        <a:pos x="70" y="0"/>
                      </a:cxn>
                      <a:cxn ang="0">
                        <a:pos x="63" y="2"/>
                      </a:cxn>
                      <a:cxn ang="0">
                        <a:pos x="55" y="4"/>
                      </a:cxn>
                      <a:cxn ang="0">
                        <a:pos x="47" y="7"/>
                      </a:cxn>
                      <a:cxn ang="0">
                        <a:pos x="41" y="10"/>
                      </a:cxn>
                      <a:cxn ang="0">
                        <a:pos x="35" y="13"/>
                      </a:cxn>
                      <a:cxn ang="0">
                        <a:pos x="26" y="16"/>
                      </a:cxn>
                      <a:cxn ang="0">
                        <a:pos x="19" y="18"/>
                      </a:cxn>
                      <a:cxn ang="0">
                        <a:pos x="9" y="20"/>
                      </a:cxn>
                      <a:cxn ang="0">
                        <a:pos x="0" y="21"/>
                      </a:cxn>
                    </a:cxnLst>
                    <a:rect l="0" t="0" r="0" b="0"/>
                    <a:pathLst>
                      <a:path w="140" h="41">
                        <a:moveTo>
                          <a:pt x="140" y="0"/>
                        </a:moveTo>
                        <a:lnTo>
                          <a:pt x="125" y="4"/>
                        </a:lnTo>
                        <a:lnTo>
                          <a:pt x="109" y="8"/>
                        </a:lnTo>
                        <a:lnTo>
                          <a:pt x="94" y="14"/>
                        </a:lnTo>
                        <a:lnTo>
                          <a:pt x="81" y="20"/>
                        </a:lnTo>
                        <a:lnTo>
                          <a:pt x="69" y="25"/>
                        </a:lnTo>
                        <a:lnTo>
                          <a:pt x="51" y="32"/>
                        </a:lnTo>
                        <a:lnTo>
                          <a:pt x="37" y="36"/>
                        </a:lnTo>
                        <a:lnTo>
                          <a:pt x="17" y="40"/>
                        </a:lnTo>
                        <a:lnTo>
                          <a:pt x="0" y="41"/>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7" name="Freeform 23"/>
                  <p:cNvSpPr/>
                  <p:nvPr/>
                </p:nvSpPr>
                <p:spPr>
                  <a:xfrm>
                    <a:off x="1593" y="1829"/>
                    <a:ext cx="234" cy="36"/>
                  </a:xfrm>
                  <a:custGeom>
                    <a:avLst/>
                    <a:gdLst/>
                    <a:ahLst/>
                    <a:cxnLst>
                      <a:cxn ang="0">
                        <a:pos x="234" y="1"/>
                      </a:cxn>
                      <a:cxn ang="0">
                        <a:pos x="222" y="0"/>
                      </a:cxn>
                      <a:cxn ang="0">
                        <a:pos x="207" y="2"/>
                      </a:cxn>
                      <a:cxn ang="0">
                        <a:pos x="195" y="4"/>
                      </a:cxn>
                      <a:cxn ang="0">
                        <a:pos x="181" y="8"/>
                      </a:cxn>
                      <a:cxn ang="0">
                        <a:pos x="173" y="11"/>
                      </a:cxn>
                      <a:cxn ang="0">
                        <a:pos x="165" y="14"/>
                      </a:cxn>
                      <a:cxn ang="0">
                        <a:pos x="156" y="17"/>
                      </a:cxn>
                      <a:cxn ang="0">
                        <a:pos x="149" y="21"/>
                      </a:cxn>
                      <a:cxn ang="0">
                        <a:pos x="141" y="24"/>
                      </a:cxn>
                      <a:cxn ang="0">
                        <a:pos x="133" y="27"/>
                      </a:cxn>
                      <a:cxn ang="0">
                        <a:pos x="127" y="30"/>
                      </a:cxn>
                      <a:cxn ang="0">
                        <a:pos x="119" y="32"/>
                      </a:cxn>
                      <a:cxn ang="0">
                        <a:pos x="112" y="33"/>
                      </a:cxn>
                      <a:cxn ang="0">
                        <a:pos x="104" y="34"/>
                      </a:cxn>
                      <a:cxn ang="0">
                        <a:pos x="97" y="35"/>
                      </a:cxn>
                      <a:cxn ang="0">
                        <a:pos x="89" y="36"/>
                      </a:cxn>
                      <a:cxn ang="0">
                        <a:pos x="81" y="36"/>
                      </a:cxn>
                      <a:cxn ang="0">
                        <a:pos x="73" y="36"/>
                      </a:cxn>
                      <a:cxn ang="0">
                        <a:pos x="67" y="36"/>
                      </a:cxn>
                      <a:cxn ang="0">
                        <a:pos x="58" y="36"/>
                      </a:cxn>
                      <a:cxn ang="0">
                        <a:pos x="49" y="34"/>
                      </a:cxn>
                      <a:cxn ang="0">
                        <a:pos x="39" y="32"/>
                      </a:cxn>
                      <a:cxn ang="0">
                        <a:pos x="30" y="30"/>
                      </a:cxn>
                      <a:cxn ang="0">
                        <a:pos x="23" y="27"/>
                      </a:cxn>
                      <a:cxn ang="0">
                        <a:pos x="17" y="24"/>
                      </a:cxn>
                      <a:cxn ang="0">
                        <a:pos x="11" y="21"/>
                      </a:cxn>
                      <a:cxn ang="0">
                        <a:pos x="5" y="17"/>
                      </a:cxn>
                      <a:cxn ang="0">
                        <a:pos x="0" y="13"/>
                      </a:cxn>
                    </a:cxnLst>
                    <a:rect l="0" t="0" r="0" b="0"/>
                    <a:pathLst>
                      <a:path w="469" h="72">
                        <a:moveTo>
                          <a:pt x="469" y="2"/>
                        </a:moveTo>
                        <a:lnTo>
                          <a:pt x="444" y="0"/>
                        </a:lnTo>
                        <a:lnTo>
                          <a:pt x="415" y="3"/>
                        </a:lnTo>
                        <a:lnTo>
                          <a:pt x="390" y="7"/>
                        </a:lnTo>
                        <a:lnTo>
                          <a:pt x="363" y="15"/>
                        </a:lnTo>
                        <a:lnTo>
                          <a:pt x="346" y="21"/>
                        </a:lnTo>
                        <a:lnTo>
                          <a:pt x="330" y="28"/>
                        </a:lnTo>
                        <a:lnTo>
                          <a:pt x="313" y="34"/>
                        </a:lnTo>
                        <a:lnTo>
                          <a:pt x="299" y="41"/>
                        </a:lnTo>
                        <a:lnTo>
                          <a:pt x="282" y="48"/>
                        </a:lnTo>
                        <a:lnTo>
                          <a:pt x="267" y="54"/>
                        </a:lnTo>
                        <a:lnTo>
                          <a:pt x="254" y="59"/>
                        </a:lnTo>
                        <a:lnTo>
                          <a:pt x="238" y="63"/>
                        </a:lnTo>
                        <a:lnTo>
                          <a:pt x="224" y="66"/>
                        </a:lnTo>
                        <a:lnTo>
                          <a:pt x="209" y="68"/>
                        </a:lnTo>
                        <a:lnTo>
                          <a:pt x="194" y="69"/>
                        </a:lnTo>
                        <a:lnTo>
                          <a:pt x="178" y="71"/>
                        </a:lnTo>
                        <a:lnTo>
                          <a:pt x="162" y="72"/>
                        </a:lnTo>
                        <a:lnTo>
                          <a:pt x="147" y="72"/>
                        </a:lnTo>
                        <a:lnTo>
                          <a:pt x="134" y="72"/>
                        </a:lnTo>
                        <a:lnTo>
                          <a:pt x="116" y="71"/>
                        </a:lnTo>
                        <a:lnTo>
                          <a:pt x="98" y="68"/>
                        </a:lnTo>
                        <a:lnTo>
                          <a:pt x="79" y="64"/>
                        </a:lnTo>
                        <a:lnTo>
                          <a:pt x="61" y="59"/>
                        </a:lnTo>
                        <a:lnTo>
                          <a:pt x="47" y="54"/>
                        </a:lnTo>
                        <a:lnTo>
                          <a:pt x="35" y="48"/>
                        </a:lnTo>
                        <a:lnTo>
                          <a:pt x="22" y="41"/>
                        </a:lnTo>
                        <a:lnTo>
                          <a:pt x="10" y="34"/>
                        </a:lnTo>
                        <a:lnTo>
                          <a:pt x="0" y="25"/>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8" name="Freeform 24"/>
                  <p:cNvSpPr/>
                  <p:nvPr/>
                </p:nvSpPr>
                <p:spPr>
                  <a:xfrm>
                    <a:off x="1674" y="1833"/>
                    <a:ext cx="216" cy="45"/>
                  </a:xfrm>
                  <a:custGeom>
                    <a:avLst/>
                    <a:gdLst/>
                    <a:ahLst/>
                    <a:cxnLst>
                      <a:cxn ang="0">
                        <a:pos x="216" y="5"/>
                      </a:cxn>
                      <a:cxn ang="0">
                        <a:pos x="206" y="3"/>
                      </a:cxn>
                      <a:cxn ang="0">
                        <a:pos x="193" y="1"/>
                      </a:cxn>
                      <a:cxn ang="0">
                        <a:pos x="180" y="0"/>
                      </a:cxn>
                      <a:cxn ang="0">
                        <a:pos x="167" y="0"/>
                      </a:cxn>
                      <a:cxn ang="0">
                        <a:pos x="154" y="1"/>
                      </a:cxn>
                      <a:cxn ang="0">
                        <a:pos x="143" y="1"/>
                      </a:cxn>
                      <a:cxn ang="0">
                        <a:pos x="133" y="3"/>
                      </a:cxn>
                      <a:cxn ang="0">
                        <a:pos x="122" y="5"/>
                      </a:cxn>
                      <a:cxn ang="0">
                        <a:pos x="112" y="7"/>
                      </a:cxn>
                      <a:cxn ang="0">
                        <a:pos x="104" y="10"/>
                      </a:cxn>
                      <a:cxn ang="0">
                        <a:pos x="96" y="13"/>
                      </a:cxn>
                      <a:cxn ang="0">
                        <a:pos x="89" y="16"/>
                      </a:cxn>
                      <a:cxn ang="0">
                        <a:pos x="82" y="19"/>
                      </a:cxn>
                      <a:cxn ang="0">
                        <a:pos x="73" y="23"/>
                      </a:cxn>
                      <a:cxn ang="0">
                        <a:pos x="65" y="27"/>
                      </a:cxn>
                      <a:cxn ang="0">
                        <a:pos x="58" y="30"/>
                      </a:cxn>
                      <a:cxn ang="0">
                        <a:pos x="51" y="34"/>
                      </a:cxn>
                      <a:cxn ang="0">
                        <a:pos x="44" y="36"/>
                      </a:cxn>
                      <a:cxn ang="0">
                        <a:pos x="38" y="39"/>
                      </a:cxn>
                      <a:cxn ang="0">
                        <a:pos x="31" y="41"/>
                      </a:cxn>
                      <a:cxn ang="0">
                        <a:pos x="23" y="43"/>
                      </a:cxn>
                      <a:cxn ang="0">
                        <a:pos x="16" y="45"/>
                      </a:cxn>
                      <a:cxn ang="0">
                        <a:pos x="7" y="45"/>
                      </a:cxn>
                      <a:cxn ang="0">
                        <a:pos x="0" y="45"/>
                      </a:cxn>
                    </a:cxnLst>
                    <a:rect l="0" t="0" r="0" b="0"/>
                    <a:pathLst>
                      <a:path w="432" h="90">
                        <a:moveTo>
                          <a:pt x="432" y="9"/>
                        </a:moveTo>
                        <a:lnTo>
                          <a:pt x="411" y="5"/>
                        </a:lnTo>
                        <a:lnTo>
                          <a:pt x="385" y="1"/>
                        </a:lnTo>
                        <a:lnTo>
                          <a:pt x="360" y="0"/>
                        </a:lnTo>
                        <a:lnTo>
                          <a:pt x="334" y="0"/>
                        </a:lnTo>
                        <a:lnTo>
                          <a:pt x="308" y="1"/>
                        </a:lnTo>
                        <a:lnTo>
                          <a:pt x="285" y="2"/>
                        </a:lnTo>
                        <a:lnTo>
                          <a:pt x="265" y="5"/>
                        </a:lnTo>
                        <a:lnTo>
                          <a:pt x="244" y="9"/>
                        </a:lnTo>
                        <a:lnTo>
                          <a:pt x="224" y="13"/>
                        </a:lnTo>
                        <a:lnTo>
                          <a:pt x="207" y="19"/>
                        </a:lnTo>
                        <a:lnTo>
                          <a:pt x="192" y="25"/>
                        </a:lnTo>
                        <a:lnTo>
                          <a:pt x="177" y="32"/>
                        </a:lnTo>
                        <a:lnTo>
                          <a:pt x="164" y="38"/>
                        </a:lnTo>
                        <a:lnTo>
                          <a:pt x="146" y="46"/>
                        </a:lnTo>
                        <a:lnTo>
                          <a:pt x="130" y="54"/>
                        </a:lnTo>
                        <a:lnTo>
                          <a:pt x="116" y="60"/>
                        </a:lnTo>
                        <a:lnTo>
                          <a:pt x="102" y="67"/>
                        </a:lnTo>
                        <a:lnTo>
                          <a:pt x="87" y="72"/>
                        </a:lnTo>
                        <a:lnTo>
                          <a:pt x="75" y="77"/>
                        </a:lnTo>
                        <a:lnTo>
                          <a:pt x="61" y="81"/>
                        </a:lnTo>
                        <a:lnTo>
                          <a:pt x="45" y="86"/>
                        </a:lnTo>
                        <a:lnTo>
                          <a:pt x="31" y="89"/>
                        </a:lnTo>
                        <a:lnTo>
                          <a:pt x="14" y="90"/>
                        </a:lnTo>
                        <a:lnTo>
                          <a:pt x="0" y="90"/>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09" name="Freeform 25"/>
                  <p:cNvSpPr/>
                  <p:nvPr/>
                </p:nvSpPr>
                <p:spPr>
                  <a:xfrm>
                    <a:off x="1725" y="1851"/>
                    <a:ext cx="72" cy="23"/>
                  </a:xfrm>
                  <a:custGeom>
                    <a:avLst/>
                    <a:gdLst/>
                    <a:ahLst/>
                    <a:cxnLst>
                      <a:cxn ang="0">
                        <a:pos x="72" y="0"/>
                      </a:cxn>
                      <a:cxn ang="0">
                        <a:pos x="63" y="1"/>
                      </a:cxn>
                      <a:cxn ang="0">
                        <a:pos x="55" y="3"/>
                      </a:cxn>
                      <a:cxn ang="0">
                        <a:pos x="49" y="5"/>
                      </a:cxn>
                      <a:cxn ang="0">
                        <a:pos x="43" y="7"/>
                      </a:cxn>
                      <a:cxn ang="0">
                        <a:pos x="36" y="9"/>
                      </a:cxn>
                      <a:cxn ang="0">
                        <a:pos x="28" y="13"/>
                      </a:cxn>
                      <a:cxn ang="0">
                        <a:pos x="20" y="16"/>
                      </a:cxn>
                      <a:cxn ang="0">
                        <a:pos x="14" y="19"/>
                      </a:cxn>
                      <a:cxn ang="0">
                        <a:pos x="6" y="21"/>
                      </a:cxn>
                      <a:cxn ang="0">
                        <a:pos x="0" y="23"/>
                      </a:cxn>
                    </a:cxnLst>
                    <a:rect l="0" t="0" r="0" b="0"/>
                    <a:pathLst>
                      <a:path w="145" h="46">
                        <a:moveTo>
                          <a:pt x="145" y="0"/>
                        </a:moveTo>
                        <a:lnTo>
                          <a:pt x="127" y="2"/>
                        </a:lnTo>
                        <a:lnTo>
                          <a:pt x="111" y="6"/>
                        </a:lnTo>
                        <a:lnTo>
                          <a:pt x="99" y="9"/>
                        </a:lnTo>
                        <a:lnTo>
                          <a:pt x="86" y="13"/>
                        </a:lnTo>
                        <a:lnTo>
                          <a:pt x="73" y="18"/>
                        </a:lnTo>
                        <a:lnTo>
                          <a:pt x="56" y="25"/>
                        </a:lnTo>
                        <a:lnTo>
                          <a:pt x="41" y="32"/>
                        </a:lnTo>
                        <a:lnTo>
                          <a:pt x="28" y="37"/>
                        </a:lnTo>
                        <a:lnTo>
                          <a:pt x="13" y="42"/>
                        </a:lnTo>
                        <a:lnTo>
                          <a:pt x="0" y="46"/>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10" name="Freeform 26"/>
                  <p:cNvSpPr/>
                  <p:nvPr/>
                </p:nvSpPr>
                <p:spPr>
                  <a:xfrm>
                    <a:off x="1631" y="1713"/>
                    <a:ext cx="238" cy="98"/>
                  </a:xfrm>
                  <a:custGeom>
                    <a:avLst/>
                    <a:gdLst/>
                    <a:ahLst/>
                    <a:cxnLst>
                      <a:cxn ang="0">
                        <a:pos x="238" y="98"/>
                      </a:cxn>
                      <a:cxn ang="0">
                        <a:pos x="228" y="93"/>
                      </a:cxn>
                      <a:cxn ang="0">
                        <a:pos x="216" y="86"/>
                      </a:cxn>
                      <a:cxn ang="0">
                        <a:pos x="207" y="80"/>
                      </a:cxn>
                      <a:cxn ang="0">
                        <a:pos x="198" y="74"/>
                      </a:cxn>
                      <a:cxn ang="0">
                        <a:pos x="189" y="67"/>
                      </a:cxn>
                      <a:cxn ang="0">
                        <a:pos x="181" y="60"/>
                      </a:cxn>
                      <a:cxn ang="0">
                        <a:pos x="175" y="54"/>
                      </a:cxn>
                      <a:cxn ang="0">
                        <a:pos x="170" y="48"/>
                      </a:cxn>
                      <a:cxn ang="0">
                        <a:pos x="162" y="42"/>
                      </a:cxn>
                      <a:cxn ang="0">
                        <a:pos x="154" y="36"/>
                      </a:cxn>
                      <a:cxn ang="0">
                        <a:pos x="146" y="31"/>
                      </a:cxn>
                      <a:cxn ang="0">
                        <a:pos x="138" y="26"/>
                      </a:cxn>
                      <a:cxn ang="0">
                        <a:pos x="131" y="22"/>
                      </a:cxn>
                      <a:cxn ang="0">
                        <a:pos x="122" y="18"/>
                      </a:cxn>
                      <a:cxn ang="0">
                        <a:pos x="114" y="15"/>
                      </a:cxn>
                      <a:cxn ang="0">
                        <a:pos x="107" y="12"/>
                      </a:cxn>
                      <a:cxn ang="0">
                        <a:pos x="99" y="9"/>
                      </a:cxn>
                      <a:cxn ang="0">
                        <a:pos x="89" y="6"/>
                      </a:cxn>
                      <a:cxn ang="0">
                        <a:pos x="80" y="4"/>
                      </a:cxn>
                      <a:cxn ang="0">
                        <a:pos x="71" y="3"/>
                      </a:cxn>
                      <a:cxn ang="0">
                        <a:pos x="61" y="1"/>
                      </a:cxn>
                      <a:cxn ang="0">
                        <a:pos x="50" y="0"/>
                      </a:cxn>
                      <a:cxn ang="0">
                        <a:pos x="43" y="0"/>
                      </a:cxn>
                      <a:cxn ang="0">
                        <a:pos x="34" y="0"/>
                      </a:cxn>
                      <a:cxn ang="0">
                        <a:pos x="27" y="1"/>
                      </a:cxn>
                      <a:cxn ang="0">
                        <a:pos x="17" y="1"/>
                      </a:cxn>
                      <a:cxn ang="0">
                        <a:pos x="9" y="2"/>
                      </a:cxn>
                      <a:cxn ang="0">
                        <a:pos x="0" y="3"/>
                      </a:cxn>
                    </a:cxnLst>
                    <a:rect l="0" t="0" r="0" b="0"/>
                    <a:pathLst>
                      <a:path w="475" h="196">
                        <a:moveTo>
                          <a:pt x="475" y="196"/>
                        </a:moveTo>
                        <a:lnTo>
                          <a:pt x="455" y="186"/>
                        </a:lnTo>
                        <a:lnTo>
                          <a:pt x="432" y="172"/>
                        </a:lnTo>
                        <a:lnTo>
                          <a:pt x="414" y="160"/>
                        </a:lnTo>
                        <a:lnTo>
                          <a:pt x="396" y="147"/>
                        </a:lnTo>
                        <a:lnTo>
                          <a:pt x="378" y="134"/>
                        </a:lnTo>
                        <a:lnTo>
                          <a:pt x="362" y="120"/>
                        </a:lnTo>
                        <a:lnTo>
                          <a:pt x="350" y="108"/>
                        </a:lnTo>
                        <a:lnTo>
                          <a:pt x="339" y="95"/>
                        </a:lnTo>
                        <a:lnTo>
                          <a:pt x="324" y="84"/>
                        </a:lnTo>
                        <a:lnTo>
                          <a:pt x="307" y="71"/>
                        </a:lnTo>
                        <a:lnTo>
                          <a:pt x="292" y="61"/>
                        </a:lnTo>
                        <a:lnTo>
                          <a:pt x="276" y="51"/>
                        </a:lnTo>
                        <a:lnTo>
                          <a:pt x="262" y="43"/>
                        </a:lnTo>
                        <a:lnTo>
                          <a:pt x="244" y="35"/>
                        </a:lnTo>
                        <a:lnTo>
                          <a:pt x="228" y="29"/>
                        </a:lnTo>
                        <a:lnTo>
                          <a:pt x="213" y="24"/>
                        </a:lnTo>
                        <a:lnTo>
                          <a:pt x="197" y="18"/>
                        </a:lnTo>
                        <a:lnTo>
                          <a:pt x="177" y="12"/>
                        </a:lnTo>
                        <a:lnTo>
                          <a:pt x="160" y="8"/>
                        </a:lnTo>
                        <a:lnTo>
                          <a:pt x="141" y="5"/>
                        </a:lnTo>
                        <a:lnTo>
                          <a:pt x="121" y="1"/>
                        </a:lnTo>
                        <a:lnTo>
                          <a:pt x="100" y="0"/>
                        </a:lnTo>
                        <a:lnTo>
                          <a:pt x="85" y="0"/>
                        </a:lnTo>
                        <a:lnTo>
                          <a:pt x="68" y="0"/>
                        </a:lnTo>
                        <a:lnTo>
                          <a:pt x="53" y="1"/>
                        </a:lnTo>
                        <a:lnTo>
                          <a:pt x="34" y="2"/>
                        </a:lnTo>
                        <a:lnTo>
                          <a:pt x="17" y="3"/>
                        </a:lnTo>
                        <a:lnTo>
                          <a:pt x="0" y="5"/>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sp>
                <p:nvSpPr>
                  <p:cNvPr id="31811" name="Freeform 27"/>
                  <p:cNvSpPr/>
                  <p:nvPr/>
                </p:nvSpPr>
                <p:spPr>
                  <a:xfrm>
                    <a:off x="1715" y="1709"/>
                    <a:ext cx="227" cy="132"/>
                  </a:xfrm>
                  <a:custGeom>
                    <a:avLst/>
                    <a:gdLst/>
                    <a:ahLst/>
                    <a:cxnLst>
                      <a:cxn ang="0">
                        <a:pos x="227" y="132"/>
                      </a:cxn>
                      <a:cxn ang="0">
                        <a:pos x="211" y="127"/>
                      </a:cxn>
                      <a:cxn ang="0">
                        <a:pos x="194" y="118"/>
                      </a:cxn>
                      <a:cxn ang="0">
                        <a:pos x="181" y="112"/>
                      </a:cxn>
                      <a:cxn ang="0">
                        <a:pos x="167" y="104"/>
                      </a:cxn>
                      <a:cxn ang="0">
                        <a:pos x="153" y="95"/>
                      </a:cxn>
                      <a:cxn ang="0">
                        <a:pos x="138" y="85"/>
                      </a:cxn>
                      <a:cxn ang="0">
                        <a:pos x="125" y="77"/>
                      </a:cxn>
                      <a:cxn ang="0">
                        <a:pos x="112" y="68"/>
                      </a:cxn>
                      <a:cxn ang="0">
                        <a:pos x="99" y="56"/>
                      </a:cxn>
                      <a:cxn ang="0">
                        <a:pos x="85" y="42"/>
                      </a:cxn>
                      <a:cxn ang="0">
                        <a:pos x="76" y="35"/>
                      </a:cxn>
                      <a:cxn ang="0">
                        <a:pos x="69" y="29"/>
                      </a:cxn>
                      <a:cxn ang="0">
                        <a:pos x="61" y="23"/>
                      </a:cxn>
                      <a:cxn ang="0">
                        <a:pos x="53" y="18"/>
                      </a:cxn>
                      <a:cxn ang="0">
                        <a:pos x="44" y="14"/>
                      </a:cxn>
                      <a:cxn ang="0">
                        <a:pos x="35" y="10"/>
                      </a:cxn>
                      <a:cxn ang="0">
                        <a:pos x="27" y="7"/>
                      </a:cxn>
                      <a:cxn ang="0">
                        <a:pos x="17" y="4"/>
                      </a:cxn>
                      <a:cxn ang="0">
                        <a:pos x="10" y="2"/>
                      </a:cxn>
                      <a:cxn ang="0">
                        <a:pos x="0" y="0"/>
                      </a:cxn>
                    </a:cxnLst>
                    <a:rect l="0" t="0" r="0" b="0"/>
                    <a:pathLst>
                      <a:path w="453" h="264">
                        <a:moveTo>
                          <a:pt x="453" y="264"/>
                        </a:moveTo>
                        <a:lnTo>
                          <a:pt x="422" y="254"/>
                        </a:lnTo>
                        <a:lnTo>
                          <a:pt x="388" y="236"/>
                        </a:lnTo>
                        <a:lnTo>
                          <a:pt x="361" y="223"/>
                        </a:lnTo>
                        <a:lnTo>
                          <a:pt x="334" y="207"/>
                        </a:lnTo>
                        <a:lnTo>
                          <a:pt x="305" y="190"/>
                        </a:lnTo>
                        <a:lnTo>
                          <a:pt x="276" y="170"/>
                        </a:lnTo>
                        <a:lnTo>
                          <a:pt x="250" y="153"/>
                        </a:lnTo>
                        <a:lnTo>
                          <a:pt x="224" y="135"/>
                        </a:lnTo>
                        <a:lnTo>
                          <a:pt x="197" y="112"/>
                        </a:lnTo>
                        <a:lnTo>
                          <a:pt x="170" y="83"/>
                        </a:lnTo>
                        <a:lnTo>
                          <a:pt x="152" y="70"/>
                        </a:lnTo>
                        <a:lnTo>
                          <a:pt x="138" y="57"/>
                        </a:lnTo>
                        <a:lnTo>
                          <a:pt x="122" y="46"/>
                        </a:lnTo>
                        <a:lnTo>
                          <a:pt x="105" y="36"/>
                        </a:lnTo>
                        <a:lnTo>
                          <a:pt x="88" y="28"/>
                        </a:lnTo>
                        <a:lnTo>
                          <a:pt x="70" y="20"/>
                        </a:lnTo>
                        <a:lnTo>
                          <a:pt x="54" y="14"/>
                        </a:lnTo>
                        <a:lnTo>
                          <a:pt x="34" y="8"/>
                        </a:lnTo>
                        <a:lnTo>
                          <a:pt x="19" y="4"/>
                        </a:lnTo>
                        <a:lnTo>
                          <a:pt x="0" y="0"/>
                        </a:lnTo>
                      </a:path>
                    </a:pathLst>
                  </a:custGeom>
                  <a:noFill/>
                  <a:ln w="6350" cap="flat" cmpd="sng">
                    <a:solidFill>
                      <a:srgbClr val="A05000">
                        <a:alpha val="100000"/>
                      </a:srgbClr>
                    </a:solidFill>
                    <a:prstDash val="solid"/>
                    <a:round/>
                    <a:headEnd type="none" w="med" len="med"/>
                    <a:tailEnd type="none" w="med" len="med"/>
                  </a:ln>
                </p:spPr>
                <p:txBody>
                  <a:bodyPr/>
                  <a:lstStyle/>
                  <a:p>
                    <a:endParaRPr lang="zh-CN" altLang="en-US"/>
                  </a:p>
                </p:txBody>
              </p:sp>
            </p:grpSp>
          </p:grpSp>
          <p:grpSp>
            <p:nvGrpSpPr>
              <p:cNvPr id="31790" name="Group 28"/>
              <p:cNvGrpSpPr/>
              <p:nvPr/>
            </p:nvGrpSpPr>
            <p:grpSpPr>
              <a:xfrm>
                <a:off x="1759" y="1754"/>
                <a:ext cx="201" cy="104"/>
                <a:chOff x="1759" y="1754"/>
                <a:chExt cx="201" cy="104"/>
              </a:xfrm>
            </p:grpSpPr>
            <p:sp>
              <p:nvSpPr>
                <p:cNvPr id="31791" name="Freeform 29"/>
                <p:cNvSpPr/>
                <p:nvPr/>
              </p:nvSpPr>
              <p:spPr>
                <a:xfrm>
                  <a:off x="1759" y="1754"/>
                  <a:ext cx="201" cy="104"/>
                </a:xfrm>
                <a:custGeom>
                  <a:avLst/>
                  <a:gdLst/>
                  <a:ahLst/>
                  <a:cxnLst>
                    <a:cxn ang="0">
                      <a:pos x="193" y="84"/>
                    </a:cxn>
                    <a:cxn ang="0">
                      <a:pos x="180" y="80"/>
                    </a:cxn>
                    <a:cxn ang="0">
                      <a:pos x="164" y="73"/>
                    </a:cxn>
                    <a:cxn ang="0">
                      <a:pos x="151" y="65"/>
                    </a:cxn>
                    <a:cxn ang="0">
                      <a:pos x="136" y="58"/>
                    </a:cxn>
                    <a:cxn ang="0">
                      <a:pos x="123" y="51"/>
                    </a:cxn>
                    <a:cxn ang="0">
                      <a:pos x="111" y="43"/>
                    </a:cxn>
                    <a:cxn ang="0">
                      <a:pos x="96" y="34"/>
                    </a:cxn>
                    <a:cxn ang="0">
                      <a:pos x="83" y="26"/>
                    </a:cxn>
                    <a:cxn ang="0">
                      <a:pos x="70" y="16"/>
                    </a:cxn>
                    <a:cxn ang="0">
                      <a:pos x="57" y="7"/>
                    </a:cxn>
                    <a:cxn ang="0">
                      <a:pos x="51" y="2"/>
                    </a:cxn>
                    <a:cxn ang="0">
                      <a:pos x="47" y="0"/>
                    </a:cxn>
                    <a:cxn ang="0">
                      <a:pos x="43" y="4"/>
                    </a:cxn>
                    <a:cxn ang="0">
                      <a:pos x="44" y="10"/>
                    </a:cxn>
                    <a:cxn ang="0">
                      <a:pos x="46" y="16"/>
                    </a:cxn>
                    <a:cxn ang="0">
                      <a:pos x="50" y="22"/>
                    </a:cxn>
                    <a:cxn ang="0">
                      <a:pos x="49" y="27"/>
                    </a:cxn>
                    <a:cxn ang="0">
                      <a:pos x="44" y="27"/>
                    </a:cxn>
                    <a:cxn ang="0">
                      <a:pos x="36" y="24"/>
                    </a:cxn>
                    <a:cxn ang="0">
                      <a:pos x="25" y="21"/>
                    </a:cxn>
                    <a:cxn ang="0">
                      <a:pos x="15" y="20"/>
                    </a:cxn>
                    <a:cxn ang="0">
                      <a:pos x="9" y="22"/>
                    </a:cxn>
                    <a:cxn ang="0">
                      <a:pos x="6" y="28"/>
                    </a:cxn>
                    <a:cxn ang="0">
                      <a:pos x="6" y="35"/>
                    </a:cxn>
                    <a:cxn ang="0">
                      <a:pos x="13" y="41"/>
                    </a:cxn>
                    <a:cxn ang="0">
                      <a:pos x="25" y="45"/>
                    </a:cxn>
                    <a:cxn ang="0">
                      <a:pos x="35" y="48"/>
                    </a:cxn>
                    <a:cxn ang="0">
                      <a:pos x="41" y="51"/>
                    </a:cxn>
                    <a:cxn ang="0">
                      <a:pos x="41" y="56"/>
                    </a:cxn>
                    <a:cxn ang="0">
                      <a:pos x="30" y="61"/>
                    </a:cxn>
                    <a:cxn ang="0">
                      <a:pos x="19" y="65"/>
                    </a:cxn>
                    <a:cxn ang="0">
                      <a:pos x="10" y="68"/>
                    </a:cxn>
                    <a:cxn ang="0">
                      <a:pos x="4" y="73"/>
                    </a:cxn>
                    <a:cxn ang="0">
                      <a:pos x="0" y="79"/>
                    </a:cxn>
                    <a:cxn ang="0">
                      <a:pos x="2" y="83"/>
                    </a:cxn>
                    <a:cxn ang="0">
                      <a:pos x="9" y="85"/>
                    </a:cxn>
                    <a:cxn ang="0">
                      <a:pos x="18" y="84"/>
                    </a:cxn>
                    <a:cxn ang="0">
                      <a:pos x="28" y="83"/>
                    </a:cxn>
                    <a:cxn ang="0">
                      <a:pos x="36" y="85"/>
                    </a:cxn>
                    <a:cxn ang="0">
                      <a:pos x="36" y="92"/>
                    </a:cxn>
                    <a:cxn ang="0">
                      <a:pos x="34" y="99"/>
                    </a:cxn>
                    <a:cxn ang="0">
                      <a:pos x="34" y="103"/>
                    </a:cxn>
                    <a:cxn ang="0">
                      <a:pos x="39" y="104"/>
                    </a:cxn>
                    <a:cxn ang="0">
                      <a:pos x="50" y="100"/>
                    </a:cxn>
                    <a:cxn ang="0">
                      <a:pos x="62" y="95"/>
                    </a:cxn>
                    <a:cxn ang="0">
                      <a:pos x="73" y="90"/>
                    </a:cxn>
                    <a:cxn ang="0">
                      <a:pos x="83" y="87"/>
                    </a:cxn>
                    <a:cxn ang="0">
                      <a:pos x="94" y="86"/>
                    </a:cxn>
                    <a:cxn ang="0">
                      <a:pos x="104" y="86"/>
                    </a:cxn>
                    <a:cxn ang="0">
                      <a:pos x="115" y="87"/>
                    </a:cxn>
                    <a:cxn ang="0">
                      <a:pos x="129" y="89"/>
                    </a:cxn>
                    <a:cxn ang="0">
                      <a:pos x="145" y="92"/>
                    </a:cxn>
                    <a:cxn ang="0">
                      <a:pos x="160" y="95"/>
                    </a:cxn>
                    <a:cxn ang="0">
                      <a:pos x="171" y="98"/>
                    </a:cxn>
                    <a:cxn ang="0">
                      <a:pos x="182" y="100"/>
                    </a:cxn>
                    <a:cxn ang="0">
                      <a:pos x="191" y="100"/>
                    </a:cxn>
                    <a:cxn ang="0">
                      <a:pos x="198" y="97"/>
                    </a:cxn>
                    <a:cxn ang="0">
                      <a:pos x="201" y="91"/>
                    </a:cxn>
                    <a:cxn ang="0">
                      <a:pos x="197" y="86"/>
                    </a:cxn>
                  </a:cxnLst>
                  <a:rect l="0" t="0" r="0" b="0"/>
                  <a:pathLst>
                    <a:path w="403" h="208">
                      <a:moveTo>
                        <a:pt x="395" y="171"/>
                      </a:moveTo>
                      <a:lnTo>
                        <a:pt x="387" y="167"/>
                      </a:lnTo>
                      <a:lnTo>
                        <a:pt x="373" y="163"/>
                      </a:lnTo>
                      <a:lnTo>
                        <a:pt x="361" y="159"/>
                      </a:lnTo>
                      <a:lnTo>
                        <a:pt x="343" y="152"/>
                      </a:lnTo>
                      <a:lnTo>
                        <a:pt x="329" y="145"/>
                      </a:lnTo>
                      <a:lnTo>
                        <a:pt x="317" y="137"/>
                      </a:lnTo>
                      <a:lnTo>
                        <a:pt x="302" y="129"/>
                      </a:lnTo>
                      <a:lnTo>
                        <a:pt x="288" y="122"/>
                      </a:lnTo>
                      <a:lnTo>
                        <a:pt x="272" y="115"/>
                      </a:lnTo>
                      <a:lnTo>
                        <a:pt x="259" y="108"/>
                      </a:lnTo>
                      <a:lnTo>
                        <a:pt x="246" y="101"/>
                      </a:lnTo>
                      <a:lnTo>
                        <a:pt x="234" y="93"/>
                      </a:lnTo>
                      <a:lnTo>
                        <a:pt x="223" y="86"/>
                      </a:lnTo>
                      <a:lnTo>
                        <a:pt x="209" y="77"/>
                      </a:lnTo>
                      <a:lnTo>
                        <a:pt x="193" y="68"/>
                      </a:lnTo>
                      <a:lnTo>
                        <a:pt x="177" y="58"/>
                      </a:lnTo>
                      <a:lnTo>
                        <a:pt x="166" y="51"/>
                      </a:lnTo>
                      <a:lnTo>
                        <a:pt x="152" y="42"/>
                      </a:lnTo>
                      <a:lnTo>
                        <a:pt x="140" y="32"/>
                      </a:lnTo>
                      <a:lnTo>
                        <a:pt x="127" y="22"/>
                      </a:lnTo>
                      <a:lnTo>
                        <a:pt x="115" y="13"/>
                      </a:lnTo>
                      <a:lnTo>
                        <a:pt x="109" y="7"/>
                      </a:lnTo>
                      <a:lnTo>
                        <a:pt x="103" y="3"/>
                      </a:lnTo>
                      <a:lnTo>
                        <a:pt x="100" y="1"/>
                      </a:lnTo>
                      <a:lnTo>
                        <a:pt x="94" y="0"/>
                      </a:lnTo>
                      <a:lnTo>
                        <a:pt x="89" y="3"/>
                      </a:lnTo>
                      <a:lnTo>
                        <a:pt x="86" y="8"/>
                      </a:lnTo>
                      <a:lnTo>
                        <a:pt x="86" y="14"/>
                      </a:lnTo>
                      <a:lnTo>
                        <a:pt x="88" y="20"/>
                      </a:lnTo>
                      <a:lnTo>
                        <a:pt x="90" y="26"/>
                      </a:lnTo>
                      <a:lnTo>
                        <a:pt x="93" y="31"/>
                      </a:lnTo>
                      <a:lnTo>
                        <a:pt x="98" y="38"/>
                      </a:lnTo>
                      <a:lnTo>
                        <a:pt x="100" y="44"/>
                      </a:lnTo>
                      <a:lnTo>
                        <a:pt x="101" y="50"/>
                      </a:lnTo>
                      <a:lnTo>
                        <a:pt x="99" y="53"/>
                      </a:lnTo>
                      <a:lnTo>
                        <a:pt x="94" y="55"/>
                      </a:lnTo>
                      <a:lnTo>
                        <a:pt x="89" y="53"/>
                      </a:lnTo>
                      <a:lnTo>
                        <a:pt x="80" y="51"/>
                      </a:lnTo>
                      <a:lnTo>
                        <a:pt x="72" y="48"/>
                      </a:lnTo>
                      <a:lnTo>
                        <a:pt x="63" y="45"/>
                      </a:lnTo>
                      <a:lnTo>
                        <a:pt x="51" y="42"/>
                      </a:lnTo>
                      <a:lnTo>
                        <a:pt x="40" y="40"/>
                      </a:lnTo>
                      <a:lnTo>
                        <a:pt x="31" y="39"/>
                      </a:lnTo>
                      <a:lnTo>
                        <a:pt x="23" y="40"/>
                      </a:lnTo>
                      <a:lnTo>
                        <a:pt x="19" y="43"/>
                      </a:lnTo>
                      <a:lnTo>
                        <a:pt x="15" y="49"/>
                      </a:lnTo>
                      <a:lnTo>
                        <a:pt x="12" y="55"/>
                      </a:lnTo>
                      <a:lnTo>
                        <a:pt x="11" y="63"/>
                      </a:lnTo>
                      <a:lnTo>
                        <a:pt x="13" y="69"/>
                      </a:lnTo>
                      <a:lnTo>
                        <a:pt x="17" y="75"/>
                      </a:lnTo>
                      <a:lnTo>
                        <a:pt x="26" y="82"/>
                      </a:lnTo>
                      <a:lnTo>
                        <a:pt x="38" y="87"/>
                      </a:lnTo>
                      <a:lnTo>
                        <a:pt x="50" y="90"/>
                      </a:lnTo>
                      <a:lnTo>
                        <a:pt x="60" y="92"/>
                      </a:lnTo>
                      <a:lnTo>
                        <a:pt x="70" y="95"/>
                      </a:lnTo>
                      <a:lnTo>
                        <a:pt x="79" y="99"/>
                      </a:lnTo>
                      <a:lnTo>
                        <a:pt x="83" y="101"/>
                      </a:lnTo>
                      <a:lnTo>
                        <a:pt x="84" y="108"/>
                      </a:lnTo>
                      <a:lnTo>
                        <a:pt x="82" y="112"/>
                      </a:lnTo>
                      <a:lnTo>
                        <a:pt x="74" y="117"/>
                      </a:lnTo>
                      <a:lnTo>
                        <a:pt x="61" y="121"/>
                      </a:lnTo>
                      <a:lnTo>
                        <a:pt x="50" y="125"/>
                      </a:lnTo>
                      <a:lnTo>
                        <a:pt x="39" y="130"/>
                      </a:lnTo>
                      <a:lnTo>
                        <a:pt x="31" y="132"/>
                      </a:lnTo>
                      <a:lnTo>
                        <a:pt x="21" y="136"/>
                      </a:lnTo>
                      <a:lnTo>
                        <a:pt x="13" y="141"/>
                      </a:lnTo>
                      <a:lnTo>
                        <a:pt x="9" y="145"/>
                      </a:lnTo>
                      <a:lnTo>
                        <a:pt x="5" y="151"/>
                      </a:lnTo>
                      <a:lnTo>
                        <a:pt x="0" y="158"/>
                      </a:lnTo>
                      <a:lnTo>
                        <a:pt x="1" y="163"/>
                      </a:lnTo>
                      <a:lnTo>
                        <a:pt x="5" y="166"/>
                      </a:lnTo>
                      <a:lnTo>
                        <a:pt x="11" y="169"/>
                      </a:lnTo>
                      <a:lnTo>
                        <a:pt x="18" y="169"/>
                      </a:lnTo>
                      <a:lnTo>
                        <a:pt x="26" y="169"/>
                      </a:lnTo>
                      <a:lnTo>
                        <a:pt x="37" y="167"/>
                      </a:lnTo>
                      <a:lnTo>
                        <a:pt x="48" y="166"/>
                      </a:lnTo>
                      <a:lnTo>
                        <a:pt x="57" y="165"/>
                      </a:lnTo>
                      <a:lnTo>
                        <a:pt x="68" y="165"/>
                      </a:lnTo>
                      <a:lnTo>
                        <a:pt x="72" y="170"/>
                      </a:lnTo>
                      <a:lnTo>
                        <a:pt x="74" y="176"/>
                      </a:lnTo>
                      <a:lnTo>
                        <a:pt x="72" y="184"/>
                      </a:lnTo>
                      <a:lnTo>
                        <a:pt x="70" y="191"/>
                      </a:lnTo>
                      <a:lnTo>
                        <a:pt x="68" y="197"/>
                      </a:lnTo>
                      <a:lnTo>
                        <a:pt x="65" y="202"/>
                      </a:lnTo>
                      <a:lnTo>
                        <a:pt x="68" y="206"/>
                      </a:lnTo>
                      <a:lnTo>
                        <a:pt x="72" y="208"/>
                      </a:lnTo>
                      <a:lnTo>
                        <a:pt x="79" y="207"/>
                      </a:lnTo>
                      <a:lnTo>
                        <a:pt x="89" y="204"/>
                      </a:lnTo>
                      <a:lnTo>
                        <a:pt x="101" y="200"/>
                      </a:lnTo>
                      <a:lnTo>
                        <a:pt x="113" y="195"/>
                      </a:lnTo>
                      <a:lnTo>
                        <a:pt x="125" y="189"/>
                      </a:lnTo>
                      <a:lnTo>
                        <a:pt x="135" y="184"/>
                      </a:lnTo>
                      <a:lnTo>
                        <a:pt x="146" y="180"/>
                      </a:lnTo>
                      <a:lnTo>
                        <a:pt x="157" y="177"/>
                      </a:lnTo>
                      <a:lnTo>
                        <a:pt x="166" y="174"/>
                      </a:lnTo>
                      <a:lnTo>
                        <a:pt x="177" y="172"/>
                      </a:lnTo>
                      <a:lnTo>
                        <a:pt x="188" y="171"/>
                      </a:lnTo>
                      <a:lnTo>
                        <a:pt x="198" y="171"/>
                      </a:lnTo>
                      <a:lnTo>
                        <a:pt x="209" y="172"/>
                      </a:lnTo>
                      <a:lnTo>
                        <a:pt x="218" y="173"/>
                      </a:lnTo>
                      <a:lnTo>
                        <a:pt x="230" y="174"/>
                      </a:lnTo>
                      <a:lnTo>
                        <a:pt x="245" y="176"/>
                      </a:lnTo>
                      <a:lnTo>
                        <a:pt x="259" y="178"/>
                      </a:lnTo>
                      <a:lnTo>
                        <a:pt x="274" y="181"/>
                      </a:lnTo>
                      <a:lnTo>
                        <a:pt x="290" y="184"/>
                      </a:lnTo>
                      <a:lnTo>
                        <a:pt x="303" y="186"/>
                      </a:lnTo>
                      <a:lnTo>
                        <a:pt x="321" y="189"/>
                      </a:lnTo>
                      <a:lnTo>
                        <a:pt x="333" y="193"/>
                      </a:lnTo>
                      <a:lnTo>
                        <a:pt x="343" y="195"/>
                      </a:lnTo>
                      <a:lnTo>
                        <a:pt x="353" y="198"/>
                      </a:lnTo>
                      <a:lnTo>
                        <a:pt x="365" y="200"/>
                      </a:lnTo>
                      <a:lnTo>
                        <a:pt x="373" y="201"/>
                      </a:lnTo>
                      <a:lnTo>
                        <a:pt x="383" y="200"/>
                      </a:lnTo>
                      <a:lnTo>
                        <a:pt x="391" y="198"/>
                      </a:lnTo>
                      <a:lnTo>
                        <a:pt x="396" y="193"/>
                      </a:lnTo>
                      <a:lnTo>
                        <a:pt x="402" y="187"/>
                      </a:lnTo>
                      <a:lnTo>
                        <a:pt x="403" y="181"/>
                      </a:lnTo>
                      <a:lnTo>
                        <a:pt x="401" y="176"/>
                      </a:lnTo>
                      <a:lnTo>
                        <a:pt x="395" y="171"/>
                      </a:lnTo>
                      <a:close/>
                    </a:path>
                  </a:pathLst>
                </a:custGeom>
                <a:solidFill>
                  <a:srgbClr val="E000E0">
                    <a:alpha val="100000"/>
                  </a:srgbClr>
                </a:solidFill>
                <a:ln w="9525">
                  <a:noFill/>
                </a:ln>
              </p:spPr>
              <p:txBody>
                <a:bodyPr/>
                <a:lstStyle/>
                <a:p>
                  <a:endParaRPr lang="zh-CN" altLang="en-US"/>
                </a:p>
              </p:txBody>
            </p:sp>
            <p:sp>
              <p:nvSpPr>
                <p:cNvPr id="31792" name="Freeform 30"/>
                <p:cNvSpPr/>
                <p:nvPr/>
              </p:nvSpPr>
              <p:spPr>
                <a:xfrm>
                  <a:off x="1784" y="1815"/>
                  <a:ext cx="110" cy="29"/>
                </a:xfrm>
                <a:custGeom>
                  <a:avLst/>
                  <a:gdLst/>
                  <a:ahLst/>
                  <a:cxnLst>
                    <a:cxn ang="0">
                      <a:pos x="110" y="24"/>
                    </a:cxn>
                    <a:cxn ang="0">
                      <a:pos x="108" y="22"/>
                    </a:cxn>
                    <a:cxn ang="0">
                      <a:pos x="105" y="20"/>
                    </a:cxn>
                    <a:cxn ang="0">
                      <a:pos x="100" y="17"/>
                    </a:cxn>
                    <a:cxn ang="0">
                      <a:pos x="95" y="15"/>
                    </a:cxn>
                    <a:cxn ang="0">
                      <a:pos x="89" y="13"/>
                    </a:cxn>
                    <a:cxn ang="0">
                      <a:pos x="83" y="11"/>
                    </a:cxn>
                    <a:cxn ang="0">
                      <a:pos x="77" y="10"/>
                    </a:cxn>
                    <a:cxn ang="0">
                      <a:pos x="69" y="9"/>
                    </a:cxn>
                    <a:cxn ang="0">
                      <a:pos x="62" y="9"/>
                    </a:cxn>
                    <a:cxn ang="0">
                      <a:pos x="55" y="9"/>
                    </a:cxn>
                    <a:cxn ang="0">
                      <a:pos x="48" y="9"/>
                    </a:cxn>
                    <a:cxn ang="0">
                      <a:pos x="42" y="8"/>
                    </a:cxn>
                    <a:cxn ang="0">
                      <a:pos x="38" y="7"/>
                    </a:cxn>
                    <a:cxn ang="0">
                      <a:pos x="32" y="5"/>
                    </a:cxn>
                    <a:cxn ang="0">
                      <a:pos x="28" y="2"/>
                    </a:cxn>
                    <a:cxn ang="0">
                      <a:pos x="23" y="0"/>
                    </a:cxn>
                    <a:cxn ang="0">
                      <a:pos x="17" y="1"/>
                    </a:cxn>
                    <a:cxn ang="0">
                      <a:pos x="14" y="2"/>
                    </a:cxn>
                    <a:cxn ang="0">
                      <a:pos x="9" y="5"/>
                    </a:cxn>
                    <a:cxn ang="0">
                      <a:pos x="5" y="8"/>
                    </a:cxn>
                    <a:cxn ang="0">
                      <a:pos x="1" y="11"/>
                    </a:cxn>
                    <a:cxn ang="0">
                      <a:pos x="0" y="14"/>
                    </a:cxn>
                    <a:cxn ang="0">
                      <a:pos x="1" y="16"/>
                    </a:cxn>
                    <a:cxn ang="0">
                      <a:pos x="5" y="17"/>
                    </a:cxn>
                    <a:cxn ang="0">
                      <a:pos x="10" y="16"/>
                    </a:cxn>
                    <a:cxn ang="0">
                      <a:pos x="15" y="15"/>
                    </a:cxn>
                    <a:cxn ang="0">
                      <a:pos x="18" y="16"/>
                    </a:cxn>
                    <a:cxn ang="0">
                      <a:pos x="19" y="17"/>
                    </a:cxn>
                    <a:cxn ang="0">
                      <a:pos x="20" y="20"/>
                    </a:cxn>
                    <a:cxn ang="0">
                      <a:pos x="19" y="23"/>
                    </a:cxn>
                    <a:cxn ang="0">
                      <a:pos x="18" y="25"/>
                    </a:cxn>
                    <a:cxn ang="0">
                      <a:pos x="18" y="28"/>
                    </a:cxn>
                    <a:cxn ang="0">
                      <a:pos x="20" y="29"/>
                    </a:cxn>
                    <a:cxn ang="0">
                      <a:pos x="22" y="29"/>
                    </a:cxn>
                    <a:cxn ang="0">
                      <a:pos x="26" y="26"/>
                    </a:cxn>
                    <a:cxn ang="0">
                      <a:pos x="30" y="25"/>
                    </a:cxn>
                    <a:cxn ang="0">
                      <a:pos x="35" y="23"/>
                    </a:cxn>
                    <a:cxn ang="0">
                      <a:pos x="40" y="22"/>
                    </a:cxn>
                    <a:cxn ang="0">
                      <a:pos x="45" y="21"/>
                    </a:cxn>
                    <a:cxn ang="0">
                      <a:pos x="51" y="20"/>
                    </a:cxn>
                    <a:cxn ang="0">
                      <a:pos x="58" y="19"/>
                    </a:cxn>
                    <a:cxn ang="0">
                      <a:pos x="63" y="19"/>
                    </a:cxn>
                    <a:cxn ang="0">
                      <a:pos x="70" y="19"/>
                    </a:cxn>
                    <a:cxn ang="0">
                      <a:pos x="77" y="20"/>
                    </a:cxn>
                    <a:cxn ang="0">
                      <a:pos x="84" y="21"/>
                    </a:cxn>
                    <a:cxn ang="0">
                      <a:pos x="90" y="22"/>
                    </a:cxn>
                    <a:cxn ang="0">
                      <a:pos x="96" y="23"/>
                    </a:cxn>
                    <a:cxn ang="0">
                      <a:pos x="103" y="25"/>
                    </a:cxn>
                    <a:cxn ang="0">
                      <a:pos x="108" y="26"/>
                    </a:cxn>
                    <a:cxn ang="0">
                      <a:pos x="110" y="24"/>
                    </a:cxn>
                  </a:cxnLst>
                  <a:rect l="0" t="0" r="0" b="0"/>
                  <a:pathLst>
                    <a:path w="220" h="58">
                      <a:moveTo>
                        <a:pt x="220" y="48"/>
                      </a:moveTo>
                      <a:lnTo>
                        <a:pt x="215" y="43"/>
                      </a:lnTo>
                      <a:lnTo>
                        <a:pt x="209" y="39"/>
                      </a:lnTo>
                      <a:lnTo>
                        <a:pt x="199" y="34"/>
                      </a:lnTo>
                      <a:lnTo>
                        <a:pt x="190" y="29"/>
                      </a:lnTo>
                      <a:lnTo>
                        <a:pt x="178" y="25"/>
                      </a:lnTo>
                      <a:lnTo>
                        <a:pt x="166" y="22"/>
                      </a:lnTo>
                      <a:lnTo>
                        <a:pt x="153" y="19"/>
                      </a:lnTo>
                      <a:lnTo>
                        <a:pt x="138" y="17"/>
                      </a:lnTo>
                      <a:lnTo>
                        <a:pt x="123" y="18"/>
                      </a:lnTo>
                      <a:lnTo>
                        <a:pt x="109" y="18"/>
                      </a:lnTo>
                      <a:lnTo>
                        <a:pt x="95" y="17"/>
                      </a:lnTo>
                      <a:lnTo>
                        <a:pt x="83" y="15"/>
                      </a:lnTo>
                      <a:lnTo>
                        <a:pt x="75" y="13"/>
                      </a:lnTo>
                      <a:lnTo>
                        <a:pt x="64" y="9"/>
                      </a:lnTo>
                      <a:lnTo>
                        <a:pt x="56" y="4"/>
                      </a:lnTo>
                      <a:lnTo>
                        <a:pt x="46" y="0"/>
                      </a:lnTo>
                      <a:lnTo>
                        <a:pt x="34" y="1"/>
                      </a:lnTo>
                      <a:lnTo>
                        <a:pt x="27" y="4"/>
                      </a:lnTo>
                      <a:lnTo>
                        <a:pt x="18" y="9"/>
                      </a:lnTo>
                      <a:lnTo>
                        <a:pt x="9" y="16"/>
                      </a:lnTo>
                      <a:lnTo>
                        <a:pt x="2" y="22"/>
                      </a:lnTo>
                      <a:lnTo>
                        <a:pt x="0" y="27"/>
                      </a:lnTo>
                      <a:lnTo>
                        <a:pt x="1" y="31"/>
                      </a:lnTo>
                      <a:lnTo>
                        <a:pt x="10" y="33"/>
                      </a:lnTo>
                      <a:lnTo>
                        <a:pt x="19" y="32"/>
                      </a:lnTo>
                      <a:lnTo>
                        <a:pt x="29" y="30"/>
                      </a:lnTo>
                      <a:lnTo>
                        <a:pt x="36" y="31"/>
                      </a:lnTo>
                      <a:lnTo>
                        <a:pt x="38" y="33"/>
                      </a:lnTo>
                      <a:lnTo>
                        <a:pt x="39" y="39"/>
                      </a:lnTo>
                      <a:lnTo>
                        <a:pt x="38" y="45"/>
                      </a:lnTo>
                      <a:lnTo>
                        <a:pt x="36" y="50"/>
                      </a:lnTo>
                      <a:lnTo>
                        <a:pt x="36" y="55"/>
                      </a:lnTo>
                      <a:lnTo>
                        <a:pt x="39" y="58"/>
                      </a:lnTo>
                      <a:lnTo>
                        <a:pt x="44" y="57"/>
                      </a:lnTo>
                      <a:lnTo>
                        <a:pt x="52" y="52"/>
                      </a:lnTo>
                      <a:lnTo>
                        <a:pt x="59" y="49"/>
                      </a:lnTo>
                      <a:lnTo>
                        <a:pt x="69" y="46"/>
                      </a:lnTo>
                      <a:lnTo>
                        <a:pt x="80" y="44"/>
                      </a:lnTo>
                      <a:lnTo>
                        <a:pt x="90" y="41"/>
                      </a:lnTo>
                      <a:lnTo>
                        <a:pt x="102" y="39"/>
                      </a:lnTo>
                      <a:lnTo>
                        <a:pt x="115" y="37"/>
                      </a:lnTo>
                      <a:lnTo>
                        <a:pt x="126" y="37"/>
                      </a:lnTo>
                      <a:lnTo>
                        <a:pt x="139" y="38"/>
                      </a:lnTo>
                      <a:lnTo>
                        <a:pt x="153" y="39"/>
                      </a:lnTo>
                      <a:lnTo>
                        <a:pt x="167" y="42"/>
                      </a:lnTo>
                      <a:lnTo>
                        <a:pt x="179" y="44"/>
                      </a:lnTo>
                      <a:lnTo>
                        <a:pt x="192" y="46"/>
                      </a:lnTo>
                      <a:lnTo>
                        <a:pt x="206" y="50"/>
                      </a:lnTo>
                      <a:lnTo>
                        <a:pt x="216" y="51"/>
                      </a:lnTo>
                      <a:lnTo>
                        <a:pt x="220" y="48"/>
                      </a:lnTo>
                      <a:close/>
                    </a:path>
                  </a:pathLst>
                </a:custGeom>
                <a:solidFill>
                  <a:srgbClr val="A000A0">
                    <a:alpha val="100000"/>
                  </a:srgbClr>
                </a:solidFill>
                <a:ln w="9525">
                  <a:noFill/>
                </a:ln>
              </p:spPr>
              <p:txBody>
                <a:bodyPr/>
                <a:lstStyle/>
                <a:p>
                  <a:endParaRPr lang="zh-CN" altLang="en-US"/>
                </a:p>
              </p:txBody>
            </p:sp>
          </p:grpSp>
        </p:grpSp>
        <p:grpSp>
          <p:nvGrpSpPr>
            <p:cNvPr id="31763" name="Group 31"/>
            <p:cNvGrpSpPr/>
            <p:nvPr/>
          </p:nvGrpSpPr>
          <p:grpSpPr>
            <a:xfrm>
              <a:off x="240" y="1714"/>
              <a:ext cx="1151" cy="149"/>
              <a:chOff x="240" y="1714"/>
              <a:chExt cx="1151" cy="149"/>
            </a:xfrm>
          </p:grpSpPr>
          <p:sp>
            <p:nvSpPr>
              <p:cNvPr id="31786" name="Freeform 32"/>
              <p:cNvSpPr/>
              <p:nvPr/>
            </p:nvSpPr>
            <p:spPr>
              <a:xfrm>
                <a:off x="240" y="1714"/>
                <a:ext cx="1149" cy="149"/>
              </a:xfrm>
              <a:custGeom>
                <a:avLst/>
                <a:gdLst/>
                <a:ahLst/>
                <a:cxnLst>
                  <a:cxn ang="0">
                    <a:pos x="1143" y="21"/>
                  </a:cxn>
                  <a:cxn ang="0">
                    <a:pos x="1130" y="15"/>
                  </a:cxn>
                  <a:cxn ang="0">
                    <a:pos x="1113" y="11"/>
                  </a:cxn>
                  <a:cxn ang="0">
                    <a:pos x="1097" y="7"/>
                  </a:cxn>
                  <a:cxn ang="0">
                    <a:pos x="1081" y="4"/>
                  </a:cxn>
                  <a:cxn ang="0">
                    <a:pos x="1067" y="3"/>
                  </a:cxn>
                  <a:cxn ang="0">
                    <a:pos x="1050" y="1"/>
                  </a:cxn>
                  <a:cxn ang="0">
                    <a:pos x="1026" y="0"/>
                  </a:cxn>
                  <a:cxn ang="0">
                    <a:pos x="1002" y="1"/>
                  </a:cxn>
                  <a:cxn ang="0">
                    <a:pos x="979" y="1"/>
                  </a:cxn>
                  <a:cxn ang="0">
                    <a:pos x="955" y="2"/>
                  </a:cxn>
                  <a:cxn ang="0">
                    <a:pos x="931" y="5"/>
                  </a:cxn>
                  <a:cxn ang="0">
                    <a:pos x="901" y="10"/>
                  </a:cxn>
                  <a:cxn ang="0">
                    <a:pos x="875" y="15"/>
                  </a:cxn>
                  <a:cxn ang="0">
                    <a:pos x="847" y="20"/>
                  </a:cxn>
                  <a:cxn ang="0">
                    <a:pos x="813" y="26"/>
                  </a:cxn>
                  <a:cxn ang="0">
                    <a:pos x="772" y="32"/>
                  </a:cxn>
                  <a:cxn ang="0">
                    <a:pos x="735" y="37"/>
                  </a:cxn>
                  <a:cxn ang="0">
                    <a:pos x="698" y="41"/>
                  </a:cxn>
                  <a:cxn ang="0">
                    <a:pos x="662" y="45"/>
                  </a:cxn>
                  <a:cxn ang="0">
                    <a:pos x="62" y="47"/>
                  </a:cxn>
                  <a:cxn ang="0">
                    <a:pos x="50" y="47"/>
                  </a:cxn>
                  <a:cxn ang="0">
                    <a:pos x="36" y="49"/>
                  </a:cxn>
                  <a:cxn ang="0">
                    <a:pos x="24" y="52"/>
                  </a:cxn>
                  <a:cxn ang="0">
                    <a:pos x="14" y="56"/>
                  </a:cxn>
                  <a:cxn ang="0">
                    <a:pos x="6" y="62"/>
                  </a:cxn>
                  <a:cxn ang="0">
                    <a:pos x="1" y="69"/>
                  </a:cxn>
                  <a:cxn ang="0">
                    <a:pos x="0" y="76"/>
                  </a:cxn>
                  <a:cxn ang="0">
                    <a:pos x="1" y="81"/>
                  </a:cxn>
                  <a:cxn ang="0">
                    <a:pos x="7" y="88"/>
                  </a:cxn>
                  <a:cxn ang="0">
                    <a:pos x="15" y="93"/>
                  </a:cxn>
                  <a:cxn ang="0">
                    <a:pos x="23" y="97"/>
                  </a:cxn>
                  <a:cxn ang="0">
                    <a:pos x="36" y="100"/>
                  </a:cxn>
                  <a:cxn ang="0">
                    <a:pos x="49" y="102"/>
                  </a:cxn>
                  <a:cxn ang="0">
                    <a:pos x="62" y="102"/>
                  </a:cxn>
                  <a:cxn ang="0">
                    <a:pos x="662" y="104"/>
                  </a:cxn>
                  <a:cxn ang="0">
                    <a:pos x="699" y="107"/>
                  </a:cxn>
                  <a:cxn ang="0">
                    <a:pos x="740" y="112"/>
                  </a:cxn>
                  <a:cxn ang="0">
                    <a:pos x="778" y="116"/>
                  </a:cxn>
                  <a:cxn ang="0">
                    <a:pos x="821" y="123"/>
                  </a:cxn>
                  <a:cxn ang="0">
                    <a:pos x="860" y="130"/>
                  </a:cxn>
                  <a:cxn ang="0">
                    <a:pos x="894" y="137"/>
                  </a:cxn>
                  <a:cxn ang="0">
                    <a:pos x="926" y="143"/>
                  </a:cxn>
                  <a:cxn ang="0">
                    <a:pos x="959" y="147"/>
                  </a:cxn>
                  <a:cxn ang="0">
                    <a:pos x="987" y="149"/>
                  </a:cxn>
                  <a:cxn ang="0">
                    <a:pos x="1011" y="149"/>
                  </a:cxn>
                  <a:cxn ang="0">
                    <a:pos x="1037" y="148"/>
                  </a:cxn>
                  <a:cxn ang="0">
                    <a:pos x="1060" y="147"/>
                  </a:cxn>
                  <a:cxn ang="0">
                    <a:pos x="1084" y="143"/>
                  </a:cxn>
                  <a:cxn ang="0">
                    <a:pos x="1108" y="139"/>
                  </a:cxn>
                  <a:cxn ang="0">
                    <a:pos x="1127" y="135"/>
                  </a:cxn>
                  <a:cxn ang="0">
                    <a:pos x="1142" y="129"/>
                  </a:cxn>
                  <a:cxn ang="0">
                    <a:pos x="1149" y="25"/>
                  </a:cxn>
                </a:cxnLst>
                <a:rect l="0" t="0" r="0" b="0"/>
                <a:pathLst>
                  <a:path w="2298" h="298">
                    <a:moveTo>
                      <a:pt x="2298" y="49"/>
                    </a:moveTo>
                    <a:lnTo>
                      <a:pt x="2285" y="41"/>
                    </a:lnTo>
                    <a:lnTo>
                      <a:pt x="2274" y="36"/>
                    </a:lnTo>
                    <a:lnTo>
                      <a:pt x="2260" y="30"/>
                    </a:lnTo>
                    <a:lnTo>
                      <a:pt x="2243" y="26"/>
                    </a:lnTo>
                    <a:lnTo>
                      <a:pt x="2225" y="21"/>
                    </a:lnTo>
                    <a:lnTo>
                      <a:pt x="2211" y="17"/>
                    </a:lnTo>
                    <a:lnTo>
                      <a:pt x="2194" y="14"/>
                    </a:lnTo>
                    <a:lnTo>
                      <a:pt x="2179" y="11"/>
                    </a:lnTo>
                    <a:lnTo>
                      <a:pt x="2162" y="8"/>
                    </a:lnTo>
                    <a:lnTo>
                      <a:pt x="2148" y="6"/>
                    </a:lnTo>
                    <a:lnTo>
                      <a:pt x="2133" y="5"/>
                    </a:lnTo>
                    <a:lnTo>
                      <a:pt x="2118" y="3"/>
                    </a:lnTo>
                    <a:lnTo>
                      <a:pt x="2099" y="2"/>
                    </a:lnTo>
                    <a:lnTo>
                      <a:pt x="2076" y="1"/>
                    </a:lnTo>
                    <a:lnTo>
                      <a:pt x="2052" y="0"/>
                    </a:lnTo>
                    <a:lnTo>
                      <a:pt x="2025" y="0"/>
                    </a:lnTo>
                    <a:lnTo>
                      <a:pt x="2003" y="1"/>
                    </a:lnTo>
                    <a:lnTo>
                      <a:pt x="1981" y="2"/>
                    </a:lnTo>
                    <a:lnTo>
                      <a:pt x="1958" y="2"/>
                    </a:lnTo>
                    <a:lnTo>
                      <a:pt x="1938" y="4"/>
                    </a:lnTo>
                    <a:lnTo>
                      <a:pt x="1910" y="4"/>
                    </a:lnTo>
                    <a:lnTo>
                      <a:pt x="1885" y="6"/>
                    </a:lnTo>
                    <a:lnTo>
                      <a:pt x="1861" y="9"/>
                    </a:lnTo>
                    <a:lnTo>
                      <a:pt x="1833" y="14"/>
                    </a:lnTo>
                    <a:lnTo>
                      <a:pt x="1802" y="19"/>
                    </a:lnTo>
                    <a:lnTo>
                      <a:pt x="1772" y="26"/>
                    </a:lnTo>
                    <a:lnTo>
                      <a:pt x="1749" y="30"/>
                    </a:lnTo>
                    <a:lnTo>
                      <a:pt x="1722" y="35"/>
                    </a:lnTo>
                    <a:lnTo>
                      <a:pt x="1693" y="40"/>
                    </a:lnTo>
                    <a:lnTo>
                      <a:pt x="1661" y="45"/>
                    </a:lnTo>
                    <a:lnTo>
                      <a:pt x="1625" y="52"/>
                    </a:lnTo>
                    <a:lnTo>
                      <a:pt x="1580" y="59"/>
                    </a:lnTo>
                    <a:lnTo>
                      <a:pt x="1543" y="64"/>
                    </a:lnTo>
                    <a:lnTo>
                      <a:pt x="1507" y="68"/>
                    </a:lnTo>
                    <a:lnTo>
                      <a:pt x="1470" y="74"/>
                    </a:lnTo>
                    <a:lnTo>
                      <a:pt x="1433" y="78"/>
                    </a:lnTo>
                    <a:lnTo>
                      <a:pt x="1396" y="82"/>
                    </a:lnTo>
                    <a:lnTo>
                      <a:pt x="1360" y="87"/>
                    </a:lnTo>
                    <a:lnTo>
                      <a:pt x="1324" y="89"/>
                    </a:lnTo>
                    <a:lnTo>
                      <a:pt x="1288" y="90"/>
                    </a:lnTo>
                    <a:lnTo>
                      <a:pt x="124" y="93"/>
                    </a:lnTo>
                    <a:lnTo>
                      <a:pt x="115" y="93"/>
                    </a:lnTo>
                    <a:lnTo>
                      <a:pt x="100" y="94"/>
                    </a:lnTo>
                    <a:lnTo>
                      <a:pt x="85" y="95"/>
                    </a:lnTo>
                    <a:lnTo>
                      <a:pt x="72" y="97"/>
                    </a:lnTo>
                    <a:lnTo>
                      <a:pt x="58" y="100"/>
                    </a:lnTo>
                    <a:lnTo>
                      <a:pt x="48" y="103"/>
                    </a:lnTo>
                    <a:lnTo>
                      <a:pt x="39" y="107"/>
                    </a:lnTo>
                    <a:lnTo>
                      <a:pt x="28" y="111"/>
                    </a:lnTo>
                    <a:lnTo>
                      <a:pt x="19" y="118"/>
                    </a:lnTo>
                    <a:lnTo>
                      <a:pt x="12" y="123"/>
                    </a:lnTo>
                    <a:lnTo>
                      <a:pt x="7" y="130"/>
                    </a:lnTo>
                    <a:lnTo>
                      <a:pt x="2" y="137"/>
                    </a:lnTo>
                    <a:lnTo>
                      <a:pt x="0" y="144"/>
                    </a:lnTo>
                    <a:lnTo>
                      <a:pt x="0" y="151"/>
                    </a:lnTo>
                    <a:lnTo>
                      <a:pt x="0" y="156"/>
                    </a:lnTo>
                    <a:lnTo>
                      <a:pt x="2" y="161"/>
                    </a:lnTo>
                    <a:lnTo>
                      <a:pt x="7" y="168"/>
                    </a:lnTo>
                    <a:lnTo>
                      <a:pt x="13" y="175"/>
                    </a:lnTo>
                    <a:lnTo>
                      <a:pt x="20" y="180"/>
                    </a:lnTo>
                    <a:lnTo>
                      <a:pt x="29" y="185"/>
                    </a:lnTo>
                    <a:lnTo>
                      <a:pt x="35" y="189"/>
                    </a:lnTo>
                    <a:lnTo>
                      <a:pt x="45" y="193"/>
                    </a:lnTo>
                    <a:lnTo>
                      <a:pt x="58" y="197"/>
                    </a:lnTo>
                    <a:lnTo>
                      <a:pt x="71" y="200"/>
                    </a:lnTo>
                    <a:lnTo>
                      <a:pt x="83" y="202"/>
                    </a:lnTo>
                    <a:lnTo>
                      <a:pt x="98" y="203"/>
                    </a:lnTo>
                    <a:lnTo>
                      <a:pt x="112" y="204"/>
                    </a:lnTo>
                    <a:lnTo>
                      <a:pt x="124" y="204"/>
                    </a:lnTo>
                    <a:lnTo>
                      <a:pt x="1287" y="206"/>
                    </a:lnTo>
                    <a:lnTo>
                      <a:pt x="1324" y="208"/>
                    </a:lnTo>
                    <a:lnTo>
                      <a:pt x="1359" y="211"/>
                    </a:lnTo>
                    <a:lnTo>
                      <a:pt x="1398" y="214"/>
                    </a:lnTo>
                    <a:lnTo>
                      <a:pt x="1436" y="218"/>
                    </a:lnTo>
                    <a:lnTo>
                      <a:pt x="1480" y="223"/>
                    </a:lnTo>
                    <a:lnTo>
                      <a:pt x="1515" y="227"/>
                    </a:lnTo>
                    <a:lnTo>
                      <a:pt x="1556" y="232"/>
                    </a:lnTo>
                    <a:lnTo>
                      <a:pt x="1599" y="238"/>
                    </a:lnTo>
                    <a:lnTo>
                      <a:pt x="1641" y="245"/>
                    </a:lnTo>
                    <a:lnTo>
                      <a:pt x="1681" y="253"/>
                    </a:lnTo>
                    <a:lnTo>
                      <a:pt x="1720" y="260"/>
                    </a:lnTo>
                    <a:lnTo>
                      <a:pt x="1756" y="267"/>
                    </a:lnTo>
                    <a:lnTo>
                      <a:pt x="1787" y="274"/>
                    </a:lnTo>
                    <a:lnTo>
                      <a:pt x="1822" y="280"/>
                    </a:lnTo>
                    <a:lnTo>
                      <a:pt x="1851" y="285"/>
                    </a:lnTo>
                    <a:lnTo>
                      <a:pt x="1884" y="290"/>
                    </a:lnTo>
                    <a:lnTo>
                      <a:pt x="1918" y="293"/>
                    </a:lnTo>
                    <a:lnTo>
                      <a:pt x="1948" y="295"/>
                    </a:lnTo>
                    <a:lnTo>
                      <a:pt x="1973" y="297"/>
                    </a:lnTo>
                    <a:lnTo>
                      <a:pt x="1995" y="297"/>
                    </a:lnTo>
                    <a:lnTo>
                      <a:pt x="2022" y="298"/>
                    </a:lnTo>
                    <a:lnTo>
                      <a:pt x="2047" y="297"/>
                    </a:lnTo>
                    <a:lnTo>
                      <a:pt x="2073" y="296"/>
                    </a:lnTo>
                    <a:lnTo>
                      <a:pt x="2097" y="295"/>
                    </a:lnTo>
                    <a:lnTo>
                      <a:pt x="2119" y="293"/>
                    </a:lnTo>
                    <a:lnTo>
                      <a:pt x="2146" y="289"/>
                    </a:lnTo>
                    <a:lnTo>
                      <a:pt x="2168" y="286"/>
                    </a:lnTo>
                    <a:lnTo>
                      <a:pt x="2192" y="282"/>
                    </a:lnTo>
                    <a:lnTo>
                      <a:pt x="2215" y="278"/>
                    </a:lnTo>
                    <a:lnTo>
                      <a:pt x="2235" y="273"/>
                    </a:lnTo>
                    <a:lnTo>
                      <a:pt x="2253" y="269"/>
                    </a:lnTo>
                    <a:lnTo>
                      <a:pt x="2272" y="262"/>
                    </a:lnTo>
                    <a:lnTo>
                      <a:pt x="2283" y="257"/>
                    </a:lnTo>
                    <a:lnTo>
                      <a:pt x="2297" y="249"/>
                    </a:lnTo>
                    <a:lnTo>
                      <a:pt x="2298" y="49"/>
                    </a:lnTo>
                    <a:close/>
                  </a:path>
                </a:pathLst>
              </a:custGeom>
              <a:solidFill>
                <a:srgbClr val="0000FF">
                  <a:alpha val="100000"/>
                </a:srgbClr>
              </a:solidFill>
              <a:ln w="9525">
                <a:noFill/>
              </a:ln>
            </p:spPr>
            <p:txBody>
              <a:bodyPr/>
              <a:lstStyle/>
              <a:p>
                <a:endParaRPr lang="zh-CN" altLang="en-US"/>
              </a:p>
            </p:txBody>
          </p:sp>
          <p:sp>
            <p:nvSpPr>
              <p:cNvPr id="31787" name="Freeform 33"/>
              <p:cNvSpPr/>
              <p:nvPr/>
            </p:nvSpPr>
            <p:spPr>
              <a:xfrm>
                <a:off x="265" y="1785"/>
                <a:ext cx="1126" cy="68"/>
              </a:xfrm>
              <a:custGeom>
                <a:avLst/>
                <a:gdLst/>
                <a:ahLst/>
                <a:cxnLst>
                  <a:cxn ang="0">
                    <a:pos x="1105" y="18"/>
                  </a:cxn>
                  <a:cxn ang="0">
                    <a:pos x="1082" y="14"/>
                  </a:cxn>
                  <a:cxn ang="0">
                    <a:pos x="1060" y="17"/>
                  </a:cxn>
                  <a:cxn ang="0">
                    <a:pos x="1039" y="22"/>
                  </a:cxn>
                  <a:cxn ang="0">
                    <a:pos x="1016" y="27"/>
                  </a:cxn>
                  <a:cxn ang="0">
                    <a:pos x="993" y="25"/>
                  </a:cxn>
                  <a:cxn ang="0">
                    <a:pos x="963" y="22"/>
                  </a:cxn>
                  <a:cxn ang="0">
                    <a:pos x="928" y="18"/>
                  </a:cxn>
                  <a:cxn ang="0">
                    <a:pos x="895" y="15"/>
                  </a:cxn>
                  <a:cxn ang="0">
                    <a:pos x="865" y="15"/>
                  </a:cxn>
                  <a:cxn ang="0">
                    <a:pos x="834" y="17"/>
                  </a:cxn>
                  <a:cxn ang="0">
                    <a:pos x="801" y="11"/>
                  </a:cxn>
                  <a:cxn ang="0">
                    <a:pos x="773" y="5"/>
                  </a:cxn>
                  <a:cxn ang="0">
                    <a:pos x="745" y="0"/>
                  </a:cxn>
                  <a:cxn ang="0">
                    <a:pos x="720" y="0"/>
                  </a:cxn>
                  <a:cxn ang="0">
                    <a:pos x="691" y="2"/>
                  </a:cxn>
                  <a:cxn ang="0">
                    <a:pos x="652" y="6"/>
                  </a:cxn>
                  <a:cxn ang="0">
                    <a:pos x="581" y="7"/>
                  </a:cxn>
                  <a:cxn ang="0">
                    <a:pos x="180" y="7"/>
                  </a:cxn>
                  <a:cxn ang="0">
                    <a:pos x="39" y="7"/>
                  </a:cxn>
                  <a:cxn ang="0">
                    <a:pos x="3" y="12"/>
                  </a:cxn>
                  <a:cxn ang="0">
                    <a:pos x="2" y="17"/>
                  </a:cxn>
                  <a:cxn ang="0">
                    <a:pos x="16" y="20"/>
                  </a:cxn>
                  <a:cxn ang="0">
                    <a:pos x="418" y="22"/>
                  </a:cxn>
                  <a:cxn ang="0">
                    <a:pos x="678" y="26"/>
                  </a:cxn>
                  <a:cxn ang="0">
                    <a:pos x="709" y="29"/>
                  </a:cxn>
                  <a:cxn ang="0">
                    <a:pos x="748" y="33"/>
                  </a:cxn>
                  <a:cxn ang="0">
                    <a:pos x="782" y="39"/>
                  </a:cxn>
                  <a:cxn ang="0">
                    <a:pos x="813" y="44"/>
                  </a:cxn>
                  <a:cxn ang="0">
                    <a:pos x="844" y="50"/>
                  </a:cxn>
                  <a:cxn ang="0">
                    <a:pos x="874" y="56"/>
                  </a:cxn>
                  <a:cxn ang="0">
                    <a:pos x="903" y="60"/>
                  </a:cxn>
                  <a:cxn ang="0">
                    <a:pos x="935" y="65"/>
                  </a:cxn>
                  <a:cxn ang="0">
                    <a:pos x="967" y="67"/>
                  </a:cxn>
                  <a:cxn ang="0">
                    <a:pos x="998" y="67"/>
                  </a:cxn>
                  <a:cxn ang="0">
                    <a:pos x="1030" y="66"/>
                  </a:cxn>
                  <a:cxn ang="0">
                    <a:pos x="1060" y="63"/>
                  </a:cxn>
                  <a:cxn ang="0">
                    <a:pos x="1089" y="57"/>
                  </a:cxn>
                  <a:cxn ang="0">
                    <a:pos x="1113" y="49"/>
                  </a:cxn>
                  <a:cxn ang="0">
                    <a:pos x="1125" y="23"/>
                  </a:cxn>
                </a:cxnLst>
                <a:rect l="0" t="0" r="0" b="0"/>
                <a:pathLst>
                  <a:path w="2252" h="135">
                    <a:moveTo>
                      <a:pt x="2227" y="40"/>
                    </a:moveTo>
                    <a:lnTo>
                      <a:pt x="2209" y="35"/>
                    </a:lnTo>
                    <a:lnTo>
                      <a:pt x="2188" y="30"/>
                    </a:lnTo>
                    <a:lnTo>
                      <a:pt x="2163" y="28"/>
                    </a:lnTo>
                    <a:lnTo>
                      <a:pt x="2140" y="28"/>
                    </a:lnTo>
                    <a:lnTo>
                      <a:pt x="2119" y="33"/>
                    </a:lnTo>
                    <a:lnTo>
                      <a:pt x="2099" y="38"/>
                    </a:lnTo>
                    <a:lnTo>
                      <a:pt x="2078" y="44"/>
                    </a:lnTo>
                    <a:lnTo>
                      <a:pt x="2053" y="50"/>
                    </a:lnTo>
                    <a:lnTo>
                      <a:pt x="2032" y="53"/>
                    </a:lnTo>
                    <a:lnTo>
                      <a:pt x="2012" y="52"/>
                    </a:lnTo>
                    <a:lnTo>
                      <a:pt x="1985" y="50"/>
                    </a:lnTo>
                    <a:lnTo>
                      <a:pt x="1955" y="47"/>
                    </a:lnTo>
                    <a:lnTo>
                      <a:pt x="1925" y="44"/>
                    </a:lnTo>
                    <a:lnTo>
                      <a:pt x="1892" y="39"/>
                    </a:lnTo>
                    <a:lnTo>
                      <a:pt x="1855" y="35"/>
                    </a:lnTo>
                    <a:lnTo>
                      <a:pt x="1824" y="32"/>
                    </a:lnTo>
                    <a:lnTo>
                      <a:pt x="1790" y="30"/>
                    </a:lnTo>
                    <a:lnTo>
                      <a:pt x="1756" y="26"/>
                    </a:lnTo>
                    <a:lnTo>
                      <a:pt x="1729" y="30"/>
                    </a:lnTo>
                    <a:lnTo>
                      <a:pt x="1700" y="35"/>
                    </a:lnTo>
                    <a:lnTo>
                      <a:pt x="1668" y="33"/>
                    </a:lnTo>
                    <a:lnTo>
                      <a:pt x="1633" y="28"/>
                    </a:lnTo>
                    <a:lnTo>
                      <a:pt x="1601" y="22"/>
                    </a:lnTo>
                    <a:lnTo>
                      <a:pt x="1572" y="16"/>
                    </a:lnTo>
                    <a:lnTo>
                      <a:pt x="1545" y="10"/>
                    </a:lnTo>
                    <a:lnTo>
                      <a:pt x="1517" y="4"/>
                    </a:lnTo>
                    <a:lnTo>
                      <a:pt x="1490" y="0"/>
                    </a:lnTo>
                    <a:lnTo>
                      <a:pt x="1465" y="0"/>
                    </a:lnTo>
                    <a:lnTo>
                      <a:pt x="1440" y="0"/>
                    </a:lnTo>
                    <a:lnTo>
                      <a:pt x="1410" y="2"/>
                    </a:lnTo>
                    <a:lnTo>
                      <a:pt x="1382" y="4"/>
                    </a:lnTo>
                    <a:lnTo>
                      <a:pt x="1346" y="8"/>
                    </a:lnTo>
                    <a:lnTo>
                      <a:pt x="1303" y="12"/>
                    </a:lnTo>
                    <a:lnTo>
                      <a:pt x="1249" y="13"/>
                    </a:lnTo>
                    <a:lnTo>
                      <a:pt x="1162" y="13"/>
                    </a:lnTo>
                    <a:lnTo>
                      <a:pt x="1012" y="13"/>
                    </a:lnTo>
                    <a:lnTo>
                      <a:pt x="360" y="13"/>
                    </a:lnTo>
                    <a:lnTo>
                      <a:pt x="155" y="13"/>
                    </a:lnTo>
                    <a:lnTo>
                      <a:pt x="77" y="13"/>
                    </a:lnTo>
                    <a:lnTo>
                      <a:pt x="19" y="21"/>
                    </a:lnTo>
                    <a:lnTo>
                      <a:pt x="5" y="23"/>
                    </a:lnTo>
                    <a:lnTo>
                      <a:pt x="0" y="27"/>
                    </a:lnTo>
                    <a:lnTo>
                      <a:pt x="4" y="34"/>
                    </a:lnTo>
                    <a:lnTo>
                      <a:pt x="16" y="38"/>
                    </a:lnTo>
                    <a:lnTo>
                      <a:pt x="32" y="40"/>
                    </a:lnTo>
                    <a:lnTo>
                      <a:pt x="51" y="41"/>
                    </a:lnTo>
                    <a:lnTo>
                      <a:pt x="835" y="44"/>
                    </a:lnTo>
                    <a:lnTo>
                      <a:pt x="1325" y="48"/>
                    </a:lnTo>
                    <a:lnTo>
                      <a:pt x="1356" y="52"/>
                    </a:lnTo>
                    <a:lnTo>
                      <a:pt x="1383" y="57"/>
                    </a:lnTo>
                    <a:lnTo>
                      <a:pt x="1418" y="57"/>
                    </a:lnTo>
                    <a:lnTo>
                      <a:pt x="1454" y="61"/>
                    </a:lnTo>
                    <a:lnTo>
                      <a:pt x="1496" y="66"/>
                    </a:lnTo>
                    <a:lnTo>
                      <a:pt x="1528" y="71"/>
                    </a:lnTo>
                    <a:lnTo>
                      <a:pt x="1563" y="77"/>
                    </a:lnTo>
                    <a:lnTo>
                      <a:pt x="1594" y="81"/>
                    </a:lnTo>
                    <a:lnTo>
                      <a:pt x="1625" y="87"/>
                    </a:lnTo>
                    <a:lnTo>
                      <a:pt x="1657" y="94"/>
                    </a:lnTo>
                    <a:lnTo>
                      <a:pt x="1687" y="100"/>
                    </a:lnTo>
                    <a:lnTo>
                      <a:pt x="1720" y="106"/>
                    </a:lnTo>
                    <a:lnTo>
                      <a:pt x="1748" y="112"/>
                    </a:lnTo>
                    <a:lnTo>
                      <a:pt x="1781" y="117"/>
                    </a:lnTo>
                    <a:lnTo>
                      <a:pt x="1805" y="120"/>
                    </a:lnTo>
                    <a:lnTo>
                      <a:pt x="1837" y="125"/>
                    </a:lnTo>
                    <a:lnTo>
                      <a:pt x="1869" y="129"/>
                    </a:lnTo>
                    <a:lnTo>
                      <a:pt x="1899" y="131"/>
                    </a:lnTo>
                    <a:lnTo>
                      <a:pt x="1933" y="133"/>
                    </a:lnTo>
                    <a:lnTo>
                      <a:pt x="1966" y="135"/>
                    </a:lnTo>
                    <a:lnTo>
                      <a:pt x="1996" y="133"/>
                    </a:lnTo>
                    <a:lnTo>
                      <a:pt x="2028" y="133"/>
                    </a:lnTo>
                    <a:lnTo>
                      <a:pt x="2059" y="131"/>
                    </a:lnTo>
                    <a:lnTo>
                      <a:pt x="2090" y="129"/>
                    </a:lnTo>
                    <a:lnTo>
                      <a:pt x="2120" y="125"/>
                    </a:lnTo>
                    <a:lnTo>
                      <a:pt x="2148" y="120"/>
                    </a:lnTo>
                    <a:lnTo>
                      <a:pt x="2178" y="114"/>
                    </a:lnTo>
                    <a:lnTo>
                      <a:pt x="2199" y="106"/>
                    </a:lnTo>
                    <a:lnTo>
                      <a:pt x="2226" y="98"/>
                    </a:lnTo>
                    <a:lnTo>
                      <a:pt x="2252" y="90"/>
                    </a:lnTo>
                    <a:lnTo>
                      <a:pt x="2249" y="45"/>
                    </a:lnTo>
                    <a:lnTo>
                      <a:pt x="2227" y="40"/>
                    </a:lnTo>
                    <a:close/>
                  </a:path>
                </a:pathLst>
              </a:custGeom>
              <a:solidFill>
                <a:srgbClr val="0000A0">
                  <a:alpha val="100000"/>
                </a:srgbClr>
              </a:solidFill>
              <a:ln w="9525">
                <a:noFill/>
              </a:ln>
            </p:spPr>
            <p:txBody>
              <a:bodyPr/>
              <a:lstStyle/>
              <a:p>
                <a:endParaRPr lang="zh-CN" altLang="en-US"/>
              </a:p>
            </p:txBody>
          </p:sp>
          <p:sp>
            <p:nvSpPr>
              <p:cNvPr id="31788" name="Freeform 34"/>
              <p:cNvSpPr/>
              <p:nvPr/>
            </p:nvSpPr>
            <p:spPr>
              <a:xfrm>
                <a:off x="1057" y="1719"/>
                <a:ext cx="316" cy="27"/>
              </a:xfrm>
              <a:custGeom>
                <a:avLst/>
                <a:gdLst/>
                <a:ahLst/>
                <a:cxnLst>
                  <a:cxn ang="0">
                    <a:pos x="316" y="20"/>
                  </a:cxn>
                  <a:cxn ang="0">
                    <a:pos x="298" y="14"/>
                  </a:cxn>
                  <a:cxn ang="0">
                    <a:pos x="284" y="10"/>
                  </a:cxn>
                  <a:cxn ang="0">
                    <a:pos x="267" y="6"/>
                  </a:cxn>
                  <a:cxn ang="0">
                    <a:pos x="251" y="4"/>
                  </a:cxn>
                  <a:cxn ang="0">
                    <a:pos x="232" y="2"/>
                  </a:cxn>
                  <a:cxn ang="0">
                    <a:pos x="210" y="1"/>
                  </a:cxn>
                  <a:cxn ang="0">
                    <a:pos x="181" y="0"/>
                  </a:cxn>
                  <a:cxn ang="0">
                    <a:pos x="155" y="1"/>
                  </a:cxn>
                  <a:cxn ang="0">
                    <a:pos x="128" y="3"/>
                  </a:cxn>
                  <a:cxn ang="0">
                    <a:pos x="104" y="6"/>
                  </a:cxn>
                  <a:cxn ang="0">
                    <a:pos x="85" y="10"/>
                  </a:cxn>
                  <a:cxn ang="0">
                    <a:pos x="58" y="15"/>
                  </a:cxn>
                  <a:cxn ang="0">
                    <a:pos x="35" y="19"/>
                  </a:cxn>
                  <a:cxn ang="0">
                    <a:pos x="11" y="22"/>
                  </a:cxn>
                  <a:cxn ang="0">
                    <a:pos x="0" y="25"/>
                  </a:cxn>
                  <a:cxn ang="0">
                    <a:pos x="1" y="27"/>
                  </a:cxn>
                  <a:cxn ang="0">
                    <a:pos x="8" y="27"/>
                  </a:cxn>
                  <a:cxn ang="0">
                    <a:pos x="23" y="26"/>
                  </a:cxn>
                  <a:cxn ang="0">
                    <a:pos x="37" y="27"/>
                  </a:cxn>
                  <a:cxn ang="0">
                    <a:pos x="50" y="26"/>
                  </a:cxn>
                  <a:cxn ang="0">
                    <a:pos x="68" y="24"/>
                  </a:cxn>
                  <a:cxn ang="0">
                    <a:pos x="88" y="21"/>
                  </a:cxn>
                  <a:cxn ang="0">
                    <a:pos x="112" y="19"/>
                  </a:cxn>
                  <a:cxn ang="0">
                    <a:pos x="132" y="17"/>
                  </a:cxn>
                  <a:cxn ang="0">
                    <a:pos x="157" y="15"/>
                  </a:cxn>
                  <a:cxn ang="0">
                    <a:pos x="174" y="15"/>
                  </a:cxn>
                  <a:cxn ang="0">
                    <a:pos x="192" y="15"/>
                  </a:cxn>
                  <a:cxn ang="0">
                    <a:pos x="212" y="15"/>
                  </a:cxn>
                  <a:cxn ang="0">
                    <a:pos x="236" y="17"/>
                  </a:cxn>
                  <a:cxn ang="0">
                    <a:pos x="256" y="19"/>
                  </a:cxn>
                  <a:cxn ang="0">
                    <a:pos x="279" y="22"/>
                  </a:cxn>
                  <a:cxn ang="0">
                    <a:pos x="298" y="21"/>
                  </a:cxn>
                  <a:cxn ang="0">
                    <a:pos x="316" y="20"/>
                  </a:cxn>
                </a:cxnLst>
                <a:rect l="0" t="0" r="0" b="0"/>
                <a:pathLst>
                  <a:path w="630" h="53">
                    <a:moveTo>
                      <a:pt x="630" y="39"/>
                    </a:moveTo>
                    <a:lnTo>
                      <a:pt x="594" y="27"/>
                    </a:lnTo>
                    <a:lnTo>
                      <a:pt x="566" y="19"/>
                    </a:lnTo>
                    <a:lnTo>
                      <a:pt x="532" y="12"/>
                    </a:lnTo>
                    <a:lnTo>
                      <a:pt x="500" y="8"/>
                    </a:lnTo>
                    <a:lnTo>
                      <a:pt x="462" y="4"/>
                    </a:lnTo>
                    <a:lnTo>
                      <a:pt x="419" y="2"/>
                    </a:lnTo>
                    <a:lnTo>
                      <a:pt x="360" y="0"/>
                    </a:lnTo>
                    <a:lnTo>
                      <a:pt x="309" y="2"/>
                    </a:lnTo>
                    <a:lnTo>
                      <a:pt x="256" y="6"/>
                    </a:lnTo>
                    <a:lnTo>
                      <a:pt x="208" y="12"/>
                    </a:lnTo>
                    <a:lnTo>
                      <a:pt x="169" y="19"/>
                    </a:lnTo>
                    <a:lnTo>
                      <a:pt x="116" y="29"/>
                    </a:lnTo>
                    <a:lnTo>
                      <a:pt x="70" y="37"/>
                    </a:lnTo>
                    <a:lnTo>
                      <a:pt x="21" y="44"/>
                    </a:lnTo>
                    <a:lnTo>
                      <a:pt x="0" y="49"/>
                    </a:lnTo>
                    <a:lnTo>
                      <a:pt x="2" y="53"/>
                    </a:lnTo>
                    <a:lnTo>
                      <a:pt x="16" y="53"/>
                    </a:lnTo>
                    <a:lnTo>
                      <a:pt x="46" y="52"/>
                    </a:lnTo>
                    <a:lnTo>
                      <a:pt x="73" y="53"/>
                    </a:lnTo>
                    <a:lnTo>
                      <a:pt x="100" y="51"/>
                    </a:lnTo>
                    <a:lnTo>
                      <a:pt x="135" y="47"/>
                    </a:lnTo>
                    <a:lnTo>
                      <a:pt x="176" y="41"/>
                    </a:lnTo>
                    <a:lnTo>
                      <a:pt x="223" y="37"/>
                    </a:lnTo>
                    <a:lnTo>
                      <a:pt x="264" y="33"/>
                    </a:lnTo>
                    <a:lnTo>
                      <a:pt x="314" y="29"/>
                    </a:lnTo>
                    <a:lnTo>
                      <a:pt x="346" y="29"/>
                    </a:lnTo>
                    <a:lnTo>
                      <a:pt x="382" y="29"/>
                    </a:lnTo>
                    <a:lnTo>
                      <a:pt x="423" y="29"/>
                    </a:lnTo>
                    <a:lnTo>
                      <a:pt x="471" y="33"/>
                    </a:lnTo>
                    <a:lnTo>
                      <a:pt x="511" y="38"/>
                    </a:lnTo>
                    <a:lnTo>
                      <a:pt x="556" y="43"/>
                    </a:lnTo>
                    <a:lnTo>
                      <a:pt x="594" y="42"/>
                    </a:lnTo>
                    <a:lnTo>
                      <a:pt x="630" y="39"/>
                    </a:lnTo>
                    <a:close/>
                  </a:path>
                </a:pathLst>
              </a:custGeom>
              <a:solidFill>
                <a:srgbClr val="8080FF">
                  <a:alpha val="100000"/>
                </a:srgbClr>
              </a:solidFill>
              <a:ln w="9525">
                <a:noFill/>
              </a:ln>
            </p:spPr>
            <p:txBody>
              <a:bodyPr/>
              <a:lstStyle/>
              <a:p>
                <a:endParaRPr lang="zh-CN" altLang="en-US"/>
              </a:p>
            </p:txBody>
          </p:sp>
        </p:grpSp>
        <p:grpSp>
          <p:nvGrpSpPr>
            <p:cNvPr id="31764" name="Group 35"/>
            <p:cNvGrpSpPr/>
            <p:nvPr/>
          </p:nvGrpSpPr>
          <p:grpSpPr>
            <a:xfrm>
              <a:off x="1388" y="1737"/>
              <a:ext cx="156" cy="104"/>
              <a:chOff x="1388" y="1737"/>
              <a:chExt cx="156" cy="104"/>
            </a:xfrm>
          </p:grpSpPr>
          <p:grpSp>
            <p:nvGrpSpPr>
              <p:cNvPr id="31765" name="Group 36"/>
              <p:cNvGrpSpPr/>
              <p:nvPr/>
            </p:nvGrpSpPr>
            <p:grpSpPr>
              <a:xfrm>
                <a:off x="1388" y="1737"/>
                <a:ext cx="156" cy="104"/>
                <a:chOff x="1388" y="1737"/>
                <a:chExt cx="156" cy="104"/>
              </a:xfrm>
            </p:grpSpPr>
            <p:grpSp>
              <p:nvGrpSpPr>
                <p:cNvPr id="31770" name="Group 37"/>
                <p:cNvGrpSpPr/>
                <p:nvPr/>
              </p:nvGrpSpPr>
              <p:grpSpPr>
                <a:xfrm>
                  <a:off x="1504" y="1741"/>
                  <a:ext cx="11" cy="97"/>
                  <a:chOff x="1504" y="1741"/>
                  <a:chExt cx="11" cy="97"/>
                </a:xfrm>
              </p:grpSpPr>
              <p:sp>
                <p:nvSpPr>
                  <p:cNvPr id="31783" name="Freeform 38"/>
                  <p:cNvSpPr/>
                  <p:nvPr/>
                </p:nvSpPr>
                <p:spPr>
                  <a:xfrm>
                    <a:off x="1505" y="1741"/>
                    <a:ext cx="10" cy="97"/>
                  </a:xfrm>
                  <a:custGeom>
                    <a:avLst/>
                    <a:gdLst/>
                    <a:ahLst/>
                    <a:cxnLst>
                      <a:cxn ang="0">
                        <a:pos x="0" y="0"/>
                      </a:cxn>
                      <a:cxn ang="0">
                        <a:pos x="10" y="0"/>
                      </a:cxn>
                      <a:cxn ang="0">
                        <a:pos x="10" y="96"/>
                      </a:cxn>
                      <a:cxn ang="0">
                        <a:pos x="1" y="96"/>
                      </a:cxn>
                      <a:cxn ang="0">
                        <a:pos x="0" y="97"/>
                      </a:cxn>
                      <a:cxn ang="0">
                        <a:pos x="0" y="0"/>
                      </a:cxn>
                    </a:cxnLst>
                    <a:rect l="0" t="0" r="0" b="0"/>
                    <a:pathLst>
                      <a:path w="18" h="193">
                        <a:moveTo>
                          <a:pt x="0" y="0"/>
                        </a:moveTo>
                        <a:lnTo>
                          <a:pt x="18" y="0"/>
                        </a:lnTo>
                        <a:lnTo>
                          <a:pt x="18" y="191"/>
                        </a:lnTo>
                        <a:lnTo>
                          <a:pt x="2" y="191"/>
                        </a:lnTo>
                        <a:lnTo>
                          <a:pt x="0" y="193"/>
                        </a:lnTo>
                        <a:lnTo>
                          <a:pt x="0" y="0"/>
                        </a:lnTo>
                        <a:close/>
                      </a:path>
                    </a:pathLst>
                  </a:custGeom>
                  <a:solidFill>
                    <a:srgbClr val="008080">
                      <a:alpha val="100000"/>
                    </a:srgbClr>
                  </a:solidFill>
                  <a:ln w="9525">
                    <a:noFill/>
                  </a:ln>
                </p:spPr>
                <p:txBody>
                  <a:bodyPr/>
                  <a:lstStyle/>
                  <a:p>
                    <a:endParaRPr lang="zh-CN" altLang="en-US"/>
                  </a:p>
                </p:txBody>
              </p:sp>
              <p:sp>
                <p:nvSpPr>
                  <p:cNvPr id="31784" name="Rectangle 39"/>
                  <p:cNvSpPr/>
                  <p:nvPr/>
                </p:nvSpPr>
                <p:spPr>
                  <a:xfrm>
                    <a:off x="1504" y="1745"/>
                    <a:ext cx="11" cy="18"/>
                  </a:xfrm>
                  <a:prstGeom prst="rect">
                    <a:avLst/>
                  </a:prstGeom>
                  <a:solidFill>
                    <a:srgbClr val="00C0C0"/>
                  </a:solidFill>
                  <a:ln w="9525">
                    <a:noFill/>
                  </a:ln>
                </p:spPr>
                <p:txBody>
                  <a:bodyPr/>
                  <a:lstStyle/>
                  <a:p>
                    <a:pPr algn="ctr"/>
                    <a:endParaRPr lang="zh-CN" altLang="en-US" dirty="0">
                      <a:latin typeface="Times New Roman" panose="02020603050405020304" pitchFamily="18" charset="0"/>
                    </a:endParaRPr>
                  </a:p>
                </p:txBody>
              </p:sp>
              <p:sp>
                <p:nvSpPr>
                  <p:cNvPr id="31785" name="Rectangle 40"/>
                  <p:cNvSpPr/>
                  <p:nvPr/>
                </p:nvSpPr>
                <p:spPr>
                  <a:xfrm>
                    <a:off x="1504" y="1814"/>
                    <a:ext cx="11" cy="22"/>
                  </a:xfrm>
                  <a:prstGeom prst="rect">
                    <a:avLst/>
                  </a:prstGeom>
                  <a:solidFill>
                    <a:srgbClr val="006060"/>
                  </a:solidFill>
                  <a:ln w="9525">
                    <a:noFill/>
                  </a:ln>
                </p:spPr>
                <p:txBody>
                  <a:bodyPr/>
                  <a:lstStyle/>
                  <a:p>
                    <a:pPr algn="ctr"/>
                    <a:endParaRPr lang="zh-CN" altLang="en-US" dirty="0">
                      <a:latin typeface="Times New Roman" panose="02020603050405020304" pitchFamily="18" charset="0"/>
                    </a:endParaRPr>
                  </a:p>
                </p:txBody>
              </p:sp>
            </p:grpSp>
            <p:grpSp>
              <p:nvGrpSpPr>
                <p:cNvPr id="31771" name="Group 41"/>
                <p:cNvGrpSpPr/>
                <p:nvPr/>
              </p:nvGrpSpPr>
              <p:grpSpPr>
                <a:xfrm>
                  <a:off x="1417" y="1740"/>
                  <a:ext cx="12" cy="97"/>
                  <a:chOff x="1417" y="1740"/>
                  <a:chExt cx="12" cy="97"/>
                </a:xfrm>
              </p:grpSpPr>
              <p:sp>
                <p:nvSpPr>
                  <p:cNvPr id="31780" name="Freeform 42"/>
                  <p:cNvSpPr/>
                  <p:nvPr/>
                </p:nvSpPr>
                <p:spPr>
                  <a:xfrm>
                    <a:off x="1418" y="1740"/>
                    <a:ext cx="9" cy="97"/>
                  </a:xfrm>
                  <a:custGeom>
                    <a:avLst/>
                    <a:gdLst/>
                    <a:ahLst/>
                    <a:cxnLst>
                      <a:cxn ang="0">
                        <a:pos x="0" y="0"/>
                      </a:cxn>
                      <a:cxn ang="0">
                        <a:pos x="9" y="0"/>
                      </a:cxn>
                      <a:cxn ang="0">
                        <a:pos x="9" y="96"/>
                      </a:cxn>
                      <a:cxn ang="0">
                        <a:pos x="1" y="96"/>
                      </a:cxn>
                      <a:cxn ang="0">
                        <a:pos x="0" y="97"/>
                      </a:cxn>
                      <a:cxn ang="0">
                        <a:pos x="0" y="0"/>
                      </a:cxn>
                    </a:cxnLst>
                    <a:rect l="0" t="0" r="0" b="0"/>
                    <a:pathLst>
                      <a:path w="17" h="193">
                        <a:moveTo>
                          <a:pt x="0" y="0"/>
                        </a:moveTo>
                        <a:lnTo>
                          <a:pt x="17" y="0"/>
                        </a:lnTo>
                        <a:lnTo>
                          <a:pt x="17" y="192"/>
                        </a:lnTo>
                        <a:lnTo>
                          <a:pt x="1" y="192"/>
                        </a:lnTo>
                        <a:lnTo>
                          <a:pt x="0" y="193"/>
                        </a:lnTo>
                        <a:lnTo>
                          <a:pt x="0" y="0"/>
                        </a:lnTo>
                        <a:close/>
                      </a:path>
                    </a:pathLst>
                  </a:custGeom>
                  <a:solidFill>
                    <a:srgbClr val="008080">
                      <a:alpha val="100000"/>
                    </a:srgbClr>
                  </a:solidFill>
                  <a:ln w="9525">
                    <a:noFill/>
                  </a:ln>
                </p:spPr>
                <p:txBody>
                  <a:bodyPr/>
                  <a:lstStyle/>
                  <a:p>
                    <a:endParaRPr lang="zh-CN" altLang="en-US"/>
                  </a:p>
                </p:txBody>
              </p:sp>
              <p:sp>
                <p:nvSpPr>
                  <p:cNvPr id="31781" name="Rectangle 43"/>
                  <p:cNvSpPr/>
                  <p:nvPr/>
                </p:nvSpPr>
                <p:spPr>
                  <a:xfrm>
                    <a:off x="1418" y="1745"/>
                    <a:ext cx="11" cy="17"/>
                  </a:xfrm>
                  <a:prstGeom prst="rect">
                    <a:avLst/>
                  </a:prstGeom>
                  <a:solidFill>
                    <a:srgbClr val="00C0C0"/>
                  </a:solidFill>
                  <a:ln w="9525">
                    <a:noFill/>
                  </a:ln>
                </p:spPr>
                <p:txBody>
                  <a:bodyPr/>
                  <a:lstStyle/>
                  <a:p>
                    <a:pPr algn="ctr"/>
                    <a:endParaRPr lang="zh-CN" altLang="en-US" dirty="0">
                      <a:latin typeface="Times New Roman" panose="02020603050405020304" pitchFamily="18" charset="0"/>
                    </a:endParaRPr>
                  </a:p>
                </p:txBody>
              </p:sp>
              <p:sp>
                <p:nvSpPr>
                  <p:cNvPr id="31782" name="Rectangle 44"/>
                  <p:cNvSpPr/>
                  <p:nvPr/>
                </p:nvSpPr>
                <p:spPr>
                  <a:xfrm>
                    <a:off x="1417" y="1814"/>
                    <a:ext cx="10" cy="22"/>
                  </a:xfrm>
                  <a:prstGeom prst="rect">
                    <a:avLst/>
                  </a:prstGeom>
                  <a:solidFill>
                    <a:srgbClr val="006060"/>
                  </a:solidFill>
                  <a:ln w="9525">
                    <a:noFill/>
                  </a:ln>
                </p:spPr>
                <p:txBody>
                  <a:bodyPr/>
                  <a:lstStyle/>
                  <a:p>
                    <a:pPr algn="ctr"/>
                    <a:endParaRPr lang="zh-CN" altLang="en-US" dirty="0">
                      <a:latin typeface="Times New Roman" panose="02020603050405020304" pitchFamily="18" charset="0"/>
                    </a:endParaRPr>
                  </a:p>
                </p:txBody>
              </p:sp>
            </p:grpSp>
            <p:grpSp>
              <p:nvGrpSpPr>
                <p:cNvPr id="31772" name="Group 45"/>
                <p:cNvGrpSpPr/>
                <p:nvPr/>
              </p:nvGrpSpPr>
              <p:grpSpPr>
                <a:xfrm>
                  <a:off x="1388" y="1737"/>
                  <a:ext cx="156" cy="104"/>
                  <a:chOff x="1388" y="1737"/>
                  <a:chExt cx="156" cy="104"/>
                </a:xfrm>
              </p:grpSpPr>
              <p:sp>
                <p:nvSpPr>
                  <p:cNvPr id="31777" name="Rectangle 46"/>
                  <p:cNvSpPr/>
                  <p:nvPr/>
                </p:nvSpPr>
                <p:spPr>
                  <a:xfrm>
                    <a:off x="1388" y="1737"/>
                    <a:ext cx="30" cy="104"/>
                  </a:xfrm>
                  <a:prstGeom prst="rect">
                    <a:avLst/>
                  </a:prstGeom>
                  <a:solidFill>
                    <a:srgbClr val="40FFFF"/>
                  </a:solidFill>
                  <a:ln w="9525">
                    <a:noFill/>
                  </a:ln>
                </p:spPr>
                <p:txBody>
                  <a:bodyPr/>
                  <a:lstStyle/>
                  <a:p>
                    <a:pPr algn="ctr"/>
                    <a:endParaRPr lang="zh-CN" altLang="en-US" dirty="0">
                      <a:latin typeface="Times New Roman" panose="02020603050405020304" pitchFamily="18" charset="0"/>
                    </a:endParaRPr>
                  </a:p>
                </p:txBody>
              </p:sp>
              <p:sp>
                <p:nvSpPr>
                  <p:cNvPr id="31778" name="Rectangle 47"/>
                  <p:cNvSpPr/>
                  <p:nvPr/>
                </p:nvSpPr>
                <p:spPr>
                  <a:xfrm>
                    <a:off x="1427" y="1737"/>
                    <a:ext cx="79" cy="104"/>
                  </a:xfrm>
                  <a:prstGeom prst="rect">
                    <a:avLst/>
                  </a:prstGeom>
                  <a:solidFill>
                    <a:srgbClr val="40FFFF"/>
                  </a:solidFill>
                  <a:ln w="9525">
                    <a:noFill/>
                  </a:ln>
                </p:spPr>
                <p:txBody>
                  <a:bodyPr/>
                  <a:lstStyle/>
                  <a:p>
                    <a:pPr algn="ctr"/>
                    <a:endParaRPr lang="zh-CN" altLang="en-US" dirty="0">
                      <a:latin typeface="Times New Roman" panose="02020603050405020304" pitchFamily="18" charset="0"/>
                    </a:endParaRPr>
                  </a:p>
                </p:txBody>
              </p:sp>
              <p:sp>
                <p:nvSpPr>
                  <p:cNvPr id="31779" name="Rectangle 48"/>
                  <p:cNvSpPr/>
                  <p:nvPr/>
                </p:nvSpPr>
                <p:spPr>
                  <a:xfrm>
                    <a:off x="1514" y="1737"/>
                    <a:ext cx="30" cy="104"/>
                  </a:xfrm>
                  <a:prstGeom prst="rect">
                    <a:avLst/>
                  </a:prstGeom>
                  <a:solidFill>
                    <a:srgbClr val="40FFFF"/>
                  </a:solidFill>
                  <a:ln w="9525">
                    <a:noFill/>
                  </a:ln>
                </p:spPr>
                <p:txBody>
                  <a:bodyPr/>
                  <a:lstStyle/>
                  <a:p>
                    <a:pPr algn="ctr"/>
                    <a:endParaRPr lang="zh-CN" altLang="en-US" dirty="0">
                      <a:latin typeface="Times New Roman" panose="02020603050405020304" pitchFamily="18" charset="0"/>
                    </a:endParaRPr>
                  </a:p>
                </p:txBody>
              </p:sp>
            </p:grpSp>
            <p:grpSp>
              <p:nvGrpSpPr>
                <p:cNvPr id="31773" name="Group 49"/>
                <p:cNvGrpSpPr/>
                <p:nvPr/>
              </p:nvGrpSpPr>
              <p:grpSpPr>
                <a:xfrm>
                  <a:off x="1392" y="1746"/>
                  <a:ext cx="149" cy="13"/>
                  <a:chOff x="1392" y="1746"/>
                  <a:chExt cx="149" cy="13"/>
                </a:xfrm>
              </p:grpSpPr>
              <p:sp>
                <p:nvSpPr>
                  <p:cNvPr id="31774" name="Rectangle 50"/>
                  <p:cNvSpPr/>
                  <p:nvPr/>
                </p:nvSpPr>
                <p:spPr>
                  <a:xfrm>
                    <a:off x="1392" y="1748"/>
                    <a:ext cx="23" cy="11"/>
                  </a:xfrm>
                  <a:prstGeom prst="rect">
                    <a:avLst/>
                  </a:prstGeom>
                  <a:solidFill>
                    <a:srgbClr val="C0FFFF"/>
                  </a:solidFill>
                  <a:ln w="9525">
                    <a:noFill/>
                  </a:ln>
                </p:spPr>
                <p:txBody>
                  <a:bodyPr/>
                  <a:lstStyle/>
                  <a:p>
                    <a:pPr algn="ctr"/>
                    <a:endParaRPr lang="zh-CN" altLang="en-US" dirty="0">
                      <a:latin typeface="Times New Roman" panose="02020603050405020304" pitchFamily="18" charset="0"/>
                    </a:endParaRPr>
                  </a:p>
                </p:txBody>
              </p:sp>
              <p:sp>
                <p:nvSpPr>
                  <p:cNvPr id="31775" name="Rectangle 51"/>
                  <p:cNvSpPr/>
                  <p:nvPr/>
                </p:nvSpPr>
                <p:spPr>
                  <a:xfrm>
                    <a:off x="1517" y="1746"/>
                    <a:ext cx="24" cy="11"/>
                  </a:xfrm>
                  <a:prstGeom prst="rect">
                    <a:avLst/>
                  </a:prstGeom>
                  <a:solidFill>
                    <a:srgbClr val="C0FFFF"/>
                  </a:solidFill>
                  <a:ln w="9525">
                    <a:noFill/>
                  </a:ln>
                </p:spPr>
                <p:txBody>
                  <a:bodyPr/>
                  <a:lstStyle/>
                  <a:p>
                    <a:pPr algn="ctr"/>
                    <a:endParaRPr lang="zh-CN" altLang="en-US" dirty="0">
                      <a:latin typeface="Times New Roman" panose="02020603050405020304" pitchFamily="18" charset="0"/>
                    </a:endParaRPr>
                  </a:p>
                </p:txBody>
              </p:sp>
              <p:sp>
                <p:nvSpPr>
                  <p:cNvPr id="31776" name="Rectangle 52"/>
                  <p:cNvSpPr/>
                  <p:nvPr/>
                </p:nvSpPr>
                <p:spPr>
                  <a:xfrm>
                    <a:off x="1430" y="1747"/>
                    <a:ext cx="72" cy="10"/>
                  </a:xfrm>
                  <a:prstGeom prst="rect">
                    <a:avLst/>
                  </a:prstGeom>
                  <a:solidFill>
                    <a:srgbClr val="C0FFFF"/>
                  </a:solidFill>
                  <a:ln w="9525">
                    <a:noFill/>
                  </a:ln>
                </p:spPr>
                <p:txBody>
                  <a:bodyPr/>
                  <a:lstStyle/>
                  <a:p>
                    <a:pPr algn="ctr"/>
                    <a:endParaRPr lang="zh-CN" altLang="en-US" dirty="0">
                      <a:latin typeface="Times New Roman" panose="02020603050405020304" pitchFamily="18" charset="0"/>
                    </a:endParaRPr>
                  </a:p>
                </p:txBody>
              </p:sp>
            </p:grpSp>
          </p:grpSp>
          <p:grpSp>
            <p:nvGrpSpPr>
              <p:cNvPr id="31766" name="Group 53"/>
              <p:cNvGrpSpPr/>
              <p:nvPr/>
            </p:nvGrpSpPr>
            <p:grpSpPr>
              <a:xfrm>
                <a:off x="1390" y="1802"/>
                <a:ext cx="152" cy="37"/>
                <a:chOff x="1390" y="1802"/>
                <a:chExt cx="152" cy="37"/>
              </a:xfrm>
            </p:grpSpPr>
            <p:sp>
              <p:nvSpPr>
                <p:cNvPr id="31767" name="Freeform 54"/>
                <p:cNvSpPr/>
                <p:nvPr/>
              </p:nvSpPr>
              <p:spPr>
                <a:xfrm>
                  <a:off x="1390" y="1805"/>
                  <a:ext cx="26" cy="34"/>
                </a:xfrm>
                <a:custGeom>
                  <a:avLst/>
                  <a:gdLst/>
                  <a:ahLst/>
                  <a:cxnLst>
                    <a:cxn ang="0">
                      <a:pos x="4" y="8"/>
                    </a:cxn>
                    <a:cxn ang="0">
                      <a:pos x="7" y="6"/>
                    </a:cxn>
                    <a:cxn ang="0">
                      <a:pos x="8" y="4"/>
                    </a:cxn>
                    <a:cxn ang="0">
                      <a:pos x="10" y="2"/>
                    </a:cxn>
                    <a:cxn ang="0">
                      <a:pos x="12" y="0"/>
                    </a:cxn>
                    <a:cxn ang="0">
                      <a:pos x="14" y="0"/>
                    </a:cxn>
                    <a:cxn ang="0">
                      <a:pos x="15" y="2"/>
                    </a:cxn>
                    <a:cxn ang="0">
                      <a:pos x="13" y="5"/>
                    </a:cxn>
                    <a:cxn ang="0">
                      <a:pos x="10" y="9"/>
                    </a:cxn>
                    <a:cxn ang="0">
                      <a:pos x="9" y="12"/>
                    </a:cxn>
                    <a:cxn ang="0">
                      <a:pos x="9" y="15"/>
                    </a:cxn>
                    <a:cxn ang="0">
                      <a:pos x="11" y="16"/>
                    </a:cxn>
                    <a:cxn ang="0">
                      <a:pos x="14" y="15"/>
                    </a:cxn>
                    <a:cxn ang="0">
                      <a:pos x="17" y="13"/>
                    </a:cxn>
                    <a:cxn ang="0">
                      <a:pos x="20" y="10"/>
                    </a:cxn>
                    <a:cxn ang="0">
                      <a:pos x="23" y="10"/>
                    </a:cxn>
                    <a:cxn ang="0">
                      <a:pos x="24" y="10"/>
                    </a:cxn>
                    <a:cxn ang="0">
                      <a:pos x="24" y="13"/>
                    </a:cxn>
                    <a:cxn ang="0">
                      <a:pos x="22" y="16"/>
                    </a:cxn>
                    <a:cxn ang="0">
                      <a:pos x="20" y="19"/>
                    </a:cxn>
                    <a:cxn ang="0">
                      <a:pos x="19" y="21"/>
                    </a:cxn>
                    <a:cxn ang="0">
                      <a:pos x="19" y="23"/>
                    </a:cxn>
                    <a:cxn ang="0">
                      <a:pos x="22" y="23"/>
                    </a:cxn>
                    <a:cxn ang="0">
                      <a:pos x="25" y="21"/>
                    </a:cxn>
                    <a:cxn ang="0">
                      <a:pos x="26" y="23"/>
                    </a:cxn>
                    <a:cxn ang="0">
                      <a:pos x="25" y="27"/>
                    </a:cxn>
                    <a:cxn ang="0">
                      <a:pos x="23" y="29"/>
                    </a:cxn>
                    <a:cxn ang="0">
                      <a:pos x="23" y="32"/>
                    </a:cxn>
                    <a:cxn ang="0">
                      <a:pos x="25" y="34"/>
                    </a:cxn>
                    <a:cxn ang="0">
                      <a:pos x="19" y="34"/>
                    </a:cxn>
                    <a:cxn ang="0">
                      <a:pos x="1" y="34"/>
                    </a:cxn>
                    <a:cxn ang="0">
                      <a:pos x="3" y="30"/>
                    </a:cxn>
                    <a:cxn ang="0">
                      <a:pos x="3" y="28"/>
                    </a:cxn>
                    <a:cxn ang="0">
                      <a:pos x="3" y="26"/>
                    </a:cxn>
                    <a:cxn ang="0">
                      <a:pos x="2" y="23"/>
                    </a:cxn>
                    <a:cxn ang="0">
                      <a:pos x="0" y="21"/>
                    </a:cxn>
                    <a:cxn ang="0">
                      <a:pos x="0" y="19"/>
                    </a:cxn>
                    <a:cxn ang="0">
                      <a:pos x="3" y="17"/>
                    </a:cxn>
                    <a:cxn ang="0">
                      <a:pos x="4" y="14"/>
                    </a:cxn>
                    <a:cxn ang="0">
                      <a:pos x="4" y="11"/>
                    </a:cxn>
                    <a:cxn ang="0">
                      <a:pos x="4" y="8"/>
                    </a:cxn>
                  </a:cxnLst>
                  <a:rect l="0" t="0" r="0" b="0"/>
                  <a:pathLst>
                    <a:path w="51" h="68">
                      <a:moveTo>
                        <a:pt x="8" y="16"/>
                      </a:moveTo>
                      <a:lnTo>
                        <a:pt x="13" y="11"/>
                      </a:lnTo>
                      <a:lnTo>
                        <a:pt x="16" y="7"/>
                      </a:lnTo>
                      <a:lnTo>
                        <a:pt x="19" y="4"/>
                      </a:lnTo>
                      <a:lnTo>
                        <a:pt x="24" y="0"/>
                      </a:lnTo>
                      <a:lnTo>
                        <a:pt x="28" y="0"/>
                      </a:lnTo>
                      <a:lnTo>
                        <a:pt x="29" y="3"/>
                      </a:lnTo>
                      <a:lnTo>
                        <a:pt x="25" y="10"/>
                      </a:lnTo>
                      <a:lnTo>
                        <a:pt x="20" y="18"/>
                      </a:lnTo>
                      <a:lnTo>
                        <a:pt x="18" y="23"/>
                      </a:lnTo>
                      <a:lnTo>
                        <a:pt x="18" y="29"/>
                      </a:lnTo>
                      <a:lnTo>
                        <a:pt x="22" y="31"/>
                      </a:lnTo>
                      <a:lnTo>
                        <a:pt x="27" y="30"/>
                      </a:lnTo>
                      <a:lnTo>
                        <a:pt x="34" y="25"/>
                      </a:lnTo>
                      <a:lnTo>
                        <a:pt x="39" y="20"/>
                      </a:lnTo>
                      <a:lnTo>
                        <a:pt x="45" y="19"/>
                      </a:lnTo>
                      <a:lnTo>
                        <a:pt x="47" y="20"/>
                      </a:lnTo>
                      <a:lnTo>
                        <a:pt x="47" y="26"/>
                      </a:lnTo>
                      <a:lnTo>
                        <a:pt x="44" y="32"/>
                      </a:lnTo>
                      <a:lnTo>
                        <a:pt x="39" y="37"/>
                      </a:lnTo>
                      <a:lnTo>
                        <a:pt x="37" y="42"/>
                      </a:lnTo>
                      <a:lnTo>
                        <a:pt x="38" y="46"/>
                      </a:lnTo>
                      <a:lnTo>
                        <a:pt x="44" y="45"/>
                      </a:lnTo>
                      <a:lnTo>
                        <a:pt x="50" y="42"/>
                      </a:lnTo>
                      <a:lnTo>
                        <a:pt x="51" y="45"/>
                      </a:lnTo>
                      <a:lnTo>
                        <a:pt x="49" y="53"/>
                      </a:lnTo>
                      <a:lnTo>
                        <a:pt x="46" y="58"/>
                      </a:lnTo>
                      <a:lnTo>
                        <a:pt x="46" y="64"/>
                      </a:lnTo>
                      <a:lnTo>
                        <a:pt x="49" y="68"/>
                      </a:lnTo>
                      <a:lnTo>
                        <a:pt x="38" y="68"/>
                      </a:lnTo>
                      <a:lnTo>
                        <a:pt x="2" y="68"/>
                      </a:lnTo>
                      <a:lnTo>
                        <a:pt x="5" y="60"/>
                      </a:lnTo>
                      <a:lnTo>
                        <a:pt x="6" y="55"/>
                      </a:lnTo>
                      <a:lnTo>
                        <a:pt x="5" y="51"/>
                      </a:lnTo>
                      <a:lnTo>
                        <a:pt x="3" y="45"/>
                      </a:lnTo>
                      <a:lnTo>
                        <a:pt x="0" y="41"/>
                      </a:lnTo>
                      <a:lnTo>
                        <a:pt x="0" y="37"/>
                      </a:lnTo>
                      <a:lnTo>
                        <a:pt x="5" y="33"/>
                      </a:lnTo>
                      <a:lnTo>
                        <a:pt x="8" y="28"/>
                      </a:lnTo>
                      <a:lnTo>
                        <a:pt x="8" y="21"/>
                      </a:lnTo>
                      <a:lnTo>
                        <a:pt x="8" y="16"/>
                      </a:lnTo>
                      <a:close/>
                    </a:path>
                  </a:pathLst>
                </a:custGeom>
                <a:solidFill>
                  <a:srgbClr val="00A0A0">
                    <a:alpha val="100000"/>
                  </a:srgbClr>
                </a:solidFill>
                <a:ln w="9525">
                  <a:noFill/>
                </a:ln>
              </p:spPr>
              <p:txBody>
                <a:bodyPr/>
                <a:lstStyle/>
                <a:p>
                  <a:endParaRPr lang="zh-CN" altLang="en-US"/>
                </a:p>
              </p:txBody>
            </p:sp>
            <p:sp>
              <p:nvSpPr>
                <p:cNvPr id="31768" name="Freeform 55"/>
                <p:cNvSpPr/>
                <p:nvPr/>
              </p:nvSpPr>
              <p:spPr>
                <a:xfrm>
                  <a:off x="1428" y="1802"/>
                  <a:ext cx="76" cy="37"/>
                </a:xfrm>
                <a:custGeom>
                  <a:avLst/>
                  <a:gdLst/>
                  <a:ahLst/>
                  <a:cxnLst>
                    <a:cxn ang="0">
                      <a:pos x="6" y="15"/>
                    </a:cxn>
                    <a:cxn ang="0">
                      <a:pos x="14" y="8"/>
                    </a:cxn>
                    <a:cxn ang="0">
                      <a:pos x="19" y="4"/>
                    </a:cxn>
                    <a:cxn ang="0">
                      <a:pos x="19" y="9"/>
                    </a:cxn>
                    <a:cxn ang="0">
                      <a:pos x="14" y="15"/>
                    </a:cxn>
                    <a:cxn ang="0">
                      <a:pos x="17" y="18"/>
                    </a:cxn>
                    <a:cxn ang="0">
                      <a:pos x="22" y="14"/>
                    </a:cxn>
                    <a:cxn ang="0">
                      <a:pos x="32" y="4"/>
                    </a:cxn>
                    <a:cxn ang="0">
                      <a:pos x="38" y="0"/>
                    </a:cxn>
                    <a:cxn ang="0">
                      <a:pos x="38" y="4"/>
                    </a:cxn>
                    <a:cxn ang="0">
                      <a:pos x="36" y="8"/>
                    </a:cxn>
                    <a:cxn ang="0">
                      <a:pos x="33" y="14"/>
                    </a:cxn>
                    <a:cxn ang="0">
                      <a:pos x="35" y="15"/>
                    </a:cxn>
                    <a:cxn ang="0">
                      <a:pos x="46" y="5"/>
                    </a:cxn>
                    <a:cxn ang="0">
                      <a:pos x="50" y="2"/>
                    </a:cxn>
                    <a:cxn ang="0">
                      <a:pos x="51" y="7"/>
                    </a:cxn>
                    <a:cxn ang="0">
                      <a:pos x="48" y="13"/>
                    </a:cxn>
                    <a:cxn ang="0">
                      <a:pos x="44" y="20"/>
                    </a:cxn>
                    <a:cxn ang="0">
                      <a:pos x="44" y="26"/>
                    </a:cxn>
                    <a:cxn ang="0">
                      <a:pos x="51" y="21"/>
                    </a:cxn>
                    <a:cxn ang="0">
                      <a:pos x="58" y="12"/>
                    </a:cxn>
                    <a:cxn ang="0">
                      <a:pos x="63" y="7"/>
                    </a:cxn>
                    <a:cxn ang="0">
                      <a:pos x="66" y="8"/>
                    </a:cxn>
                    <a:cxn ang="0">
                      <a:pos x="63" y="17"/>
                    </a:cxn>
                    <a:cxn ang="0">
                      <a:pos x="60" y="26"/>
                    </a:cxn>
                    <a:cxn ang="0">
                      <a:pos x="68" y="21"/>
                    </a:cxn>
                    <a:cxn ang="0">
                      <a:pos x="73" y="17"/>
                    </a:cxn>
                    <a:cxn ang="0">
                      <a:pos x="76" y="18"/>
                    </a:cxn>
                    <a:cxn ang="0">
                      <a:pos x="75" y="25"/>
                    </a:cxn>
                    <a:cxn ang="0">
                      <a:pos x="73" y="30"/>
                    </a:cxn>
                    <a:cxn ang="0">
                      <a:pos x="70" y="35"/>
                    </a:cxn>
                    <a:cxn ang="0">
                      <a:pos x="58" y="37"/>
                    </a:cxn>
                    <a:cxn ang="0">
                      <a:pos x="0" y="37"/>
                    </a:cxn>
                    <a:cxn ang="0">
                      <a:pos x="6" y="29"/>
                    </a:cxn>
                    <a:cxn ang="0">
                      <a:pos x="7" y="23"/>
                    </a:cxn>
                    <a:cxn ang="0">
                      <a:pos x="5" y="20"/>
                    </a:cxn>
                  </a:cxnLst>
                  <a:rect l="0" t="0" r="0" b="0"/>
                  <a:pathLst>
                    <a:path w="152" h="73">
                      <a:moveTo>
                        <a:pt x="9" y="34"/>
                      </a:moveTo>
                      <a:lnTo>
                        <a:pt x="11" y="29"/>
                      </a:lnTo>
                      <a:lnTo>
                        <a:pt x="20" y="23"/>
                      </a:lnTo>
                      <a:lnTo>
                        <a:pt x="28" y="16"/>
                      </a:lnTo>
                      <a:lnTo>
                        <a:pt x="33" y="10"/>
                      </a:lnTo>
                      <a:lnTo>
                        <a:pt x="38" y="7"/>
                      </a:lnTo>
                      <a:lnTo>
                        <a:pt x="41" y="10"/>
                      </a:lnTo>
                      <a:lnTo>
                        <a:pt x="38" y="17"/>
                      </a:lnTo>
                      <a:lnTo>
                        <a:pt x="32" y="23"/>
                      </a:lnTo>
                      <a:lnTo>
                        <a:pt x="28" y="30"/>
                      </a:lnTo>
                      <a:lnTo>
                        <a:pt x="30" y="34"/>
                      </a:lnTo>
                      <a:lnTo>
                        <a:pt x="34" y="35"/>
                      </a:lnTo>
                      <a:lnTo>
                        <a:pt x="38" y="33"/>
                      </a:lnTo>
                      <a:lnTo>
                        <a:pt x="44" y="27"/>
                      </a:lnTo>
                      <a:lnTo>
                        <a:pt x="68" y="3"/>
                      </a:lnTo>
                      <a:lnTo>
                        <a:pt x="63" y="7"/>
                      </a:lnTo>
                      <a:lnTo>
                        <a:pt x="73" y="1"/>
                      </a:lnTo>
                      <a:lnTo>
                        <a:pt x="76" y="0"/>
                      </a:lnTo>
                      <a:lnTo>
                        <a:pt x="77" y="3"/>
                      </a:lnTo>
                      <a:lnTo>
                        <a:pt x="75" y="7"/>
                      </a:lnTo>
                      <a:lnTo>
                        <a:pt x="74" y="12"/>
                      </a:lnTo>
                      <a:lnTo>
                        <a:pt x="72" y="16"/>
                      </a:lnTo>
                      <a:lnTo>
                        <a:pt x="67" y="21"/>
                      </a:lnTo>
                      <a:lnTo>
                        <a:pt x="65" y="27"/>
                      </a:lnTo>
                      <a:lnTo>
                        <a:pt x="64" y="31"/>
                      </a:lnTo>
                      <a:lnTo>
                        <a:pt x="69" y="29"/>
                      </a:lnTo>
                      <a:lnTo>
                        <a:pt x="87" y="13"/>
                      </a:lnTo>
                      <a:lnTo>
                        <a:pt x="91" y="9"/>
                      </a:lnTo>
                      <a:lnTo>
                        <a:pt x="96" y="5"/>
                      </a:lnTo>
                      <a:lnTo>
                        <a:pt x="100" y="3"/>
                      </a:lnTo>
                      <a:lnTo>
                        <a:pt x="103" y="7"/>
                      </a:lnTo>
                      <a:lnTo>
                        <a:pt x="101" y="13"/>
                      </a:lnTo>
                      <a:lnTo>
                        <a:pt x="99" y="19"/>
                      </a:lnTo>
                      <a:lnTo>
                        <a:pt x="95" y="25"/>
                      </a:lnTo>
                      <a:lnTo>
                        <a:pt x="90" y="33"/>
                      </a:lnTo>
                      <a:lnTo>
                        <a:pt x="87" y="39"/>
                      </a:lnTo>
                      <a:lnTo>
                        <a:pt x="85" y="46"/>
                      </a:lnTo>
                      <a:lnTo>
                        <a:pt x="87" y="52"/>
                      </a:lnTo>
                      <a:lnTo>
                        <a:pt x="94" y="49"/>
                      </a:lnTo>
                      <a:lnTo>
                        <a:pt x="101" y="41"/>
                      </a:lnTo>
                      <a:lnTo>
                        <a:pt x="109" y="32"/>
                      </a:lnTo>
                      <a:lnTo>
                        <a:pt x="116" y="24"/>
                      </a:lnTo>
                      <a:lnTo>
                        <a:pt x="119" y="18"/>
                      </a:lnTo>
                      <a:lnTo>
                        <a:pt x="125" y="14"/>
                      </a:lnTo>
                      <a:lnTo>
                        <a:pt x="129" y="12"/>
                      </a:lnTo>
                      <a:lnTo>
                        <a:pt x="131" y="16"/>
                      </a:lnTo>
                      <a:lnTo>
                        <a:pt x="128" y="24"/>
                      </a:lnTo>
                      <a:lnTo>
                        <a:pt x="126" y="34"/>
                      </a:lnTo>
                      <a:lnTo>
                        <a:pt x="122" y="42"/>
                      </a:lnTo>
                      <a:lnTo>
                        <a:pt x="119" y="52"/>
                      </a:lnTo>
                      <a:lnTo>
                        <a:pt x="126" y="49"/>
                      </a:lnTo>
                      <a:lnTo>
                        <a:pt x="136" y="42"/>
                      </a:lnTo>
                      <a:lnTo>
                        <a:pt x="148" y="32"/>
                      </a:lnTo>
                      <a:lnTo>
                        <a:pt x="145" y="34"/>
                      </a:lnTo>
                      <a:lnTo>
                        <a:pt x="152" y="32"/>
                      </a:lnTo>
                      <a:lnTo>
                        <a:pt x="151" y="36"/>
                      </a:lnTo>
                      <a:lnTo>
                        <a:pt x="142" y="51"/>
                      </a:lnTo>
                      <a:lnTo>
                        <a:pt x="150" y="50"/>
                      </a:lnTo>
                      <a:lnTo>
                        <a:pt x="151" y="53"/>
                      </a:lnTo>
                      <a:lnTo>
                        <a:pt x="146" y="60"/>
                      </a:lnTo>
                      <a:lnTo>
                        <a:pt x="141" y="64"/>
                      </a:lnTo>
                      <a:lnTo>
                        <a:pt x="140" y="69"/>
                      </a:lnTo>
                      <a:lnTo>
                        <a:pt x="142" y="73"/>
                      </a:lnTo>
                      <a:lnTo>
                        <a:pt x="115" y="73"/>
                      </a:lnTo>
                      <a:lnTo>
                        <a:pt x="37" y="73"/>
                      </a:lnTo>
                      <a:lnTo>
                        <a:pt x="0" y="73"/>
                      </a:lnTo>
                      <a:lnTo>
                        <a:pt x="7" y="65"/>
                      </a:lnTo>
                      <a:lnTo>
                        <a:pt x="12" y="58"/>
                      </a:lnTo>
                      <a:lnTo>
                        <a:pt x="14" y="51"/>
                      </a:lnTo>
                      <a:lnTo>
                        <a:pt x="14" y="45"/>
                      </a:lnTo>
                      <a:lnTo>
                        <a:pt x="12" y="42"/>
                      </a:lnTo>
                      <a:lnTo>
                        <a:pt x="9" y="40"/>
                      </a:lnTo>
                      <a:lnTo>
                        <a:pt x="9" y="34"/>
                      </a:lnTo>
                      <a:close/>
                    </a:path>
                  </a:pathLst>
                </a:custGeom>
                <a:solidFill>
                  <a:srgbClr val="00A0A0">
                    <a:alpha val="100000"/>
                  </a:srgbClr>
                </a:solidFill>
                <a:ln w="9525">
                  <a:noFill/>
                </a:ln>
              </p:spPr>
              <p:txBody>
                <a:bodyPr/>
                <a:lstStyle/>
                <a:p>
                  <a:endParaRPr lang="zh-CN" altLang="en-US"/>
                </a:p>
              </p:txBody>
            </p:sp>
            <p:sp>
              <p:nvSpPr>
                <p:cNvPr id="31769" name="Freeform 56"/>
                <p:cNvSpPr/>
                <p:nvPr/>
              </p:nvSpPr>
              <p:spPr>
                <a:xfrm>
                  <a:off x="1516" y="1804"/>
                  <a:ext cx="26" cy="34"/>
                </a:xfrm>
                <a:custGeom>
                  <a:avLst/>
                  <a:gdLst/>
                  <a:ahLst/>
                  <a:cxnLst>
                    <a:cxn ang="0">
                      <a:pos x="5" y="8"/>
                    </a:cxn>
                    <a:cxn ang="0">
                      <a:pos x="6" y="5"/>
                    </a:cxn>
                    <a:cxn ang="0">
                      <a:pos x="8" y="3"/>
                    </a:cxn>
                    <a:cxn ang="0">
                      <a:pos x="10" y="2"/>
                    </a:cxn>
                    <a:cxn ang="0">
                      <a:pos x="12" y="0"/>
                    </a:cxn>
                    <a:cxn ang="0">
                      <a:pos x="14" y="0"/>
                    </a:cxn>
                    <a:cxn ang="0">
                      <a:pos x="14" y="2"/>
                    </a:cxn>
                    <a:cxn ang="0">
                      <a:pos x="12" y="5"/>
                    </a:cxn>
                    <a:cxn ang="0">
                      <a:pos x="11" y="9"/>
                    </a:cxn>
                    <a:cxn ang="0">
                      <a:pos x="9" y="12"/>
                    </a:cxn>
                    <a:cxn ang="0">
                      <a:pos x="9" y="15"/>
                    </a:cxn>
                    <a:cxn ang="0">
                      <a:pos x="11" y="15"/>
                    </a:cxn>
                    <a:cxn ang="0">
                      <a:pos x="13" y="15"/>
                    </a:cxn>
                    <a:cxn ang="0">
                      <a:pos x="17" y="13"/>
                    </a:cxn>
                    <a:cxn ang="0">
                      <a:pos x="20" y="10"/>
                    </a:cxn>
                    <a:cxn ang="0">
                      <a:pos x="22" y="10"/>
                    </a:cxn>
                    <a:cxn ang="0">
                      <a:pos x="24" y="10"/>
                    </a:cxn>
                    <a:cxn ang="0">
                      <a:pos x="23" y="13"/>
                    </a:cxn>
                    <a:cxn ang="0">
                      <a:pos x="22" y="16"/>
                    </a:cxn>
                    <a:cxn ang="0">
                      <a:pos x="19" y="18"/>
                    </a:cxn>
                    <a:cxn ang="0">
                      <a:pos x="18" y="21"/>
                    </a:cxn>
                    <a:cxn ang="0">
                      <a:pos x="19" y="23"/>
                    </a:cxn>
                    <a:cxn ang="0">
                      <a:pos x="22" y="23"/>
                    </a:cxn>
                    <a:cxn ang="0">
                      <a:pos x="26" y="21"/>
                    </a:cxn>
                    <a:cxn ang="0">
                      <a:pos x="26" y="23"/>
                    </a:cxn>
                    <a:cxn ang="0">
                      <a:pos x="24" y="27"/>
                    </a:cxn>
                    <a:cxn ang="0">
                      <a:pos x="23" y="29"/>
                    </a:cxn>
                    <a:cxn ang="0">
                      <a:pos x="23" y="32"/>
                    </a:cxn>
                    <a:cxn ang="0">
                      <a:pos x="25" y="34"/>
                    </a:cxn>
                    <a:cxn ang="0">
                      <a:pos x="19" y="34"/>
                    </a:cxn>
                    <a:cxn ang="0">
                      <a:pos x="1" y="34"/>
                    </a:cxn>
                    <a:cxn ang="0">
                      <a:pos x="3" y="30"/>
                    </a:cxn>
                    <a:cxn ang="0">
                      <a:pos x="3" y="28"/>
                    </a:cxn>
                    <a:cxn ang="0">
                      <a:pos x="3" y="26"/>
                    </a:cxn>
                    <a:cxn ang="0">
                      <a:pos x="1" y="23"/>
                    </a:cxn>
                    <a:cxn ang="0">
                      <a:pos x="0" y="21"/>
                    </a:cxn>
                    <a:cxn ang="0">
                      <a:pos x="0" y="18"/>
                    </a:cxn>
                    <a:cxn ang="0">
                      <a:pos x="3" y="16"/>
                    </a:cxn>
                    <a:cxn ang="0">
                      <a:pos x="5" y="14"/>
                    </a:cxn>
                    <a:cxn ang="0">
                      <a:pos x="4" y="11"/>
                    </a:cxn>
                    <a:cxn ang="0">
                      <a:pos x="5" y="8"/>
                    </a:cxn>
                  </a:cxnLst>
                  <a:rect l="0" t="0" r="0" b="0"/>
                  <a:pathLst>
                    <a:path w="52" h="67">
                      <a:moveTo>
                        <a:pt x="9" y="16"/>
                      </a:moveTo>
                      <a:lnTo>
                        <a:pt x="12" y="10"/>
                      </a:lnTo>
                      <a:lnTo>
                        <a:pt x="16" y="6"/>
                      </a:lnTo>
                      <a:lnTo>
                        <a:pt x="20" y="3"/>
                      </a:lnTo>
                      <a:lnTo>
                        <a:pt x="24" y="0"/>
                      </a:lnTo>
                      <a:lnTo>
                        <a:pt x="28" y="0"/>
                      </a:lnTo>
                      <a:lnTo>
                        <a:pt x="28" y="3"/>
                      </a:lnTo>
                      <a:lnTo>
                        <a:pt x="24" y="10"/>
                      </a:lnTo>
                      <a:lnTo>
                        <a:pt x="21" y="17"/>
                      </a:lnTo>
                      <a:lnTo>
                        <a:pt x="18" y="23"/>
                      </a:lnTo>
                      <a:lnTo>
                        <a:pt x="18" y="29"/>
                      </a:lnTo>
                      <a:lnTo>
                        <a:pt x="22" y="30"/>
                      </a:lnTo>
                      <a:lnTo>
                        <a:pt x="26" y="30"/>
                      </a:lnTo>
                      <a:lnTo>
                        <a:pt x="34" y="25"/>
                      </a:lnTo>
                      <a:lnTo>
                        <a:pt x="39" y="20"/>
                      </a:lnTo>
                      <a:lnTo>
                        <a:pt x="44" y="19"/>
                      </a:lnTo>
                      <a:lnTo>
                        <a:pt x="47" y="20"/>
                      </a:lnTo>
                      <a:lnTo>
                        <a:pt x="46" y="25"/>
                      </a:lnTo>
                      <a:lnTo>
                        <a:pt x="44" y="32"/>
                      </a:lnTo>
                      <a:lnTo>
                        <a:pt x="38" y="36"/>
                      </a:lnTo>
                      <a:lnTo>
                        <a:pt x="36" y="41"/>
                      </a:lnTo>
                      <a:lnTo>
                        <a:pt x="38" y="45"/>
                      </a:lnTo>
                      <a:lnTo>
                        <a:pt x="44" y="45"/>
                      </a:lnTo>
                      <a:lnTo>
                        <a:pt x="51" y="41"/>
                      </a:lnTo>
                      <a:lnTo>
                        <a:pt x="52" y="45"/>
                      </a:lnTo>
                      <a:lnTo>
                        <a:pt x="48" y="53"/>
                      </a:lnTo>
                      <a:lnTo>
                        <a:pt x="46" y="58"/>
                      </a:lnTo>
                      <a:lnTo>
                        <a:pt x="46" y="63"/>
                      </a:lnTo>
                      <a:lnTo>
                        <a:pt x="49" y="67"/>
                      </a:lnTo>
                      <a:lnTo>
                        <a:pt x="38" y="67"/>
                      </a:lnTo>
                      <a:lnTo>
                        <a:pt x="2" y="67"/>
                      </a:lnTo>
                      <a:lnTo>
                        <a:pt x="5" y="60"/>
                      </a:lnTo>
                      <a:lnTo>
                        <a:pt x="5" y="55"/>
                      </a:lnTo>
                      <a:lnTo>
                        <a:pt x="5" y="51"/>
                      </a:lnTo>
                      <a:lnTo>
                        <a:pt x="2" y="45"/>
                      </a:lnTo>
                      <a:lnTo>
                        <a:pt x="0" y="41"/>
                      </a:lnTo>
                      <a:lnTo>
                        <a:pt x="0" y="36"/>
                      </a:lnTo>
                      <a:lnTo>
                        <a:pt x="5" y="32"/>
                      </a:lnTo>
                      <a:lnTo>
                        <a:pt x="9" y="28"/>
                      </a:lnTo>
                      <a:lnTo>
                        <a:pt x="7" y="21"/>
                      </a:lnTo>
                      <a:lnTo>
                        <a:pt x="9" y="16"/>
                      </a:lnTo>
                      <a:close/>
                    </a:path>
                  </a:pathLst>
                </a:custGeom>
                <a:solidFill>
                  <a:srgbClr val="00A0A0">
                    <a:alpha val="100000"/>
                  </a:srgbClr>
                </a:solidFill>
                <a:ln w="9525">
                  <a:noFill/>
                </a:ln>
              </p:spPr>
              <p:txBody>
                <a:bodyPr/>
                <a:lstStyle/>
                <a:p>
                  <a:endParaRPr lang="zh-CN" altLang="en-US"/>
                </a:p>
              </p:txBody>
            </p:sp>
          </p:grpSp>
        </p:grpSp>
      </p:grpSp>
      <p:sp>
        <p:nvSpPr>
          <p:cNvPr id="31752" name="Oval 57"/>
          <p:cNvSpPr/>
          <p:nvPr/>
        </p:nvSpPr>
        <p:spPr>
          <a:xfrm>
            <a:off x="1676400" y="5448300"/>
            <a:ext cx="914400" cy="914400"/>
          </a:xfrm>
          <a:prstGeom prst="ellipse">
            <a:avLst/>
          </a:prstGeom>
          <a:solidFill>
            <a:schemeClr val="bg2"/>
          </a:solidFill>
          <a:ln w="9525" cap="flat" cmpd="sng">
            <a:solidFill>
              <a:schemeClr val="tx1"/>
            </a:solidFill>
            <a:prstDash val="solid"/>
            <a:headEnd type="none" w="med" len="med"/>
            <a:tailEnd type="none" w="med" len="med"/>
          </a:ln>
        </p:spPr>
        <p:txBody>
          <a:bodyPr wrap="none" lIns="91433" tIns="45717" rIns="91433" bIns="45717" anchor="ctr" anchorCtr="0"/>
          <a:lstStyle/>
          <a:p>
            <a:pPr algn="ctr"/>
            <a:endParaRPr lang="zh-CN" altLang="en-US" sz="2400" b="1" dirty="0">
              <a:solidFill>
                <a:schemeClr val="bg2"/>
              </a:solidFill>
              <a:latin typeface="Arial Rounded MT Bold" panose="020F0704030504030204" pitchFamily="34" charset="0"/>
            </a:endParaRPr>
          </a:p>
        </p:txBody>
      </p:sp>
      <p:sp>
        <p:nvSpPr>
          <p:cNvPr id="31753" name="Oval 58"/>
          <p:cNvSpPr/>
          <p:nvPr/>
        </p:nvSpPr>
        <p:spPr>
          <a:xfrm>
            <a:off x="2895600" y="3848100"/>
            <a:ext cx="914400" cy="914400"/>
          </a:xfrm>
          <a:prstGeom prst="ellipse">
            <a:avLst/>
          </a:prstGeom>
          <a:solidFill>
            <a:srgbClr val="FF00FF"/>
          </a:solidFill>
          <a:ln w="9525" cap="flat" cmpd="sng">
            <a:solidFill>
              <a:schemeClr val="tx1"/>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31754" name="Oval 59"/>
          <p:cNvSpPr/>
          <p:nvPr/>
        </p:nvSpPr>
        <p:spPr>
          <a:xfrm>
            <a:off x="1524000" y="2552700"/>
            <a:ext cx="914400" cy="914400"/>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cxnSp>
        <p:nvCxnSpPr>
          <p:cNvPr id="31755" name="AutoShape 60"/>
          <p:cNvCxnSpPr/>
          <p:nvPr/>
        </p:nvCxnSpPr>
        <p:spPr>
          <a:xfrm flipH="1">
            <a:off x="914400" y="3352800"/>
            <a:ext cx="714375" cy="854075"/>
          </a:xfrm>
          <a:prstGeom prst="straightConnector1">
            <a:avLst/>
          </a:prstGeom>
          <a:ln w="9525" cap="flat" cmpd="sng">
            <a:solidFill>
              <a:schemeClr val="tx1"/>
            </a:solidFill>
            <a:prstDash val="solid"/>
            <a:headEnd type="none" w="med" len="med"/>
            <a:tailEnd type="none" w="med" len="med"/>
          </a:ln>
        </p:spPr>
      </p:cxnSp>
      <p:cxnSp>
        <p:nvCxnSpPr>
          <p:cNvPr id="31756" name="AutoShape 61"/>
          <p:cNvCxnSpPr/>
          <p:nvPr/>
        </p:nvCxnSpPr>
        <p:spPr>
          <a:xfrm>
            <a:off x="2286000" y="3276600"/>
            <a:ext cx="796925" cy="692150"/>
          </a:xfrm>
          <a:prstGeom prst="straightConnector1">
            <a:avLst/>
          </a:prstGeom>
          <a:ln w="9525" cap="flat" cmpd="sng">
            <a:solidFill>
              <a:schemeClr val="tx1"/>
            </a:solidFill>
            <a:prstDash val="solid"/>
            <a:headEnd type="none" w="med" len="med"/>
            <a:tailEnd type="none" w="med" len="med"/>
          </a:ln>
        </p:spPr>
      </p:cxnSp>
      <p:cxnSp>
        <p:nvCxnSpPr>
          <p:cNvPr id="31757" name="AutoShape 62"/>
          <p:cNvCxnSpPr/>
          <p:nvPr/>
        </p:nvCxnSpPr>
        <p:spPr>
          <a:xfrm>
            <a:off x="914400" y="4876800"/>
            <a:ext cx="882650" cy="855663"/>
          </a:xfrm>
          <a:prstGeom prst="straightConnector1">
            <a:avLst/>
          </a:prstGeom>
          <a:ln w="9525" cap="flat" cmpd="sng">
            <a:solidFill>
              <a:schemeClr val="tx1"/>
            </a:solidFill>
            <a:prstDash val="solid"/>
            <a:headEnd type="none" w="med" len="med"/>
            <a:tailEnd type="none" w="med" len="med"/>
          </a:ln>
        </p:spPr>
      </p:cxnSp>
      <p:cxnSp>
        <p:nvCxnSpPr>
          <p:cNvPr id="31758" name="AutoShape 63"/>
          <p:cNvCxnSpPr/>
          <p:nvPr/>
        </p:nvCxnSpPr>
        <p:spPr>
          <a:xfrm flipH="1">
            <a:off x="2514600" y="4724400"/>
            <a:ext cx="630238" cy="1017588"/>
          </a:xfrm>
          <a:prstGeom prst="straightConnector1">
            <a:avLst/>
          </a:prstGeom>
          <a:ln w="9525" cap="flat" cmpd="sng">
            <a:solidFill>
              <a:schemeClr val="tx1"/>
            </a:solidFill>
            <a:prstDash val="solid"/>
            <a:headEnd type="none" w="med" len="med"/>
            <a:tailEnd type="none" w="med" len="med"/>
          </a:ln>
        </p:spPr>
      </p:cxnSp>
      <p:sp>
        <p:nvSpPr>
          <p:cNvPr id="31759" name="Text Box 64"/>
          <p:cNvSpPr txBox="1"/>
          <p:nvPr/>
        </p:nvSpPr>
        <p:spPr>
          <a:xfrm>
            <a:off x="4276725" y="3489325"/>
            <a:ext cx="895350" cy="1555750"/>
          </a:xfrm>
          <a:prstGeom prst="rect">
            <a:avLst/>
          </a:prstGeom>
          <a:noFill/>
          <a:ln w="9525">
            <a:noFill/>
          </a:ln>
        </p:spPr>
        <p:txBody>
          <a:bodyPr wrap="none" lIns="91433" tIns="45717" rIns="91433" bIns="45717" anchor="ctr" anchorCtr="0">
            <a:spAutoFit/>
          </a:bodyPr>
          <a:lstStyle/>
          <a:p>
            <a:pPr algn="ctr"/>
            <a:r>
              <a:rPr lang="zh-CN" altLang="en-US" sz="9600" b="1" dirty="0">
                <a:latin typeface="Arial Rounded MT Bold" panose="020F0704030504030204" pitchFamily="34" charset="0"/>
              </a:rPr>
              <a:t>=</a:t>
            </a:r>
          </a:p>
        </p:txBody>
      </p:sp>
      <p:graphicFrame>
        <p:nvGraphicFramePr>
          <p:cNvPr id="31760" name="Object 65"/>
          <p:cNvGraphicFramePr>
            <a:graphicFrameLocks noChangeAspect="1"/>
          </p:cNvGraphicFramePr>
          <p:nvPr/>
        </p:nvGraphicFramePr>
        <p:xfrm>
          <a:off x="5562600" y="1527175"/>
          <a:ext cx="3171825" cy="4999038"/>
        </p:xfrm>
        <a:graphic>
          <a:graphicData uri="http://schemas.openxmlformats.org/presentationml/2006/ole">
            <mc:AlternateContent xmlns:mc="http://schemas.openxmlformats.org/markup-compatibility/2006">
              <mc:Choice xmlns:v="urn:schemas-microsoft-com:vml" Requires="v">
                <p:oleObj r:id="rId2" imgW="2659380" imgH="4191000" progId="MS_ClipArt_Gallery.2">
                  <p:embed/>
                </p:oleObj>
              </mc:Choice>
              <mc:Fallback>
                <p:oleObj r:id="rId2" imgW="2659380" imgH="4191000" progId="MS_ClipArt_Gallery.2">
                  <p:embed/>
                  <p:pic>
                    <p:nvPicPr>
                      <p:cNvPr id="0" name="图片 3084"/>
                      <p:cNvPicPr/>
                      <p:nvPr/>
                    </p:nvPicPr>
                    <p:blipFill>
                      <a:blip r:embed="rId3"/>
                      <a:stretch>
                        <a:fillRect/>
                      </a:stretch>
                    </p:blipFill>
                    <p:spPr>
                      <a:xfrm>
                        <a:off x="5562600" y="1527175"/>
                        <a:ext cx="3171825" cy="4999038"/>
                      </a:xfrm>
                      <a:prstGeom prst="rect">
                        <a:avLst/>
                      </a:prstGeom>
                      <a:solidFill>
                        <a:schemeClr val="folHlink"/>
                      </a:solidFill>
                      <a:ln w="38100">
                        <a:noFill/>
                        <a:miter/>
                      </a:ln>
                    </p:spPr>
                  </p:pic>
                </p:oleObj>
              </mc:Fallback>
            </mc:AlternateContent>
          </a:graphicData>
        </a:graphic>
      </p:graphicFrame>
      <p:cxnSp>
        <p:nvCxnSpPr>
          <p:cNvPr id="31761" name="AutoShape 66"/>
          <p:cNvCxnSpPr/>
          <p:nvPr/>
        </p:nvCxnSpPr>
        <p:spPr>
          <a:xfrm>
            <a:off x="2057400" y="3429000"/>
            <a:ext cx="168275" cy="2112963"/>
          </a:xfrm>
          <a:prstGeom prst="straightConnector1">
            <a:avLst/>
          </a:prstGeom>
          <a:ln w="9525" cap="flat" cmpd="sng">
            <a:solidFill>
              <a:schemeClr val="tx1"/>
            </a:solidFill>
            <a:prstDash val="solid"/>
            <a:headEnd type="none" w="med" len="med"/>
            <a:tailEnd type="non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25</a:t>
            </a:fld>
            <a:endParaRPr lang="zh-CN" altLang="en-US" b="1" i="1" dirty="0">
              <a:solidFill>
                <a:schemeClr val="folHlink"/>
              </a:solidFill>
              <a:latin typeface="Arial Narrow" panose="020B0606020202030204" pitchFamily="34" charset="0"/>
            </a:endParaRPr>
          </a:p>
        </p:txBody>
      </p:sp>
      <p:sp>
        <p:nvSpPr>
          <p:cNvPr id="32771"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2772"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32773" name="Rectangle 2"/>
          <p:cNvSpPr>
            <a:spLocks noGrp="1"/>
          </p:cNvSpPr>
          <p:nvPr>
            <p:ph type="title"/>
          </p:nvPr>
        </p:nvSpPr>
        <p:spPr>
          <a:xfrm>
            <a:off x="1279208" y="477520"/>
            <a:ext cx="7793037" cy="838200"/>
          </a:xfrm>
        </p:spPr>
        <p:txBody>
          <a:bodyPr vert="horz" wrap="square" lIns="91440" tIns="45720" rIns="91440" bIns="45720" anchor="b" anchorCtr="0"/>
          <a:lstStyle/>
          <a:p>
            <a:pPr eaLnBrk="1" hangingPunct="1"/>
            <a:r>
              <a:rPr lang="en-US" altLang="zh-CN" dirty="0"/>
              <a:t>Parallel Versus Sequential Work</a:t>
            </a:r>
          </a:p>
        </p:txBody>
      </p:sp>
      <p:grpSp>
        <p:nvGrpSpPr>
          <p:cNvPr id="32774" name="Group 3"/>
          <p:cNvGrpSpPr/>
          <p:nvPr/>
        </p:nvGrpSpPr>
        <p:grpSpPr>
          <a:xfrm>
            <a:off x="228600" y="2266950"/>
            <a:ext cx="417513" cy="2152650"/>
            <a:chOff x="3570" y="897"/>
            <a:chExt cx="659" cy="2527"/>
          </a:xfrm>
        </p:grpSpPr>
        <p:sp>
          <p:nvSpPr>
            <p:cNvPr id="32901" name="Freeform 4"/>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902" name="Freeform 5"/>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903" name="Freeform 6"/>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904" name="Freeform 7"/>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905" name="Freeform 8"/>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906" name="Freeform 9"/>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75" name="Group 10"/>
          <p:cNvGrpSpPr/>
          <p:nvPr/>
        </p:nvGrpSpPr>
        <p:grpSpPr>
          <a:xfrm>
            <a:off x="515938" y="2266950"/>
            <a:ext cx="417512" cy="2152650"/>
            <a:chOff x="3570" y="897"/>
            <a:chExt cx="659" cy="2527"/>
          </a:xfrm>
        </p:grpSpPr>
        <p:sp>
          <p:nvSpPr>
            <p:cNvPr id="32895" name="Freeform 11"/>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96" name="Freeform 12"/>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97" name="Freeform 13"/>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98" name="Freeform 14"/>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99" name="Freeform 15"/>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900" name="Freeform 16"/>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76" name="Group 17"/>
          <p:cNvGrpSpPr/>
          <p:nvPr/>
        </p:nvGrpSpPr>
        <p:grpSpPr>
          <a:xfrm>
            <a:off x="847725" y="2266950"/>
            <a:ext cx="417513" cy="2152650"/>
            <a:chOff x="3570" y="897"/>
            <a:chExt cx="659" cy="2527"/>
          </a:xfrm>
        </p:grpSpPr>
        <p:sp>
          <p:nvSpPr>
            <p:cNvPr id="32889" name="Freeform 18"/>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90" name="Freeform 19"/>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91" name="Freeform 20"/>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92" name="Freeform 21"/>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93" name="Freeform 22"/>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94" name="Freeform 23"/>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77" name="Group 24"/>
          <p:cNvGrpSpPr/>
          <p:nvPr/>
        </p:nvGrpSpPr>
        <p:grpSpPr>
          <a:xfrm>
            <a:off x="1157288" y="2266950"/>
            <a:ext cx="417512" cy="2152650"/>
            <a:chOff x="3570" y="897"/>
            <a:chExt cx="659" cy="2527"/>
          </a:xfrm>
        </p:grpSpPr>
        <p:sp>
          <p:nvSpPr>
            <p:cNvPr id="32883" name="Freeform 25"/>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84" name="Freeform 26"/>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85" name="Freeform 27"/>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86" name="Freeform 28"/>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87" name="Freeform 29"/>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88" name="Freeform 30"/>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78" name="Group 31"/>
          <p:cNvGrpSpPr/>
          <p:nvPr/>
        </p:nvGrpSpPr>
        <p:grpSpPr>
          <a:xfrm>
            <a:off x="1466850" y="2266950"/>
            <a:ext cx="417513" cy="2152650"/>
            <a:chOff x="3570" y="897"/>
            <a:chExt cx="659" cy="2527"/>
          </a:xfrm>
        </p:grpSpPr>
        <p:sp>
          <p:nvSpPr>
            <p:cNvPr id="32877" name="Freeform 32"/>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78" name="Freeform 33"/>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79" name="Freeform 34"/>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80" name="Freeform 35"/>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81" name="Freeform 36"/>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82" name="Freeform 37"/>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79" name="Group 38"/>
          <p:cNvGrpSpPr/>
          <p:nvPr/>
        </p:nvGrpSpPr>
        <p:grpSpPr>
          <a:xfrm>
            <a:off x="1776413" y="2266950"/>
            <a:ext cx="417512" cy="2152650"/>
            <a:chOff x="3570" y="897"/>
            <a:chExt cx="659" cy="2527"/>
          </a:xfrm>
        </p:grpSpPr>
        <p:sp>
          <p:nvSpPr>
            <p:cNvPr id="32871" name="Freeform 39"/>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72" name="Freeform 40"/>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73" name="Freeform 41"/>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74" name="Freeform 42"/>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75" name="Freeform 43"/>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76" name="Freeform 44"/>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0" name="Group 45"/>
          <p:cNvGrpSpPr/>
          <p:nvPr/>
        </p:nvGrpSpPr>
        <p:grpSpPr>
          <a:xfrm>
            <a:off x="2087563" y="2266950"/>
            <a:ext cx="415925" cy="2152650"/>
            <a:chOff x="3570" y="897"/>
            <a:chExt cx="659" cy="2527"/>
          </a:xfrm>
        </p:grpSpPr>
        <p:sp>
          <p:nvSpPr>
            <p:cNvPr id="32865" name="Freeform 46"/>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66" name="Freeform 47"/>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67" name="Freeform 48"/>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68" name="Freeform 49"/>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69" name="Freeform 50"/>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70" name="Freeform 51"/>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1" name="Group 52"/>
          <p:cNvGrpSpPr/>
          <p:nvPr/>
        </p:nvGrpSpPr>
        <p:grpSpPr>
          <a:xfrm>
            <a:off x="2397125" y="2266950"/>
            <a:ext cx="415925" cy="2152650"/>
            <a:chOff x="3570" y="897"/>
            <a:chExt cx="659" cy="2527"/>
          </a:xfrm>
        </p:grpSpPr>
        <p:sp>
          <p:nvSpPr>
            <p:cNvPr id="32859" name="Freeform 53"/>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60" name="Freeform 54"/>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61" name="Freeform 55"/>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62" name="Freeform 56"/>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63" name="Freeform 57"/>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64" name="Freeform 58"/>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2" name="Group 59"/>
          <p:cNvGrpSpPr/>
          <p:nvPr/>
        </p:nvGrpSpPr>
        <p:grpSpPr>
          <a:xfrm>
            <a:off x="2706688" y="2266950"/>
            <a:ext cx="417512" cy="2152650"/>
            <a:chOff x="3570" y="897"/>
            <a:chExt cx="659" cy="2527"/>
          </a:xfrm>
        </p:grpSpPr>
        <p:sp>
          <p:nvSpPr>
            <p:cNvPr id="32853" name="Freeform 60"/>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54" name="Freeform 61"/>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55" name="Freeform 62"/>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56" name="Freeform 63"/>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57" name="Freeform 64"/>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58" name="Freeform 65"/>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3" name="Group 66"/>
          <p:cNvGrpSpPr/>
          <p:nvPr/>
        </p:nvGrpSpPr>
        <p:grpSpPr>
          <a:xfrm>
            <a:off x="3014663" y="2266950"/>
            <a:ext cx="417512" cy="2152650"/>
            <a:chOff x="3570" y="897"/>
            <a:chExt cx="659" cy="2527"/>
          </a:xfrm>
        </p:grpSpPr>
        <p:sp>
          <p:nvSpPr>
            <p:cNvPr id="32847" name="Freeform 67"/>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48" name="Freeform 68"/>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49" name="Freeform 69"/>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50" name="Freeform 70"/>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51" name="Freeform 71"/>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52" name="Freeform 72"/>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4" name="Group 73"/>
          <p:cNvGrpSpPr/>
          <p:nvPr/>
        </p:nvGrpSpPr>
        <p:grpSpPr>
          <a:xfrm>
            <a:off x="3325813" y="2266950"/>
            <a:ext cx="417512" cy="2152650"/>
            <a:chOff x="3570" y="897"/>
            <a:chExt cx="659" cy="2527"/>
          </a:xfrm>
        </p:grpSpPr>
        <p:sp>
          <p:nvSpPr>
            <p:cNvPr id="32841" name="Freeform 74"/>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42" name="Freeform 75"/>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43" name="Freeform 76"/>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44" name="Freeform 77"/>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45" name="Freeform 78"/>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46" name="Freeform 79"/>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5" name="Group 80"/>
          <p:cNvGrpSpPr/>
          <p:nvPr/>
        </p:nvGrpSpPr>
        <p:grpSpPr>
          <a:xfrm>
            <a:off x="3633788" y="2266950"/>
            <a:ext cx="417512" cy="2152650"/>
            <a:chOff x="3570" y="897"/>
            <a:chExt cx="659" cy="2527"/>
          </a:xfrm>
        </p:grpSpPr>
        <p:sp>
          <p:nvSpPr>
            <p:cNvPr id="32835" name="Freeform 81"/>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36" name="Freeform 82"/>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37" name="Freeform 83"/>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38" name="Freeform 84"/>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39" name="Freeform 85"/>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40" name="Freeform 86"/>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6" name="Group 87"/>
          <p:cNvGrpSpPr/>
          <p:nvPr/>
        </p:nvGrpSpPr>
        <p:grpSpPr>
          <a:xfrm>
            <a:off x="3944938" y="2266950"/>
            <a:ext cx="417512" cy="2152650"/>
            <a:chOff x="3570" y="897"/>
            <a:chExt cx="659" cy="2527"/>
          </a:xfrm>
        </p:grpSpPr>
        <p:sp>
          <p:nvSpPr>
            <p:cNvPr id="32829" name="Freeform 88"/>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30" name="Freeform 89"/>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31" name="Freeform 90"/>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32" name="Freeform 91"/>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33" name="Freeform 92"/>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34" name="Freeform 93"/>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7" name="Group 94"/>
          <p:cNvGrpSpPr/>
          <p:nvPr/>
        </p:nvGrpSpPr>
        <p:grpSpPr>
          <a:xfrm>
            <a:off x="4254500" y="2266950"/>
            <a:ext cx="415925" cy="2152650"/>
            <a:chOff x="3570" y="897"/>
            <a:chExt cx="659" cy="2527"/>
          </a:xfrm>
        </p:grpSpPr>
        <p:sp>
          <p:nvSpPr>
            <p:cNvPr id="32823" name="Freeform 95"/>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24" name="Freeform 96"/>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25" name="Freeform 97"/>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26" name="Freeform 98"/>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27" name="Freeform 99"/>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28" name="Freeform 100"/>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8" name="Group 101"/>
          <p:cNvGrpSpPr/>
          <p:nvPr/>
        </p:nvGrpSpPr>
        <p:grpSpPr>
          <a:xfrm>
            <a:off x="4565650" y="2266950"/>
            <a:ext cx="415925" cy="2152650"/>
            <a:chOff x="3570" y="897"/>
            <a:chExt cx="659" cy="2527"/>
          </a:xfrm>
        </p:grpSpPr>
        <p:sp>
          <p:nvSpPr>
            <p:cNvPr id="32817" name="Freeform 102"/>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18" name="Freeform 103"/>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19" name="Freeform 104"/>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20" name="Freeform 105"/>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21" name="Freeform 106"/>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22" name="Freeform 107"/>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89" name="Group 108"/>
          <p:cNvGrpSpPr/>
          <p:nvPr/>
        </p:nvGrpSpPr>
        <p:grpSpPr>
          <a:xfrm>
            <a:off x="4873625" y="2266950"/>
            <a:ext cx="417513" cy="2152650"/>
            <a:chOff x="3570" y="897"/>
            <a:chExt cx="659" cy="2527"/>
          </a:xfrm>
        </p:grpSpPr>
        <p:sp>
          <p:nvSpPr>
            <p:cNvPr id="32811" name="Freeform 109"/>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12" name="Freeform 110"/>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13" name="Freeform 111"/>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14" name="Freeform 112"/>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15" name="Freeform 113"/>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16" name="Freeform 114"/>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90" name="Group 115"/>
          <p:cNvGrpSpPr/>
          <p:nvPr/>
        </p:nvGrpSpPr>
        <p:grpSpPr>
          <a:xfrm>
            <a:off x="5184775" y="2266950"/>
            <a:ext cx="417513" cy="2152650"/>
            <a:chOff x="3570" y="897"/>
            <a:chExt cx="659" cy="2527"/>
          </a:xfrm>
        </p:grpSpPr>
        <p:sp>
          <p:nvSpPr>
            <p:cNvPr id="32805" name="Freeform 116"/>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06" name="Freeform 117"/>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07" name="Freeform 118"/>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08" name="Freeform 119"/>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09" name="Freeform 120"/>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10" name="Freeform 121"/>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91" name="Group 122"/>
          <p:cNvGrpSpPr/>
          <p:nvPr/>
        </p:nvGrpSpPr>
        <p:grpSpPr>
          <a:xfrm>
            <a:off x="5492750" y="2266950"/>
            <a:ext cx="417513" cy="2152650"/>
            <a:chOff x="3570" y="897"/>
            <a:chExt cx="659" cy="2527"/>
          </a:xfrm>
        </p:grpSpPr>
        <p:sp>
          <p:nvSpPr>
            <p:cNvPr id="32799" name="Freeform 123"/>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800" name="Freeform 124"/>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801" name="Freeform 125"/>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802" name="Freeform 126"/>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803" name="Freeform 127"/>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804" name="Freeform 128"/>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grpSp>
        <p:nvGrpSpPr>
          <p:cNvPr id="32792" name="Group 129"/>
          <p:cNvGrpSpPr/>
          <p:nvPr/>
        </p:nvGrpSpPr>
        <p:grpSpPr>
          <a:xfrm flipH="1">
            <a:off x="7412038" y="4214813"/>
            <a:ext cx="417512" cy="2154237"/>
            <a:chOff x="3570" y="897"/>
            <a:chExt cx="659" cy="2527"/>
          </a:xfrm>
        </p:grpSpPr>
        <p:sp>
          <p:nvSpPr>
            <p:cNvPr id="32793" name="Freeform 130"/>
            <p:cNvSpPr/>
            <p:nvPr/>
          </p:nvSpPr>
          <p:spPr>
            <a:xfrm>
              <a:off x="3765" y="897"/>
              <a:ext cx="426" cy="547"/>
            </a:xfrm>
            <a:custGeom>
              <a:avLst/>
              <a:gdLst/>
              <a:ahLst/>
              <a:cxnLst>
                <a:cxn ang="0">
                  <a:pos x="0" y="230"/>
                </a:cxn>
                <a:cxn ang="0">
                  <a:pos x="31" y="118"/>
                </a:cxn>
                <a:cxn ang="0">
                  <a:pos x="71" y="61"/>
                </a:cxn>
                <a:cxn ang="0">
                  <a:pos x="122" y="20"/>
                </a:cxn>
                <a:cxn ang="0">
                  <a:pos x="173" y="0"/>
                </a:cxn>
                <a:cxn ang="0">
                  <a:pos x="241" y="6"/>
                </a:cxn>
                <a:cxn ang="0">
                  <a:pos x="285" y="51"/>
                </a:cxn>
                <a:cxn ang="0">
                  <a:pos x="325" y="132"/>
                </a:cxn>
                <a:cxn ang="0">
                  <a:pos x="342" y="240"/>
                </a:cxn>
                <a:cxn ang="0">
                  <a:pos x="342" y="364"/>
                </a:cxn>
                <a:cxn ang="0">
                  <a:pos x="423" y="448"/>
                </a:cxn>
                <a:cxn ang="0">
                  <a:pos x="426" y="486"/>
                </a:cxn>
                <a:cxn ang="0">
                  <a:pos x="413" y="489"/>
                </a:cxn>
                <a:cxn ang="0">
                  <a:pos x="335" y="414"/>
                </a:cxn>
                <a:cxn ang="0">
                  <a:pos x="312" y="469"/>
                </a:cxn>
                <a:cxn ang="0">
                  <a:pos x="265" y="516"/>
                </a:cxn>
                <a:cxn ang="0">
                  <a:pos x="221" y="540"/>
                </a:cxn>
                <a:cxn ang="0">
                  <a:pos x="149" y="547"/>
                </a:cxn>
                <a:cxn ang="0">
                  <a:pos x="58" y="509"/>
                </a:cxn>
                <a:cxn ang="0">
                  <a:pos x="17" y="428"/>
                </a:cxn>
                <a:cxn ang="0">
                  <a:pos x="0" y="347"/>
                </a:cxn>
                <a:cxn ang="0">
                  <a:pos x="0" y="230"/>
                </a:cxn>
              </a:cxnLst>
              <a:rect l="0" t="0" r="0" b="0"/>
              <a:pathLst>
                <a:path w="426" h="547">
                  <a:moveTo>
                    <a:pt x="0" y="230"/>
                  </a:moveTo>
                  <a:lnTo>
                    <a:pt x="31" y="118"/>
                  </a:lnTo>
                  <a:lnTo>
                    <a:pt x="71" y="61"/>
                  </a:lnTo>
                  <a:lnTo>
                    <a:pt x="122" y="20"/>
                  </a:lnTo>
                  <a:lnTo>
                    <a:pt x="173" y="0"/>
                  </a:lnTo>
                  <a:lnTo>
                    <a:pt x="241" y="6"/>
                  </a:lnTo>
                  <a:lnTo>
                    <a:pt x="285" y="51"/>
                  </a:lnTo>
                  <a:lnTo>
                    <a:pt x="325" y="132"/>
                  </a:lnTo>
                  <a:lnTo>
                    <a:pt x="342" y="240"/>
                  </a:lnTo>
                  <a:lnTo>
                    <a:pt x="342" y="364"/>
                  </a:lnTo>
                  <a:lnTo>
                    <a:pt x="423" y="448"/>
                  </a:lnTo>
                  <a:lnTo>
                    <a:pt x="426" y="486"/>
                  </a:lnTo>
                  <a:lnTo>
                    <a:pt x="413" y="489"/>
                  </a:lnTo>
                  <a:lnTo>
                    <a:pt x="335" y="414"/>
                  </a:lnTo>
                  <a:lnTo>
                    <a:pt x="312" y="469"/>
                  </a:lnTo>
                  <a:lnTo>
                    <a:pt x="265" y="516"/>
                  </a:lnTo>
                  <a:lnTo>
                    <a:pt x="221" y="540"/>
                  </a:lnTo>
                  <a:lnTo>
                    <a:pt x="149" y="547"/>
                  </a:lnTo>
                  <a:lnTo>
                    <a:pt x="58" y="509"/>
                  </a:lnTo>
                  <a:lnTo>
                    <a:pt x="17" y="428"/>
                  </a:lnTo>
                  <a:lnTo>
                    <a:pt x="0" y="347"/>
                  </a:lnTo>
                  <a:lnTo>
                    <a:pt x="0" y="230"/>
                  </a:lnTo>
                  <a:close/>
                </a:path>
              </a:pathLst>
            </a:custGeom>
            <a:solidFill>
              <a:schemeClr val="folHlink">
                <a:alpha val="100000"/>
              </a:schemeClr>
            </a:solidFill>
            <a:ln w="9525">
              <a:noFill/>
            </a:ln>
          </p:spPr>
          <p:txBody>
            <a:bodyPr/>
            <a:lstStyle/>
            <a:p>
              <a:endParaRPr lang="zh-CN" altLang="en-US"/>
            </a:p>
          </p:txBody>
        </p:sp>
        <p:sp>
          <p:nvSpPr>
            <p:cNvPr id="32794" name="Freeform 131"/>
            <p:cNvSpPr/>
            <p:nvPr/>
          </p:nvSpPr>
          <p:spPr>
            <a:xfrm>
              <a:off x="3721" y="1485"/>
              <a:ext cx="380" cy="880"/>
            </a:xfrm>
            <a:custGeom>
              <a:avLst/>
              <a:gdLst/>
              <a:ahLst/>
              <a:cxnLst>
                <a:cxn ang="0">
                  <a:pos x="55" y="57"/>
                </a:cxn>
                <a:cxn ang="0">
                  <a:pos x="102" y="20"/>
                </a:cxn>
                <a:cxn ang="0">
                  <a:pos x="156" y="6"/>
                </a:cxn>
                <a:cxn ang="0">
                  <a:pos x="207" y="0"/>
                </a:cxn>
                <a:cxn ang="0">
                  <a:pos x="276" y="10"/>
                </a:cxn>
                <a:cxn ang="0">
                  <a:pos x="350" y="57"/>
                </a:cxn>
                <a:cxn ang="0">
                  <a:pos x="380" y="141"/>
                </a:cxn>
                <a:cxn ang="0">
                  <a:pos x="380" y="270"/>
                </a:cxn>
                <a:cxn ang="0">
                  <a:pos x="377" y="393"/>
                </a:cxn>
                <a:cxn ang="0">
                  <a:pos x="340" y="579"/>
                </a:cxn>
                <a:cxn ang="0">
                  <a:pos x="309" y="731"/>
                </a:cxn>
                <a:cxn ang="0">
                  <a:pos x="276" y="829"/>
                </a:cxn>
                <a:cxn ang="0">
                  <a:pos x="204" y="880"/>
                </a:cxn>
                <a:cxn ang="0">
                  <a:pos x="102" y="869"/>
                </a:cxn>
                <a:cxn ang="0">
                  <a:pos x="51" y="792"/>
                </a:cxn>
                <a:cxn ang="0">
                  <a:pos x="21" y="677"/>
                </a:cxn>
                <a:cxn ang="0">
                  <a:pos x="4" y="548"/>
                </a:cxn>
                <a:cxn ang="0">
                  <a:pos x="0" y="354"/>
                </a:cxn>
                <a:cxn ang="0">
                  <a:pos x="14" y="219"/>
                </a:cxn>
                <a:cxn ang="0">
                  <a:pos x="34" y="98"/>
                </a:cxn>
                <a:cxn ang="0">
                  <a:pos x="55" y="57"/>
                </a:cxn>
              </a:cxnLst>
              <a:rect l="0" t="0" r="0" b="0"/>
              <a:pathLst>
                <a:path w="380" h="880">
                  <a:moveTo>
                    <a:pt x="55" y="57"/>
                  </a:moveTo>
                  <a:lnTo>
                    <a:pt x="102" y="20"/>
                  </a:lnTo>
                  <a:lnTo>
                    <a:pt x="156" y="6"/>
                  </a:lnTo>
                  <a:lnTo>
                    <a:pt x="207" y="0"/>
                  </a:lnTo>
                  <a:lnTo>
                    <a:pt x="276" y="10"/>
                  </a:lnTo>
                  <a:lnTo>
                    <a:pt x="350" y="57"/>
                  </a:lnTo>
                  <a:lnTo>
                    <a:pt x="380" y="141"/>
                  </a:lnTo>
                  <a:lnTo>
                    <a:pt x="380" y="270"/>
                  </a:lnTo>
                  <a:lnTo>
                    <a:pt x="377" y="393"/>
                  </a:lnTo>
                  <a:lnTo>
                    <a:pt x="340" y="579"/>
                  </a:lnTo>
                  <a:lnTo>
                    <a:pt x="309" y="731"/>
                  </a:lnTo>
                  <a:lnTo>
                    <a:pt x="276" y="829"/>
                  </a:lnTo>
                  <a:lnTo>
                    <a:pt x="204" y="880"/>
                  </a:lnTo>
                  <a:lnTo>
                    <a:pt x="102" y="869"/>
                  </a:lnTo>
                  <a:lnTo>
                    <a:pt x="51" y="792"/>
                  </a:lnTo>
                  <a:lnTo>
                    <a:pt x="21" y="677"/>
                  </a:lnTo>
                  <a:lnTo>
                    <a:pt x="4" y="548"/>
                  </a:lnTo>
                  <a:lnTo>
                    <a:pt x="0" y="354"/>
                  </a:lnTo>
                  <a:lnTo>
                    <a:pt x="14" y="219"/>
                  </a:lnTo>
                  <a:lnTo>
                    <a:pt x="34" y="98"/>
                  </a:lnTo>
                  <a:lnTo>
                    <a:pt x="55" y="57"/>
                  </a:lnTo>
                  <a:close/>
                </a:path>
              </a:pathLst>
            </a:custGeom>
            <a:solidFill>
              <a:schemeClr val="folHlink">
                <a:alpha val="100000"/>
              </a:schemeClr>
            </a:solidFill>
            <a:ln w="9525">
              <a:noFill/>
            </a:ln>
          </p:spPr>
          <p:txBody>
            <a:bodyPr/>
            <a:lstStyle/>
            <a:p>
              <a:endParaRPr lang="zh-CN" altLang="en-US"/>
            </a:p>
          </p:txBody>
        </p:sp>
        <p:sp>
          <p:nvSpPr>
            <p:cNvPr id="32795" name="Freeform 132"/>
            <p:cNvSpPr/>
            <p:nvPr/>
          </p:nvSpPr>
          <p:spPr>
            <a:xfrm>
              <a:off x="3570" y="1484"/>
              <a:ext cx="223" cy="1084"/>
            </a:xfrm>
            <a:custGeom>
              <a:avLst/>
              <a:gdLst/>
              <a:ahLst/>
              <a:cxnLst>
                <a:cxn ang="0">
                  <a:pos x="152" y="7"/>
                </a:cxn>
                <a:cxn ang="0">
                  <a:pos x="206" y="0"/>
                </a:cxn>
                <a:cxn ang="0">
                  <a:pos x="223" y="48"/>
                </a:cxn>
                <a:cxn ang="0">
                  <a:pos x="195" y="109"/>
                </a:cxn>
                <a:cxn ang="0">
                  <a:pos x="155" y="142"/>
                </a:cxn>
                <a:cxn ang="0">
                  <a:pos x="121" y="223"/>
                </a:cxn>
                <a:cxn ang="0">
                  <a:pos x="81" y="332"/>
                </a:cxn>
                <a:cxn ang="0">
                  <a:pos x="64" y="434"/>
                </a:cxn>
                <a:cxn ang="0">
                  <a:pos x="54" y="606"/>
                </a:cxn>
                <a:cxn ang="0">
                  <a:pos x="64" y="768"/>
                </a:cxn>
                <a:cxn ang="0">
                  <a:pos x="84" y="843"/>
                </a:cxn>
                <a:cxn ang="0">
                  <a:pos x="70" y="924"/>
                </a:cxn>
                <a:cxn ang="0">
                  <a:pos x="54" y="985"/>
                </a:cxn>
                <a:cxn ang="0">
                  <a:pos x="60" y="1084"/>
                </a:cxn>
                <a:cxn ang="0">
                  <a:pos x="33" y="1077"/>
                </a:cxn>
                <a:cxn ang="0">
                  <a:pos x="10" y="996"/>
                </a:cxn>
                <a:cxn ang="0">
                  <a:pos x="0" y="924"/>
                </a:cxn>
                <a:cxn ang="0">
                  <a:pos x="30" y="829"/>
                </a:cxn>
                <a:cxn ang="0">
                  <a:pos x="20" y="741"/>
                </a:cxn>
                <a:cxn ang="0">
                  <a:pos x="10" y="599"/>
                </a:cxn>
                <a:cxn ang="0">
                  <a:pos x="10" y="427"/>
                </a:cxn>
                <a:cxn ang="0">
                  <a:pos x="30" y="244"/>
                </a:cxn>
                <a:cxn ang="0">
                  <a:pos x="64" y="109"/>
                </a:cxn>
                <a:cxn ang="0">
                  <a:pos x="101" y="38"/>
                </a:cxn>
                <a:cxn ang="0">
                  <a:pos x="152" y="7"/>
                </a:cxn>
              </a:cxnLst>
              <a:rect l="0" t="0" r="0" b="0"/>
              <a:pathLst>
                <a:path w="223" h="1084">
                  <a:moveTo>
                    <a:pt x="152" y="7"/>
                  </a:moveTo>
                  <a:lnTo>
                    <a:pt x="206" y="0"/>
                  </a:lnTo>
                  <a:lnTo>
                    <a:pt x="223" y="48"/>
                  </a:lnTo>
                  <a:lnTo>
                    <a:pt x="195" y="109"/>
                  </a:lnTo>
                  <a:lnTo>
                    <a:pt x="155" y="142"/>
                  </a:lnTo>
                  <a:lnTo>
                    <a:pt x="121" y="223"/>
                  </a:lnTo>
                  <a:lnTo>
                    <a:pt x="81" y="332"/>
                  </a:lnTo>
                  <a:lnTo>
                    <a:pt x="64" y="434"/>
                  </a:lnTo>
                  <a:lnTo>
                    <a:pt x="54" y="606"/>
                  </a:lnTo>
                  <a:lnTo>
                    <a:pt x="64" y="768"/>
                  </a:lnTo>
                  <a:lnTo>
                    <a:pt x="84" y="843"/>
                  </a:lnTo>
                  <a:lnTo>
                    <a:pt x="70" y="924"/>
                  </a:lnTo>
                  <a:lnTo>
                    <a:pt x="54" y="985"/>
                  </a:lnTo>
                  <a:lnTo>
                    <a:pt x="60" y="1084"/>
                  </a:lnTo>
                  <a:lnTo>
                    <a:pt x="33" y="1077"/>
                  </a:lnTo>
                  <a:lnTo>
                    <a:pt x="10" y="996"/>
                  </a:lnTo>
                  <a:lnTo>
                    <a:pt x="0" y="924"/>
                  </a:lnTo>
                  <a:lnTo>
                    <a:pt x="30" y="829"/>
                  </a:lnTo>
                  <a:lnTo>
                    <a:pt x="20" y="741"/>
                  </a:lnTo>
                  <a:lnTo>
                    <a:pt x="10" y="599"/>
                  </a:lnTo>
                  <a:lnTo>
                    <a:pt x="10" y="427"/>
                  </a:lnTo>
                  <a:lnTo>
                    <a:pt x="30" y="244"/>
                  </a:lnTo>
                  <a:lnTo>
                    <a:pt x="64" y="109"/>
                  </a:lnTo>
                  <a:lnTo>
                    <a:pt x="101" y="38"/>
                  </a:lnTo>
                  <a:lnTo>
                    <a:pt x="152" y="7"/>
                  </a:lnTo>
                  <a:close/>
                </a:path>
              </a:pathLst>
            </a:custGeom>
            <a:solidFill>
              <a:schemeClr val="folHlink">
                <a:alpha val="100000"/>
              </a:schemeClr>
            </a:solidFill>
            <a:ln w="9525">
              <a:noFill/>
            </a:ln>
          </p:spPr>
          <p:txBody>
            <a:bodyPr/>
            <a:lstStyle/>
            <a:p>
              <a:endParaRPr lang="zh-CN" altLang="en-US"/>
            </a:p>
          </p:txBody>
        </p:sp>
        <p:sp>
          <p:nvSpPr>
            <p:cNvPr id="32796" name="Freeform 133"/>
            <p:cNvSpPr/>
            <p:nvPr/>
          </p:nvSpPr>
          <p:spPr>
            <a:xfrm>
              <a:off x="4057" y="1512"/>
              <a:ext cx="142" cy="1030"/>
            </a:xfrm>
            <a:custGeom>
              <a:avLst/>
              <a:gdLst/>
              <a:ahLst/>
              <a:cxnLst>
                <a:cxn ang="0">
                  <a:pos x="3" y="3"/>
                </a:cxn>
                <a:cxn ang="0">
                  <a:pos x="61" y="0"/>
                </a:cxn>
                <a:cxn ang="0">
                  <a:pos x="101" y="81"/>
                </a:cxn>
                <a:cxn ang="0">
                  <a:pos x="142" y="304"/>
                </a:cxn>
                <a:cxn ang="0">
                  <a:pos x="142" y="562"/>
                </a:cxn>
                <a:cxn ang="0">
                  <a:pos x="122" y="782"/>
                </a:cxn>
                <a:cxn ang="0">
                  <a:pos x="142" y="857"/>
                </a:cxn>
                <a:cxn ang="0">
                  <a:pos x="142" y="958"/>
                </a:cxn>
                <a:cxn ang="0">
                  <a:pos x="122" y="1030"/>
                </a:cxn>
                <a:cxn ang="0">
                  <a:pos x="95" y="966"/>
                </a:cxn>
                <a:cxn ang="0">
                  <a:pos x="81" y="867"/>
                </a:cxn>
                <a:cxn ang="0">
                  <a:pos x="51" y="792"/>
                </a:cxn>
                <a:cxn ang="0">
                  <a:pos x="85" y="725"/>
                </a:cxn>
                <a:cxn ang="0">
                  <a:pos x="105" y="562"/>
                </a:cxn>
                <a:cxn ang="0">
                  <a:pos x="105" y="410"/>
                </a:cxn>
                <a:cxn ang="0">
                  <a:pos x="85" y="257"/>
                </a:cxn>
                <a:cxn ang="0">
                  <a:pos x="44" y="145"/>
                </a:cxn>
                <a:cxn ang="0">
                  <a:pos x="0" y="91"/>
                </a:cxn>
                <a:cxn ang="0">
                  <a:pos x="3" y="3"/>
                </a:cxn>
              </a:cxnLst>
              <a:rect l="0" t="0" r="0" b="0"/>
              <a:pathLst>
                <a:path w="142" h="1030">
                  <a:moveTo>
                    <a:pt x="3" y="3"/>
                  </a:moveTo>
                  <a:lnTo>
                    <a:pt x="61" y="0"/>
                  </a:lnTo>
                  <a:lnTo>
                    <a:pt x="101" y="81"/>
                  </a:lnTo>
                  <a:lnTo>
                    <a:pt x="142" y="304"/>
                  </a:lnTo>
                  <a:lnTo>
                    <a:pt x="142" y="562"/>
                  </a:lnTo>
                  <a:lnTo>
                    <a:pt x="122" y="782"/>
                  </a:lnTo>
                  <a:lnTo>
                    <a:pt x="142" y="857"/>
                  </a:lnTo>
                  <a:lnTo>
                    <a:pt x="142" y="958"/>
                  </a:lnTo>
                  <a:lnTo>
                    <a:pt x="122" y="1030"/>
                  </a:lnTo>
                  <a:lnTo>
                    <a:pt x="95" y="966"/>
                  </a:lnTo>
                  <a:lnTo>
                    <a:pt x="81" y="867"/>
                  </a:lnTo>
                  <a:lnTo>
                    <a:pt x="51" y="792"/>
                  </a:lnTo>
                  <a:lnTo>
                    <a:pt x="85" y="725"/>
                  </a:lnTo>
                  <a:lnTo>
                    <a:pt x="105" y="562"/>
                  </a:lnTo>
                  <a:lnTo>
                    <a:pt x="105" y="410"/>
                  </a:lnTo>
                  <a:lnTo>
                    <a:pt x="85" y="257"/>
                  </a:lnTo>
                  <a:lnTo>
                    <a:pt x="44" y="145"/>
                  </a:lnTo>
                  <a:lnTo>
                    <a:pt x="0" y="91"/>
                  </a:lnTo>
                  <a:lnTo>
                    <a:pt x="3" y="3"/>
                  </a:lnTo>
                  <a:close/>
                </a:path>
              </a:pathLst>
            </a:custGeom>
            <a:solidFill>
              <a:schemeClr val="folHlink">
                <a:alpha val="100000"/>
              </a:schemeClr>
            </a:solidFill>
            <a:ln w="9525">
              <a:noFill/>
            </a:ln>
          </p:spPr>
          <p:txBody>
            <a:bodyPr/>
            <a:lstStyle/>
            <a:p>
              <a:endParaRPr lang="zh-CN" altLang="en-US"/>
            </a:p>
          </p:txBody>
        </p:sp>
        <p:sp>
          <p:nvSpPr>
            <p:cNvPr id="32797" name="Freeform 134"/>
            <p:cNvSpPr/>
            <p:nvPr/>
          </p:nvSpPr>
          <p:spPr>
            <a:xfrm>
              <a:off x="3722" y="2190"/>
              <a:ext cx="320" cy="1234"/>
            </a:xfrm>
            <a:custGeom>
              <a:avLst/>
              <a:gdLst/>
              <a:ahLst/>
              <a:cxnLst>
                <a:cxn ang="0">
                  <a:pos x="31" y="0"/>
                </a:cxn>
                <a:cxn ang="0">
                  <a:pos x="68" y="51"/>
                </a:cxn>
                <a:cxn ang="0">
                  <a:pos x="83" y="103"/>
                </a:cxn>
                <a:cxn ang="0">
                  <a:pos x="98" y="282"/>
                </a:cxn>
                <a:cxn ang="0">
                  <a:pos x="105" y="403"/>
                </a:cxn>
                <a:cxn ang="0">
                  <a:pos x="105" y="608"/>
                </a:cxn>
                <a:cxn ang="0">
                  <a:pos x="103" y="801"/>
                </a:cxn>
                <a:cxn ang="0">
                  <a:pos x="88" y="956"/>
                </a:cxn>
                <a:cxn ang="0">
                  <a:pos x="76" y="1003"/>
                </a:cxn>
                <a:cxn ang="0">
                  <a:pos x="154" y="1029"/>
                </a:cxn>
                <a:cxn ang="0">
                  <a:pos x="220" y="1059"/>
                </a:cxn>
                <a:cxn ang="0">
                  <a:pos x="310" y="1123"/>
                </a:cxn>
                <a:cxn ang="0">
                  <a:pos x="320" y="1148"/>
                </a:cxn>
                <a:cxn ang="0">
                  <a:pos x="312" y="1196"/>
                </a:cxn>
                <a:cxn ang="0">
                  <a:pos x="268" y="1234"/>
                </a:cxn>
                <a:cxn ang="0">
                  <a:pos x="251" y="1213"/>
                </a:cxn>
                <a:cxn ang="0">
                  <a:pos x="235" y="1161"/>
                </a:cxn>
                <a:cxn ang="0">
                  <a:pos x="193" y="1119"/>
                </a:cxn>
                <a:cxn ang="0">
                  <a:pos x="120" y="1071"/>
                </a:cxn>
                <a:cxn ang="0">
                  <a:pos x="73" y="1059"/>
                </a:cxn>
                <a:cxn ang="0">
                  <a:pos x="17" y="1059"/>
                </a:cxn>
                <a:cxn ang="0">
                  <a:pos x="17" y="1020"/>
                </a:cxn>
                <a:cxn ang="0">
                  <a:pos x="44" y="977"/>
                </a:cxn>
                <a:cxn ang="0">
                  <a:pos x="68" y="839"/>
                </a:cxn>
                <a:cxn ang="0">
                  <a:pos x="76" y="694"/>
                </a:cxn>
                <a:cxn ang="0">
                  <a:pos x="73" y="566"/>
                </a:cxn>
                <a:cxn ang="0">
                  <a:pos x="68" y="403"/>
                </a:cxn>
                <a:cxn ang="0">
                  <a:pos x="53" y="261"/>
                </a:cxn>
                <a:cxn ang="0">
                  <a:pos x="22" y="158"/>
                </a:cxn>
                <a:cxn ang="0">
                  <a:pos x="0" y="64"/>
                </a:cxn>
                <a:cxn ang="0">
                  <a:pos x="7" y="30"/>
                </a:cxn>
                <a:cxn ang="0">
                  <a:pos x="31" y="0"/>
                </a:cxn>
              </a:cxnLst>
              <a:rect l="0" t="0" r="0" b="0"/>
              <a:pathLst>
                <a:path w="320" h="1234">
                  <a:moveTo>
                    <a:pt x="31" y="0"/>
                  </a:moveTo>
                  <a:lnTo>
                    <a:pt x="68" y="51"/>
                  </a:lnTo>
                  <a:lnTo>
                    <a:pt x="83" y="103"/>
                  </a:lnTo>
                  <a:lnTo>
                    <a:pt x="98" y="282"/>
                  </a:lnTo>
                  <a:lnTo>
                    <a:pt x="105" y="403"/>
                  </a:lnTo>
                  <a:lnTo>
                    <a:pt x="105" y="608"/>
                  </a:lnTo>
                  <a:lnTo>
                    <a:pt x="103" y="801"/>
                  </a:lnTo>
                  <a:lnTo>
                    <a:pt x="88" y="956"/>
                  </a:lnTo>
                  <a:lnTo>
                    <a:pt x="76" y="1003"/>
                  </a:lnTo>
                  <a:lnTo>
                    <a:pt x="154" y="1029"/>
                  </a:lnTo>
                  <a:lnTo>
                    <a:pt x="220" y="1059"/>
                  </a:lnTo>
                  <a:lnTo>
                    <a:pt x="310" y="1123"/>
                  </a:lnTo>
                  <a:lnTo>
                    <a:pt x="320" y="1148"/>
                  </a:lnTo>
                  <a:lnTo>
                    <a:pt x="312" y="1196"/>
                  </a:lnTo>
                  <a:lnTo>
                    <a:pt x="268" y="1234"/>
                  </a:lnTo>
                  <a:lnTo>
                    <a:pt x="251" y="1213"/>
                  </a:lnTo>
                  <a:lnTo>
                    <a:pt x="235" y="1161"/>
                  </a:lnTo>
                  <a:lnTo>
                    <a:pt x="193" y="1119"/>
                  </a:lnTo>
                  <a:lnTo>
                    <a:pt x="120" y="1071"/>
                  </a:lnTo>
                  <a:lnTo>
                    <a:pt x="73" y="1059"/>
                  </a:lnTo>
                  <a:lnTo>
                    <a:pt x="17" y="1059"/>
                  </a:lnTo>
                  <a:lnTo>
                    <a:pt x="17" y="1020"/>
                  </a:lnTo>
                  <a:lnTo>
                    <a:pt x="44" y="977"/>
                  </a:lnTo>
                  <a:lnTo>
                    <a:pt x="68" y="839"/>
                  </a:lnTo>
                  <a:lnTo>
                    <a:pt x="76" y="694"/>
                  </a:lnTo>
                  <a:lnTo>
                    <a:pt x="73" y="566"/>
                  </a:lnTo>
                  <a:lnTo>
                    <a:pt x="68" y="403"/>
                  </a:lnTo>
                  <a:lnTo>
                    <a:pt x="53" y="261"/>
                  </a:lnTo>
                  <a:lnTo>
                    <a:pt x="22" y="158"/>
                  </a:lnTo>
                  <a:lnTo>
                    <a:pt x="0" y="64"/>
                  </a:lnTo>
                  <a:lnTo>
                    <a:pt x="7" y="30"/>
                  </a:lnTo>
                  <a:lnTo>
                    <a:pt x="31" y="0"/>
                  </a:lnTo>
                  <a:close/>
                </a:path>
              </a:pathLst>
            </a:custGeom>
            <a:solidFill>
              <a:schemeClr val="folHlink">
                <a:alpha val="100000"/>
              </a:schemeClr>
            </a:solidFill>
            <a:ln w="9525">
              <a:noFill/>
            </a:ln>
          </p:spPr>
          <p:txBody>
            <a:bodyPr/>
            <a:lstStyle/>
            <a:p>
              <a:endParaRPr lang="zh-CN" altLang="en-US"/>
            </a:p>
          </p:txBody>
        </p:sp>
        <p:sp>
          <p:nvSpPr>
            <p:cNvPr id="32798" name="Freeform 135"/>
            <p:cNvSpPr/>
            <p:nvPr/>
          </p:nvSpPr>
          <p:spPr>
            <a:xfrm>
              <a:off x="3934" y="2191"/>
              <a:ext cx="295" cy="1113"/>
            </a:xfrm>
            <a:custGeom>
              <a:avLst/>
              <a:gdLst/>
              <a:ahLst/>
              <a:cxnLst>
                <a:cxn ang="0">
                  <a:pos x="0" y="88"/>
                </a:cxn>
                <a:cxn ang="0">
                  <a:pos x="0" y="17"/>
                </a:cxn>
                <a:cxn ang="0">
                  <a:pos x="31" y="0"/>
                </a:cxn>
                <a:cxn ang="0">
                  <a:pos x="78" y="0"/>
                </a:cxn>
                <a:cxn ang="0">
                  <a:pos x="112" y="41"/>
                </a:cxn>
                <a:cxn ang="0">
                  <a:pos x="119" y="78"/>
                </a:cxn>
                <a:cxn ang="0">
                  <a:pos x="112" y="159"/>
                </a:cxn>
                <a:cxn ang="0">
                  <a:pos x="89" y="260"/>
                </a:cxn>
                <a:cxn ang="0">
                  <a:pos x="78" y="417"/>
                </a:cxn>
                <a:cxn ang="0">
                  <a:pos x="72" y="518"/>
                </a:cxn>
                <a:cxn ang="0">
                  <a:pos x="72" y="535"/>
                </a:cxn>
                <a:cxn ang="0">
                  <a:pos x="82" y="677"/>
                </a:cxn>
                <a:cxn ang="0">
                  <a:pos x="99" y="758"/>
                </a:cxn>
                <a:cxn ang="0">
                  <a:pos x="112" y="822"/>
                </a:cxn>
                <a:cxn ang="0">
                  <a:pos x="109" y="849"/>
                </a:cxn>
                <a:cxn ang="0">
                  <a:pos x="153" y="924"/>
                </a:cxn>
                <a:cxn ang="0">
                  <a:pos x="200" y="971"/>
                </a:cxn>
                <a:cxn ang="0">
                  <a:pos x="251" y="1015"/>
                </a:cxn>
                <a:cxn ang="0">
                  <a:pos x="295" y="1036"/>
                </a:cxn>
                <a:cxn ang="0">
                  <a:pos x="295" y="1073"/>
                </a:cxn>
                <a:cxn ang="0">
                  <a:pos x="271" y="1103"/>
                </a:cxn>
                <a:cxn ang="0">
                  <a:pos x="214" y="1113"/>
                </a:cxn>
                <a:cxn ang="0">
                  <a:pos x="173" y="1093"/>
                </a:cxn>
                <a:cxn ang="0">
                  <a:pos x="173" y="1066"/>
                </a:cxn>
                <a:cxn ang="0">
                  <a:pos x="139" y="971"/>
                </a:cxn>
                <a:cxn ang="0">
                  <a:pos x="82" y="921"/>
                </a:cxn>
                <a:cxn ang="0">
                  <a:pos x="41" y="869"/>
                </a:cxn>
                <a:cxn ang="0">
                  <a:pos x="10" y="842"/>
                </a:cxn>
                <a:cxn ang="0">
                  <a:pos x="20" y="808"/>
                </a:cxn>
                <a:cxn ang="0">
                  <a:pos x="38" y="717"/>
                </a:cxn>
                <a:cxn ang="0">
                  <a:pos x="38" y="545"/>
                </a:cxn>
                <a:cxn ang="0">
                  <a:pos x="31" y="423"/>
                </a:cxn>
                <a:cxn ang="0">
                  <a:pos x="31" y="302"/>
                </a:cxn>
                <a:cxn ang="0">
                  <a:pos x="28" y="169"/>
                </a:cxn>
                <a:cxn ang="0">
                  <a:pos x="0" y="88"/>
                </a:cxn>
              </a:cxnLst>
              <a:rect l="0" t="0" r="0" b="0"/>
              <a:pathLst>
                <a:path w="295" h="1113">
                  <a:moveTo>
                    <a:pt x="0" y="88"/>
                  </a:moveTo>
                  <a:lnTo>
                    <a:pt x="0" y="17"/>
                  </a:lnTo>
                  <a:lnTo>
                    <a:pt x="31" y="0"/>
                  </a:lnTo>
                  <a:lnTo>
                    <a:pt x="78" y="0"/>
                  </a:lnTo>
                  <a:lnTo>
                    <a:pt x="112" y="41"/>
                  </a:lnTo>
                  <a:lnTo>
                    <a:pt x="119" y="78"/>
                  </a:lnTo>
                  <a:lnTo>
                    <a:pt x="112" y="159"/>
                  </a:lnTo>
                  <a:lnTo>
                    <a:pt x="89" y="260"/>
                  </a:lnTo>
                  <a:lnTo>
                    <a:pt x="78" y="417"/>
                  </a:lnTo>
                  <a:lnTo>
                    <a:pt x="72" y="518"/>
                  </a:lnTo>
                  <a:lnTo>
                    <a:pt x="72" y="535"/>
                  </a:lnTo>
                  <a:lnTo>
                    <a:pt x="82" y="677"/>
                  </a:lnTo>
                  <a:lnTo>
                    <a:pt x="99" y="758"/>
                  </a:lnTo>
                  <a:lnTo>
                    <a:pt x="112" y="822"/>
                  </a:lnTo>
                  <a:lnTo>
                    <a:pt x="109" y="849"/>
                  </a:lnTo>
                  <a:lnTo>
                    <a:pt x="153" y="924"/>
                  </a:lnTo>
                  <a:lnTo>
                    <a:pt x="200" y="971"/>
                  </a:lnTo>
                  <a:lnTo>
                    <a:pt x="251" y="1015"/>
                  </a:lnTo>
                  <a:lnTo>
                    <a:pt x="295" y="1036"/>
                  </a:lnTo>
                  <a:lnTo>
                    <a:pt x="295" y="1073"/>
                  </a:lnTo>
                  <a:lnTo>
                    <a:pt x="271" y="1103"/>
                  </a:lnTo>
                  <a:lnTo>
                    <a:pt x="214" y="1113"/>
                  </a:lnTo>
                  <a:lnTo>
                    <a:pt x="173" y="1093"/>
                  </a:lnTo>
                  <a:lnTo>
                    <a:pt x="173" y="1066"/>
                  </a:lnTo>
                  <a:lnTo>
                    <a:pt x="139" y="971"/>
                  </a:lnTo>
                  <a:lnTo>
                    <a:pt x="82" y="921"/>
                  </a:lnTo>
                  <a:lnTo>
                    <a:pt x="41" y="869"/>
                  </a:lnTo>
                  <a:lnTo>
                    <a:pt x="10" y="842"/>
                  </a:lnTo>
                  <a:lnTo>
                    <a:pt x="20" y="808"/>
                  </a:lnTo>
                  <a:lnTo>
                    <a:pt x="38" y="717"/>
                  </a:lnTo>
                  <a:lnTo>
                    <a:pt x="38" y="545"/>
                  </a:lnTo>
                  <a:lnTo>
                    <a:pt x="31" y="423"/>
                  </a:lnTo>
                  <a:lnTo>
                    <a:pt x="31" y="302"/>
                  </a:lnTo>
                  <a:lnTo>
                    <a:pt x="28" y="169"/>
                  </a:lnTo>
                  <a:lnTo>
                    <a:pt x="0" y="88"/>
                  </a:lnTo>
                  <a:close/>
                </a:path>
              </a:pathLst>
            </a:custGeom>
            <a:solidFill>
              <a:schemeClr val="folHlink">
                <a:alpha val="100000"/>
              </a:schemeClr>
            </a:solidFill>
            <a:ln w="9525">
              <a:noFill/>
            </a:ln>
          </p:spPr>
          <p:txBody>
            <a:bodyPr/>
            <a:lstStyle/>
            <a:p>
              <a:endParaRPr lang="zh-CN" altLang="en-US"/>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26</a:t>
            </a:fld>
            <a:endParaRPr lang="zh-CN" altLang="en-US" b="1" i="1" dirty="0">
              <a:solidFill>
                <a:schemeClr val="folHlink"/>
              </a:solidFill>
              <a:latin typeface="Arial Narrow" panose="020B0606020202030204" pitchFamily="34" charset="0"/>
            </a:endParaRPr>
          </a:p>
        </p:txBody>
      </p:sp>
      <p:sp>
        <p:nvSpPr>
          <p:cNvPr id="33795"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3796"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33797" name="Rectangle 2"/>
          <p:cNvSpPr>
            <a:spLocks noGrp="1"/>
          </p:cNvSpPr>
          <p:nvPr>
            <p:ph type="title"/>
          </p:nvPr>
        </p:nvSpPr>
        <p:spPr/>
        <p:txBody>
          <a:bodyPr vert="horz" wrap="square" lIns="91440" tIns="45720" rIns="91440" bIns="45720" anchor="b" anchorCtr="0"/>
          <a:lstStyle/>
          <a:p>
            <a:pPr eaLnBrk="1" hangingPunct="1"/>
            <a:r>
              <a:rPr lang="en-US" altLang="zh-CN" dirty="0"/>
              <a:t>Dating</a:t>
            </a:r>
          </a:p>
        </p:txBody>
      </p:sp>
      <p:graphicFrame>
        <p:nvGraphicFramePr>
          <p:cNvPr id="33798" name="Object 3"/>
          <p:cNvGraphicFramePr>
            <a:graphicFrameLocks noChangeAspect="1"/>
          </p:cNvGraphicFramePr>
          <p:nvPr/>
        </p:nvGraphicFramePr>
        <p:xfrm>
          <a:off x="1828800" y="1524000"/>
          <a:ext cx="4864100" cy="4810125"/>
        </p:xfrm>
        <a:graphic>
          <a:graphicData uri="http://schemas.openxmlformats.org/presentationml/2006/ole">
            <mc:AlternateContent xmlns:mc="http://schemas.openxmlformats.org/markup-compatibility/2006">
              <mc:Choice xmlns:v="urn:schemas-microsoft-com:vml" Requires="v">
                <p:oleObj r:id="rId2" imgW="934720" imgH="924560" progId="MS_ClipArt_Gallery.5">
                  <p:embed/>
                </p:oleObj>
              </mc:Choice>
              <mc:Fallback>
                <p:oleObj r:id="rId2" imgW="934720" imgH="924560" progId="MS_ClipArt_Gallery.5">
                  <p:embed/>
                  <p:pic>
                    <p:nvPicPr>
                      <p:cNvPr id="0" name="图片 3088"/>
                      <p:cNvPicPr/>
                      <p:nvPr/>
                    </p:nvPicPr>
                    <p:blipFill>
                      <a:blip r:embed="rId3">
                        <a:clrChange>
                          <a:clrFrom>
                            <a:srgbClr val="000000"/>
                          </a:clrFrom>
                          <a:clrTo>
                            <a:srgbClr val="009999"/>
                          </a:clrTo>
                        </a:clrChange>
                      </a:blip>
                      <a:stretch>
                        <a:fillRect/>
                      </a:stretch>
                    </p:blipFill>
                    <p:spPr>
                      <a:xfrm>
                        <a:off x="1828800" y="1524000"/>
                        <a:ext cx="4864100" cy="4810125"/>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27</a:t>
            </a:fld>
            <a:endParaRPr lang="zh-CN" altLang="en-US" b="1" i="1" dirty="0">
              <a:solidFill>
                <a:schemeClr val="folHlink"/>
              </a:solidFill>
              <a:latin typeface="Arial Narrow" panose="020B0606020202030204" pitchFamily="34" charset="0"/>
            </a:endParaRPr>
          </a:p>
        </p:txBody>
      </p:sp>
      <p:sp>
        <p:nvSpPr>
          <p:cNvPr id="34819"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4820"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34821" name="Rectangle 2"/>
          <p:cNvSpPr>
            <a:spLocks noGrp="1"/>
          </p:cNvSpPr>
          <p:nvPr>
            <p:ph type="title"/>
          </p:nvPr>
        </p:nvSpPr>
        <p:spPr/>
        <p:txBody>
          <a:bodyPr vert="horz" wrap="square" lIns="91440" tIns="45720" rIns="91440" bIns="45720" anchor="b" anchorCtr="0"/>
          <a:lstStyle/>
          <a:p>
            <a:pPr eaLnBrk="1" hangingPunct="1"/>
            <a:r>
              <a:rPr lang="en-US" altLang="zh-CN" dirty="0"/>
              <a:t>Private Communication</a:t>
            </a:r>
          </a:p>
        </p:txBody>
      </p:sp>
      <p:graphicFrame>
        <p:nvGraphicFramePr>
          <p:cNvPr id="34822" name="Object 3"/>
          <p:cNvGraphicFramePr>
            <a:graphicFrameLocks noChangeAspect="1"/>
          </p:cNvGraphicFramePr>
          <p:nvPr/>
        </p:nvGraphicFramePr>
        <p:xfrm>
          <a:off x="306388" y="2590800"/>
          <a:ext cx="4962525" cy="2924175"/>
        </p:xfrm>
        <a:graphic>
          <a:graphicData uri="http://schemas.openxmlformats.org/presentationml/2006/ole">
            <mc:AlternateContent xmlns:mc="http://schemas.openxmlformats.org/markup-compatibility/2006">
              <mc:Choice xmlns:v="urn:schemas-microsoft-com:vml" Requires="v">
                <p:oleObj r:id="rId2" imgW="2558415" imgH="1489710" progId="MS_ClipArt_Gallery.2">
                  <p:embed/>
                </p:oleObj>
              </mc:Choice>
              <mc:Fallback>
                <p:oleObj r:id="rId2" imgW="2558415" imgH="1489710" progId="MS_ClipArt_Gallery.2">
                  <p:embed/>
                  <p:pic>
                    <p:nvPicPr>
                      <p:cNvPr id="0" name="图片 3089"/>
                      <p:cNvPicPr/>
                      <p:nvPr/>
                    </p:nvPicPr>
                    <p:blipFill>
                      <a:blip r:embed="rId3">
                        <a:clrChange>
                          <a:clrFrom>
                            <a:srgbClr val="000000"/>
                          </a:clrFrom>
                          <a:clrTo>
                            <a:srgbClr val="FF9966"/>
                          </a:clrTo>
                        </a:clrChange>
                      </a:blip>
                      <a:stretch>
                        <a:fillRect/>
                      </a:stretch>
                    </p:blipFill>
                    <p:spPr>
                      <a:xfrm>
                        <a:off x="306388" y="2590800"/>
                        <a:ext cx="4962525" cy="2924175"/>
                      </a:xfrm>
                      <a:prstGeom prst="rect">
                        <a:avLst/>
                      </a:prstGeom>
                      <a:noFill/>
                      <a:ln w="38100">
                        <a:noFill/>
                        <a:miter/>
                      </a:ln>
                    </p:spPr>
                  </p:pic>
                </p:oleObj>
              </mc:Fallback>
            </mc:AlternateContent>
          </a:graphicData>
        </a:graphic>
      </p:graphicFrame>
      <p:graphicFrame>
        <p:nvGraphicFramePr>
          <p:cNvPr id="34823" name="Object 4"/>
          <p:cNvGraphicFramePr>
            <a:graphicFrameLocks noChangeAspect="1"/>
          </p:cNvGraphicFramePr>
          <p:nvPr/>
        </p:nvGraphicFramePr>
        <p:xfrm>
          <a:off x="5867400" y="2590800"/>
          <a:ext cx="2286000" cy="2895600"/>
        </p:xfrm>
        <a:graphic>
          <a:graphicData uri="http://schemas.openxmlformats.org/presentationml/2006/ole">
            <mc:AlternateContent xmlns:mc="http://schemas.openxmlformats.org/markup-compatibility/2006">
              <mc:Choice xmlns:v="urn:schemas-microsoft-com:vml" Requires="v">
                <p:oleObj r:id="rId4" imgW="1578610" imgH="1681480" progId="MS_ClipArt_Gallery.2">
                  <p:embed/>
                </p:oleObj>
              </mc:Choice>
              <mc:Fallback>
                <p:oleObj r:id="rId4" imgW="1578610" imgH="1681480" progId="MS_ClipArt_Gallery.2">
                  <p:embed/>
                  <p:pic>
                    <p:nvPicPr>
                      <p:cNvPr id="0" name="图片 3090"/>
                      <p:cNvPicPr/>
                      <p:nvPr/>
                    </p:nvPicPr>
                    <p:blipFill>
                      <a:blip r:embed="rId5">
                        <a:clrChange>
                          <a:clrFrom>
                            <a:srgbClr val="000000"/>
                          </a:clrFrom>
                          <a:clrTo>
                            <a:srgbClr val="FFCF01"/>
                          </a:clrTo>
                        </a:clrChange>
                      </a:blip>
                      <a:stretch>
                        <a:fillRect/>
                      </a:stretch>
                    </p:blipFill>
                    <p:spPr>
                      <a:xfrm>
                        <a:off x="5867400" y="2590800"/>
                        <a:ext cx="2286000" cy="2895600"/>
                      </a:xfrm>
                      <a:prstGeom prst="rect">
                        <a:avLst/>
                      </a:prstGeom>
                      <a:noFill/>
                      <a:ln w="38100">
                        <a:noFill/>
                        <a:miter/>
                      </a:ln>
                    </p:spPr>
                  </p:pic>
                </p:oleObj>
              </mc:Fallback>
            </mc:AlternateContent>
          </a:graphicData>
        </a:graphic>
      </p:graphicFrame>
      <p:sp>
        <p:nvSpPr>
          <p:cNvPr id="34824" name="AutoShape 5"/>
          <p:cNvSpPr/>
          <p:nvPr/>
        </p:nvSpPr>
        <p:spPr>
          <a:xfrm>
            <a:off x="5715000" y="2286000"/>
            <a:ext cx="2743200" cy="3276600"/>
          </a:xfrm>
          <a:custGeom>
            <a:avLst/>
            <a:gdLst/>
            <a:ahLst/>
            <a:cxnLst>
              <a:cxn ang="0">
                <a:pos x="0" y="1638300"/>
              </a:cxn>
              <a:cxn ang="0">
                <a:pos x="1371600" y="0"/>
              </a:cxn>
              <a:cxn ang="0">
                <a:pos x="2743200" y="1638300"/>
              </a:cxn>
              <a:cxn ang="0">
                <a:pos x="1371600" y="3276600"/>
              </a:cxn>
              <a:cxn ang="0">
                <a:pos x="0" y="1638300"/>
              </a:cxn>
              <a:cxn ang="0">
                <a:pos x="2209927" y="2350202"/>
              </a:cxn>
              <a:cxn ang="0">
                <a:pos x="2400300" y="1638300"/>
              </a:cxn>
              <a:cxn ang="0">
                <a:pos x="1371600" y="409575"/>
              </a:cxn>
              <a:cxn ang="0">
                <a:pos x="775462" y="636813"/>
              </a:cxn>
              <a:cxn ang="0">
                <a:pos x="2209927" y="2350202"/>
              </a:cxn>
              <a:cxn ang="0">
                <a:pos x="533146" y="926246"/>
              </a:cxn>
              <a:cxn ang="0">
                <a:pos x="342900" y="1638148"/>
              </a:cxn>
              <a:cxn ang="0">
                <a:pos x="1371600" y="2867025"/>
              </a:cxn>
              <a:cxn ang="0">
                <a:pos x="1967611" y="2639635"/>
              </a:cxn>
              <a:cxn ang="0">
                <a:pos x="533146" y="926246"/>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alpha val="50195"/>
            </a:srgbClr>
          </a:solidFill>
          <a:ln w="9525" cap="flat" cmpd="sng">
            <a:solidFill>
              <a:schemeClr val="tx1">
                <a:alpha val="100000"/>
              </a:schemeClr>
            </a:solidFill>
            <a:prstDash val="solid"/>
            <a:miter lim="800000"/>
            <a:headEnd type="none" w="med" len="med"/>
            <a:tailEnd type="none" w="med" len="med"/>
          </a:ln>
        </p:spPr>
        <p:txBody>
          <a:bodyPr/>
          <a:lstStyle/>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28</a:t>
            </a:fld>
            <a:endParaRPr lang="zh-CN" altLang="en-US" b="1" i="1" dirty="0">
              <a:solidFill>
                <a:schemeClr val="folHlink"/>
              </a:solidFill>
              <a:latin typeface="Arial Narrow" panose="020B0606020202030204" pitchFamily="34" charset="0"/>
            </a:endParaRPr>
          </a:p>
        </p:txBody>
      </p:sp>
      <p:sp>
        <p:nvSpPr>
          <p:cNvPr id="35843"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5844"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35845" name="Rectangle 2"/>
          <p:cNvSpPr>
            <a:spLocks noGrp="1"/>
          </p:cNvSpPr>
          <p:nvPr>
            <p:ph type="title"/>
          </p:nvPr>
        </p:nvSpPr>
        <p:spPr>
          <a:xfrm>
            <a:off x="916940" y="332740"/>
            <a:ext cx="8060690" cy="765810"/>
          </a:xfrm>
        </p:spPr>
        <p:txBody>
          <a:bodyPr vert="horz" wrap="square" lIns="91440" tIns="45720" rIns="91440" bIns="45720" anchor="b" anchorCtr="0"/>
          <a:lstStyle/>
          <a:p>
            <a:pPr eaLnBrk="1" hangingPunct="1"/>
            <a:r>
              <a:rPr lang="en-US" altLang="zh-CN" sz="4000" dirty="0">
                <a:solidFill>
                  <a:schemeClr val="folHlink"/>
                </a:solidFill>
              </a:rPr>
              <a:t>Factoring</a:t>
            </a:r>
            <a:r>
              <a:rPr lang="en-US" altLang="zh-CN" sz="4000" dirty="0">
                <a:solidFill>
                  <a:schemeClr val="accent2"/>
                </a:solidFill>
              </a:rPr>
              <a:t> / Multiplication</a:t>
            </a:r>
          </a:p>
        </p:txBody>
      </p:sp>
      <p:sp>
        <p:nvSpPr>
          <p:cNvPr id="35846" name="AutoShape 3"/>
          <p:cNvSpPr>
            <a:spLocks noChangeAspect="1"/>
          </p:cNvSpPr>
          <p:nvPr/>
        </p:nvSpPr>
        <p:spPr>
          <a:xfrm>
            <a:off x="5029200" y="2438400"/>
            <a:ext cx="3500438" cy="2676525"/>
          </a:xfrm>
          <a:prstGeom prst="curvedLeftArrow">
            <a:avLst>
              <a:gd name="adj1" fmla="val 20000"/>
              <a:gd name="adj2" fmla="val 40000"/>
              <a:gd name="adj3" fmla="val 43582"/>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35847" name="AutoShape 4"/>
          <p:cNvSpPr>
            <a:spLocks noChangeAspect="1"/>
          </p:cNvSpPr>
          <p:nvPr/>
        </p:nvSpPr>
        <p:spPr>
          <a:xfrm flipH="1" flipV="1">
            <a:off x="457200" y="2209800"/>
            <a:ext cx="3500438" cy="2676525"/>
          </a:xfrm>
          <a:prstGeom prst="curvedLeftArrow">
            <a:avLst>
              <a:gd name="adj1" fmla="val 20000"/>
              <a:gd name="adj2" fmla="val 40000"/>
              <a:gd name="adj3" fmla="val 43582"/>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35848" name="Text Box 5"/>
          <p:cNvSpPr txBox="1"/>
          <p:nvPr/>
        </p:nvSpPr>
        <p:spPr>
          <a:xfrm>
            <a:off x="4114800" y="2513013"/>
            <a:ext cx="736600" cy="463550"/>
          </a:xfrm>
          <a:prstGeom prst="rect">
            <a:avLst/>
          </a:prstGeom>
          <a:noFill/>
          <a:ln w="9525">
            <a:noFill/>
          </a:ln>
        </p:spPr>
        <p:txBody>
          <a:bodyPr lIns="91433" tIns="45717" rIns="91433" bIns="45717" anchor="ctr" anchorCtr="0">
            <a:spAutoFit/>
          </a:bodyPr>
          <a:lstStyle/>
          <a:p>
            <a:pPr algn="ctr">
              <a:spcBef>
                <a:spcPct val="50000"/>
              </a:spcBef>
            </a:pPr>
            <a:r>
              <a:rPr lang="en-US" altLang="zh-CN" sz="2400" b="1" dirty="0">
                <a:solidFill>
                  <a:schemeClr val="tx2"/>
                </a:solidFill>
                <a:latin typeface="Arial Rounded MT Bold" panose="020F0704030504030204" pitchFamily="34" charset="0"/>
              </a:rPr>
              <a:t>p, q</a:t>
            </a:r>
            <a:endParaRPr lang="en-US" altLang="zh-CN" sz="2400" b="1" dirty="0">
              <a:latin typeface="Arial Rounded MT Bold" panose="020F0704030504030204" pitchFamily="34" charset="0"/>
            </a:endParaRPr>
          </a:p>
        </p:txBody>
      </p:sp>
      <p:sp>
        <p:nvSpPr>
          <p:cNvPr id="35849" name="Text Box 6"/>
          <p:cNvSpPr txBox="1"/>
          <p:nvPr/>
        </p:nvSpPr>
        <p:spPr>
          <a:xfrm>
            <a:off x="4191000" y="4421188"/>
            <a:ext cx="565150" cy="457200"/>
          </a:xfrm>
          <a:prstGeom prst="rect">
            <a:avLst/>
          </a:prstGeom>
          <a:noFill/>
          <a:ln w="9525">
            <a:noFill/>
          </a:ln>
        </p:spPr>
        <p:txBody>
          <a:bodyPr lIns="91433" tIns="45717" rIns="91433" bIns="45717" anchor="ctr" anchorCtr="0">
            <a:spAutoFit/>
          </a:bodyPr>
          <a:lstStyle/>
          <a:p>
            <a:pPr algn="ctr"/>
            <a:r>
              <a:rPr lang="en-US" altLang="zh-CN" sz="2400" b="1" dirty="0">
                <a:solidFill>
                  <a:schemeClr val="tx2"/>
                </a:solidFill>
                <a:latin typeface="Arial Rounded MT Bold" panose="020F0704030504030204" pitchFamily="34" charset="0"/>
              </a:rPr>
              <a:t>pq</a:t>
            </a:r>
            <a:endParaRPr lang="en-US" altLang="zh-CN" sz="2400" b="1" dirty="0">
              <a:latin typeface="Arial Rounded MT Bold" panose="020F07040305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29</a:t>
            </a:fld>
            <a:endParaRPr lang="zh-CN" altLang="en-US" b="1" i="1" dirty="0">
              <a:solidFill>
                <a:schemeClr val="folHlink"/>
              </a:solidFill>
              <a:latin typeface="Arial Narrow" panose="020B0606020202030204" pitchFamily="34" charset="0"/>
            </a:endParaRPr>
          </a:p>
        </p:txBody>
      </p:sp>
      <p:sp>
        <p:nvSpPr>
          <p:cNvPr id="36867"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6868"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graphicFrame>
        <p:nvGraphicFramePr>
          <p:cNvPr id="659458" name="Rectangle 2"/>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r:id="rId3" imgW="0" imgH="0" progId="MS_ClipArt_Gallery.2">
                  <p:embed/>
                </p:oleObj>
              </mc:Choice>
              <mc:Fallback>
                <p:oleObj r:id="rId3" imgW="0" imgH="0" progId="MS_ClipArt_Gallery.2">
                  <p:embed/>
                  <p:pic>
                    <p:nvPicPr>
                      <p:cNvPr id="0" name="图片 3091"/>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36870" name="WordArt 3"/>
          <p:cNvSpPr>
            <a:spLocks noTextEdit="1"/>
          </p:cNvSpPr>
          <p:nvPr/>
        </p:nvSpPr>
        <p:spPr>
          <a:xfrm rot="2023549">
            <a:off x="354013" y="1025525"/>
            <a:ext cx="6870700" cy="4495800"/>
          </a:xfrm>
          <a:prstGeom prst="rect">
            <a:avLst/>
          </a:prstGeom>
        </p:spPr>
        <p:txBody>
          <a:bodyPr wrap="none" fromWordArt="1">
            <a:prstTxWarp prst="textFadeLeft">
              <a:avLst>
                <a:gd name="adj" fmla="val 15843"/>
              </a:avLst>
            </a:prstTxWarp>
            <a:normAutofit/>
          </a:bodyPr>
          <a:lstStyle/>
          <a:p>
            <a:pPr algn="ctr"/>
            <a:r>
              <a:rPr lang="zh-CN" altLang="en-US" sz="3600" normalizeH="1">
                <a:ln w="12700" cap="flat" cmpd="sng">
                  <a:solidFill>
                    <a:srgbClr val="B2B2B2"/>
                  </a:solidFill>
                  <a:prstDash val="solid"/>
                  <a:headEnd type="none" w="med" len="med"/>
                  <a:tailEnd type="none" w="med" len="med"/>
                </a:ln>
                <a:gradFill rotWithShape="1">
                  <a:gsLst>
                    <a:gs pos="0">
                      <a:srgbClr val="5E9EFF">
                        <a:alpha val="100000"/>
                      </a:srgbClr>
                    </a:gs>
                    <a:gs pos="39999">
                      <a:srgbClr val="85C2FF">
                        <a:alpha val="100000"/>
                      </a:srgbClr>
                    </a:gs>
                    <a:gs pos="70000">
                      <a:srgbClr val="C4D6EB">
                        <a:alpha val="100000"/>
                      </a:srgbClr>
                    </a:gs>
                    <a:gs pos="100000">
                      <a:srgbClr val="FFEBFA">
                        <a:alpha val="100000"/>
                      </a:srgbClr>
                    </a:gs>
                  </a:gsLst>
                  <a:lin ang="3360000" scaled="1"/>
                  <a:tileRect/>
                </a:gradFill>
                <a:effectLst>
                  <a:outerShdw dist="35921" dir="2699999" sy="50000" rotWithShape="0">
                    <a:srgbClr val="875B0D"/>
                  </a:outerShdw>
                </a:effectLst>
                <a:latin typeface="Arial Black" panose="020B0A04020102020204" charset="0"/>
                <a:ea typeface="Arial Black" panose="020B0A04020102020204" charset="0"/>
              </a:rPr>
              <a:t>Infinity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36870"/>
                                        </p:tgtEl>
                                        <p:attrNameLst>
                                          <p:attrName>style.visibility</p:attrName>
                                        </p:attrNameLst>
                                      </p:cBhvr>
                                      <p:to>
                                        <p:strVal val="visible"/>
                                      </p:to>
                                    </p:set>
                                    <p:animEffect transition="in" filter="box(out)">
                                      <p:cBhvr>
                                        <p:cTn id="7" dur="500"/>
                                        <p:tgtEl>
                                          <p:spTgt spid="3687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659458"/>
                                        </p:tgtEl>
                                        <p:attrNameLst>
                                          <p:attrName>style.visibility</p:attrName>
                                        </p:attrNameLst>
                                      </p:cBhvr>
                                      <p:to>
                                        <p:strVal val="visible"/>
                                      </p:to>
                                    </p:set>
                                    <p:anim calcmode="lin" valueType="num">
                                      <p:cBhvr additive="base">
                                        <p:cTn id="11" dur="500" fill="hold"/>
                                        <p:tgtEl>
                                          <p:spTgt spid="659458"/>
                                        </p:tgtEl>
                                        <p:attrNameLst>
                                          <p:attrName>ppt_x</p:attrName>
                                        </p:attrNameLst>
                                      </p:cBhvr>
                                      <p:tavLst>
                                        <p:tav tm="0">
                                          <p:val>
                                            <p:strVal val="0-#ppt_w/2"/>
                                          </p:val>
                                        </p:tav>
                                        <p:tav tm="100000">
                                          <p:val>
                                            <p:strVal val="#ppt_x"/>
                                          </p:val>
                                        </p:tav>
                                      </p:tavLst>
                                    </p:anim>
                                    <p:anim calcmode="lin" valueType="num">
                                      <p:cBhvr additive="base">
                                        <p:cTn id="12" dur="500" fill="hold"/>
                                        <p:tgtEl>
                                          <p:spTgt spid="6594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2"/>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30</a:t>
            </a:fld>
            <a:endParaRPr lang="zh-CN" altLang="en-US" b="1" i="1" dirty="0">
              <a:solidFill>
                <a:schemeClr val="folHlink"/>
              </a:solidFill>
              <a:latin typeface="Arial Narrow" panose="020B0606020202030204" pitchFamily="34" charset="0"/>
            </a:endParaRPr>
          </a:p>
        </p:txBody>
      </p:sp>
      <p:sp>
        <p:nvSpPr>
          <p:cNvPr id="37891"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7892" name="页脚占位符 4"/>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37893" name="Rectangle 2"/>
          <p:cNvSpPr>
            <a:spLocks noGrp="1"/>
          </p:cNvSpPr>
          <p:nvPr>
            <p:ph type="title"/>
          </p:nvPr>
        </p:nvSpPr>
        <p:spPr/>
        <p:txBody>
          <a:bodyPr vert="horz" wrap="square" lIns="91440" tIns="45720" rIns="91440" bIns="45720" anchor="b" anchorCtr="0"/>
          <a:lstStyle/>
          <a:p>
            <a:pPr eaLnBrk="1" hangingPunct="1"/>
            <a:r>
              <a:rPr lang="en-US" altLang="zh-CN" dirty="0"/>
              <a:t>Map Coloring</a:t>
            </a:r>
          </a:p>
        </p:txBody>
      </p:sp>
      <p:graphicFrame>
        <p:nvGraphicFramePr>
          <p:cNvPr id="37894" name="Object 3"/>
          <p:cNvGraphicFramePr>
            <a:graphicFrameLocks noChangeAspect="1"/>
          </p:cNvGraphicFramePr>
          <p:nvPr/>
        </p:nvGraphicFramePr>
        <p:xfrm>
          <a:off x="2438400" y="1752600"/>
          <a:ext cx="4284663" cy="5029200"/>
        </p:xfrm>
        <a:graphic>
          <a:graphicData uri="http://schemas.openxmlformats.org/presentationml/2006/ole">
            <mc:AlternateContent xmlns:mc="http://schemas.openxmlformats.org/markup-compatibility/2006">
              <mc:Choice xmlns:v="urn:schemas-microsoft-com:vml" Requires="v">
                <p:oleObj r:id="rId2" imgW="2454275" imgH="3557905" progId="MS_ClipArt_Gallery.2">
                  <p:embed/>
                </p:oleObj>
              </mc:Choice>
              <mc:Fallback>
                <p:oleObj r:id="rId2" imgW="2454275" imgH="3557905" progId="MS_ClipArt_Gallery.2">
                  <p:embed/>
                  <p:pic>
                    <p:nvPicPr>
                      <p:cNvPr id="0" name="图片 3092"/>
                      <p:cNvPicPr/>
                      <p:nvPr/>
                    </p:nvPicPr>
                    <p:blipFill>
                      <a:blip r:embed="rId3"/>
                      <a:srcRect l="-26660" b="-2615"/>
                      <a:stretch>
                        <a:fillRect/>
                      </a:stretch>
                    </p:blipFill>
                    <p:spPr>
                      <a:xfrm>
                        <a:off x="2438400" y="1752600"/>
                        <a:ext cx="4284663" cy="5029200"/>
                      </a:xfrm>
                      <a:prstGeom prst="rect">
                        <a:avLst/>
                      </a:prstGeom>
                      <a:noFill/>
                      <a:ln w="38100">
                        <a:noFill/>
                        <a:miter/>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chemeClr val="folHlink"/>
                </a:solidFill>
                <a:latin typeface="Arial Narrow" panose="020B0606020202030204" pitchFamily="34" charset="0"/>
                <a:cs typeface="Times New Roman" panose="02020603050405020304" pitchFamily="18" charset="0"/>
              </a:rPr>
              <a:t>31</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7651"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7652"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chemeClr val="folHlink"/>
                </a:solidFill>
                <a:latin typeface="Arial Narrow" panose="020B0606020202030204" pitchFamily="34" charset="0"/>
                <a:cs typeface="Times New Roman" panose="02020603050405020304" pitchFamily="18" charset="0"/>
              </a:rPr>
              <a:t>School of Computer Science, BUPT </a:t>
            </a:r>
            <a:endParaRPr lang="zh-CN" altLang="en-US" sz="1200" b="1" i="1" dirty="0">
              <a:solidFill>
                <a:schemeClr val="folHlink"/>
              </a:solidFill>
              <a:latin typeface="Arial Narrow" panose="020B0606020202030204" pitchFamily="34" charset="0"/>
              <a:ea typeface="Times New Roman" panose="02020603050405020304" pitchFamily="18" charset="0"/>
            </a:endParaRPr>
          </a:p>
        </p:txBody>
      </p:sp>
      <p:sp>
        <p:nvSpPr>
          <p:cNvPr id="27653" name="Rectangle 3"/>
          <p:cNvSpPr>
            <a:spLocks noGrp="1"/>
          </p:cNvSpPr>
          <p:nvPr>
            <p:ph idx="1"/>
          </p:nvPr>
        </p:nvSpPr>
        <p:spPr>
          <a:xfrm>
            <a:off x="694690" y="1438910"/>
            <a:ext cx="8296910" cy="4846320"/>
          </a:xfrm>
        </p:spPr>
        <p:txBody>
          <a:bodyPr vert="horz" wrap="square" lIns="91440" tIns="45720" rIns="91440" bIns="45720" anchor="t" anchorCtr="0"/>
          <a:lstStyle/>
          <a:p>
            <a:pPr eaLnBrk="1" hangingPunct="1">
              <a:spcAft>
                <a:spcPts val="600"/>
              </a:spcAft>
            </a:pPr>
            <a:r>
              <a:rPr kumimoji="1" lang="en-US" altLang="zh-CN" noProof="0">
                <a:ln>
                  <a:noFill/>
                </a:ln>
                <a:solidFill>
                  <a:schemeClr val="hlink"/>
                </a:solidFill>
                <a:uLnTx/>
                <a:uFillTx/>
              </a:rPr>
              <a:t>Method: </a:t>
            </a:r>
            <a:endParaRPr lang="en-US" altLang="zh-CN" b="1" dirty="0">
              <a:solidFill>
                <a:schemeClr val="accent2"/>
              </a:solidFill>
              <a:latin typeface="Times New Roman" panose="02020603050405020304" pitchFamily="18" charset="0"/>
              <a:cs typeface="Times New Roman" panose="02020603050405020304" pitchFamily="18" charset="0"/>
            </a:endParaRPr>
          </a:p>
          <a:p>
            <a:pPr lvl="1" eaLnBrk="1" hangingPunct="1">
              <a:spcAft>
                <a:spcPts val="600"/>
              </a:spcAft>
            </a:pPr>
            <a:r>
              <a:rPr kumimoji="1" lang="en-US" altLang="zh-CN" sz="3200" noProof="0">
                <a:ln>
                  <a:noFill/>
                </a:ln>
                <a:uLnTx/>
                <a:uFillTx/>
                <a:cs typeface="+mn-cs"/>
              </a:rPr>
              <a:t>Principles and techniques to solve the vast array of unfamiliar problems that arise in a rapidly changing field.</a:t>
            </a:r>
          </a:p>
        </p:txBody>
      </p:sp>
      <p:sp>
        <p:nvSpPr>
          <p:cNvPr id="27654" name="Rectangle 2"/>
          <p:cNvSpPr>
            <a:spLocks noGrp="1"/>
          </p:cNvSpPr>
          <p:nvPr>
            <p:ph type="title"/>
          </p:nvPr>
        </p:nvSpPr>
        <p:spPr>
          <a:xfrm>
            <a:off x="1259523" y="476885"/>
            <a:ext cx="7653337" cy="738188"/>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What Will We Study?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32</a:t>
            </a:fld>
            <a:endParaRPr lang="zh-CN" altLang="en-US" b="1" i="1" dirty="0">
              <a:solidFill>
                <a:schemeClr val="folHlink"/>
              </a:solidFill>
              <a:latin typeface="Arial Narrow" panose="020B0606020202030204" pitchFamily="34" charset="0"/>
            </a:endParaRPr>
          </a:p>
        </p:txBody>
      </p:sp>
      <p:sp>
        <p:nvSpPr>
          <p:cNvPr id="3993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3994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39941" name="Rectangle 2"/>
          <p:cNvSpPr>
            <a:spLocks noGrp="1"/>
          </p:cNvSpPr>
          <p:nvPr>
            <p:ph type="title"/>
          </p:nvPr>
        </p:nvSpPr>
        <p:spPr/>
        <p:txBody>
          <a:bodyPr vert="horz" wrap="square" lIns="91440" tIns="45720" rIns="91440" bIns="45720" anchor="b" anchorCtr="0"/>
          <a:lstStyle/>
          <a:p>
            <a:pPr eaLnBrk="1" hangingPunct="1"/>
            <a:r>
              <a:rPr lang="en-US" altLang="zh-CN" dirty="0"/>
              <a:t>Exemplification</a:t>
            </a:r>
            <a:endParaRPr lang="zh-CN" altLang="en-US" dirty="0"/>
          </a:p>
        </p:txBody>
      </p:sp>
      <p:sp>
        <p:nvSpPr>
          <p:cNvPr id="66355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Try out a problem or solution on small examples.</a:t>
            </a:r>
            <a:endParaRPr kumimoji="1" lang="zh-CN" altLang="en-US"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endParaRPr>
          </a:p>
        </p:txBody>
      </p:sp>
      <p:grpSp>
        <p:nvGrpSpPr>
          <p:cNvPr id="39943" name="Group 4"/>
          <p:cNvGrpSpPr/>
          <p:nvPr/>
        </p:nvGrpSpPr>
        <p:grpSpPr>
          <a:xfrm>
            <a:off x="533400" y="3352800"/>
            <a:ext cx="1828800" cy="3505200"/>
            <a:chOff x="2385" y="1953"/>
            <a:chExt cx="1566" cy="2367"/>
          </a:xfrm>
        </p:grpSpPr>
        <p:sp>
          <p:nvSpPr>
            <p:cNvPr id="39948" name="Freeform 5"/>
            <p:cNvSpPr/>
            <p:nvPr/>
          </p:nvSpPr>
          <p:spPr>
            <a:xfrm>
              <a:off x="2972" y="2741"/>
              <a:ext cx="406" cy="834"/>
            </a:xfrm>
            <a:custGeom>
              <a:avLst/>
              <a:gdLst/>
              <a:ahLst/>
              <a:cxnLst>
                <a:cxn ang="0">
                  <a:pos x="96" y="67"/>
                </a:cxn>
                <a:cxn ang="0">
                  <a:pos x="139" y="18"/>
                </a:cxn>
                <a:cxn ang="0">
                  <a:pos x="224" y="0"/>
                </a:cxn>
                <a:cxn ang="0">
                  <a:pos x="295" y="18"/>
                </a:cxn>
                <a:cxn ang="0">
                  <a:pos x="335" y="45"/>
                </a:cxn>
                <a:cxn ang="0">
                  <a:pos x="367" y="100"/>
                </a:cxn>
                <a:cxn ang="0">
                  <a:pos x="395" y="197"/>
                </a:cxn>
                <a:cxn ang="0">
                  <a:pos x="406" y="300"/>
                </a:cxn>
                <a:cxn ang="0">
                  <a:pos x="406" y="489"/>
                </a:cxn>
                <a:cxn ang="0">
                  <a:pos x="367" y="653"/>
                </a:cxn>
                <a:cxn ang="0">
                  <a:pos x="307" y="745"/>
                </a:cxn>
                <a:cxn ang="0">
                  <a:pos x="247" y="797"/>
                </a:cxn>
                <a:cxn ang="0">
                  <a:pos x="179" y="834"/>
                </a:cxn>
                <a:cxn ang="0">
                  <a:pos x="83" y="831"/>
                </a:cxn>
                <a:cxn ang="0">
                  <a:pos x="8" y="776"/>
                </a:cxn>
                <a:cxn ang="0">
                  <a:pos x="0" y="708"/>
                </a:cxn>
                <a:cxn ang="0">
                  <a:pos x="36" y="608"/>
                </a:cxn>
                <a:cxn ang="0">
                  <a:pos x="68" y="497"/>
                </a:cxn>
                <a:cxn ang="0">
                  <a:pos x="79" y="353"/>
                </a:cxn>
                <a:cxn ang="0">
                  <a:pos x="60" y="230"/>
                </a:cxn>
                <a:cxn ang="0">
                  <a:pos x="60" y="141"/>
                </a:cxn>
                <a:cxn ang="0">
                  <a:pos x="96" y="67"/>
                </a:cxn>
              </a:cxnLst>
              <a:rect l="0" t="0" r="0" b="0"/>
              <a:pathLst>
                <a:path w="406" h="834">
                  <a:moveTo>
                    <a:pt x="96" y="67"/>
                  </a:moveTo>
                  <a:lnTo>
                    <a:pt x="139" y="18"/>
                  </a:lnTo>
                  <a:lnTo>
                    <a:pt x="224" y="0"/>
                  </a:lnTo>
                  <a:lnTo>
                    <a:pt x="295" y="18"/>
                  </a:lnTo>
                  <a:lnTo>
                    <a:pt x="335" y="45"/>
                  </a:lnTo>
                  <a:lnTo>
                    <a:pt x="367" y="100"/>
                  </a:lnTo>
                  <a:lnTo>
                    <a:pt x="395" y="197"/>
                  </a:lnTo>
                  <a:lnTo>
                    <a:pt x="406" y="300"/>
                  </a:lnTo>
                  <a:lnTo>
                    <a:pt x="406" y="489"/>
                  </a:lnTo>
                  <a:lnTo>
                    <a:pt x="367" y="653"/>
                  </a:lnTo>
                  <a:lnTo>
                    <a:pt x="307" y="745"/>
                  </a:lnTo>
                  <a:lnTo>
                    <a:pt x="247" y="797"/>
                  </a:lnTo>
                  <a:lnTo>
                    <a:pt x="179" y="834"/>
                  </a:lnTo>
                  <a:lnTo>
                    <a:pt x="83" y="831"/>
                  </a:lnTo>
                  <a:lnTo>
                    <a:pt x="8" y="776"/>
                  </a:lnTo>
                  <a:lnTo>
                    <a:pt x="0" y="708"/>
                  </a:lnTo>
                  <a:lnTo>
                    <a:pt x="36" y="608"/>
                  </a:lnTo>
                  <a:lnTo>
                    <a:pt x="68" y="497"/>
                  </a:lnTo>
                  <a:lnTo>
                    <a:pt x="79" y="353"/>
                  </a:lnTo>
                  <a:lnTo>
                    <a:pt x="60" y="230"/>
                  </a:lnTo>
                  <a:lnTo>
                    <a:pt x="60" y="141"/>
                  </a:lnTo>
                  <a:lnTo>
                    <a:pt x="96" y="67"/>
                  </a:lnTo>
                  <a:close/>
                </a:path>
              </a:pathLst>
            </a:custGeom>
            <a:solidFill>
              <a:schemeClr val="accent1">
                <a:alpha val="100000"/>
              </a:schemeClr>
            </a:solidFill>
            <a:ln w="9525">
              <a:noFill/>
            </a:ln>
          </p:spPr>
          <p:txBody>
            <a:bodyPr/>
            <a:lstStyle/>
            <a:p>
              <a:endParaRPr lang="zh-CN" altLang="en-US"/>
            </a:p>
          </p:txBody>
        </p:sp>
        <p:sp>
          <p:nvSpPr>
            <p:cNvPr id="39949" name="Freeform 6"/>
            <p:cNvSpPr/>
            <p:nvPr/>
          </p:nvSpPr>
          <p:spPr>
            <a:xfrm>
              <a:off x="3125" y="3483"/>
              <a:ext cx="467" cy="826"/>
            </a:xfrm>
            <a:custGeom>
              <a:avLst/>
              <a:gdLst/>
              <a:ahLst/>
              <a:cxnLst>
                <a:cxn ang="0">
                  <a:pos x="156" y="35"/>
                </a:cxn>
                <a:cxn ang="0">
                  <a:pos x="100" y="0"/>
                </a:cxn>
                <a:cxn ang="0">
                  <a:pos x="28" y="0"/>
                </a:cxn>
                <a:cxn ang="0">
                  <a:pos x="0" y="45"/>
                </a:cxn>
                <a:cxn ang="0">
                  <a:pos x="12" y="112"/>
                </a:cxn>
                <a:cxn ang="0">
                  <a:pos x="76" y="178"/>
                </a:cxn>
                <a:cxn ang="0">
                  <a:pos x="207" y="238"/>
                </a:cxn>
                <a:cxn ang="0">
                  <a:pos x="359" y="367"/>
                </a:cxn>
                <a:cxn ang="0">
                  <a:pos x="384" y="423"/>
                </a:cxn>
                <a:cxn ang="0">
                  <a:pos x="371" y="449"/>
                </a:cxn>
                <a:cxn ang="0">
                  <a:pos x="256" y="534"/>
                </a:cxn>
                <a:cxn ang="0">
                  <a:pos x="120" y="634"/>
                </a:cxn>
                <a:cxn ang="0">
                  <a:pos x="88" y="679"/>
                </a:cxn>
                <a:cxn ang="0">
                  <a:pos x="88" y="722"/>
                </a:cxn>
                <a:cxn ang="0">
                  <a:pos x="192" y="771"/>
                </a:cxn>
                <a:cxn ang="0">
                  <a:pos x="352" y="826"/>
                </a:cxn>
                <a:cxn ang="0">
                  <a:pos x="407" y="826"/>
                </a:cxn>
                <a:cxn ang="0">
                  <a:pos x="467" y="788"/>
                </a:cxn>
                <a:cxn ang="0">
                  <a:pos x="467" y="759"/>
                </a:cxn>
                <a:cxn ang="0">
                  <a:pos x="423" y="745"/>
                </a:cxn>
                <a:cxn ang="0">
                  <a:pos x="220" y="722"/>
                </a:cxn>
                <a:cxn ang="0">
                  <a:pos x="143" y="704"/>
                </a:cxn>
                <a:cxn ang="0">
                  <a:pos x="136" y="671"/>
                </a:cxn>
                <a:cxn ang="0">
                  <a:pos x="267" y="578"/>
                </a:cxn>
                <a:cxn ang="0">
                  <a:pos x="410" y="490"/>
                </a:cxn>
                <a:cxn ang="0">
                  <a:pos x="442" y="456"/>
                </a:cxn>
                <a:cxn ang="0">
                  <a:pos x="455" y="412"/>
                </a:cxn>
                <a:cxn ang="0">
                  <a:pos x="442" y="349"/>
                </a:cxn>
                <a:cxn ang="0">
                  <a:pos x="399" y="301"/>
                </a:cxn>
                <a:cxn ang="0">
                  <a:pos x="256" y="138"/>
                </a:cxn>
                <a:cxn ang="0">
                  <a:pos x="156" y="35"/>
                </a:cxn>
              </a:cxnLst>
              <a:rect l="0" t="0" r="0" b="0"/>
              <a:pathLst>
                <a:path w="467" h="826">
                  <a:moveTo>
                    <a:pt x="156" y="35"/>
                  </a:moveTo>
                  <a:lnTo>
                    <a:pt x="100" y="0"/>
                  </a:lnTo>
                  <a:lnTo>
                    <a:pt x="28" y="0"/>
                  </a:lnTo>
                  <a:lnTo>
                    <a:pt x="0" y="45"/>
                  </a:lnTo>
                  <a:lnTo>
                    <a:pt x="12" y="112"/>
                  </a:lnTo>
                  <a:lnTo>
                    <a:pt x="76" y="178"/>
                  </a:lnTo>
                  <a:lnTo>
                    <a:pt x="207" y="238"/>
                  </a:lnTo>
                  <a:lnTo>
                    <a:pt x="359" y="367"/>
                  </a:lnTo>
                  <a:lnTo>
                    <a:pt x="384" y="423"/>
                  </a:lnTo>
                  <a:lnTo>
                    <a:pt x="371" y="449"/>
                  </a:lnTo>
                  <a:lnTo>
                    <a:pt x="256" y="534"/>
                  </a:lnTo>
                  <a:lnTo>
                    <a:pt x="120" y="634"/>
                  </a:lnTo>
                  <a:lnTo>
                    <a:pt x="88" y="679"/>
                  </a:lnTo>
                  <a:lnTo>
                    <a:pt x="88" y="722"/>
                  </a:lnTo>
                  <a:lnTo>
                    <a:pt x="192" y="771"/>
                  </a:lnTo>
                  <a:lnTo>
                    <a:pt x="352" y="826"/>
                  </a:lnTo>
                  <a:lnTo>
                    <a:pt x="407" y="826"/>
                  </a:lnTo>
                  <a:lnTo>
                    <a:pt x="467" y="788"/>
                  </a:lnTo>
                  <a:lnTo>
                    <a:pt x="467" y="759"/>
                  </a:lnTo>
                  <a:lnTo>
                    <a:pt x="423" y="745"/>
                  </a:lnTo>
                  <a:lnTo>
                    <a:pt x="220" y="722"/>
                  </a:lnTo>
                  <a:lnTo>
                    <a:pt x="143" y="704"/>
                  </a:lnTo>
                  <a:lnTo>
                    <a:pt x="136" y="671"/>
                  </a:lnTo>
                  <a:lnTo>
                    <a:pt x="267" y="578"/>
                  </a:lnTo>
                  <a:lnTo>
                    <a:pt x="410" y="490"/>
                  </a:lnTo>
                  <a:lnTo>
                    <a:pt x="442" y="456"/>
                  </a:lnTo>
                  <a:lnTo>
                    <a:pt x="455" y="412"/>
                  </a:lnTo>
                  <a:lnTo>
                    <a:pt x="442" y="349"/>
                  </a:lnTo>
                  <a:lnTo>
                    <a:pt x="399" y="301"/>
                  </a:lnTo>
                  <a:lnTo>
                    <a:pt x="256" y="138"/>
                  </a:lnTo>
                  <a:lnTo>
                    <a:pt x="156" y="35"/>
                  </a:lnTo>
                  <a:close/>
                </a:path>
              </a:pathLst>
            </a:custGeom>
            <a:solidFill>
              <a:schemeClr val="accent1">
                <a:alpha val="100000"/>
              </a:schemeClr>
            </a:solidFill>
            <a:ln w="9525">
              <a:noFill/>
            </a:ln>
          </p:spPr>
          <p:txBody>
            <a:bodyPr/>
            <a:lstStyle/>
            <a:p>
              <a:endParaRPr lang="zh-CN" altLang="en-US"/>
            </a:p>
          </p:txBody>
        </p:sp>
        <p:sp>
          <p:nvSpPr>
            <p:cNvPr id="39950" name="Freeform 7"/>
            <p:cNvSpPr/>
            <p:nvPr/>
          </p:nvSpPr>
          <p:spPr>
            <a:xfrm>
              <a:off x="2515" y="3443"/>
              <a:ext cx="580" cy="877"/>
            </a:xfrm>
            <a:custGeom>
              <a:avLst/>
              <a:gdLst/>
              <a:ahLst/>
              <a:cxnLst>
                <a:cxn ang="0">
                  <a:pos x="315" y="118"/>
                </a:cxn>
                <a:cxn ang="0">
                  <a:pos x="407" y="44"/>
                </a:cxn>
                <a:cxn ang="0">
                  <a:pos x="495" y="0"/>
                </a:cxn>
                <a:cxn ang="0">
                  <a:pos x="552" y="7"/>
                </a:cxn>
                <a:cxn ang="0">
                  <a:pos x="580" y="44"/>
                </a:cxn>
                <a:cxn ang="0">
                  <a:pos x="580" y="85"/>
                </a:cxn>
                <a:cxn ang="0">
                  <a:pos x="563" y="129"/>
                </a:cxn>
                <a:cxn ang="0">
                  <a:pos x="503" y="155"/>
                </a:cxn>
                <a:cxn ang="0">
                  <a:pos x="383" y="218"/>
                </a:cxn>
                <a:cxn ang="0">
                  <a:pos x="311" y="296"/>
                </a:cxn>
                <a:cxn ang="0">
                  <a:pos x="263" y="388"/>
                </a:cxn>
                <a:cxn ang="0">
                  <a:pos x="251" y="444"/>
                </a:cxn>
                <a:cxn ang="0">
                  <a:pos x="315" y="510"/>
                </a:cxn>
                <a:cxn ang="0">
                  <a:pos x="383" y="606"/>
                </a:cxn>
                <a:cxn ang="0">
                  <a:pos x="431" y="696"/>
                </a:cxn>
                <a:cxn ang="0">
                  <a:pos x="443" y="751"/>
                </a:cxn>
                <a:cxn ang="0">
                  <a:pos x="443" y="784"/>
                </a:cxn>
                <a:cxn ang="0">
                  <a:pos x="411" y="807"/>
                </a:cxn>
                <a:cxn ang="0">
                  <a:pos x="311" y="811"/>
                </a:cxn>
                <a:cxn ang="0">
                  <a:pos x="159" y="844"/>
                </a:cxn>
                <a:cxn ang="0">
                  <a:pos x="131" y="873"/>
                </a:cxn>
                <a:cxn ang="0">
                  <a:pos x="107" y="877"/>
                </a:cxn>
                <a:cxn ang="0">
                  <a:pos x="0" y="844"/>
                </a:cxn>
                <a:cxn ang="0">
                  <a:pos x="0" y="811"/>
                </a:cxn>
                <a:cxn ang="0">
                  <a:pos x="47" y="784"/>
                </a:cxn>
                <a:cxn ang="0">
                  <a:pos x="238" y="751"/>
                </a:cxn>
                <a:cxn ang="0">
                  <a:pos x="339" y="762"/>
                </a:cxn>
                <a:cxn ang="0">
                  <a:pos x="387" y="762"/>
                </a:cxn>
                <a:cxn ang="0">
                  <a:pos x="399" y="744"/>
                </a:cxn>
                <a:cxn ang="0">
                  <a:pos x="359" y="662"/>
                </a:cxn>
                <a:cxn ang="0">
                  <a:pos x="276" y="555"/>
                </a:cxn>
                <a:cxn ang="0">
                  <a:pos x="215" y="477"/>
                </a:cxn>
                <a:cxn ang="0">
                  <a:pos x="191" y="433"/>
                </a:cxn>
                <a:cxn ang="0">
                  <a:pos x="191" y="366"/>
                </a:cxn>
                <a:cxn ang="0">
                  <a:pos x="231" y="255"/>
                </a:cxn>
                <a:cxn ang="0">
                  <a:pos x="267" y="185"/>
                </a:cxn>
                <a:cxn ang="0">
                  <a:pos x="315" y="118"/>
                </a:cxn>
              </a:cxnLst>
              <a:rect l="0" t="0" r="0" b="0"/>
              <a:pathLst>
                <a:path w="580" h="877">
                  <a:moveTo>
                    <a:pt x="315" y="118"/>
                  </a:moveTo>
                  <a:lnTo>
                    <a:pt x="407" y="44"/>
                  </a:lnTo>
                  <a:lnTo>
                    <a:pt x="495" y="0"/>
                  </a:lnTo>
                  <a:lnTo>
                    <a:pt x="552" y="7"/>
                  </a:lnTo>
                  <a:lnTo>
                    <a:pt x="580" y="44"/>
                  </a:lnTo>
                  <a:lnTo>
                    <a:pt x="580" y="85"/>
                  </a:lnTo>
                  <a:lnTo>
                    <a:pt x="563" y="129"/>
                  </a:lnTo>
                  <a:lnTo>
                    <a:pt x="503" y="155"/>
                  </a:lnTo>
                  <a:lnTo>
                    <a:pt x="383" y="218"/>
                  </a:lnTo>
                  <a:lnTo>
                    <a:pt x="311" y="296"/>
                  </a:lnTo>
                  <a:lnTo>
                    <a:pt x="263" y="388"/>
                  </a:lnTo>
                  <a:lnTo>
                    <a:pt x="251" y="444"/>
                  </a:lnTo>
                  <a:lnTo>
                    <a:pt x="315" y="510"/>
                  </a:lnTo>
                  <a:lnTo>
                    <a:pt x="383" y="606"/>
                  </a:lnTo>
                  <a:lnTo>
                    <a:pt x="431" y="696"/>
                  </a:lnTo>
                  <a:lnTo>
                    <a:pt x="443" y="751"/>
                  </a:lnTo>
                  <a:lnTo>
                    <a:pt x="443" y="784"/>
                  </a:lnTo>
                  <a:lnTo>
                    <a:pt x="411" y="807"/>
                  </a:lnTo>
                  <a:lnTo>
                    <a:pt x="311" y="811"/>
                  </a:lnTo>
                  <a:lnTo>
                    <a:pt x="159" y="844"/>
                  </a:lnTo>
                  <a:lnTo>
                    <a:pt x="131" y="873"/>
                  </a:lnTo>
                  <a:lnTo>
                    <a:pt x="107" y="877"/>
                  </a:lnTo>
                  <a:lnTo>
                    <a:pt x="0" y="844"/>
                  </a:lnTo>
                  <a:lnTo>
                    <a:pt x="0" y="811"/>
                  </a:lnTo>
                  <a:lnTo>
                    <a:pt x="47" y="784"/>
                  </a:lnTo>
                  <a:lnTo>
                    <a:pt x="238" y="751"/>
                  </a:lnTo>
                  <a:lnTo>
                    <a:pt x="339" y="762"/>
                  </a:lnTo>
                  <a:lnTo>
                    <a:pt x="387" y="762"/>
                  </a:lnTo>
                  <a:lnTo>
                    <a:pt x="399" y="744"/>
                  </a:lnTo>
                  <a:lnTo>
                    <a:pt x="359" y="662"/>
                  </a:lnTo>
                  <a:lnTo>
                    <a:pt x="276" y="555"/>
                  </a:lnTo>
                  <a:lnTo>
                    <a:pt x="215" y="477"/>
                  </a:lnTo>
                  <a:lnTo>
                    <a:pt x="191" y="433"/>
                  </a:lnTo>
                  <a:lnTo>
                    <a:pt x="191" y="366"/>
                  </a:lnTo>
                  <a:lnTo>
                    <a:pt x="231" y="255"/>
                  </a:lnTo>
                  <a:lnTo>
                    <a:pt x="267" y="185"/>
                  </a:lnTo>
                  <a:lnTo>
                    <a:pt x="315" y="118"/>
                  </a:lnTo>
                  <a:close/>
                </a:path>
              </a:pathLst>
            </a:custGeom>
            <a:solidFill>
              <a:schemeClr val="accent1">
                <a:alpha val="100000"/>
              </a:schemeClr>
            </a:solidFill>
            <a:ln w="9525">
              <a:noFill/>
            </a:ln>
          </p:spPr>
          <p:txBody>
            <a:bodyPr/>
            <a:lstStyle/>
            <a:p>
              <a:endParaRPr lang="zh-CN" altLang="en-US"/>
            </a:p>
          </p:txBody>
        </p:sp>
        <p:sp>
          <p:nvSpPr>
            <p:cNvPr id="39951" name="Freeform 8"/>
            <p:cNvSpPr/>
            <p:nvPr/>
          </p:nvSpPr>
          <p:spPr>
            <a:xfrm>
              <a:off x="2385" y="2393"/>
              <a:ext cx="610" cy="816"/>
            </a:xfrm>
            <a:custGeom>
              <a:avLst/>
              <a:gdLst/>
              <a:ahLst/>
              <a:cxnLst>
                <a:cxn ang="0">
                  <a:pos x="76" y="791"/>
                </a:cxn>
                <a:cxn ang="0">
                  <a:pos x="119" y="816"/>
                </a:cxn>
                <a:cxn ang="0">
                  <a:pos x="151" y="791"/>
                </a:cxn>
                <a:cxn ang="0">
                  <a:pos x="233" y="689"/>
                </a:cxn>
                <a:cxn ang="0">
                  <a:pos x="376" y="600"/>
                </a:cxn>
                <a:cxn ang="0">
                  <a:pos x="476" y="582"/>
                </a:cxn>
                <a:cxn ang="0">
                  <a:pos x="590" y="571"/>
                </a:cxn>
                <a:cxn ang="0">
                  <a:pos x="610" y="522"/>
                </a:cxn>
                <a:cxn ang="0">
                  <a:pos x="581" y="470"/>
                </a:cxn>
                <a:cxn ang="0">
                  <a:pos x="510" y="456"/>
                </a:cxn>
                <a:cxn ang="0">
                  <a:pos x="409" y="477"/>
                </a:cxn>
                <a:cxn ang="0">
                  <a:pos x="266" y="577"/>
                </a:cxn>
                <a:cxn ang="0">
                  <a:pos x="177" y="666"/>
                </a:cxn>
                <a:cxn ang="0">
                  <a:pos x="123" y="711"/>
                </a:cxn>
                <a:cxn ang="0">
                  <a:pos x="90" y="660"/>
                </a:cxn>
                <a:cxn ang="0">
                  <a:pos x="95" y="533"/>
                </a:cxn>
                <a:cxn ang="0">
                  <a:pos x="133" y="378"/>
                </a:cxn>
                <a:cxn ang="0">
                  <a:pos x="177" y="327"/>
                </a:cxn>
                <a:cxn ang="0">
                  <a:pos x="238" y="281"/>
                </a:cxn>
                <a:cxn ang="0">
                  <a:pos x="276" y="244"/>
                </a:cxn>
                <a:cxn ang="0">
                  <a:pos x="170" y="171"/>
                </a:cxn>
                <a:cxn ang="0">
                  <a:pos x="76" y="81"/>
                </a:cxn>
                <a:cxn ang="0">
                  <a:pos x="57" y="0"/>
                </a:cxn>
                <a:cxn ang="0">
                  <a:pos x="15" y="3"/>
                </a:cxn>
                <a:cxn ang="0">
                  <a:pos x="0" y="111"/>
                </a:cxn>
                <a:cxn ang="0">
                  <a:pos x="80" y="177"/>
                </a:cxn>
                <a:cxn ang="0">
                  <a:pos x="167" y="249"/>
                </a:cxn>
                <a:cxn ang="0">
                  <a:pos x="123" y="321"/>
                </a:cxn>
                <a:cxn ang="0">
                  <a:pos x="80" y="411"/>
                </a:cxn>
                <a:cxn ang="0">
                  <a:pos x="52" y="526"/>
                </a:cxn>
                <a:cxn ang="0">
                  <a:pos x="32" y="643"/>
                </a:cxn>
                <a:cxn ang="0">
                  <a:pos x="52" y="744"/>
                </a:cxn>
                <a:cxn ang="0">
                  <a:pos x="76" y="791"/>
                </a:cxn>
              </a:cxnLst>
              <a:rect l="0" t="0" r="0" b="0"/>
              <a:pathLst>
                <a:path w="610" h="816">
                  <a:moveTo>
                    <a:pt x="76" y="791"/>
                  </a:moveTo>
                  <a:lnTo>
                    <a:pt x="119" y="816"/>
                  </a:lnTo>
                  <a:lnTo>
                    <a:pt x="151" y="791"/>
                  </a:lnTo>
                  <a:lnTo>
                    <a:pt x="233" y="689"/>
                  </a:lnTo>
                  <a:lnTo>
                    <a:pt x="376" y="600"/>
                  </a:lnTo>
                  <a:lnTo>
                    <a:pt x="476" y="582"/>
                  </a:lnTo>
                  <a:lnTo>
                    <a:pt x="590" y="571"/>
                  </a:lnTo>
                  <a:lnTo>
                    <a:pt x="610" y="522"/>
                  </a:lnTo>
                  <a:lnTo>
                    <a:pt x="581" y="470"/>
                  </a:lnTo>
                  <a:lnTo>
                    <a:pt x="510" y="456"/>
                  </a:lnTo>
                  <a:lnTo>
                    <a:pt x="409" y="477"/>
                  </a:lnTo>
                  <a:lnTo>
                    <a:pt x="266" y="577"/>
                  </a:lnTo>
                  <a:lnTo>
                    <a:pt x="177" y="666"/>
                  </a:lnTo>
                  <a:lnTo>
                    <a:pt x="123" y="711"/>
                  </a:lnTo>
                  <a:lnTo>
                    <a:pt x="90" y="660"/>
                  </a:lnTo>
                  <a:lnTo>
                    <a:pt x="95" y="533"/>
                  </a:lnTo>
                  <a:lnTo>
                    <a:pt x="133" y="378"/>
                  </a:lnTo>
                  <a:lnTo>
                    <a:pt x="177" y="327"/>
                  </a:lnTo>
                  <a:lnTo>
                    <a:pt x="238" y="281"/>
                  </a:lnTo>
                  <a:lnTo>
                    <a:pt x="276" y="244"/>
                  </a:lnTo>
                  <a:lnTo>
                    <a:pt x="170" y="171"/>
                  </a:lnTo>
                  <a:lnTo>
                    <a:pt x="76" y="81"/>
                  </a:lnTo>
                  <a:lnTo>
                    <a:pt x="57" y="0"/>
                  </a:lnTo>
                  <a:lnTo>
                    <a:pt x="15" y="3"/>
                  </a:lnTo>
                  <a:lnTo>
                    <a:pt x="0" y="111"/>
                  </a:lnTo>
                  <a:lnTo>
                    <a:pt x="80" y="177"/>
                  </a:lnTo>
                  <a:lnTo>
                    <a:pt x="167" y="249"/>
                  </a:lnTo>
                  <a:lnTo>
                    <a:pt x="123" y="321"/>
                  </a:lnTo>
                  <a:lnTo>
                    <a:pt x="80" y="411"/>
                  </a:lnTo>
                  <a:lnTo>
                    <a:pt x="52" y="526"/>
                  </a:lnTo>
                  <a:lnTo>
                    <a:pt x="32" y="643"/>
                  </a:lnTo>
                  <a:lnTo>
                    <a:pt x="52" y="744"/>
                  </a:lnTo>
                  <a:lnTo>
                    <a:pt x="76" y="791"/>
                  </a:lnTo>
                  <a:close/>
                </a:path>
              </a:pathLst>
            </a:custGeom>
            <a:solidFill>
              <a:schemeClr val="accent1">
                <a:alpha val="100000"/>
              </a:schemeClr>
            </a:solidFill>
            <a:ln w="9525">
              <a:noFill/>
            </a:ln>
          </p:spPr>
          <p:txBody>
            <a:bodyPr/>
            <a:lstStyle/>
            <a:p>
              <a:endParaRPr lang="zh-CN" altLang="en-US"/>
            </a:p>
          </p:txBody>
        </p:sp>
        <p:sp>
          <p:nvSpPr>
            <p:cNvPr id="39952" name="Freeform 9"/>
            <p:cNvSpPr/>
            <p:nvPr/>
          </p:nvSpPr>
          <p:spPr>
            <a:xfrm>
              <a:off x="3376" y="1953"/>
              <a:ext cx="575" cy="885"/>
            </a:xfrm>
            <a:custGeom>
              <a:avLst/>
              <a:gdLst/>
              <a:ahLst/>
              <a:cxnLst>
                <a:cxn ang="0">
                  <a:pos x="0" y="878"/>
                </a:cxn>
                <a:cxn ang="0">
                  <a:pos x="0" y="819"/>
                </a:cxn>
                <a:cxn ang="0">
                  <a:pos x="36" y="774"/>
                </a:cxn>
                <a:cxn ang="0">
                  <a:pos x="191" y="722"/>
                </a:cxn>
                <a:cxn ang="0">
                  <a:pos x="383" y="678"/>
                </a:cxn>
                <a:cxn ang="0">
                  <a:pos x="496" y="652"/>
                </a:cxn>
                <a:cxn ang="0">
                  <a:pos x="507" y="630"/>
                </a:cxn>
                <a:cxn ang="0">
                  <a:pos x="455" y="563"/>
                </a:cxn>
                <a:cxn ang="0">
                  <a:pos x="351" y="466"/>
                </a:cxn>
                <a:cxn ang="0">
                  <a:pos x="244" y="386"/>
                </a:cxn>
                <a:cxn ang="0">
                  <a:pos x="159" y="341"/>
                </a:cxn>
                <a:cxn ang="0">
                  <a:pos x="112" y="297"/>
                </a:cxn>
                <a:cxn ang="0">
                  <a:pos x="107" y="263"/>
                </a:cxn>
                <a:cxn ang="0">
                  <a:pos x="135" y="234"/>
                </a:cxn>
                <a:cxn ang="0">
                  <a:pos x="203" y="219"/>
                </a:cxn>
                <a:cxn ang="0">
                  <a:pos x="287" y="164"/>
                </a:cxn>
                <a:cxn ang="0">
                  <a:pos x="299" y="107"/>
                </a:cxn>
                <a:cxn ang="0">
                  <a:pos x="299" y="30"/>
                </a:cxn>
                <a:cxn ang="0">
                  <a:pos x="291" y="0"/>
                </a:cxn>
                <a:cxn ang="0">
                  <a:pos x="323" y="8"/>
                </a:cxn>
                <a:cxn ang="0">
                  <a:pos x="368" y="74"/>
                </a:cxn>
                <a:cxn ang="0">
                  <a:pos x="383" y="145"/>
                </a:cxn>
                <a:cxn ang="0">
                  <a:pos x="336" y="197"/>
                </a:cxn>
                <a:cxn ang="0">
                  <a:pos x="291" y="211"/>
                </a:cxn>
                <a:cxn ang="0">
                  <a:pos x="208" y="252"/>
                </a:cxn>
                <a:cxn ang="0">
                  <a:pos x="191" y="275"/>
                </a:cxn>
                <a:cxn ang="0">
                  <a:pos x="203" y="297"/>
                </a:cxn>
                <a:cxn ang="0">
                  <a:pos x="280" y="355"/>
                </a:cxn>
                <a:cxn ang="0">
                  <a:pos x="359" y="388"/>
                </a:cxn>
                <a:cxn ang="0">
                  <a:pos x="467" y="474"/>
                </a:cxn>
                <a:cxn ang="0">
                  <a:pos x="539" y="574"/>
                </a:cxn>
                <a:cxn ang="0">
                  <a:pos x="575" y="652"/>
                </a:cxn>
                <a:cxn ang="0">
                  <a:pos x="563" y="678"/>
                </a:cxn>
                <a:cxn ang="0">
                  <a:pos x="539" y="696"/>
                </a:cxn>
                <a:cxn ang="0">
                  <a:pos x="447" y="730"/>
                </a:cxn>
                <a:cxn ang="0">
                  <a:pos x="263" y="786"/>
                </a:cxn>
                <a:cxn ang="0">
                  <a:pos x="148" y="833"/>
                </a:cxn>
                <a:cxn ang="0">
                  <a:pos x="71" y="874"/>
                </a:cxn>
                <a:cxn ang="0">
                  <a:pos x="24" y="885"/>
                </a:cxn>
                <a:cxn ang="0">
                  <a:pos x="0" y="878"/>
                </a:cxn>
              </a:cxnLst>
              <a:rect l="0" t="0" r="0" b="0"/>
              <a:pathLst>
                <a:path w="575" h="885">
                  <a:moveTo>
                    <a:pt x="0" y="878"/>
                  </a:moveTo>
                  <a:lnTo>
                    <a:pt x="0" y="819"/>
                  </a:lnTo>
                  <a:lnTo>
                    <a:pt x="36" y="774"/>
                  </a:lnTo>
                  <a:lnTo>
                    <a:pt x="191" y="722"/>
                  </a:lnTo>
                  <a:lnTo>
                    <a:pt x="383" y="678"/>
                  </a:lnTo>
                  <a:lnTo>
                    <a:pt x="496" y="652"/>
                  </a:lnTo>
                  <a:lnTo>
                    <a:pt x="507" y="630"/>
                  </a:lnTo>
                  <a:lnTo>
                    <a:pt x="455" y="563"/>
                  </a:lnTo>
                  <a:lnTo>
                    <a:pt x="351" y="466"/>
                  </a:lnTo>
                  <a:lnTo>
                    <a:pt x="244" y="386"/>
                  </a:lnTo>
                  <a:lnTo>
                    <a:pt x="159" y="341"/>
                  </a:lnTo>
                  <a:lnTo>
                    <a:pt x="112" y="297"/>
                  </a:lnTo>
                  <a:lnTo>
                    <a:pt x="107" y="263"/>
                  </a:lnTo>
                  <a:lnTo>
                    <a:pt x="135" y="234"/>
                  </a:lnTo>
                  <a:lnTo>
                    <a:pt x="203" y="219"/>
                  </a:lnTo>
                  <a:lnTo>
                    <a:pt x="287" y="164"/>
                  </a:lnTo>
                  <a:lnTo>
                    <a:pt x="299" y="107"/>
                  </a:lnTo>
                  <a:lnTo>
                    <a:pt x="299" y="30"/>
                  </a:lnTo>
                  <a:lnTo>
                    <a:pt x="291" y="0"/>
                  </a:lnTo>
                  <a:lnTo>
                    <a:pt x="323" y="8"/>
                  </a:lnTo>
                  <a:lnTo>
                    <a:pt x="368" y="74"/>
                  </a:lnTo>
                  <a:lnTo>
                    <a:pt x="383" y="145"/>
                  </a:lnTo>
                  <a:lnTo>
                    <a:pt x="336" y="197"/>
                  </a:lnTo>
                  <a:lnTo>
                    <a:pt x="291" y="211"/>
                  </a:lnTo>
                  <a:lnTo>
                    <a:pt x="208" y="252"/>
                  </a:lnTo>
                  <a:lnTo>
                    <a:pt x="191" y="275"/>
                  </a:lnTo>
                  <a:lnTo>
                    <a:pt x="203" y="297"/>
                  </a:lnTo>
                  <a:lnTo>
                    <a:pt x="280" y="355"/>
                  </a:lnTo>
                  <a:lnTo>
                    <a:pt x="359" y="388"/>
                  </a:lnTo>
                  <a:lnTo>
                    <a:pt x="467" y="474"/>
                  </a:lnTo>
                  <a:lnTo>
                    <a:pt x="539" y="574"/>
                  </a:lnTo>
                  <a:lnTo>
                    <a:pt x="575" y="652"/>
                  </a:lnTo>
                  <a:lnTo>
                    <a:pt x="563" y="678"/>
                  </a:lnTo>
                  <a:lnTo>
                    <a:pt x="539" y="696"/>
                  </a:lnTo>
                  <a:lnTo>
                    <a:pt x="447" y="730"/>
                  </a:lnTo>
                  <a:lnTo>
                    <a:pt x="263" y="786"/>
                  </a:lnTo>
                  <a:lnTo>
                    <a:pt x="148" y="833"/>
                  </a:lnTo>
                  <a:lnTo>
                    <a:pt x="71" y="874"/>
                  </a:lnTo>
                  <a:lnTo>
                    <a:pt x="24" y="885"/>
                  </a:lnTo>
                  <a:lnTo>
                    <a:pt x="0" y="878"/>
                  </a:lnTo>
                  <a:close/>
                </a:path>
              </a:pathLst>
            </a:custGeom>
            <a:solidFill>
              <a:schemeClr val="accent1">
                <a:alpha val="100000"/>
              </a:schemeClr>
            </a:solidFill>
            <a:ln w="9525">
              <a:noFill/>
            </a:ln>
          </p:spPr>
          <p:txBody>
            <a:bodyPr/>
            <a:lstStyle/>
            <a:p>
              <a:endParaRPr lang="zh-CN" altLang="en-US"/>
            </a:p>
          </p:txBody>
        </p:sp>
        <p:sp>
          <p:nvSpPr>
            <p:cNvPr id="39953" name="Freeform 10"/>
            <p:cNvSpPr/>
            <p:nvPr/>
          </p:nvSpPr>
          <p:spPr>
            <a:xfrm>
              <a:off x="2807" y="2085"/>
              <a:ext cx="452" cy="631"/>
            </a:xfrm>
            <a:custGeom>
              <a:avLst/>
              <a:gdLst/>
              <a:ahLst/>
              <a:cxnLst>
                <a:cxn ang="0">
                  <a:pos x="92" y="512"/>
                </a:cxn>
                <a:cxn ang="0">
                  <a:pos x="145" y="568"/>
                </a:cxn>
                <a:cxn ang="0">
                  <a:pos x="229" y="619"/>
                </a:cxn>
                <a:cxn ang="0">
                  <a:pos x="300" y="631"/>
                </a:cxn>
                <a:cxn ang="0">
                  <a:pos x="355" y="619"/>
                </a:cxn>
                <a:cxn ang="0">
                  <a:pos x="421" y="576"/>
                </a:cxn>
                <a:cxn ang="0">
                  <a:pos x="444" y="486"/>
                </a:cxn>
                <a:cxn ang="0">
                  <a:pos x="452" y="420"/>
                </a:cxn>
                <a:cxn ang="0">
                  <a:pos x="432" y="356"/>
                </a:cxn>
                <a:cxn ang="0">
                  <a:pos x="395" y="278"/>
                </a:cxn>
                <a:cxn ang="0">
                  <a:pos x="360" y="211"/>
                </a:cxn>
                <a:cxn ang="0">
                  <a:pos x="355" y="196"/>
                </a:cxn>
                <a:cxn ang="0">
                  <a:pos x="372" y="119"/>
                </a:cxn>
                <a:cxn ang="0">
                  <a:pos x="421" y="41"/>
                </a:cxn>
                <a:cxn ang="0">
                  <a:pos x="428" y="18"/>
                </a:cxn>
                <a:cxn ang="0">
                  <a:pos x="403" y="0"/>
                </a:cxn>
                <a:cxn ang="0">
                  <a:pos x="372" y="0"/>
                </a:cxn>
                <a:cxn ang="0">
                  <a:pos x="336" y="101"/>
                </a:cxn>
                <a:cxn ang="0">
                  <a:pos x="321" y="167"/>
                </a:cxn>
                <a:cxn ang="0">
                  <a:pos x="276" y="122"/>
                </a:cxn>
                <a:cxn ang="0">
                  <a:pos x="240" y="89"/>
                </a:cxn>
                <a:cxn ang="0">
                  <a:pos x="164" y="62"/>
                </a:cxn>
                <a:cxn ang="0">
                  <a:pos x="109" y="62"/>
                </a:cxn>
                <a:cxn ang="0">
                  <a:pos x="24" y="101"/>
                </a:cxn>
                <a:cxn ang="0">
                  <a:pos x="0" y="208"/>
                </a:cxn>
                <a:cxn ang="0">
                  <a:pos x="21" y="345"/>
                </a:cxn>
                <a:cxn ang="0">
                  <a:pos x="56" y="475"/>
                </a:cxn>
                <a:cxn ang="0">
                  <a:pos x="92" y="512"/>
                </a:cxn>
              </a:cxnLst>
              <a:rect l="0" t="0" r="0" b="0"/>
              <a:pathLst>
                <a:path w="452" h="631">
                  <a:moveTo>
                    <a:pt x="92" y="512"/>
                  </a:moveTo>
                  <a:lnTo>
                    <a:pt x="145" y="568"/>
                  </a:lnTo>
                  <a:lnTo>
                    <a:pt x="229" y="619"/>
                  </a:lnTo>
                  <a:lnTo>
                    <a:pt x="300" y="631"/>
                  </a:lnTo>
                  <a:lnTo>
                    <a:pt x="355" y="619"/>
                  </a:lnTo>
                  <a:lnTo>
                    <a:pt x="421" y="576"/>
                  </a:lnTo>
                  <a:lnTo>
                    <a:pt x="444" y="486"/>
                  </a:lnTo>
                  <a:lnTo>
                    <a:pt x="452" y="420"/>
                  </a:lnTo>
                  <a:lnTo>
                    <a:pt x="432" y="356"/>
                  </a:lnTo>
                  <a:lnTo>
                    <a:pt x="395" y="278"/>
                  </a:lnTo>
                  <a:lnTo>
                    <a:pt x="360" y="211"/>
                  </a:lnTo>
                  <a:lnTo>
                    <a:pt x="355" y="196"/>
                  </a:lnTo>
                  <a:lnTo>
                    <a:pt x="372" y="119"/>
                  </a:lnTo>
                  <a:lnTo>
                    <a:pt x="421" y="41"/>
                  </a:lnTo>
                  <a:lnTo>
                    <a:pt x="428" y="18"/>
                  </a:lnTo>
                  <a:lnTo>
                    <a:pt x="403" y="0"/>
                  </a:lnTo>
                  <a:lnTo>
                    <a:pt x="372" y="0"/>
                  </a:lnTo>
                  <a:lnTo>
                    <a:pt x="336" y="101"/>
                  </a:lnTo>
                  <a:lnTo>
                    <a:pt x="321" y="167"/>
                  </a:lnTo>
                  <a:lnTo>
                    <a:pt x="276" y="122"/>
                  </a:lnTo>
                  <a:lnTo>
                    <a:pt x="240" y="89"/>
                  </a:lnTo>
                  <a:lnTo>
                    <a:pt x="164" y="62"/>
                  </a:lnTo>
                  <a:lnTo>
                    <a:pt x="109" y="62"/>
                  </a:lnTo>
                  <a:lnTo>
                    <a:pt x="24" y="101"/>
                  </a:lnTo>
                  <a:lnTo>
                    <a:pt x="0" y="208"/>
                  </a:lnTo>
                  <a:lnTo>
                    <a:pt x="21" y="345"/>
                  </a:lnTo>
                  <a:lnTo>
                    <a:pt x="56" y="475"/>
                  </a:lnTo>
                  <a:lnTo>
                    <a:pt x="92" y="512"/>
                  </a:lnTo>
                  <a:close/>
                </a:path>
              </a:pathLst>
            </a:custGeom>
            <a:solidFill>
              <a:schemeClr val="accent1">
                <a:alpha val="100000"/>
              </a:schemeClr>
            </a:solidFill>
            <a:ln w="9525">
              <a:noFill/>
            </a:ln>
          </p:spPr>
          <p:txBody>
            <a:bodyPr/>
            <a:lstStyle/>
            <a:p>
              <a:endParaRPr lang="zh-CN" altLang="en-US"/>
            </a:p>
          </p:txBody>
        </p:sp>
      </p:grpSp>
      <p:graphicFrame>
        <p:nvGraphicFramePr>
          <p:cNvPr id="39944" name="Object 11"/>
          <p:cNvGraphicFramePr>
            <a:graphicFrameLocks noChangeAspect="1"/>
          </p:cNvGraphicFramePr>
          <p:nvPr/>
        </p:nvGraphicFramePr>
        <p:xfrm>
          <a:off x="6096000" y="2492375"/>
          <a:ext cx="2247900" cy="3908425"/>
        </p:xfrm>
        <a:graphic>
          <a:graphicData uri="http://schemas.openxmlformats.org/presentationml/2006/ole">
            <mc:AlternateContent xmlns:mc="http://schemas.openxmlformats.org/markup-compatibility/2006">
              <mc:Choice xmlns:v="urn:schemas-microsoft-com:vml" Requires="v">
                <p:oleObj r:id="rId2" imgW="1140460" imgH="2020570" progId="MS_ClipArt_Gallery.2">
                  <p:embed/>
                </p:oleObj>
              </mc:Choice>
              <mc:Fallback>
                <p:oleObj r:id="rId2" imgW="1140460" imgH="2020570" progId="MS_ClipArt_Gallery.2">
                  <p:embed/>
                  <p:pic>
                    <p:nvPicPr>
                      <p:cNvPr id="0" name="图片 3093"/>
                      <p:cNvPicPr/>
                      <p:nvPr/>
                    </p:nvPicPr>
                    <p:blipFill>
                      <a:blip r:embed="rId3">
                        <a:clrChange>
                          <a:clrFrom>
                            <a:srgbClr val="FF0033"/>
                          </a:clrFrom>
                          <a:clrTo>
                            <a:srgbClr val="FFCF01"/>
                          </a:clrTo>
                        </a:clrChange>
                        <a:clrChange>
                          <a:clrFrom>
                            <a:srgbClr val="000000"/>
                          </a:clrFrom>
                          <a:clrTo>
                            <a:srgbClr val="00E4A8"/>
                          </a:clrTo>
                        </a:clrChange>
                      </a:blip>
                      <a:stretch>
                        <a:fillRect/>
                      </a:stretch>
                    </p:blipFill>
                    <p:spPr>
                      <a:xfrm>
                        <a:off x="6096000" y="2492375"/>
                        <a:ext cx="2247900" cy="3908425"/>
                      </a:xfrm>
                      <a:prstGeom prst="rect">
                        <a:avLst/>
                      </a:prstGeom>
                      <a:noFill/>
                      <a:ln w="38100">
                        <a:noFill/>
                        <a:miter/>
                      </a:ln>
                    </p:spPr>
                  </p:pic>
                </p:oleObj>
              </mc:Fallback>
            </mc:AlternateContent>
          </a:graphicData>
        </a:graphic>
      </p:graphicFrame>
      <p:sp>
        <p:nvSpPr>
          <p:cNvPr id="39945" name="Oval 12"/>
          <p:cNvSpPr/>
          <p:nvPr/>
        </p:nvSpPr>
        <p:spPr>
          <a:xfrm>
            <a:off x="741363" y="2689225"/>
            <a:ext cx="401637" cy="358775"/>
          </a:xfrm>
          <a:prstGeom prst="ellipse">
            <a:avLst/>
          </a:prstGeom>
          <a:solidFill>
            <a:schemeClr val="accent2"/>
          </a:solidFill>
          <a:ln w="9525">
            <a:noFill/>
          </a:ln>
        </p:spPr>
        <p:txBody>
          <a:bodyPr/>
          <a:lstStyle/>
          <a:p>
            <a:pPr algn="ctr"/>
            <a:endParaRPr lang="zh-CN" altLang="en-US" dirty="0">
              <a:latin typeface="Times New Roman" panose="02020603050405020304" pitchFamily="18" charset="0"/>
            </a:endParaRPr>
          </a:p>
        </p:txBody>
      </p:sp>
      <p:sp>
        <p:nvSpPr>
          <p:cNvPr id="39946" name="Oval 13"/>
          <p:cNvSpPr/>
          <p:nvPr/>
        </p:nvSpPr>
        <p:spPr>
          <a:xfrm>
            <a:off x="1447800" y="2992438"/>
            <a:ext cx="401638" cy="360362"/>
          </a:xfrm>
          <a:prstGeom prst="ellipse">
            <a:avLst/>
          </a:prstGeom>
          <a:solidFill>
            <a:schemeClr val="accent2"/>
          </a:solidFill>
          <a:ln w="9525">
            <a:noFill/>
          </a:ln>
        </p:spPr>
        <p:txBody>
          <a:bodyPr/>
          <a:lstStyle/>
          <a:p>
            <a:pPr algn="ctr"/>
            <a:endParaRPr lang="zh-CN" altLang="en-US" dirty="0">
              <a:latin typeface="Times New Roman" panose="02020603050405020304" pitchFamily="18" charset="0"/>
            </a:endParaRPr>
          </a:p>
        </p:txBody>
      </p:sp>
      <p:sp>
        <p:nvSpPr>
          <p:cNvPr id="39947" name="Oval 14"/>
          <p:cNvSpPr/>
          <p:nvPr/>
        </p:nvSpPr>
        <p:spPr>
          <a:xfrm>
            <a:off x="304800" y="3298825"/>
            <a:ext cx="401638" cy="358775"/>
          </a:xfrm>
          <a:prstGeom prst="ellipse">
            <a:avLst/>
          </a:prstGeom>
          <a:solidFill>
            <a:schemeClr val="accent2"/>
          </a:solidFill>
          <a:ln w="9525">
            <a:noFill/>
          </a:ln>
        </p:spPr>
        <p:txBody>
          <a:bodyPr/>
          <a:lstStyle/>
          <a:p>
            <a:pPr algn="ctr"/>
            <a:endParaRPr lang="zh-CN" altLang="en-US" dirty="0">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33</a:t>
            </a:fld>
            <a:endParaRPr lang="zh-CN" altLang="en-US" b="1" i="1" dirty="0">
              <a:solidFill>
                <a:schemeClr val="folHlink"/>
              </a:solidFill>
              <a:latin typeface="Arial Narrow" panose="020B0606020202030204" pitchFamily="34" charset="0"/>
            </a:endParaRPr>
          </a:p>
        </p:txBody>
      </p:sp>
      <p:sp>
        <p:nvSpPr>
          <p:cNvPr id="4096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4096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40965" name="Rectangle 2"/>
          <p:cNvSpPr>
            <a:spLocks noGrp="1"/>
          </p:cNvSpPr>
          <p:nvPr>
            <p:ph type="title"/>
          </p:nvPr>
        </p:nvSpPr>
        <p:spPr/>
        <p:txBody>
          <a:bodyPr vert="horz" wrap="square" lIns="91440" tIns="45720" rIns="91440" bIns="45720" anchor="b" anchorCtr="0"/>
          <a:lstStyle/>
          <a:p>
            <a:pPr eaLnBrk="1" hangingPunct="1"/>
            <a:r>
              <a:rPr lang="en-US" altLang="zh-CN" dirty="0"/>
              <a:t>Representation</a:t>
            </a:r>
            <a:endParaRPr lang="zh-CN" altLang="en-US" dirty="0"/>
          </a:p>
        </p:txBody>
      </p:sp>
      <p:sp>
        <p:nvSpPr>
          <p:cNvPr id="66457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Understand the relationship between different representations of the same information or idea</a:t>
            </a:r>
            <a:endPar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p:txBody>
      </p:sp>
      <p:grpSp>
        <p:nvGrpSpPr>
          <p:cNvPr id="40967" name="Group 4"/>
          <p:cNvGrpSpPr/>
          <p:nvPr/>
        </p:nvGrpSpPr>
        <p:grpSpPr>
          <a:xfrm>
            <a:off x="2057400" y="3560763"/>
            <a:ext cx="5524500" cy="2916237"/>
            <a:chOff x="1347" y="1988"/>
            <a:chExt cx="4201" cy="2394"/>
          </a:xfrm>
        </p:grpSpPr>
        <p:sp>
          <p:nvSpPr>
            <p:cNvPr id="40968" name="Oval 5"/>
            <p:cNvSpPr>
              <a:spLocks noChangeAspect="1"/>
            </p:cNvSpPr>
            <p:nvPr/>
          </p:nvSpPr>
          <p:spPr>
            <a:xfrm>
              <a:off x="4330" y="3775"/>
              <a:ext cx="532" cy="516"/>
            </a:xfrm>
            <a:prstGeom prst="ellipse">
              <a:avLst/>
            </a:prstGeom>
            <a:solidFill>
              <a:schemeClr val="tx2"/>
            </a:solidFill>
            <a:ln w="9525" cap="flat" cmpd="sng">
              <a:solidFill>
                <a:schemeClr val="tx2"/>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40969" name="Oval 6"/>
            <p:cNvSpPr>
              <a:spLocks noChangeAspect="1"/>
            </p:cNvSpPr>
            <p:nvPr/>
          </p:nvSpPr>
          <p:spPr>
            <a:xfrm>
              <a:off x="3643" y="3775"/>
              <a:ext cx="533" cy="516"/>
            </a:xfrm>
            <a:prstGeom prst="ellipse">
              <a:avLst/>
            </a:prstGeom>
            <a:solidFill>
              <a:schemeClr val="tx2"/>
            </a:solidFill>
            <a:ln w="9525" cap="flat" cmpd="sng">
              <a:solidFill>
                <a:schemeClr val="tx2"/>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40970" name="Oval 7"/>
            <p:cNvSpPr>
              <a:spLocks noChangeAspect="1"/>
            </p:cNvSpPr>
            <p:nvPr/>
          </p:nvSpPr>
          <p:spPr>
            <a:xfrm>
              <a:off x="3643" y="2113"/>
              <a:ext cx="533" cy="516"/>
            </a:xfrm>
            <a:prstGeom prst="ellipse">
              <a:avLst/>
            </a:prstGeom>
            <a:solidFill>
              <a:schemeClr val="tx2"/>
            </a:solidFill>
            <a:ln w="9525" cap="flat" cmpd="sng">
              <a:solidFill>
                <a:schemeClr val="tx2"/>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40971" name="Oval 8"/>
            <p:cNvSpPr>
              <a:spLocks noChangeAspect="1"/>
            </p:cNvSpPr>
            <p:nvPr/>
          </p:nvSpPr>
          <p:spPr>
            <a:xfrm>
              <a:off x="5016" y="3775"/>
              <a:ext cx="532" cy="516"/>
            </a:xfrm>
            <a:prstGeom prst="ellipse">
              <a:avLst/>
            </a:prstGeom>
            <a:solidFill>
              <a:schemeClr val="tx2"/>
            </a:solidFill>
            <a:ln w="9525" cap="flat" cmpd="sng">
              <a:solidFill>
                <a:schemeClr val="tx2"/>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40972" name="Oval 9"/>
            <p:cNvSpPr>
              <a:spLocks noChangeAspect="1"/>
            </p:cNvSpPr>
            <p:nvPr/>
          </p:nvSpPr>
          <p:spPr>
            <a:xfrm>
              <a:off x="4330" y="2956"/>
              <a:ext cx="532" cy="516"/>
            </a:xfrm>
            <a:prstGeom prst="ellipse">
              <a:avLst/>
            </a:prstGeom>
            <a:solidFill>
              <a:schemeClr val="tx2"/>
            </a:solidFill>
            <a:ln w="9525" cap="flat" cmpd="sng">
              <a:solidFill>
                <a:schemeClr val="tx2"/>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40973" name="Oval 10"/>
            <p:cNvSpPr>
              <a:spLocks noChangeAspect="1"/>
            </p:cNvSpPr>
            <p:nvPr/>
          </p:nvSpPr>
          <p:spPr>
            <a:xfrm>
              <a:off x="3643" y="2956"/>
              <a:ext cx="533" cy="516"/>
            </a:xfrm>
            <a:prstGeom prst="ellipse">
              <a:avLst/>
            </a:prstGeom>
            <a:solidFill>
              <a:schemeClr val="tx2"/>
            </a:solidFill>
            <a:ln w="9525" cap="flat" cmpd="sng">
              <a:solidFill>
                <a:schemeClr val="tx2"/>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40974" name="Text Box 11"/>
            <p:cNvSpPr txBox="1"/>
            <p:nvPr/>
          </p:nvSpPr>
          <p:spPr>
            <a:xfrm>
              <a:off x="1374" y="1988"/>
              <a:ext cx="377" cy="731"/>
            </a:xfrm>
            <a:prstGeom prst="rect">
              <a:avLst/>
            </a:prstGeom>
            <a:noFill/>
            <a:ln w="9525">
              <a:noFill/>
            </a:ln>
          </p:spPr>
          <p:txBody>
            <a:bodyPr lIns="99276" tIns="49638" rIns="99276" bIns="49638" anchor="ctr" anchorCtr="0">
              <a:spAutoFit/>
            </a:bodyPr>
            <a:lstStyle/>
            <a:p>
              <a:pPr algn="ctr" defTabSz="992505">
                <a:spcBef>
                  <a:spcPct val="50000"/>
                </a:spcBef>
              </a:pPr>
              <a:r>
                <a:rPr lang="zh-CN" altLang="en-US" sz="5200" b="1" dirty="0">
                  <a:solidFill>
                    <a:schemeClr val="tx2"/>
                  </a:solidFill>
                  <a:latin typeface="Arial Rounded MT Bold" panose="020F0704030504030204" pitchFamily="34" charset="0"/>
                </a:rPr>
                <a:t>1</a:t>
              </a:r>
            </a:p>
          </p:txBody>
        </p:sp>
        <p:sp>
          <p:nvSpPr>
            <p:cNvPr id="40975" name="Text Box 12"/>
            <p:cNvSpPr txBox="1"/>
            <p:nvPr/>
          </p:nvSpPr>
          <p:spPr>
            <a:xfrm>
              <a:off x="1347" y="2831"/>
              <a:ext cx="431" cy="731"/>
            </a:xfrm>
            <a:prstGeom prst="rect">
              <a:avLst/>
            </a:prstGeom>
            <a:noFill/>
            <a:ln w="9525">
              <a:noFill/>
            </a:ln>
          </p:spPr>
          <p:txBody>
            <a:bodyPr wrap="none" lIns="99276" tIns="49638" rIns="99276" bIns="49638" anchor="ctr" anchorCtr="0">
              <a:spAutoFit/>
            </a:bodyPr>
            <a:lstStyle/>
            <a:p>
              <a:pPr algn="ctr" defTabSz="992505"/>
              <a:r>
                <a:rPr lang="zh-CN" altLang="en-US" sz="5200" b="1" dirty="0">
                  <a:solidFill>
                    <a:schemeClr val="tx2"/>
                  </a:solidFill>
                  <a:latin typeface="Arial Rounded MT Bold" panose="020F0704030504030204" pitchFamily="34" charset="0"/>
                </a:rPr>
                <a:t>2</a:t>
              </a:r>
            </a:p>
          </p:txBody>
        </p:sp>
        <p:sp>
          <p:nvSpPr>
            <p:cNvPr id="40976" name="Text Box 13"/>
            <p:cNvSpPr txBox="1"/>
            <p:nvPr/>
          </p:nvSpPr>
          <p:spPr>
            <a:xfrm>
              <a:off x="1347" y="3651"/>
              <a:ext cx="431" cy="731"/>
            </a:xfrm>
            <a:prstGeom prst="rect">
              <a:avLst/>
            </a:prstGeom>
            <a:noFill/>
            <a:ln w="9525">
              <a:noFill/>
            </a:ln>
          </p:spPr>
          <p:txBody>
            <a:bodyPr wrap="none" lIns="99276" tIns="49638" rIns="99276" bIns="49638" anchor="ctr" anchorCtr="0">
              <a:spAutoFit/>
            </a:bodyPr>
            <a:lstStyle/>
            <a:p>
              <a:pPr algn="ctr" defTabSz="992505"/>
              <a:r>
                <a:rPr lang="zh-CN" altLang="en-US" sz="5200" b="1" dirty="0">
                  <a:solidFill>
                    <a:schemeClr val="tx2"/>
                  </a:solidFill>
                  <a:latin typeface="Arial Rounded MT Bold" panose="020F0704030504030204" pitchFamily="34" charset="0"/>
                </a:rPr>
                <a:t>3</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34</a:t>
            </a:fld>
            <a:endParaRPr lang="zh-CN" altLang="en-US" b="1" i="1" dirty="0">
              <a:solidFill>
                <a:schemeClr val="folHlink"/>
              </a:solidFill>
              <a:latin typeface="Arial Narrow" panose="020B0606020202030204" pitchFamily="34" charset="0"/>
            </a:endParaRPr>
          </a:p>
        </p:txBody>
      </p:sp>
      <p:sp>
        <p:nvSpPr>
          <p:cNvPr id="41987"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41988"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graphicFrame>
        <p:nvGraphicFramePr>
          <p:cNvPr id="41989" name="Object 2"/>
          <p:cNvGraphicFramePr>
            <a:graphicFrameLocks noChangeAspect="1"/>
          </p:cNvGraphicFramePr>
          <p:nvPr/>
        </p:nvGraphicFramePr>
        <p:xfrm>
          <a:off x="2209800" y="2599690"/>
          <a:ext cx="4724400" cy="3875088"/>
        </p:xfrm>
        <a:graphic>
          <a:graphicData uri="http://schemas.openxmlformats.org/presentationml/2006/ole">
            <mc:AlternateContent xmlns:mc="http://schemas.openxmlformats.org/markup-compatibility/2006">
              <mc:Choice xmlns:v="urn:schemas-microsoft-com:vml" Requires="v">
                <p:oleObj r:id="rId2" imgW="1520825" imgH="1239520" progId="MS_ClipArt_Gallery.2">
                  <p:embed/>
                </p:oleObj>
              </mc:Choice>
              <mc:Fallback>
                <p:oleObj r:id="rId2" imgW="1520825" imgH="1239520" progId="MS_ClipArt_Gallery.2">
                  <p:embed/>
                  <p:pic>
                    <p:nvPicPr>
                      <p:cNvPr id="0" name="图片 3094"/>
                      <p:cNvPicPr/>
                      <p:nvPr/>
                    </p:nvPicPr>
                    <p:blipFill>
                      <a:blip r:embed="rId3">
                        <a:clrChange>
                          <a:clrFrom>
                            <a:srgbClr val="000000"/>
                          </a:clrFrom>
                          <a:clrTo>
                            <a:srgbClr val="FFCF01"/>
                          </a:clrTo>
                        </a:clrChange>
                      </a:blip>
                      <a:stretch>
                        <a:fillRect/>
                      </a:stretch>
                    </p:blipFill>
                    <p:spPr>
                      <a:xfrm>
                        <a:off x="2209800" y="2599690"/>
                        <a:ext cx="4724400" cy="3875088"/>
                      </a:xfrm>
                      <a:prstGeom prst="rect">
                        <a:avLst/>
                      </a:prstGeom>
                      <a:noFill/>
                      <a:ln w="38100">
                        <a:noFill/>
                        <a:miter/>
                      </a:ln>
                    </p:spPr>
                  </p:pic>
                </p:oleObj>
              </mc:Fallback>
            </mc:AlternateContent>
          </a:graphicData>
        </a:graphic>
      </p:graphicFrame>
      <p:sp>
        <p:nvSpPr>
          <p:cNvPr id="41990" name="Rectangle 3"/>
          <p:cNvSpPr>
            <a:spLocks noGrp="1"/>
          </p:cNvSpPr>
          <p:nvPr>
            <p:ph type="title"/>
          </p:nvPr>
        </p:nvSpPr>
        <p:spPr/>
        <p:txBody>
          <a:bodyPr vert="horz" wrap="square" lIns="91440" tIns="45720" rIns="91440" bIns="45720" anchor="b" anchorCtr="0"/>
          <a:lstStyle/>
          <a:p>
            <a:pPr eaLnBrk="1" hangingPunct="1"/>
            <a:r>
              <a:rPr lang="en-US" altLang="zh-CN" dirty="0"/>
              <a:t>Modularity</a:t>
            </a:r>
            <a:endParaRPr lang="zh-CN" altLang="en-US" dirty="0"/>
          </a:p>
        </p:txBody>
      </p:sp>
      <p:sp>
        <p:nvSpPr>
          <p:cNvPr id="665604" name="Rectangle 4"/>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Decompose a complex problem into simpler subproblems</a:t>
            </a:r>
            <a:endPar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35</a:t>
            </a:fld>
            <a:endParaRPr lang="zh-CN" altLang="en-US" b="1" i="1" dirty="0">
              <a:solidFill>
                <a:schemeClr val="folHlink"/>
              </a:solidFill>
              <a:latin typeface="Arial Narrow" panose="020B0606020202030204" pitchFamily="34" charset="0"/>
            </a:endParaRPr>
          </a:p>
        </p:txBody>
      </p:sp>
      <p:sp>
        <p:nvSpPr>
          <p:cNvPr id="43011"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43012"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43013" name="Rectangle 2"/>
          <p:cNvSpPr>
            <a:spLocks noGrp="1"/>
          </p:cNvSpPr>
          <p:nvPr>
            <p:ph type="title"/>
          </p:nvPr>
        </p:nvSpPr>
        <p:spPr/>
        <p:txBody>
          <a:bodyPr vert="horz" wrap="square" lIns="91440" tIns="45720" rIns="91440" bIns="45720" anchor="b" anchorCtr="0"/>
          <a:lstStyle/>
          <a:p>
            <a:pPr eaLnBrk="1" hangingPunct="1"/>
            <a:r>
              <a:rPr lang="en-US" altLang="zh-CN" dirty="0"/>
              <a:t>Abstraction</a:t>
            </a:r>
            <a:endParaRPr lang="zh-CN" altLang="en-US" dirty="0"/>
          </a:p>
        </p:txBody>
      </p:sp>
      <p:sp>
        <p:nvSpPr>
          <p:cNvPr id="66662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Abstract away the inessential features of a problem</a:t>
            </a:r>
            <a:endPar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p:txBody>
      </p:sp>
      <p:sp>
        <p:nvSpPr>
          <p:cNvPr id="43015" name="AutoShape 4"/>
          <p:cNvSpPr/>
          <p:nvPr/>
        </p:nvSpPr>
        <p:spPr>
          <a:xfrm>
            <a:off x="5867400" y="3375025"/>
            <a:ext cx="2514600" cy="2514600"/>
          </a:xfrm>
          <a:prstGeom prst="smileyFace">
            <a:avLst>
              <a:gd name="adj" fmla="val 2361"/>
            </a:avLst>
          </a:prstGeom>
          <a:noFill/>
          <a:ln w="57150" cap="flat" cmpd="sng">
            <a:solidFill>
              <a:schemeClr val="accent1"/>
            </a:solidFill>
            <a:prstDash val="solid"/>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pic>
        <p:nvPicPr>
          <p:cNvPr id="666629" name="Mona_Lisa.jpg">
            <a:hlinkClick r:id="" action="ppaction://media"/>
          </p:cNvPr>
          <p:cNvPicPr preferRelativeResize="0">
            <a:picLocks noRot="1"/>
          </p:cNvPicPr>
          <p:nvPr>
            <a:videoFile r:link="rId2"/>
            <p:extLst>
              <p:ext uri="{DAA4B4D4-6D71-4841-9C94-3DE7FCFB9230}">
                <p14:media xmlns:p14="http://schemas.microsoft.com/office/powerpoint/2010/main" r:link="rId1"/>
              </p:ext>
            </p:extLst>
          </p:nvPr>
        </p:nvPicPr>
        <p:blipFill>
          <a:blip r:embed="rId4">
            <a:lum bright="-6000" contrast="-12000"/>
          </a:blip>
          <a:srcRect l="24989" r="21024" b="53616"/>
          <a:stretch>
            <a:fillRect/>
          </a:stretch>
        </p:blipFill>
        <p:spPr>
          <a:xfrm>
            <a:off x="990600" y="3070225"/>
            <a:ext cx="2514600" cy="3124200"/>
          </a:xfrm>
          <a:prstGeom prst="rect">
            <a:avLst/>
          </a:prstGeom>
          <a:noFill/>
          <a:ln w="9525">
            <a:noFill/>
          </a:ln>
        </p:spPr>
      </p:pic>
      <p:sp>
        <p:nvSpPr>
          <p:cNvPr id="43017" name="Text Box 6"/>
          <p:cNvSpPr txBox="1"/>
          <p:nvPr/>
        </p:nvSpPr>
        <p:spPr>
          <a:xfrm>
            <a:off x="4419600" y="3800475"/>
            <a:ext cx="895350" cy="1555750"/>
          </a:xfrm>
          <a:prstGeom prst="rect">
            <a:avLst/>
          </a:prstGeom>
          <a:noFill/>
          <a:ln w="9525">
            <a:noFill/>
          </a:ln>
        </p:spPr>
        <p:txBody>
          <a:bodyPr wrap="none" lIns="91433" tIns="45717" rIns="91433" bIns="45717" anchor="ctr" anchorCtr="0">
            <a:spAutoFit/>
          </a:bodyPr>
          <a:lstStyle/>
          <a:p>
            <a:pPr algn="ctr"/>
            <a:r>
              <a:rPr lang="zh-CN" altLang="en-US" sz="9600" b="1" dirty="0">
                <a:solidFill>
                  <a:schemeClr val="tx2"/>
                </a:solidFill>
                <a:latin typeface="Arial Rounded MT Bold" panose="020F0704030504030204" pitchFamily="34" charset="0"/>
              </a:rPr>
              <a:t>=</a:t>
            </a:r>
            <a:endParaRPr lang="zh-CN" altLang="en-US" sz="9600" b="1" dirty="0">
              <a:latin typeface="Arial Rounded MT Bold" panose="020F0704030504030204" pitchFamily="34" charset="0"/>
            </a:endParaRP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66629"/>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66629"/>
                                        </p:tgtEl>
                                      </p:cBhvr>
                                    </p:cmd>
                                  </p:childTnLst>
                                </p:cTn>
                              </p:par>
                            </p:childTnLst>
                          </p:cTn>
                        </p:par>
                      </p:childTnLst>
                    </p:cTn>
                  </p:par>
                </p:childTnLst>
              </p:cTn>
              <p:nextCondLst>
                <p:cond evt="onClick" delay="0">
                  <p:tgtEl>
                    <p:spTgt spid="666629"/>
                  </p:tgtEl>
                </p:cond>
              </p:nextCondLst>
            </p:seq>
            <p:video>
              <p:cMediaNode>
                <p:cTn id="7" fill="hold" display="0">
                  <p:stCondLst>
                    <p:cond delay="indefinite"/>
                  </p:stCondLst>
                  <p:endCondLst>
                    <p:cond evt="onNext" delay="0">
                      <p:tgtEl>
                        <p:sldTgt/>
                      </p:tgtEl>
                    </p:cond>
                    <p:cond evt="onPrev" delay="0">
                      <p:tgtEl>
                        <p:sldTgt/>
                      </p:tgtEl>
                    </p:cond>
                  </p:endCondLst>
                </p:cTn>
                <p:tgtEl>
                  <p:spTgt spid="666629"/>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36</a:t>
            </a:fld>
            <a:endParaRPr lang="zh-CN" altLang="en-US" b="1" i="1" dirty="0">
              <a:solidFill>
                <a:schemeClr val="folHlink"/>
              </a:solidFill>
              <a:latin typeface="Arial Narrow" panose="020B0606020202030204" pitchFamily="34" charset="0"/>
            </a:endParaRPr>
          </a:p>
        </p:txBody>
      </p:sp>
      <p:sp>
        <p:nvSpPr>
          <p:cNvPr id="4403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4403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44037" name="Rectangle 2"/>
          <p:cNvSpPr>
            <a:spLocks noGrp="1"/>
          </p:cNvSpPr>
          <p:nvPr>
            <p:ph type="title"/>
          </p:nvPr>
        </p:nvSpPr>
        <p:spPr/>
        <p:txBody>
          <a:bodyPr vert="horz" wrap="square" lIns="91440" tIns="45720" rIns="91440" bIns="45720" anchor="b" anchorCtr="0"/>
          <a:lstStyle/>
          <a:p>
            <a:pPr eaLnBrk="1" hangingPunct="1"/>
            <a:r>
              <a:rPr lang="en-US" altLang="zh-CN" dirty="0"/>
              <a:t>Refinement</a:t>
            </a:r>
            <a:endParaRPr lang="zh-CN" altLang="en-US" dirty="0"/>
          </a:p>
        </p:txBody>
      </p:sp>
      <p:sp>
        <p:nvSpPr>
          <p:cNvPr id="667651"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The best solution comes from a process of repeatedly refining and inventing alternative solutions</a:t>
            </a:r>
            <a:endParaRPr kumimoji="1" lang="zh-CN" altLang="en-US" sz="3200" b="0" i="0" u="none" strike="noStrike" kern="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p:txBody>
      </p:sp>
      <p:graphicFrame>
        <p:nvGraphicFramePr>
          <p:cNvPr id="44039" name="Object 4"/>
          <p:cNvGraphicFramePr>
            <a:graphicFrameLocks noChangeAspect="1"/>
          </p:cNvGraphicFramePr>
          <p:nvPr/>
        </p:nvGraphicFramePr>
        <p:xfrm>
          <a:off x="4343400" y="2756535"/>
          <a:ext cx="4191000" cy="3716338"/>
        </p:xfrm>
        <a:graphic>
          <a:graphicData uri="http://schemas.openxmlformats.org/presentationml/2006/ole">
            <mc:AlternateContent xmlns:mc="http://schemas.openxmlformats.org/markup-compatibility/2006">
              <mc:Choice xmlns:v="urn:schemas-microsoft-com:vml" Requires="v">
                <p:oleObj r:id="rId2" imgW="1681480" imgH="1486535" progId="MS_ClipArt_Gallery.2">
                  <p:embed/>
                </p:oleObj>
              </mc:Choice>
              <mc:Fallback>
                <p:oleObj r:id="rId2" imgW="1681480" imgH="1486535" progId="MS_ClipArt_Gallery.2">
                  <p:embed/>
                  <p:pic>
                    <p:nvPicPr>
                      <p:cNvPr id="0" name="图片 3095"/>
                      <p:cNvPicPr/>
                      <p:nvPr/>
                    </p:nvPicPr>
                    <p:blipFill>
                      <a:blip r:embed="rId3">
                        <a:clrChange>
                          <a:clrFrom>
                            <a:srgbClr val="F0EA86"/>
                          </a:clrFrom>
                          <a:clrTo>
                            <a:srgbClr val="00E4A8"/>
                          </a:clrTo>
                        </a:clrChange>
                        <a:clrChange>
                          <a:clrFrom>
                            <a:srgbClr val="000000"/>
                          </a:clrFrom>
                          <a:clrTo>
                            <a:srgbClr val="3333CC"/>
                          </a:clrTo>
                        </a:clrChange>
                      </a:blip>
                      <a:stretch>
                        <a:fillRect/>
                      </a:stretch>
                    </p:blipFill>
                    <p:spPr>
                      <a:xfrm>
                        <a:off x="4343400" y="2756535"/>
                        <a:ext cx="4191000" cy="3716338"/>
                      </a:xfrm>
                      <a:prstGeom prst="rect">
                        <a:avLst/>
                      </a:prstGeom>
                      <a:no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37</a:t>
            </a:fld>
            <a:endParaRPr lang="zh-CN" altLang="en-US" b="1" i="1" dirty="0">
              <a:solidFill>
                <a:schemeClr val="folHlink"/>
              </a:solidFill>
              <a:latin typeface="Arial Narrow" panose="020B0606020202030204" pitchFamily="34" charset="0"/>
            </a:endParaRPr>
          </a:p>
        </p:txBody>
      </p:sp>
      <p:sp>
        <p:nvSpPr>
          <p:cNvPr id="4608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4608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46085" name="Rectangle 2"/>
          <p:cNvSpPr>
            <a:spLocks noGrp="1"/>
          </p:cNvSpPr>
          <p:nvPr>
            <p:ph type="title"/>
          </p:nvPr>
        </p:nvSpPr>
        <p:spPr/>
        <p:txBody>
          <a:bodyPr vert="horz" wrap="square" lIns="91440" tIns="45720" rIns="91440" bIns="45720" anchor="b" anchorCtr="0"/>
          <a:lstStyle/>
          <a:p>
            <a:pPr eaLnBrk="1" hangingPunct="1"/>
            <a:r>
              <a:rPr lang="en-US" altLang="zh-CN" dirty="0"/>
              <a:t>Similarity</a:t>
            </a:r>
            <a:endParaRPr lang="zh-CN" altLang="en-US" dirty="0"/>
          </a:p>
        </p:txBody>
      </p:sp>
      <p:sp>
        <p:nvSpPr>
          <p:cNvPr id="66969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A significant form of intellectual progress is</a:t>
            </a: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 to be able to classify and manipulate distinct objects with regard to a sense in which they are similar.</a:t>
            </a:r>
            <a:endParaRPr kumimoji="1" lang="zh-CN" altLang="en-US"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endParaRPr>
          </a:p>
        </p:txBody>
      </p:sp>
      <p:grpSp>
        <p:nvGrpSpPr>
          <p:cNvPr id="46087" name="Group 4"/>
          <p:cNvGrpSpPr/>
          <p:nvPr/>
        </p:nvGrpSpPr>
        <p:grpSpPr>
          <a:xfrm>
            <a:off x="609600" y="3827780"/>
            <a:ext cx="3352800" cy="1824038"/>
            <a:chOff x="384" y="2016"/>
            <a:chExt cx="2256" cy="1302"/>
          </a:xfrm>
        </p:grpSpPr>
        <p:sp>
          <p:nvSpPr>
            <p:cNvPr id="46089" name="AutoShape 5"/>
            <p:cNvSpPr/>
            <p:nvPr/>
          </p:nvSpPr>
          <p:spPr>
            <a:xfrm rot="4019734">
              <a:off x="2014" y="2504"/>
              <a:ext cx="404" cy="843"/>
            </a:xfrm>
            <a:prstGeom prst="rtTriangle">
              <a:avLst/>
            </a:prstGeom>
            <a:noFill/>
            <a:ln w="44450" cap="flat" cmpd="sng">
              <a:solidFill>
                <a:schemeClr val="accent2"/>
              </a:solidFill>
              <a:prstDash val="solid"/>
              <a:miter/>
              <a:headEnd type="none" w="med" len="med"/>
              <a:tailEnd type="none" w="med" len="med"/>
            </a:ln>
          </p:spPr>
          <p:txBody>
            <a:bodyPr wrap="none" lIns="99276" tIns="49638" rIns="99276" bIns="49638" anchor="ctr" anchorCtr="0">
              <a:spAutoFit/>
            </a:bodyPr>
            <a:lstStyle/>
            <a:p>
              <a:pPr algn="ctr"/>
              <a:endParaRPr lang="zh-CN" altLang="en-US" dirty="0">
                <a:latin typeface="Times New Roman" panose="02020603050405020304" pitchFamily="18" charset="0"/>
              </a:endParaRPr>
            </a:p>
          </p:txBody>
        </p:sp>
        <p:sp>
          <p:nvSpPr>
            <p:cNvPr id="46090" name="AutoShape 6"/>
            <p:cNvSpPr/>
            <p:nvPr/>
          </p:nvSpPr>
          <p:spPr>
            <a:xfrm>
              <a:off x="384" y="2016"/>
              <a:ext cx="693" cy="1302"/>
            </a:xfrm>
            <a:prstGeom prst="rtTriangle">
              <a:avLst/>
            </a:prstGeom>
            <a:noFill/>
            <a:ln w="44450" cap="flat" cmpd="sng">
              <a:solidFill>
                <a:schemeClr val="accent2"/>
              </a:solidFill>
              <a:prstDash val="solid"/>
              <a:miter/>
              <a:headEnd type="none" w="med" len="med"/>
              <a:tailEnd type="none" w="med" len="med"/>
            </a:ln>
          </p:spPr>
          <p:txBody>
            <a:bodyPr wrap="none" lIns="99276" tIns="49638" rIns="99276" bIns="49638" anchor="ctr" anchorCtr="0">
              <a:spAutoFit/>
            </a:bodyPr>
            <a:lstStyle/>
            <a:p>
              <a:pPr algn="ctr"/>
              <a:endParaRPr lang="zh-CN" altLang="en-US" dirty="0">
                <a:latin typeface="Times New Roman" panose="02020603050405020304" pitchFamily="18" charset="0"/>
              </a:endParaRPr>
            </a:p>
          </p:txBody>
        </p:sp>
        <p:sp>
          <p:nvSpPr>
            <p:cNvPr id="46091" name="Text Box 7"/>
            <p:cNvSpPr txBox="1"/>
            <p:nvPr/>
          </p:nvSpPr>
          <p:spPr>
            <a:xfrm>
              <a:off x="1153" y="2694"/>
              <a:ext cx="264" cy="353"/>
            </a:xfrm>
            <a:prstGeom prst="rect">
              <a:avLst/>
            </a:prstGeom>
            <a:noFill/>
            <a:ln w="9525">
              <a:noFill/>
            </a:ln>
          </p:spPr>
          <p:txBody>
            <a:bodyPr wrap="none" lIns="99276" tIns="49638" rIns="99276" bIns="49638" anchor="ctr" anchorCtr="0">
              <a:spAutoFit/>
            </a:bodyPr>
            <a:lstStyle/>
            <a:p>
              <a:pPr algn="ctr" defTabSz="992505">
                <a:spcBef>
                  <a:spcPct val="50000"/>
                </a:spcBef>
              </a:pPr>
              <a:r>
                <a:rPr lang="zh-CN" altLang="en-US" sz="2600" b="1" dirty="0">
                  <a:latin typeface="Arial Rounded MT Bold" panose="020F0704030504030204" pitchFamily="34" charset="0"/>
                </a:rPr>
                <a:t>=</a:t>
              </a:r>
            </a:p>
          </p:txBody>
        </p:sp>
      </p:grpSp>
      <p:sp>
        <p:nvSpPr>
          <p:cNvPr id="46088" name="Text Box 8"/>
          <p:cNvSpPr txBox="1"/>
          <p:nvPr/>
        </p:nvSpPr>
        <p:spPr>
          <a:xfrm>
            <a:off x="4273550" y="5527993"/>
            <a:ext cx="3616325" cy="585787"/>
          </a:xfrm>
          <a:prstGeom prst="rect">
            <a:avLst/>
          </a:prstGeom>
          <a:noFill/>
          <a:ln w="9525">
            <a:noFill/>
          </a:ln>
        </p:spPr>
        <p:txBody>
          <a:bodyPr wrap="none" lIns="99276" tIns="49638" rIns="99276" bIns="49638" anchor="ctr" anchorCtr="0">
            <a:spAutoFit/>
          </a:bodyPr>
          <a:lstStyle/>
          <a:p>
            <a:pPr algn="ctr" defTabSz="992505"/>
            <a:r>
              <a:rPr lang="zh-CN" altLang="en-US" sz="3200" dirty="0">
                <a:solidFill>
                  <a:schemeClr val="accent2"/>
                </a:solidFill>
                <a:latin typeface="Arial Rounded MT Bold" panose="020F0704030504030204" pitchFamily="34" charset="0"/>
              </a:rPr>
              <a:t>13 </a:t>
            </a:r>
            <a:r>
              <a:rPr lang="zh-CN" altLang="en-US" sz="3200" dirty="0">
                <a:latin typeface="Arial Rounded MT Bold" panose="020F0704030504030204" pitchFamily="34" charset="0"/>
              </a:rPr>
              <a:t>=</a:t>
            </a:r>
            <a:r>
              <a:rPr lang="zh-CN" altLang="en-US" sz="3200" dirty="0">
                <a:solidFill>
                  <a:schemeClr val="accent2"/>
                </a:solidFill>
                <a:latin typeface="Arial Rounded MT Bold" panose="020F0704030504030204" pitchFamily="34" charset="0"/>
              </a:rPr>
              <a:t> 21 (</a:t>
            </a:r>
            <a:r>
              <a:rPr lang="en-US" altLang="zh-CN" sz="3200" dirty="0">
                <a:solidFill>
                  <a:schemeClr val="accent2"/>
                </a:solidFill>
                <a:latin typeface="Arial Rounded MT Bold" panose="020F0704030504030204" pitchFamily="34" charset="0"/>
              </a:rPr>
              <a:t>modulo 2)</a:t>
            </a:r>
            <a:endParaRPr lang="en-US" altLang="zh-CN" sz="3200" b="1" dirty="0">
              <a:latin typeface="Arial Rounded MT Bold" panose="020F070403050403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38</a:t>
            </a:fld>
            <a:endParaRPr lang="zh-CN" altLang="en-US" b="1" i="1" dirty="0">
              <a:solidFill>
                <a:schemeClr val="folHlink"/>
              </a:solidFill>
              <a:latin typeface="Arial Narrow" panose="020B0606020202030204" pitchFamily="34" charset="0"/>
            </a:endParaRPr>
          </a:p>
        </p:txBody>
      </p:sp>
      <p:sp>
        <p:nvSpPr>
          <p:cNvPr id="45059"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45060"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graphicFrame>
        <p:nvGraphicFramePr>
          <p:cNvPr id="45061" name="Object 2"/>
          <p:cNvGraphicFramePr>
            <a:graphicFrameLocks noChangeAspect="1"/>
          </p:cNvGraphicFramePr>
          <p:nvPr/>
        </p:nvGraphicFramePr>
        <p:xfrm>
          <a:off x="2051685" y="3623945"/>
          <a:ext cx="3235960" cy="3064510"/>
        </p:xfrm>
        <a:graphic>
          <a:graphicData uri="http://schemas.openxmlformats.org/presentationml/2006/ole">
            <mc:AlternateContent xmlns:mc="http://schemas.openxmlformats.org/markup-compatibility/2006">
              <mc:Choice xmlns:v="urn:schemas-microsoft-com:vml" Requires="v">
                <p:oleObj r:id="rId2" imgW="1270635" imgH="1202055" progId="MS_ClipArt_Gallery.2">
                  <p:embed/>
                </p:oleObj>
              </mc:Choice>
              <mc:Fallback>
                <p:oleObj r:id="rId2" imgW="1270635" imgH="1202055" progId="MS_ClipArt_Gallery.2">
                  <p:embed/>
                  <p:pic>
                    <p:nvPicPr>
                      <p:cNvPr id="0" name="图片 3087"/>
                      <p:cNvPicPr/>
                      <p:nvPr/>
                    </p:nvPicPr>
                    <p:blipFill>
                      <a:blip r:embed="rId3">
                        <a:clrChange>
                          <a:clrFrom>
                            <a:srgbClr val="000000"/>
                          </a:clrFrom>
                          <a:clrTo>
                            <a:srgbClr val="00E4A8"/>
                          </a:clrTo>
                        </a:clrChange>
                      </a:blip>
                      <a:stretch>
                        <a:fillRect/>
                      </a:stretch>
                    </p:blipFill>
                    <p:spPr>
                      <a:xfrm>
                        <a:off x="2051685" y="3623945"/>
                        <a:ext cx="3235960" cy="3064510"/>
                      </a:xfrm>
                      <a:prstGeom prst="rect">
                        <a:avLst/>
                      </a:prstGeom>
                      <a:noFill/>
                      <a:ln w="38100">
                        <a:noFill/>
                        <a:miter/>
                      </a:ln>
                    </p:spPr>
                  </p:pic>
                </p:oleObj>
              </mc:Fallback>
            </mc:AlternateContent>
          </a:graphicData>
        </a:graphic>
      </p:graphicFrame>
      <p:sp>
        <p:nvSpPr>
          <p:cNvPr id="45062" name="Rectangle 3"/>
          <p:cNvSpPr>
            <a:spLocks noGrp="1"/>
          </p:cNvSpPr>
          <p:nvPr>
            <p:ph type="title"/>
          </p:nvPr>
        </p:nvSpPr>
        <p:spPr/>
        <p:txBody>
          <a:bodyPr vert="horz" wrap="square" lIns="91440" tIns="45720" rIns="91440" bIns="45720" anchor="b" anchorCtr="0"/>
          <a:lstStyle/>
          <a:p>
            <a:pPr eaLnBrk="1" hangingPunct="1"/>
            <a:r>
              <a:rPr lang="en-US" altLang="zh-CN" dirty="0"/>
              <a:t>Toolbox</a:t>
            </a:r>
          </a:p>
        </p:txBody>
      </p:sp>
      <p:sp>
        <p:nvSpPr>
          <p:cNvPr id="668676" name="Rectangle 4"/>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en-US" altLang="zh-CN" sz="3500" b="0"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rPr>
              <a:t>Build your </a:t>
            </a:r>
            <a:r>
              <a:rPr kumimoji="0" lang="en-US" altLang="zh-CN" sz="3500" b="0" i="0" u="sng"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rPr>
              <a:t>toolbox</a:t>
            </a:r>
            <a:r>
              <a:rPr kumimoji="0" lang="en-US" altLang="zh-CN" sz="3500" b="0" i="0" u="none" strike="noStrike" kern="0" cap="none" spc="0" normalizeH="0" baseline="0" noProof="0">
                <a:ln>
                  <a:noFill/>
                </a:ln>
                <a:solidFill>
                  <a:schemeClr val="accent2"/>
                </a:solidFill>
                <a:effectLst>
                  <a:outerShdw blurRad="38100" dist="38100" dir="2700000" algn="tl">
                    <a:srgbClr val="C0C0C0"/>
                  </a:outerShdw>
                </a:effectLst>
                <a:uLnTx/>
                <a:uFillTx/>
                <a:latin typeface="Times New Roman" panose="02020603050405020304" pitchFamily="18" charset="0"/>
                <a:ea typeface="+mn-ea"/>
                <a:cs typeface="+mn-cs"/>
              </a:rPr>
              <a:t> </a:t>
            </a:r>
            <a:r>
              <a:rPr kumimoji="0" lang="en-US" altLang="zh-CN" sz="3500" b="0"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mn-ea"/>
                <a:cs typeface="+mn-cs"/>
              </a:rPr>
              <a:t>of abstract structures and concepts. Name your tools. </a:t>
            </a:r>
            <a:r>
              <a:rPr kumimoji="0" lang="en-US" altLang="zh-CN" sz="3500" b="0" i="0" u="none" strike="noStrike" kern="0" cap="none" spc="0" normalizeH="0" baseline="0" noProof="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mn-cs"/>
              </a:rPr>
              <a:t>Know the capacities and limits of each tool.</a:t>
            </a:r>
            <a:endParaRPr kumimoji="0" lang="zh-CN" altLang="en-US" sz="3500" b="0" i="0" u="none" strike="noStrike" kern="0" cap="none" spc="0" normalizeH="0" baseline="0" noProof="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mn-cs"/>
            </a:endParaRPr>
          </a:p>
        </p:txBody>
      </p:sp>
      <p:graphicFrame>
        <p:nvGraphicFramePr>
          <p:cNvPr id="45064" name="Object 5"/>
          <p:cNvGraphicFramePr>
            <a:graphicFrameLocks noChangeAspect="1"/>
          </p:cNvGraphicFramePr>
          <p:nvPr/>
        </p:nvGraphicFramePr>
        <p:xfrm>
          <a:off x="74930" y="3525520"/>
          <a:ext cx="1063625" cy="1098550"/>
        </p:xfrm>
        <a:graphic>
          <a:graphicData uri="http://schemas.openxmlformats.org/presentationml/2006/ole">
            <mc:AlternateContent xmlns:mc="http://schemas.openxmlformats.org/markup-compatibility/2006">
              <mc:Choice xmlns:v="urn:schemas-microsoft-com:vml" Requires="v">
                <p:oleObj r:id="rId4" imgW="2689225" imgH="2776855" progId="MS_ClipArt_Gallery.2">
                  <p:embed/>
                </p:oleObj>
              </mc:Choice>
              <mc:Fallback>
                <p:oleObj r:id="rId4" imgW="2689225" imgH="2776855" progId="MS_ClipArt_Gallery.2">
                  <p:embed/>
                  <p:pic>
                    <p:nvPicPr>
                      <p:cNvPr id="0" name="图片 3085"/>
                      <p:cNvPicPr/>
                      <p:nvPr/>
                    </p:nvPicPr>
                    <p:blipFill>
                      <a:blip r:embed="rId5"/>
                      <a:stretch>
                        <a:fillRect/>
                      </a:stretch>
                    </p:blipFill>
                    <p:spPr>
                      <a:xfrm>
                        <a:off x="74930" y="3525520"/>
                        <a:ext cx="1063625" cy="1098550"/>
                      </a:xfrm>
                      <a:prstGeom prst="rect">
                        <a:avLst/>
                      </a:prstGeom>
                      <a:noFill/>
                      <a:ln w="38100">
                        <a:noFill/>
                        <a:miter/>
                      </a:ln>
                    </p:spPr>
                  </p:pic>
                </p:oleObj>
              </mc:Fallback>
            </mc:AlternateContent>
          </a:graphicData>
        </a:graphic>
      </p:graphicFrame>
      <p:grpSp>
        <p:nvGrpSpPr>
          <p:cNvPr id="45066" name="Group 7"/>
          <p:cNvGrpSpPr/>
          <p:nvPr/>
        </p:nvGrpSpPr>
        <p:grpSpPr>
          <a:xfrm rot="2348802">
            <a:off x="788670" y="4191000"/>
            <a:ext cx="533400" cy="1790700"/>
            <a:chOff x="373" y="2534"/>
            <a:chExt cx="460" cy="1193"/>
          </a:xfrm>
        </p:grpSpPr>
        <p:grpSp>
          <p:nvGrpSpPr>
            <p:cNvPr id="45094" name="Group 8"/>
            <p:cNvGrpSpPr/>
            <p:nvPr/>
          </p:nvGrpSpPr>
          <p:grpSpPr>
            <a:xfrm>
              <a:off x="467" y="2534"/>
              <a:ext cx="292" cy="992"/>
              <a:chOff x="467" y="2534"/>
              <a:chExt cx="292" cy="992"/>
            </a:xfrm>
          </p:grpSpPr>
          <p:sp>
            <p:nvSpPr>
              <p:cNvPr id="45103" name="Freeform 9"/>
              <p:cNvSpPr/>
              <p:nvPr/>
            </p:nvSpPr>
            <p:spPr>
              <a:xfrm>
                <a:off x="529" y="2638"/>
                <a:ext cx="217" cy="864"/>
              </a:xfrm>
              <a:custGeom>
                <a:avLst/>
                <a:gdLst/>
                <a:ahLst/>
                <a:cxnLst>
                  <a:cxn ang="0">
                    <a:pos x="217" y="0"/>
                  </a:cxn>
                  <a:cxn ang="0">
                    <a:pos x="139" y="250"/>
                  </a:cxn>
                  <a:cxn ang="0">
                    <a:pos x="28" y="670"/>
                  </a:cxn>
                  <a:cxn ang="0">
                    <a:pos x="0" y="803"/>
                  </a:cxn>
                  <a:cxn ang="0">
                    <a:pos x="24" y="864"/>
                  </a:cxn>
                  <a:cxn ang="0">
                    <a:pos x="43" y="787"/>
                  </a:cxn>
                  <a:cxn ang="0">
                    <a:pos x="67" y="741"/>
                  </a:cxn>
                  <a:cxn ang="0">
                    <a:pos x="101" y="695"/>
                  </a:cxn>
                  <a:cxn ang="0">
                    <a:pos x="170" y="396"/>
                  </a:cxn>
                  <a:cxn ang="0">
                    <a:pos x="210" y="167"/>
                  </a:cxn>
                  <a:cxn ang="0">
                    <a:pos x="217" y="0"/>
                  </a:cxn>
                </a:cxnLst>
                <a:rect l="0" t="0" r="0" b="0"/>
                <a:pathLst>
                  <a:path w="434" h="1728">
                    <a:moveTo>
                      <a:pt x="434" y="0"/>
                    </a:moveTo>
                    <a:lnTo>
                      <a:pt x="278" y="500"/>
                    </a:lnTo>
                    <a:lnTo>
                      <a:pt x="55" y="1340"/>
                    </a:lnTo>
                    <a:lnTo>
                      <a:pt x="0" y="1606"/>
                    </a:lnTo>
                    <a:lnTo>
                      <a:pt x="48" y="1728"/>
                    </a:lnTo>
                    <a:lnTo>
                      <a:pt x="85" y="1574"/>
                    </a:lnTo>
                    <a:lnTo>
                      <a:pt x="133" y="1482"/>
                    </a:lnTo>
                    <a:lnTo>
                      <a:pt x="202" y="1389"/>
                    </a:lnTo>
                    <a:lnTo>
                      <a:pt x="340" y="791"/>
                    </a:lnTo>
                    <a:lnTo>
                      <a:pt x="420" y="333"/>
                    </a:lnTo>
                    <a:lnTo>
                      <a:pt x="434" y="0"/>
                    </a:lnTo>
                    <a:close/>
                  </a:path>
                </a:pathLst>
              </a:custGeom>
              <a:solidFill>
                <a:srgbClr val="3F3F3F">
                  <a:alpha val="100000"/>
                </a:srgbClr>
              </a:solidFill>
              <a:ln w="9525">
                <a:noFill/>
              </a:ln>
            </p:spPr>
            <p:txBody>
              <a:bodyPr/>
              <a:lstStyle/>
              <a:p>
                <a:endParaRPr lang="zh-CN" altLang="en-US"/>
              </a:p>
            </p:txBody>
          </p:sp>
          <p:sp>
            <p:nvSpPr>
              <p:cNvPr id="45104" name="Freeform 10"/>
              <p:cNvSpPr/>
              <p:nvPr/>
            </p:nvSpPr>
            <p:spPr>
              <a:xfrm>
                <a:off x="516" y="2561"/>
                <a:ext cx="243" cy="919"/>
              </a:xfrm>
              <a:custGeom>
                <a:avLst/>
                <a:gdLst/>
                <a:ahLst/>
                <a:cxnLst>
                  <a:cxn ang="0">
                    <a:pos x="243" y="0"/>
                  </a:cxn>
                  <a:cxn ang="0">
                    <a:pos x="140" y="312"/>
                  </a:cxn>
                  <a:cxn ang="0">
                    <a:pos x="28" y="731"/>
                  </a:cxn>
                  <a:cxn ang="0">
                    <a:pos x="0" y="858"/>
                  </a:cxn>
                  <a:cxn ang="0">
                    <a:pos x="49" y="919"/>
                  </a:cxn>
                  <a:cxn ang="0">
                    <a:pos x="45" y="845"/>
                  </a:cxn>
                  <a:cxn ang="0">
                    <a:pos x="67" y="802"/>
                  </a:cxn>
                  <a:cxn ang="0">
                    <a:pos x="114" y="756"/>
                  </a:cxn>
                  <a:cxn ang="0">
                    <a:pos x="180" y="454"/>
                  </a:cxn>
                  <a:cxn ang="0">
                    <a:pos x="223" y="222"/>
                  </a:cxn>
                  <a:cxn ang="0">
                    <a:pos x="239" y="77"/>
                  </a:cxn>
                  <a:cxn ang="0">
                    <a:pos x="243" y="0"/>
                  </a:cxn>
                </a:cxnLst>
                <a:rect l="0" t="0" r="0" b="0"/>
                <a:pathLst>
                  <a:path w="484" h="1839">
                    <a:moveTo>
                      <a:pt x="484" y="0"/>
                    </a:moveTo>
                    <a:lnTo>
                      <a:pt x="279" y="624"/>
                    </a:lnTo>
                    <a:lnTo>
                      <a:pt x="55" y="1463"/>
                    </a:lnTo>
                    <a:lnTo>
                      <a:pt x="0" y="1716"/>
                    </a:lnTo>
                    <a:lnTo>
                      <a:pt x="98" y="1839"/>
                    </a:lnTo>
                    <a:lnTo>
                      <a:pt x="90" y="1691"/>
                    </a:lnTo>
                    <a:lnTo>
                      <a:pt x="133" y="1605"/>
                    </a:lnTo>
                    <a:lnTo>
                      <a:pt x="227" y="1512"/>
                    </a:lnTo>
                    <a:lnTo>
                      <a:pt x="359" y="909"/>
                    </a:lnTo>
                    <a:lnTo>
                      <a:pt x="445" y="445"/>
                    </a:lnTo>
                    <a:lnTo>
                      <a:pt x="476" y="155"/>
                    </a:lnTo>
                    <a:lnTo>
                      <a:pt x="484" y="0"/>
                    </a:lnTo>
                    <a:close/>
                  </a:path>
                </a:pathLst>
              </a:custGeom>
              <a:solidFill>
                <a:srgbClr val="808080">
                  <a:alpha val="100000"/>
                </a:srgbClr>
              </a:solidFill>
              <a:ln w="9525">
                <a:noFill/>
              </a:ln>
            </p:spPr>
            <p:txBody>
              <a:bodyPr/>
              <a:lstStyle/>
              <a:p>
                <a:endParaRPr lang="zh-CN" altLang="en-US"/>
              </a:p>
            </p:txBody>
          </p:sp>
          <p:grpSp>
            <p:nvGrpSpPr>
              <p:cNvPr id="45105" name="Group 11"/>
              <p:cNvGrpSpPr/>
              <p:nvPr/>
            </p:nvGrpSpPr>
            <p:grpSpPr>
              <a:xfrm>
                <a:off x="467" y="2534"/>
                <a:ext cx="196" cy="992"/>
                <a:chOff x="467" y="2534"/>
                <a:chExt cx="196" cy="992"/>
              </a:xfrm>
            </p:grpSpPr>
            <p:grpSp>
              <p:nvGrpSpPr>
                <p:cNvPr id="45106" name="Group 12"/>
                <p:cNvGrpSpPr/>
                <p:nvPr/>
              </p:nvGrpSpPr>
              <p:grpSpPr>
                <a:xfrm>
                  <a:off x="467" y="2534"/>
                  <a:ext cx="196" cy="992"/>
                  <a:chOff x="467" y="2534"/>
                  <a:chExt cx="196" cy="992"/>
                </a:xfrm>
              </p:grpSpPr>
              <p:grpSp>
                <p:nvGrpSpPr>
                  <p:cNvPr id="45119" name="Group 13"/>
                  <p:cNvGrpSpPr/>
                  <p:nvPr/>
                </p:nvGrpSpPr>
                <p:grpSpPr>
                  <a:xfrm>
                    <a:off x="467" y="2534"/>
                    <a:ext cx="196" cy="992"/>
                    <a:chOff x="467" y="2534"/>
                    <a:chExt cx="196" cy="992"/>
                  </a:xfrm>
                </p:grpSpPr>
                <p:sp>
                  <p:nvSpPr>
                    <p:cNvPr id="45122" name="Freeform 14"/>
                    <p:cNvSpPr/>
                    <p:nvPr/>
                  </p:nvSpPr>
                  <p:spPr>
                    <a:xfrm>
                      <a:off x="467" y="2585"/>
                      <a:ext cx="192" cy="941"/>
                    </a:xfrm>
                    <a:custGeom>
                      <a:avLst/>
                      <a:gdLst/>
                      <a:ahLst/>
                      <a:cxnLst>
                        <a:cxn ang="0">
                          <a:pos x="190" y="854"/>
                        </a:cxn>
                        <a:cxn ang="0">
                          <a:pos x="22" y="0"/>
                        </a:cxn>
                        <a:cxn ang="0">
                          <a:pos x="0" y="70"/>
                        </a:cxn>
                        <a:cxn ang="0">
                          <a:pos x="3" y="179"/>
                        </a:cxn>
                        <a:cxn ang="0">
                          <a:pos x="18" y="313"/>
                        </a:cxn>
                        <a:cxn ang="0">
                          <a:pos x="61" y="547"/>
                        </a:cxn>
                        <a:cxn ang="0">
                          <a:pos x="97" y="767"/>
                        </a:cxn>
                        <a:cxn ang="0">
                          <a:pos x="117" y="785"/>
                        </a:cxn>
                        <a:cxn ang="0">
                          <a:pos x="146" y="809"/>
                        </a:cxn>
                        <a:cxn ang="0">
                          <a:pos x="192" y="941"/>
                        </a:cxn>
                        <a:cxn ang="0">
                          <a:pos x="190" y="854"/>
                        </a:cxn>
                      </a:cxnLst>
                      <a:rect l="0" t="0" r="0" b="0"/>
                      <a:pathLst>
                        <a:path w="384" h="1881">
                          <a:moveTo>
                            <a:pt x="379" y="1708"/>
                          </a:moveTo>
                          <a:lnTo>
                            <a:pt x="43" y="0"/>
                          </a:lnTo>
                          <a:lnTo>
                            <a:pt x="0" y="139"/>
                          </a:lnTo>
                          <a:lnTo>
                            <a:pt x="5" y="358"/>
                          </a:lnTo>
                          <a:lnTo>
                            <a:pt x="35" y="625"/>
                          </a:lnTo>
                          <a:lnTo>
                            <a:pt x="122" y="1093"/>
                          </a:lnTo>
                          <a:lnTo>
                            <a:pt x="193" y="1533"/>
                          </a:lnTo>
                          <a:lnTo>
                            <a:pt x="233" y="1570"/>
                          </a:lnTo>
                          <a:lnTo>
                            <a:pt x="292" y="1618"/>
                          </a:lnTo>
                          <a:lnTo>
                            <a:pt x="384" y="1881"/>
                          </a:lnTo>
                          <a:lnTo>
                            <a:pt x="379" y="1708"/>
                          </a:lnTo>
                          <a:close/>
                        </a:path>
                      </a:pathLst>
                    </a:custGeom>
                    <a:solidFill>
                      <a:srgbClr val="3F3F3F">
                        <a:alpha val="100000"/>
                      </a:srgbClr>
                    </a:solidFill>
                    <a:ln w="9525">
                      <a:noFill/>
                    </a:ln>
                  </p:spPr>
                  <p:txBody>
                    <a:bodyPr/>
                    <a:lstStyle/>
                    <a:p>
                      <a:endParaRPr lang="zh-CN" altLang="en-US"/>
                    </a:p>
                  </p:txBody>
                </p:sp>
                <p:sp>
                  <p:nvSpPr>
                    <p:cNvPr id="45123" name="Freeform 15"/>
                    <p:cNvSpPr/>
                    <p:nvPr/>
                  </p:nvSpPr>
                  <p:spPr>
                    <a:xfrm>
                      <a:off x="472" y="2534"/>
                      <a:ext cx="191" cy="983"/>
                    </a:xfrm>
                    <a:custGeom>
                      <a:avLst/>
                      <a:gdLst/>
                      <a:ahLst/>
                      <a:cxnLst>
                        <a:cxn ang="0">
                          <a:pos x="191" y="893"/>
                        </a:cxn>
                        <a:cxn ang="0">
                          <a:pos x="32" y="0"/>
                        </a:cxn>
                        <a:cxn ang="0">
                          <a:pos x="0" y="110"/>
                        </a:cxn>
                        <a:cxn ang="0">
                          <a:pos x="3" y="219"/>
                        </a:cxn>
                        <a:cxn ang="0">
                          <a:pos x="19" y="352"/>
                        </a:cxn>
                        <a:cxn ang="0">
                          <a:pos x="62" y="586"/>
                        </a:cxn>
                        <a:cxn ang="0">
                          <a:pos x="97" y="806"/>
                        </a:cxn>
                        <a:cxn ang="0">
                          <a:pos x="118" y="824"/>
                        </a:cxn>
                        <a:cxn ang="0">
                          <a:pos x="147" y="848"/>
                        </a:cxn>
                        <a:cxn ang="0">
                          <a:pos x="183" y="983"/>
                        </a:cxn>
                        <a:cxn ang="0">
                          <a:pos x="191" y="893"/>
                        </a:cxn>
                      </a:cxnLst>
                      <a:rect l="0" t="0" r="0" b="0"/>
                      <a:pathLst>
                        <a:path w="381" h="1967">
                          <a:moveTo>
                            <a:pt x="381" y="1786"/>
                          </a:moveTo>
                          <a:lnTo>
                            <a:pt x="63" y="0"/>
                          </a:lnTo>
                          <a:lnTo>
                            <a:pt x="0" y="220"/>
                          </a:lnTo>
                          <a:lnTo>
                            <a:pt x="6" y="438"/>
                          </a:lnTo>
                          <a:lnTo>
                            <a:pt x="37" y="704"/>
                          </a:lnTo>
                          <a:lnTo>
                            <a:pt x="124" y="1173"/>
                          </a:lnTo>
                          <a:lnTo>
                            <a:pt x="194" y="1612"/>
                          </a:lnTo>
                          <a:lnTo>
                            <a:pt x="235" y="1649"/>
                          </a:lnTo>
                          <a:lnTo>
                            <a:pt x="293" y="1697"/>
                          </a:lnTo>
                          <a:lnTo>
                            <a:pt x="366" y="1967"/>
                          </a:lnTo>
                          <a:lnTo>
                            <a:pt x="381" y="1786"/>
                          </a:lnTo>
                          <a:close/>
                        </a:path>
                      </a:pathLst>
                    </a:custGeom>
                    <a:solidFill>
                      <a:srgbClr val="8F8F8F">
                        <a:alpha val="100000"/>
                      </a:srgbClr>
                    </a:solidFill>
                    <a:ln w="9525">
                      <a:noFill/>
                    </a:ln>
                  </p:spPr>
                  <p:txBody>
                    <a:bodyPr/>
                    <a:lstStyle/>
                    <a:p>
                      <a:endParaRPr lang="zh-CN" altLang="en-US"/>
                    </a:p>
                  </p:txBody>
                </p:sp>
                <p:sp>
                  <p:nvSpPr>
                    <p:cNvPr id="45124" name="Freeform 16"/>
                    <p:cNvSpPr/>
                    <p:nvPr/>
                  </p:nvSpPr>
                  <p:spPr>
                    <a:xfrm>
                      <a:off x="472" y="2644"/>
                      <a:ext cx="174" cy="738"/>
                    </a:xfrm>
                    <a:custGeom>
                      <a:avLst/>
                      <a:gdLst/>
                      <a:ahLst/>
                      <a:cxnLst>
                        <a:cxn ang="0">
                          <a:pos x="174" y="687"/>
                        </a:cxn>
                        <a:cxn ang="0">
                          <a:pos x="155" y="584"/>
                        </a:cxn>
                        <a:cxn ang="0">
                          <a:pos x="95" y="598"/>
                        </a:cxn>
                        <a:cxn ang="0">
                          <a:pos x="73" y="454"/>
                        </a:cxn>
                        <a:cxn ang="0">
                          <a:pos x="52" y="303"/>
                        </a:cxn>
                        <a:cxn ang="0">
                          <a:pos x="24" y="154"/>
                        </a:cxn>
                        <a:cxn ang="0">
                          <a:pos x="0" y="0"/>
                        </a:cxn>
                        <a:cxn ang="0">
                          <a:pos x="3" y="109"/>
                        </a:cxn>
                        <a:cxn ang="0">
                          <a:pos x="19" y="242"/>
                        </a:cxn>
                        <a:cxn ang="0">
                          <a:pos x="62" y="476"/>
                        </a:cxn>
                        <a:cxn ang="0">
                          <a:pos x="97" y="696"/>
                        </a:cxn>
                        <a:cxn ang="0">
                          <a:pos x="118" y="714"/>
                        </a:cxn>
                        <a:cxn ang="0">
                          <a:pos x="147" y="738"/>
                        </a:cxn>
                        <a:cxn ang="0">
                          <a:pos x="165" y="713"/>
                        </a:cxn>
                        <a:cxn ang="0">
                          <a:pos x="174" y="687"/>
                        </a:cxn>
                      </a:cxnLst>
                      <a:rect l="0" t="0" r="0" b="0"/>
                      <a:pathLst>
                        <a:path w="348" h="1477">
                          <a:moveTo>
                            <a:pt x="348" y="1374"/>
                          </a:moveTo>
                          <a:lnTo>
                            <a:pt x="310" y="1168"/>
                          </a:lnTo>
                          <a:lnTo>
                            <a:pt x="189" y="1197"/>
                          </a:lnTo>
                          <a:lnTo>
                            <a:pt x="146" y="909"/>
                          </a:lnTo>
                          <a:lnTo>
                            <a:pt x="103" y="606"/>
                          </a:lnTo>
                          <a:lnTo>
                            <a:pt x="47" y="308"/>
                          </a:lnTo>
                          <a:lnTo>
                            <a:pt x="0" y="0"/>
                          </a:lnTo>
                          <a:lnTo>
                            <a:pt x="6" y="218"/>
                          </a:lnTo>
                          <a:lnTo>
                            <a:pt x="37" y="484"/>
                          </a:lnTo>
                          <a:lnTo>
                            <a:pt x="124" y="952"/>
                          </a:lnTo>
                          <a:lnTo>
                            <a:pt x="194" y="1392"/>
                          </a:lnTo>
                          <a:lnTo>
                            <a:pt x="235" y="1429"/>
                          </a:lnTo>
                          <a:lnTo>
                            <a:pt x="293" y="1477"/>
                          </a:lnTo>
                          <a:lnTo>
                            <a:pt x="330" y="1427"/>
                          </a:lnTo>
                          <a:lnTo>
                            <a:pt x="348" y="1374"/>
                          </a:lnTo>
                          <a:close/>
                        </a:path>
                      </a:pathLst>
                    </a:custGeom>
                    <a:solidFill>
                      <a:srgbClr val="C0C0C0">
                        <a:alpha val="100000"/>
                      </a:srgbClr>
                    </a:solidFill>
                    <a:ln w="9525">
                      <a:noFill/>
                    </a:ln>
                  </p:spPr>
                  <p:txBody>
                    <a:bodyPr/>
                    <a:lstStyle/>
                    <a:p>
                      <a:endParaRPr lang="zh-CN" altLang="en-US"/>
                    </a:p>
                  </p:txBody>
                </p:sp>
              </p:grpSp>
              <p:sp>
                <p:nvSpPr>
                  <p:cNvPr id="45120" name="Freeform 17"/>
                  <p:cNvSpPr/>
                  <p:nvPr/>
                </p:nvSpPr>
                <p:spPr>
                  <a:xfrm>
                    <a:off x="551" y="3152"/>
                    <a:ext cx="76" cy="95"/>
                  </a:xfrm>
                  <a:custGeom>
                    <a:avLst/>
                    <a:gdLst/>
                    <a:ahLst/>
                    <a:cxnLst>
                      <a:cxn ang="0">
                        <a:pos x="1" y="1"/>
                      </a:cxn>
                      <a:cxn ang="0">
                        <a:pos x="15" y="90"/>
                      </a:cxn>
                      <a:cxn ang="0">
                        <a:pos x="75" y="75"/>
                      </a:cxn>
                      <a:cxn ang="0">
                        <a:pos x="76" y="87"/>
                      </a:cxn>
                      <a:cxn ang="0">
                        <a:pos x="50" y="84"/>
                      </a:cxn>
                      <a:cxn ang="0">
                        <a:pos x="9" y="95"/>
                      </a:cxn>
                      <a:cxn ang="0">
                        <a:pos x="0" y="0"/>
                      </a:cxn>
                      <a:cxn ang="0">
                        <a:pos x="1" y="1"/>
                      </a:cxn>
                    </a:cxnLst>
                    <a:rect l="0" t="0" r="0" b="0"/>
                    <a:pathLst>
                      <a:path w="153" h="190">
                        <a:moveTo>
                          <a:pt x="3" y="2"/>
                        </a:moveTo>
                        <a:lnTo>
                          <a:pt x="30" y="180"/>
                        </a:lnTo>
                        <a:lnTo>
                          <a:pt x="151" y="149"/>
                        </a:lnTo>
                        <a:lnTo>
                          <a:pt x="153" y="174"/>
                        </a:lnTo>
                        <a:lnTo>
                          <a:pt x="100" y="167"/>
                        </a:lnTo>
                        <a:lnTo>
                          <a:pt x="18" y="190"/>
                        </a:lnTo>
                        <a:lnTo>
                          <a:pt x="0" y="0"/>
                        </a:lnTo>
                        <a:lnTo>
                          <a:pt x="3" y="2"/>
                        </a:lnTo>
                        <a:close/>
                      </a:path>
                    </a:pathLst>
                  </a:custGeom>
                  <a:solidFill>
                    <a:srgbClr val="FFFFFF">
                      <a:alpha val="100000"/>
                    </a:srgbClr>
                  </a:solidFill>
                  <a:ln w="9525">
                    <a:noFill/>
                  </a:ln>
                </p:spPr>
                <p:txBody>
                  <a:bodyPr/>
                  <a:lstStyle/>
                  <a:p>
                    <a:endParaRPr lang="zh-CN" altLang="en-US"/>
                  </a:p>
                </p:txBody>
              </p:sp>
              <p:sp>
                <p:nvSpPr>
                  <p:cNvPr id="45121" name="Freeform 18"/>
                  <p:cNvSpPr/>
                  <p:nvPr/>
                </p:nvSpPr>
                <p:spPr>
                  <a:xfrm>
                    <a:off x="601" y="3078"/>
                    <a:ext cx="39" cy="206"/>
                  </a:xfrm>
                  <a:custGeom>
                    <a:avLst/>
                    <a:gdLst/>
                    <a:ahLst/>
                    <a:cxnLst>
                      <a:cxn ang="0">
                        <a:pos x="0" y="0"/>
                      </a:cxn>
                      <a:cxn ang="0">
                        <a:pos x="18" y="102"/>
                      </a:cxn>
                      <a:cxn ang="0">
                        <a:pos x="28" y="160"/>
                      </a:cxn>
                      <a:cxn ang="0">
                        <a:pos x="36" y="206"/>
                      </a:cxn>
                      <a:cxn ang="0">
                        <a:pos x="39" y="189"/>
                      </a:cxn>
                      <a:cxn ang="0">
                        <a:pos x="0" y="0"/>
                      </a:cxn>
                    </a:cxnLst>
                    <a:rect l="0" t="0" r="0" b="0"/>
                    <a:pathLst>
                      <a:path w="80" h="414">
                        <a:moveTo>
                          <a:pt x="0" y="0"/>
                        </a:moveTo>
                        <a:lnTo>
                          <a:pt x="37" y="205"/>
                        </a:lnTo>
                        <a:lnTo>
                          <a:pt x="57" y="321"/>
                        </a:lnTo>
                        <a:lnTo>
                          <a:pt x="74" y="414"/>
                        </a:lnTo>
                        <a:lnTo>
                          <a:pt x="80" y="380"/>
                        </a:lnTo>
                        <a:lnTo>
                          <a:pt x="0" y="0"/>
                        </a:lnTo>
                        <a:close/>
                      </a:path>
                    </a:pathLst>
                  </a:custGeom>
                  <a:solidFill>
                    <a:srgbClr val="000000">
                      <a:alpha val="100000"/>
                    </a:srgbClr>
                  </a:solidFill>
                  <a:ln w="9525">
                    <a:noFill/>
                  </a:ln>
                </p:spPr>
                <p:txBody>
                  <a:bodyPr/>
                  <a:lstStyle/>
                  <a:p>
                    <a:endParaRPr lang="zh-CN" altLang="en-US"/>
                  </a:p>
                </p:txBody>
              </p:sp>
            </p:grpSp>
            <p:grpSp>
              <p:nvGrpSpPr>
                <p:cNvPr id="45107" name="Group 19"/>
                <p:cNvGrpSpPr/>
                <p:nvPr/>
              </p:nvGrpSpPr>
              <p:grpSpPr>
                <a:xfrm>
                  <a:off x="572" y="3246"/>
                  <a:ext cx="61" cy="97"/>
                  <a:chOff x="572" y="3246"/>
                  <a:chExt cx="61" cy="97"/>
                </a:xfrm>
              </p:grpSpPr>
              <p:grpSp>
                <p:nvGrpSpPr>
                  <p:cNvPr id="45108" name="Group 20"/>
                  <p:cNvGrpSpPr/>
                  <p:nvPr/>
                </p:nvGrpSpPr>
                <p:grpSpPr>
                  <a:xfrm>
                    <a:off x="572" y="3246"/>
                    <a:ext cx="52" cy="56"/>
                    <a:chOff x="572" y="3246"/>
                    <a:chExt cx="52" cy="56"/>
                  </a:xfrm>
                </p:grpSpPr>
                <p:sp>
                  <p:nvSpPr>
                    <p:cNvPr id="45112" name="Oval 21"/>
                    <p:cNvSpPr/>
                    <p:nvPr/>
                  </p:nvSpPr>
                  <p:spPr>
                    <a:xfrm>
                      <a:off x="573" y="3250"/>
                      <a:ext cx="51" cy="52"/>
                    </a:xfrm>
                    <a:prstGeom prst="ellipse">
                      <a:avLst/>
                    </a:prstGeom>
                    <a:solidFill>
                      <a:srgbClr val="FFFFFF"/>
                    </a:solidFill>
                    <a:ln w="9525">
                      <a:noFill/>
                    </a:ln>
                  </p:spPr>
                  <p:txBody>
                    <a:bodyPr/>
                    <a:lstStyle/>
                    <a:p>
                      <a:pPr algn="ctr"/>
                      <a:endParaRPr lang="zh-CN" altLang="en-US" dirty="0">
                        <a:latin typeface="Times New Roman" panose="02020603050405020304" pitchFamily="18" charset="0"/>
                      </a:endParaRPr>
                    </a:p>
                  </p:txBody>
                </p:sp>
                <p:sp>
                  <p:nvSpPr>
                    <p:cNvPr id="45113" name="Oval 22"/>
                    <p:cNvSpPr/>
                    <p:nvPr/>
                  </p:nvSpPr>
                  <p:spPr>
                    <a:xfrm>
                      <a:off x="572" y="3246"/>
                      <a:ext cx="51" cy="51"/>
                    </a:xfrm>
                    <a:prstGeom prst="ellipse">
                      <a:avLst/>
                    </a:prstGeom>
                    <a:solidFill>
                      <a:srgbClr val="5F5F5F"/>
                    </a:solidFill>
                    <a:ln w="9525">
                      <a:noFill/>
                    </a:ln>
                  </p:spPr>
                  <p:txBody>
                    <a:bodyPr/>
                    <a:lstStyle/>
                    <a:p>
                      <a:pPr algn="ctr"/>
                      <a:endParaRPr lang="zh-CN" altLang="en-US" dirty="0">
                        <a:latin typeface="Times New Roman" panose="02020603050405020304" pitchFamily="18" charset="0"/>
                      </a:endParaRPr>
                    </a:p>
                  </p:txBody>
                </p:sp>
                <p:sp>
                  <p:nvSpPr>
                    <p:cNvPr id="45114" name="Oval 23"/>
                    <p:cNvSpPr/>
                    <p:nvPr/>
                  </p:nvSpPr>
                  <p:spPr>
                    <a:xfrm>
                      <a:off x="572" y="3249"/>
                      <a:ext cx="51" cy="50"/>
                    </a:xfrm>
                    <a:prstGeom prst="ellipse">
                      <a:avLst/>
                    </a:prstGeom>
                    <a:solidFill>
                      <a:srgbClr val="9F9F9F"/>
                    </a:solidFill>
                    <a:ln w="9525">
                      <a:noFill/>
                    </a:ln>
                  </p:spPr>
                  <p:txBody>
                    <a:bodyPr/>
                    <a:lstStyle/>
                    <a:p>
                      <a:pPr algn="ctr"/>
                      <a:endParaRPr lang="zh-CN" altLang="en-US" dirty="0">
                        <a:latin typeface="Times New Roman" panose="02020603050405020304" pitchFamily="18" charset="0"/>
                      </a:endParaRPr>
                    </a:p>
                  </p:txBody>
                </p:sp>
                <p:sp>
                  <p:nvSpPr>
                    <p:cNvPr id="45115" name="Arc 24"/>
                    <p:cNvSpPr/>
                    <p:nvPr/>
                  </p:nvSpPr>
                  <p:spPr>
                    <a:xfrm>
                      <a:off x="590" y="3249"/>
                      <a:ext cx="34" cy="24"/>
                    </a:xfrm>
                    <a:custGeom>
                      <a:avLst/>
                      <a:gdLst/>
                      <a:ahLst/>
                      <a:cxnLst>
                        <a:cxn ang="0">
                          <a:pos x="0" y="2"/>
                        </a:cxn>
                        <a:cxn ang="0">
                          <a:pos x="10" y="0"/>
                        </a:cxn>
                        <a:cxn ang="0">
                          <a:pos x="34" y="22"/>
                        </a:cxn>
                        <a:cxn ang="0">
                          <a:pos x="0" y="2"/>
                        </a:cxn>
                        <a:cxn ang="0">
                          <a:pos x="10" y="0"/>
                        </a:cxn>
                        <a:cxn ang="0">
                          <a:pos x="34" y="22"/>
                        </a:cxn>
                        <a:cxn ang="0">
                          <a:pos x="10" y="24"/>
                        </a:cxn>
                        <a:cxn ang="0">
                          <a:pos x="0" y="2"/>
                        </a:cxn>
                      </a:cxnLst>
                      <a:rect l="0" t="0" r="0" b="0"/>
                      <a:pathLst>
                        <a:path w="30806" h="21600" fill="none">
                          <a:moveTo>
                            <a:pt x="0" y="2098"/>
                          </a:moveTo>
                          <a:cubicBezTo>
                            <a:pt x="2901" y="716"/>
                            <a:pt x="6073" y="-1"/>
                            <a:pt x="9287" y="0"/>
                          </a:cubicBezTo>
                          <a:cubicBezTo>
                            <a:pt x="20491" y="0"/>
                            <a:pt x="29835" y="8566"/>
                            <a:pt x="30805" y="19729"/>
                          </a:cubicBezTo>
                        </a:path>
                        <a:path w="30806" h="21600" stroke="0">
                          <a:moveTo>
                            <a:pt x="0" y="2098"/>
                          </a:moveTo>
                          <a:cubicBezTo>
                            <a:pt x="2901" y="716"/>
                            <a:pt x="6073" y="-1"/>
                            <a:pt x="9287" y="0"/>
                          </a:cubicBezTo>
                          <a:cubicBezTo>
                            <a:pt x="20491" y="0"/>
                            <a:pt x="29835" y="8566"/>
                            <a:pt x="30805" y="19729"/>
                          </a:cubicBezTo>
                          <a:lnTo>
                            <a:pt x="9287" y="21600"/>
                          </a:lnTo>
                          <a:lnTo>
                            <a:pt x="0" y="2098"/>
                          </a:lnTo>
                          <a:close/>
                        </a:path>
                      </a:pathLst>
                    </a:custGeom>
                    <a:solidFill>
                      <a:srgbClr val="808080">
                        <a:alpha val="100000"/>
                      </a:srgbClr>
                    </a:solidFill>
                    <a:ln w="9525">
                      <a:noFill/>
                    </a:ln>
                  </p:spPr>
                  <p:txBody>
                    <a:bodyPr/>
                    <a:lstStyle/>
                    <a:p>
                      <a:endParaRPr lang="zh-CN" altLang="en-US"/>
                    </a:p>
                  </p:txBody>
                </p:sp>
                <p:sp>
                  <p:nvSpPr>
                    <p:cNvPr id="45116" name="Arc 25"/>
                    <p:cNvSpPr/>
                    <p:nvPr/>
                  </p:nvSpPr>
                  <p:spPr>
                    <a:xfrm>
                      <a:off x="574" y="3277"/>
                      <a:ext cx="28" cy="24"/>
                    </a:xfrm>
                    <a:custGeom>
                      <a:avLst/>
                      <a:gdLst/>
                      <a:ahLst/>
                      <a:cxnLst>
                        <a:cxn ang="0">
                          <a:pos x="28" y="23"/>
                        </a:cxn>
                        <a:cxn ang="0">
                          <a:pos x="23" y="24"/>
                        </a:cxn>
                        <a:cxn ang="0">
                          <a:pos x="0" y="1"/>
                        </a:cxn>
                        <a:cxn ang="0">
                          <a:pos x="28" y="23"/>
                        </a:cxn>
                        <a:cxn ang="0">
                          <a:pos x="23" y="24"/>
                        </a:cxn>
                        <a:cxn ang="0">
                          <a:pos x="0" y="1"/>
                        </a:cxn>
                        <a:cxn ang="0">
                          <a:pos x="23" y="0"/>
                        </a:cxn>
                        <a:cxn ang="0">
                          <a:pos x="28" y="23"/>
                        </a:cxn>
                      </a:cxnLst>
                      <a:rect l="0" t="0" r="0" b="0"/>
                      <a:pathLst>
                        <a:path w="26466" h="21600" fill="none">
                          <a:moveTo>
                            <a:pt x="26466" y="21040"/>
                          </a:moveTo>
                          <a:cubicBezTo>
                            <a:pt x="24863" y="21412"/>
                            <a:pt x="23224" y="21599"/>
                            <a:pt x="21580" y="21600"/>
                          </a:cubicBezTo>
                          <a:cubicBezTo>
                            <a:pt x="10007" y="21600"/>
                            <a:pt x="491" y="12479"/>
                            <a:pt x="-1" y="918"/>
                          </a:cubicBezTo>
                        </a:path>
                        <a:path w="26466" h="21600" stroke="0">
                          <a:moveTo>
                            <a:pt x="26466" y="21040"/>
                          </a:moveTo>
                          <a:cubicBezTo>
                            <a:pt x="24863" y="21412"/>
                            <a:pt x="23224" y="21599"/>
                            <a:pt x="21580" y="21600"/>
                          </a:cubicBezTo>
                          <a:cubicBezTo>
                            <a:pt x="10007" y="21600"/>
                            <a:pt x="491" y="12479"/>
                            <a:pt x="-1" y="918"/>
                          </a:cubicBezTo>
                          <a:lnTo>
                            <a:pt x="21580" y="0"/>
                          </a:lnTo>
                          <a:lnTo>
                            <a:pt x="26466" y="21040"/>
                          </a:lnTo>
                          <a:close/>
                        </a:path>
                      </a:pathLst>
                    </a:custGeom>
                    <a:solidFill>
                      <a:srgbClr val="C0C0C0">
                        <a:alpha val="100000"/>
                      </a:srgbClr>
                    </a:solidFill>
                    <a:ln w="9525">
                      <a:noFill/>
                    </a:ln>
                  </p:spPr>
                  <p:txBody>
                    <a:bodyPr/>
                    <a:lstStyle/>
                    <a:p>
                      <a:endParaRPr lang="zh-CN" altLang="en-US"/>
                    </a:p>
                  </p:txBody>
                </p:sp>
                <p:sp>
                  <p:nvSpPr>
                    <p:cNvPr id="45117" name="Freeform 26"/>
                    <p:cNvSpPr/>
                    <p:nvPr/>
                  </p:nvSpPr>
                  <p:spPr>
                    <a:xfrm>
                      <a:off x="581" y="3251"/>
                      <a:ext cx="29" cy="43"/>
                    </a:xfrm>
                    <a:custGeom>
                      <a:avLst/>
                      <a:gdLst/>
                      <a:ahLst/>
                      <a:cxnLst>
                        <a:cxn ang="0">
                          <a:pos x="0" y="4"/>
                        </a:cxn>
                        <a:cxn ang="0">
                          <a:pos x="22" y="43"/>
                        </a:cxn>
                        <a:cxn ang="0">
                          <a:pos x="27" y="43"/>
                        </a:cxn>
                        <a:cxn ang="0">
                          <a:pos x="29" y="41"/>
                        </a:cxn>
                        <a:cxn ang="0">
                          <a:pos x="7" y="0"/>
                        </a:cxn>
                        <a:cxn ang="0">
                          <a:pos x="4" y="1"/>
                        </a:cxn>
                        <a:cxn ang="0">
                          <a:pos x="0" y="4"/>
                        </a:cxn>
                      </a:cxnLst>
                      <a:rect l="0" t="0" r="0" b="0"/>
                      <a:pathLst>
                        <a:path w="58" h="87">
                          <a:moveTo>
                            <a:pt x="0" y="8"/>
                          </a:moveTo>
                          <a:lnTo>
                            <a:pt x="43" y="87"/>
                          </a:lnTo>
                          <a:lnTo>
                            <a:pt x="54" y="87"/>
                          </a:lnTo>
                          <a:lnTo>
                            <a:pt x="58" y="82"/>
                          </a:lnTo>
                          <a:lnTo>
                            <a:pt x="14" y="0"/>
                          </a:lnTo>
                          <a:lnTo>
                            <a:pt x="7" y="3"/>
                          </a:lnTo>
                          <a:lnTo>
                            <a:pt x="0" y="8"/>
                          </a:lnTo>
                          <a:close/>
                        </a:path>
                      </a:pathLst>
                    </a:custGeom>
                    <a:solidFill>
                      <a:srgbClr val="5F5F5F">
                        <a:alpha val="100000"/>
                      </a:srgbClr>
                    </a:solidFill>
                    <a:ln w="9525">
                      <a:noFill/>
                    </a:ln>
                  </p:spPr>
                  <p:txBody>
                    <a:bodyPr/>
                    <a:lstStyle/>
                    <a:p>
                      <a:endParaRPr lang="zh-CN" altLang="en-US"/>
                    </a:p>
                  </p:txBody>
                </p:sp>
                <p:sp>
                  <p:nvSpPr>
                    <p:cNvPr id="45118" name="Freeform 27"/>
                    <p:cNvSpPr/>
                    <p:nvPr/>
                  </p:nvSpPr>
                  <p:spPr>
                    <a:xfrm>
                      <a:off x="593" y="3258"/>
                      <a:ext cx="19" cy="37"/>
                    </a:xfrm>
                    <a:custGeom>
                      <a:avLst/>
                      <a:gdLst/>
                      <a:ahLst/>
                      <a:cxnLst>
                        <a:cxn ang="0">
                          <a:pos x="14" y="37"/>
                        </a:cxn>
                        <a:cxn ang="0">
                          <a:pos x="17" y="33"/>
                        </a:cxn>
                        <a:cxn ang="0">
                          <a:pos x="0" y="0"/>
                        </a:cxn>
                        <a:cxn ang="0">
                          <a:pos x="19" y="32"/>
                        </a:cxn>
                        <a:cxn ang="0">
                          <a:pos x="14" y="37"/>
                        </a:cxn>
                      </a:cxnLst>
                      <a:rect l="0" t="0" r="0" b="0"/>
                      <a:pathLst>
                        <a:path w="39" h="75">
                          <a:moveTo>
                            <a:pt x="29" y="75"/>
                          </a:moveTo>
                          <a:lnTo>
                            <a:pt x="35" y="67"/>
                          </a:lnTo>
                          <a:lnTo>
                            <a:pt x="0" y="0"/>
                          </a:lnTo>
                          <a:lnTo>
                            <a:pt x="39" y="64"/>
                          </a:lnTo>
                          <a:lnTo>
                            <a:pt x="29" y="75"/>
                          </a:lnTo>
                          <a:close/>
                        </a:path>
                      </a:pathLst>
                    </a:custGeom>
                    <a:solidFill>
                      <a:srgbClr val="FFFFFF">
                        <a:alpha val="100000"/>
                      </a:srgbClr>
                    </a:solidFill>
                    <a:ln w="9525">
                      <a:noFill/>
                    </a:ln>
                  </p:spPr>
                  <p:txBody>
                    <a:bodyPr/>
                    <a:lstStyle/>
                    <a:p>
                      <a:endParaRPr lang="zh-CN" altLang="en-US"/>
                    </a:p>
                  </p:txBody>
                </p:sp>
              </p:grpSp>
              <p:grpSp>
                <p:nvGrpSpPr>
                  <p:cNvPr id="45109" name="Group 28"/>
                  <p:cNvGrpSpPr/>
                  <p:nvPr/>
                </p:nvGrpSpPr>
                <p:grpSpPr>
                  <a:xfrm>
                    <a:off x="583" y="3324"/>
                    <a:ext cx="50" cy="19"/>
                    <a:chOff x="583" y="3324"/>
                    <a:chExt cx="50" cy="19"/>
                  </a:xfrm>
                </p:grpSpPr>
                <p:sp>
                  <p:nvSpPr>
                    <p:cNvPr id="45110" name="Freeform 29"/>
                    <p:cNvSpPr/>
                    <p:nvPr/>
                  </p:nvSpPr>
                  <p:spPr>
                    <a:xfrm>
                      <a:off x="584" y="3324"/>
                      <a:ext cx="49" cy="19"/>
                    </a:xfrm>
                    <a:custGeom>
                      <a:avLst/>
                      <a:gdLst/>
                      <a:ahLst/>
                      <a:cxnLst>
                        <a:cxn ang="0">
                          <a:pos x="0" y="10"/>
                        </a:cxn>
                        <a:cxn ang="0">
                          <a:pos x="48" y="0"/>
                        </a:cxn>
                        <a:cxn ang="0">
                          <a:pos x="49" y="10"/>
                        </a:cxn>
                        <a:cxn ang="0">
                          <a:pos x="2" y="19"/>
                        </a:cxn>
                        <a:cxn ang="0">
                          <a:pos x="0" y="10"/>
                        </a:cxn>
                      </a:cxnLst>
                      <a:rect l="0" t="0" r="0" b="0"/>
                      <a:pathLst>
                        <a:path w="99" h="37">
                          <a:moveTo>
                            <a:pt x="0" y="20"/>
                          </a:moveTo>
                          <a:lnTo>
                            <a:pt x="96" y="0"/>
                          </a:lnTo>
                          <a:lnTo>
                            <a:pt x="99" y="19"/>
                          </a:lnTo>
                          <a:lnTo>
                            <a:pt x="4" y="37"/>
                          </a:lnTo>
                          <a:lnTo>
                            <a:pt x="0" y="20"/>
                          </a:lnTo>
                          <a:close/>
                        </a:path>
                      </a:pathLst>
                    </a:custGeom>
                    <a:solidFill>
                      <a:srgbClr val="FFFFFF">
                        <a:alpha val="100000"/>
                      </a:srgbClr>
                    </a:solidFill>
                    <a:ln w="9525">
                      <a:noFill/>
                    </a:ln>
                  </p:spPr>
                  <p:txBody>
                    <a:bodyPr/>
                    <a:lstStyle/>
                    <a:p>
                      <a:endParaRPr lang="zh-CN" altLang="en-US"/>
                    </a:p>
                  </p:txBody>
                </p:sp>
                <p:sp>
                  <p:nvSpPr>
                    <p:cNvPr id="45111" name="Freeform 30"/>
                    <p:cNvSpPr/>
                    <p:nvPr/>
                  </p:nvSpPr>
                  <p:spPr>
                    <a:xfrm>
                      <a:off x="583" y="3325"/>
                      <a:ext cx="49" cy="18"/>
                    </a:xfrm>
                    <a:custGeom>
                      <a:avLst/>
                      <a:gdLst/>
                      <a:ahLst/>
                      <a:cxnLst>
                        <a:cxn ang="0">
                          <a:pos x="0" y="10"/>
                        </a:cxn>
                        <a:cxn ang="0">
                          <a:pos x="48" y="0"/>
                        </a:cxn>
                        <a:cxn ang="0">
                          <a:pos x="49" y="9"/>
                        </a:cxn>
                        <a:cxn ang="0">
                          <a:pos x="2" y="18"/>
                        </a:cxn>
                        <a:cxn ang="0">
                          <a:pos x="0" y="10"/>
                        </a:cxn>
                      </a:cxnLst>
                      <a:rect l="0" t="0" r="0" b="0"/>
                      <a:pathLst>
                        <a:path w="99" h="36">
                          <a:moveTo>
                            <a:pt x="0" y="19"/>
                          </a:moveTo>
                          <a:lnTo>
                            <a:pt x="96" y="0"/>
                          </a:lnTo>
                          <a:lnTo>
                            <a:pt x="99" y="18"/>
                          </a:lnTo>
                          <a:lnTo>
                            <a:pt x="4" y="36"/>
                          </a:lnTo>
                          <a:lnTo>
                            <a:pt x="0" y="19"/>
                          </a:lnTo>
                          <a:close/>
                        </a:path>
                      </a:pathLst>
                    </a:custGeom>
                    <a:solidFill>
                      <a:srgbClr val="9F9F9F">
                        <a:alpha val="100000"/>
                      </a:srgbClr>
                    </a:solidFill>
                    <a:ln w="9525">
                      <a:noFill/>
                    </a:ln>
                  </p:spPr>
                  <p:txBody>
                    <a:bodyPr/>
                    <a:lstStyle/>
                    <a:p>
                      <a:endParaRPr lang="zh-CN" altLang="en-US"/>
                    </a:p>
                  </p:txBody>
                </p:sp>
              </p:grpSp>
            </p:grpSp>
          </p:grpSp>
        </p:grpSp>
        <p:grpSp>
          <p:nvGrpSpPr>
            <p:cNvPr id="45095" name="Group 31"/>
            <p:cNvGrpSpPr/>
            <p:nvPr/>
          </p:nvGrpSpPr>
          <p:grpSpPr>
            <a:xfrm>
              <a:off x="617" y="3333"/>
              <a:ext cx="216" cy="349"/>
              <a:chOff x="617" y="3333"/>
              <a:chExt cx="216" cy="349"/>
            </a:xfrm>
          </p:grpSpPr>
          <p:sp>
            <p:nvSpPr>
              <p:cNvPr id="45100" name="Freeform 32"/>
              <p:cNvSpPr/>
              <p:nvPr/>
            </p:nvSpPr>
            <p:spPr>
              <a:xfrm>
                <a:off x="617" y="3333"/>
                <a:ext cx="216" cy="349"/>
              </a:xfrm>
              <a:custGeom>
                <a:avLst/>
                <a:gdLst/>
                <a:ahLst/>
                <a:cxnLst>
                  <a:cxn ang="0">
                    <a:pos x="18" y="26"/>
                  </a:cxn>
                  <a:cxn ang="0">
                    <a:pos x="12" y="96"/>
                  </a:cxn>
                  <a:cxn ang="0">
                    <a:pos x="27" y="160"/>
                  </a:cxn>
                  <a:cxn ang="0">
                    <a:pos x="20" y="199"/>
                  </a:cxn>
                  <a:cxn ang="0">
                    <a:pos x="17" y="236"/>
                  </a:cxn>
                  <a:cxn ang="0">
                    <a:pos x="21" y="272"/>
                  </a:cxn>
                  <a:cxn ang="0">
                    <a:pos x="37" y="311"/>
                  </a:cxn>
                  <a:cxn ang="0">
                    <a:pos x="62" y="335"/>
                  </a:cxn>
                  <a:cxn ang="0">
                    <a:pos x="79" y="343"/>
                  </a:cxn>
                  <a:cxn ang="0">
                    <a:pos x="103" y="349"/>
                  </a:cxn>
                  <a:cxn ang="0">
                    <a:pos x="122" y="349"/>
                  </a:cxn>
                  <a:cxn ang="0">
                    <a:pos x="139" y="347"/>
                  </a:cxn>
                  <a:cxn ang="0">
                    <a:pos x="156" y="341"/>
                  </a:cxn>
                  <a:cxn ang="0">
                    <a:pos x="171" y="333"/>
                  </a:cxn>
                  <a:cxn ang="0">
                    <a:pos x="184" y="320"/>
                  </a:cxn>
                  <a:cxn ang="0">
                    <a:pos x="197" y="301"/>
                  </a:cxn>
                  <a:cxn ang="0">
                    <a:pos x="206" y="280"/>
                  </a:cxn>
                  <a:cxn ang="0">
                    <a:pos x="214" y="246"/>
                  </a:cxn>
                  <a:cxn ang="0">
                    <a:pos x="216" y="205"/>
                  </a:cxn>
                  <a:cxn ang="0">
                    <a:pos x="177" y="194"/>
                  </a:cxn>
                  <a:cxn ang="0">
                    <a:pos x="171" y="171"/>
                  </a:cxn>
                  <a:cxn ang="0">
                    <a:pos x="165" y="155"/>
                  </a:cxn>
                  <a:cxn ang="0">
                    <a:pos x="155" y="139"/>
                  </a:cxn>
                  <a:cxn ang="0">
                    <a:pos x="141" y="125"/>
                  </a:cxn>
                  <a:cxn ang="0">
                    <a:pos x="130" y="119"/>
                  </a:cxn>
                  <a:cxn ang="0">
                    <a:pos x="117" y="118"/>
                  </a:cxn>
                  <a:cxn ang="0">
                    <a:pos x="103" y="120"/>
                  </a:cxn>
                  <a:cxn ang="0">
                    <a:pos x="89" y="128"/>
                  </a:cxn>
                  <a:cxn ang="0">
                    <a:pos x="73" y="143"/>
                  </a:cxn>
                  <a:cxn ang="0">
                    <a:pos x="66" y="155"/>
                  </a:cxn>
                  <a:cxn ang="0">
                    <a:pos x="59" y="179"/>
                  </a:cxn>
                  <a:cxn ang="0">
                    <a:pos x="55" y="205"/>
                  </a:cxn>
                  <a:cxn ang="0">
                    <a:pos x="54" y="229"/>
                  </a:cxn>
                  <a:cxn ang="0">
                    <a:pos x="56" y="247"/>
                  </a:cxn>
                  <a:cxn ang="0">
                    <a:pos x="59" y="267"/>
                  </a:cxn>
                  <a:cxn ang="0">
                    <a:pos x="67" y="286"/>
                  </a:cxn>
                  <a:cxn ang="0">
                    <a:pos x="79" y="300"/>
                  </a:cxn>
                  <a:cxn ang="0">
                    <a:pos x="97" y="310"/>
                  </a:cxn>
                  <a:cxn ang="0">
                    <a:pos x="111" y="312"/>
                  </a:cxn>
                  <a:cxn ang="0">
                    <a:pos x="125" y="312"/>
                  </a:cxn>
                  <a:cxn ang="0">
                    <a:pos x="135" y="310"/>
                  </a:cxn>
                  <a:cxn ang="0">
                    <a:pos x="147" y="302"/>
                  </a:cxn>
                  <a:cxn ang="0">
                    <a:pos x="158" y="291"/>
                  </a:cxn>
                  <a:cxn ang="0">
                    <a:pos x="166" y="276"/>
                  </a:cxn>
                  <a:cxn ang="0">
                    <a:pos x="176" y="245"/>
                  </a:cxn>
                  <a:cxn ang="0">
                    <a:pos x="179" y="217"/>
                  </a:cxn>
                  <a:cxn ang="0">
                    <a:pos x="216" y="205"/>
                  </a:cxn>
                  <a:cxn ang="0">
                    <a:pos x="211" y="175"/>
                  </a:cxn>
                  <a:cxn ang="0">
                    <a:pos x="199" y="140"/>
                  </a:cxn>
                  <a:cxn ang="0">
                    <a:pos x="191" y="123"/>
                  </a:cxn>
                  <a:cxn ang="0">
                    <a:pos x="180" y="107"/>
                  </a:cxn>
                  <a:cxn ang="0">
                    <a:pos x="166" y="95"/>
                  </a:cxn>
                  <a:cxn ang="0">
                    <a:pos x="146" y="84"/>
                  </a:cxn>
                  <a:cxn ang="0">
                    <a:pos x="118" y="79"/>
                  </a:cxn>
                  <a:cxn ang="0">
                    <a:pos x="91" y="85"/>
                  </a:cxn>
                  <a:cxn ang="0">
                    <a:pos x="69" y="98"/>
                  </a:cxn>
                  <a:cxn ang="0">
                    <a:pos x="55" y="107"/>
                  </a:cxn>
                  <a:cxn ang="0">
                    <a:pos x="46" y="101"/>
                  </a:cxn>
                  <a:cxn ang="0">
                    <a:pos x="27" y="0"/>
                  </a:cxn>
                </a:cxnLst>
                <a:rect l="0" t="0" r="0" b="0"/>
                <a:pathLst>
                  <a:path w="433" h="698">
                    <a:moveTo>
                      <a:pt x="54" y="0"/>
                    </a:moveTo>
                    <a:lnTo>
                      <a:pt x="36" y="52"/>
                    </a:lnTo>
                    <a:lnTo>
                      <a:pt x="0" y="96"/>
                    </a:lnTo>
                    <a:lnTo>
                      <a:pt x="24" y="192"/>
                    </a:lnTo>
                    <a:lnTo>
                      <a:pt x="42" y="260"/>
                    </a:lnTo>
                    <a:lnTo>
                      <a:pt x="54" y="319"/>
                    </a:lnTo>
                    <a:lnTo>
                      <a:pt x="51" y="359"/>
                    </a:lnTo>
                    <a:lnTo>
                      <a:pt x="41" y="397"/>
                    </a:lnTo>
                    <a:lnTo>
                      <a:pt x="36" y="435"/>
                    </a:lnTo>
                    <a:lnTo>
                      <a:pt x="35" y="472"/>
                    </a:lnTo>
                    <a:lnTo>
                      <a:pt x="38" y="510"/>
                    </a:lnTo>
                    <a:lnTo>
                      <a:pt x="43" y="543"/>
                    </a:lnTo>
                    <a:lnTo>
                      <a:pt x="57" y="583"/>
                    </a:lnTo>
                    <a:lnTo>
                      <a:pt x="74" y="621"/>
                    </a:lnTo>
                    <a:lnTo>
                      <a:pt x="97" y="648"/>
                    </a:lnTo>
                    <a:lnTo>
                      <a:pt x="124" y="670"/>
                    </a:lnTo>
                    <a:lnTo>
                      <a:pt x="138" y="678"/>
                    </a:lnTo>
                    <a:lnTo>
                      <a:pt x="158" y="686"/>
                    </a:lnTo>
                    <a:lnTo>
                      <a:pt x="188" y="694"/>
                    </a:lnTo>
                    <a:lnTo>
                      <a:pt x="207" y="697"/>
                    </a:lnTo>
                    <a:lnTo>
                      <a:pt x="226" y="698"/>
                    </a:lnTo>
                    <a:lnTo>
                      <a:pt x="244" y="697"/>
                    </a:lnTo>
                    <a:lnTo>
                      <a:pt x="261" y="697"/>
                    </a:lnTo>
                    <a:lnTo>
                      <a:pt x="278" y="694"/>
                    </a:lnTo>
                    <a:lnTo>
                      <a:pt x="295" y="689"/>
                    </a:lnTo>
                    <a:lnTo>
                      <a:pt x="313" y="682"/>
                    </a:lnTo>
                    <a:lnTo>
                      <a:pt x="328" y="674"/>
                    </a:lnTo>
                    <a:lnTo>
                      <a:pt x="343" y="665"/>
                    </a:lnTo>
                    <a:lnTo>
                      <a:pt x="354" y="656"/>
                    </a:lnTo>
                    <a:lnTo>
                      <a:pt x="369" y="639"/>
                    </a:lnTo>
                    <a:lnTo>
                      <a:pt x="382" y="620"/>
                    </a:lnTo>
                    <a:lnTo>
                      <a:pt x="395" y="601"/>
                    </a:lnTo>
                    <a:lnTo>
                      <a:pt x="403" y="583"/>
                    </a:lnTo>
                    <a:lnTo>
                      <a:pt x="412" y="560"/>
                    </a:lnTo>
                    <a:lnTo>
                      <a:pt x="419" y="540"/>
                    </a:lnTo>
                    <a:lnTo>
                      <a:pt x="428" y="492"/>
                    </a:lnTo>
                    <a:lnTo>
                      <a:pt x="433" y="435"/>
                    </a:lnTo>
                    <a:lnTo>
                      <a:pt x="433" y="410"/>
                    </a:lnTo>
                    <a:lnTo>
                      <a:pt x="357" y="410"/>
                    </a:lnTo>
                    <a:lnTo>
                      <a:pt x="354" y="388"/>
                    </a:lnTo>
                    <a:lnTo>
                      <a:pt x="347" y="358"/>
                    </a:lnTo>
                    <a:lnTo>
                      <a:pt x="343" y="342"/>
                    </a:lnTo>
                    <a:lnTo>
                      <a:pt x="337" y="327"/>
                    </a:lnTo>
                    <a:lnTo>
                      <a:pt x="331" y="309"/>
                    </a:lnTo>
                    <a:lnTo>
                      <a:pt x="322" y="293"/>
                    </a:lnTo>
                    <a:lnTo>
                      <a:pt x="310" y="277"/>
                    </a:lnTo>
                    <a:lnTo>
                      <a:pt x="297" y="260"/>
                    </a:lnTo>
                    <a:lnTo>
                      <a:pt x="282" y="250"/>
                    </a:lnTo>
                    <a:lnTo>
                      <a:pt x="270" y="242"/>
                    </a:lnTo>
                    <a:lnTo>
                      <a:pt x="260" y="238"/>
                    </a:lnTo>
                    <a:lnTo>
                      <a:pt x="250" y="235"/>
                    </a:lnTo>
                    <a:lnTo>
                      <a:pt x="235" y="235"/>
                    </a:lnTo>
                    <a:lnTo>
                      <a:pt x="220" y="236"/>
                    </a:lnTo>
                    <a:lnTo>
                      <a:pt x="207" y="240"/>
                    </a:lnTo>
                    <a:lnTo>
                      <a:pt x="194" y="246"/>
                    </a:lnTo>
                    <a:lnTo>
                      <a:pt x="178" y="255"/>
                    </a:lnTo>
                    <a:lnTo>
                      <a:pt x="160" y="269"/>
                    </a:lnTo>
                    <a:lnTo>
                      <a:pt x="146" y="286"/>
                    </a:lnTo>
                    <a:lnTo>
                      <a:pt x="140" y="297"/>
                    </a:lnTo>
                    <a:lnTo>
                      <a:pt x="132" y="310"/>
                    </a:lnTo>
                    <a:lnTo>
                      <a:pt x="124" y="332"/>
                    </a:lnTo>
                    <a:lnTo>
                      <a:pt x="119" y="358"/>
                    </a:lnTo>
                    <a:lnTo>
                      <a:pt x="115" y="383"/>
                    </a:lnTo>
                    <a:lnTo>
                      <a:pt x="111" y="410"/>
                    </a:lnTo>
                    <a:lnTo>
                      <a:pt x="111" y="435"/>
                    </a:lnTo>
                    <a:lnTo>
                      <a:pt x="109" y="457"/>
                    </a:lnTo>
                    <a:lnTo>
                      <a:pt x="111" y="476"/>
                    </a:lnTo>
                    <a:lnTo>
                      <a:pt x="112" y="493"/>
                    </a:lnTo>
                    <a:lnTo>
                      <a:pt x="115" y="512"/>
                    </a:lnTo>
                    <a:lnTo>
                      <a:pt x="119" y="534"/>
                    </a:lnTo>
                    <a:lnTo>
                      <a:pt x="126" y="554"/>
                    </a:lnTo>
                    <a:lnTo>
                      <a:pt x="134" y="571"/>
                    </a:lnTo>
                    <a:lnTo>
                      <a:pt x="144" y="586"/>
                    </a:lnTo>
                    <a:lnTo>
                      <a:pt x="159" y="600"/>
                    </a:lnTo>
                    <a:lnTo>
                      <a:pt x="176" y="610"/>
                    </a:lnTo>
                    <a:lnTo>
                      <a:pt x="195" y="619"/>
                    </a:lnTo>
                    <a:lnTo>
                      <a:pt x="206" y="622"/>
                    </a:lnTo>
                    <a:lnTo>
                      <a:pt x="222" y="624"/>
                    </a:lnTo>
                    <a:lnTo>
                      <a:pt x="237" y="624"/>
                    </a:lnTo>
                    <a:lnTo>
                      <a:pt x="250" y="624"/>
                    </a:lnTo>
                    <a:lnTo>
                      <a:pt x="259" y="623"/>
                    </a:lnTo>
                    <a:lnTo>
                      <a:pt x="270" y="620"/>
                    </a:lnTo>
                    <a:lnTo>
                      <a:pt x="281" y="614"/>
                    </a:lnTo>
                    <a:lnTo>
                      <a:pt x="295" y="603"/>
                    </a:lnTo>
                    <a:lnTo>
                      <a:pt x="308" y="593"/>
                    </a:lnTo>
                    <a:lnTo>
                      <a:pt x="317" y="581"/>
                    </a:lnTo>
                    <a:lnTo>
                      <a:pt x="325" y="570"/>
                    </a:lnTo>
                    <a:lnTo>
                      <a:pt x="333" y="552"/>
                    </a:lnTo>
                    <a:lnTo>
                      <a:pt x="345" y="519"/>
                    </a:lnTo>
                    <a:lnTo>
                      <a:pt x="352" y="489"/>
                    </a:lnTo>
                    <a:lnTo>
                      <a:pt x="356" y="463"/>
                    </a:lnTo>
                    <a:lnTo>
                      <a:pt x="358" y="433"/>
                    </a:lnTo>
                    <a:lnTo>
                      <a:pt x="357" y="410"/>
                    </a:lnTo>
                    <a:lnTo>
                      <a:pt x="433" y="410"/>
                    </a:lnTo>
                    <a:lnTo>
                      <a:pt x="429" y="388"/>
                    </a:lnTo>
                    <a:lnTo>
                      <a:pt x="423" y="349"/>
                    </a:lnTo>
                    <a:lnTo>
                      <a:pt x="410" y="309"/>
                    </a:lnTo>
                    <a:lnTo>
                      <a:pt x="399" y="280"/>
                    </a:lnTo>
                    <a:lnTo>
                      <a:pt x="393" y="264"/>
                    </a:lnTo>
                    <a:lnTo>
                      <a:pt x="383" y="245"/>
                    </a:lnTo>
                    <a:lnTo>
                      <a:pt x="371" y="228"/>
                    </a:lnTo>
                    <a:lnTo>
                      <a:pt x="360" y="214"/>
                    </a:lnTo>
                    <a:lnTo>
                      <a:pt x="349" y="204"/>
                    </a:lnTo>
                    <a:lnTo>
                      <a:pt x="333" y="190"/>
                    </a:lnTo>
                    <a:lnTo>
                      <a:pt x="313" y="178"/>
                    </a:lnTo>
                    <a:lnTo>
                      <a:pt x="292" y="168"/>
                    </a:lnTo>
                    <a:lnTo>
                      <a:pt x="262" y="162"/>
                    </a:lnTo>
                    <a:lnTo>
                      <a:pt x="236" y="158"/>
                    </a:lnTo>
                    <a:lnTo>
                      <a:pt x="209" y="162"/>
                    </a:lnTo>
                    <a:lnTo>
                      <a:pt x="182" y="169"/>
                    </a:lnTo>
                    <a:lnTo>
                      <a:pt x="160" y="181"/>
                    </a:lnTo>
                    <a:lnTo>
                      <a:pt x="138" y="196"/>
                    </a:lnTo>
                    <a:lnTo>
                      <a:pt x="119" y="209"/>
                    </a:lnTo>
                    <a:lnTo>
                      <a:pt x="111" y="214"/>
                    </a:lnTo>
                    <a:lnTo>
                      <a:pt x="100" y="209"/>
                    </a:lnTo>
                    <a:lnTo>
                      <a:pt x="93" y="202"/>
                    </a:lnTo>
                    <a:lnTo>
                      <a:pt x="88" y="184"/>
                    </a:lnTo>
                    <a:lnTo>
                      <a:pt x="54" y="0"/>
                    </a:lnTo>
                    <a:close/>
                  </a:path>
                </a:pathLst>
              </a:custGeom>
              <a:solidFill>
                <a:srgbClr val="3F3F3F">
                  <a:alpha val="100000"/>
                </a:srgbClr>
              </a:solidFill>
              <a:ln w="9525">
                <a:noFill/>
              </a:ln>
            </p:spPr>
            <p:txBody>
              <a:bodyPr/>
              <a:lstStyle/>
              <a:p>
                <a:endParaRPr lang="zh-CN" altLang="en-US"/>
              </a:p>
            </p:txBody>
          </p:sp>
          <p:sp>
            <p:nvSpPr>
              <p:cNvPr id="45101" name="Freeform 33"/>
              <p:cNvSpPr/>
              <p:nvPr/>
            </p:nvSpPr>
            <p:spPr>
              <a:xfrm>
                <a:off x="766" y="3440"/>
                <a:ext cx="47" cy="92"/>
              </a:xfrm>
              <a:custGeom>
                <a:avLst/>
                <a:gdLst/>
                <a:ahLst/>
                <a:cxnLst>
                  <a:cxn ang="0">
                    <a:pos x="0" y="0"/>
                  </a:cxn>
                  <a:cxn ang="0">
                    <a:pos x="12" y="10"/>
                  </a:cxn>
                  <a:cxn ang="0">
                    <a:pos x="23" y="23"/>
                  </a:cxn>
                  <a:cxn ang="0">
                    <a:pos x="32" y="38"/>
                  </a:cxn>
                  <a:cxn ang="0">
                    <a:pos x="38" y="54"/>
                  </a:cxn>
                  <a:cxn ang="0">
                    <a:pos x="44" y="74"/>
                  </a:cxn>
                  <a:cxn ang="0">
                    <a:pos x="47" y="92"/>
                  </a:cxn>
                </a:cxnLst>
                <a:rect l="0" t="0" r="0" b="0"/>
                <a:pathLst>
                  <a:path w="95" h="183">
                    <a:moveTo>
                      <a:pt x="0" y="0"/>
                    </a:moveTo>
                    <a:lnTo>
                      <a:pt x="25" y="20"/>
                    </a:lnTo>
                    <a:lnTo>
                      <a:pt x="46" y="46"/>
                    </a:lnTo>
                    <a:lnTo>
                      <a:pt x="64" y="75"/>
                    </a:lnTo>
                    <a:lnTo>
                      <a:pt x="77" y="108"/>
                    </a:lnTo>
                    <a:lnTo>
                      <a:pt x="88" y="147"/>
                    </a:lnTo>
                    <a:lnTo>
                      <a:pt x="95" y="183"/>
                    </a:lnTo>
                  </a:path>
                </a:pathLst>
              </a:custGeom>
              <a:noFill/>
              <a:ln w="6350" cap="flat" cmpd="sng">
                <a:solidFill>
                  <a:srgbClr val="808080">
                    <a:alpha val="100000"/>
                  </a:srgbClr>
                </a:solidFill>
                <a:prstDash val="solid"/>
                <a:round/>
                <a:headEnd type="none" w="med" len="med"/>
                <a:tailEnd type="none" w="med" len="med"/>
              </a:ln>
            </p:spPr>
            <p:txBody>
              <a:bodyPr/>
              <a:lstStyle/>
              <a:p>
                <a:endParaRPr lang="zh-CN" altLang="en-US"/>
              </a:p>
            </p:txBody>
          </p:sp>
          <p:sp>
            <p:nvSpPr>
              <p:cNvPr id="45102" name="Freeform 34"/>
              <p:cNvSpPr/>
              <p:nvPr/>
            </p:nvSpPr>
            <p:spPr>
              <a:xfrm>
                <a:off x="630" y="3388"/>
                <a:ext cx="34" cy="243"/>
              </a:xfrm>
              <a:custGeom>
                <a:avLst/>
                <a:gdLst/>
                <a:ahLst/>
                <a:cxnLst>
                  <a:cxn ang="0">
                    <a:pos x="0" y="0"/>
                  </a:cxn>
                  <a:cxn ang="0">
                    <a:pos x="19" y="77"/>
                  </a:cxn>
                  <a:cxn ang="0">
                    <a:pos x="25" y="102"/>
                  </a:cxn>
                  <a:cxn ang="0">
                    <a:pos x="27" y="117"/>
                  </a:cxn>
                  <a:cxn ang="0">
                    <a:pos x="23" y="135"/>
                  </a:cxn>
                  <a:cxn ang="0">
                    <a:pos x="18" y="155"/>
                  </a:cxn>
                  <a:cxn ang="0">
                    <a:pos x="16" y="178"/>
                  </a:cxn>
                  <a:cxn ang="0">
                    <a:pos x="19" y="202"/>
                  </a:cxn>
                  <a:cxn ang="0">
                    <a:pos x="26" y="226"/>
                  </a:cxn>
                  <a:cxn ang="0">
                    <a:pos x="34" y="243"/>
                  </a:cxn>
                </a:cxnLst>
                <a:rect l="0" t="0" r="0" b="0"/>
                <a:pathLst>
                  <a:path w="67" h="486">
                    <a:moveTo>
                      <a:pt x="0" y="0"/>
                    </a:moveTo>
                    <a:lnTo>
                      <a:pt x="38" y="154"/>
                    </a:lnTo>
                    <a:lnTo>
                      <a:pt x="50" y="203"/>
                    </a:lnTo>
                    <a:lnTo>
                      <a:pt x="54" y="234"/>
                    </a:lnTo>
                    <a:lnTo>
                      <a:pt x="45" y="269"/>
                    </a:lnTo>
                    <a:lnTo>
                      <a:pt x="35" y="309"/>
                    </a:lnTo>
                    <a:lnTo>
                      <a:pt x="32" y="356"/>
                    </a:lnTo>
                    <a:lnTo>
                      <a:pt x="38" y="404"/>
                    </a:lnTo>
                    <a:lnTo>
                      <a:pt x="51" y="452"/>
                    </a:lnTo>
                    <a:lnTo>
                      <a:pt x="67" y="486"/>
                    </a:lnTo>
                  </a:path>
                </a:pathLst>
              </a:custGeom>
              <a:noFill/>
              <a:ln w="6350" cap="flat" cmpd="sng">
                <a:solidFill>
                  <a:srgbClr val="C0C0C0">
                    <a:alpha val="100000"/>
                  </a:srgbClr>
                </a:solidFill>
                <a:prstDash val="solid"/>
                <a:round/>
                <a:headEnd type="none" w="med" len="med"/>
                <a:tailEnd type="none" w="med" len="med"/>
              </a:ln>
            </p:spPr>
            <p:txBody>
              <a:bodyPr/>
              <a:lstStyle/>
              <a:p>
                <a:endParaRPr lang="zh-CN" altLang="en-US"/>
              </a:p>
            </p:txBody>
          </p:sp>
        </p:grpSp>
        <p:grpSp>
          <p:nvGrpSpPr>
            <p:cNvPr id="45096" name="Group 35"/>
            <p:cNvGrpSpPr/>
            <p:nvPr/>
          </p:nvGrpSpPr>
          <p:grpSpPr>
            <a:xfrm>
              <a:off x="373" y="3338"/>
              <a:ext cx="197" cy="389"/>
              <a:chOff x="373" y="3338"/>
              <a:chExt cx="197" cy="389"/>
            </a:xfrm>
          </p:grpSpPr>
          <p:sp>
            <p:nvSpPr>
              <p:cNvPr id="45097" name="Freeform 36"/>
              <p:cNvSpPr/>
              <p:nvPr/>
            </p:nvSpPr>
            <p:spPr>
              <a:xfrm>
                <a:off x="373" y="3338"/>
                <a:ext cx="197" cy="389"/>
              </a:xfrm>
              <a:custGeom>
                <a:avLst/>
                <a:gdLst/>
                <a:ahLst/>
                <a:cxnLst>
                  <a:cxn ang="0">
                    <a:pos x="188" y="66"/>
                  </a:cxn>
                  <a:cxn ang="0">
                    <a:pos x="197" y="199"/>
                  </a:cxn>
                  <a:cxn ang="0">
                    <a:pos x="192" y="339"/>
                  </a:cxn>
                  <a:cxn ang="0">
                    <a:pos x="184" y="369"/>
                  </a:cxn>
                  <a:cxn ang="0">
                    <a:pos x="172" y="380"/>
                  </a:cxn>
                  <a:cxn ang="0">
                    <a:pos x="159" y="386"/>
                  </a:cxn>
                  <a:cxn ang="0">
                    <a:pos x="142" y="388"/>
                  </a:cxn>
                  <a:cxn ang="0">
                    <a:pos x="125" y="388"/>
                  </a:cxn>
                  <a:cxn ang="0">
                    <a:pos x="105" y="384"/>
                  </a:cxn>
                  <a:cxn ang="0">
                    <a:pos x="82" y="372"/>
                  </a:cxn>
                  <a:cxn ang="0">
                    <a:pos x="58" y="354"/>
                  </a:cxn>
                  <a:cxn ang="0">
                    <a:pos x="34" y="325"/>
                  </a:cxn>
                  <a:cxn ang="0">
                    <a:pos x="14" y="293"/>
                  </a:cxn>
                  <a:cxn ang="0">
                    <a:pos x="3" y="247"/>
                  </a:cxn>
                  <a:cxn ang="0">
                    <a:pos x="0" y="212"/>
                  </a:cxn>
                  <a:cxn ang="0">
                    <a:pos x="40" y="199"/>
                  </a:cxn>
                  <a:cxn ang="0">
                    <a:pos x="45" y="155"/>
                  </a:cxn>
                  <a:cxn ang="0">
                    <a:pos x="58" y="117"/>
                  </a:cxn>
                  <a:cxn ang="0">
                    <a:pos x="75" y="99"/>
                  </a:cxn>
                  <a:cxn ang="0">
                    <a:pos x="101" y="87"/>
                  </a:cxn>
                  <a:cxn ang="0">
                    <a:pos x="127" y="86"/>
                  </a:cxn>
                  <a:cxn ang="0">
                    <a:pos x="150" y="96"/>
                  </a:cxn>
                  <a:cxn ang="0">
                    <a:pos x="159" y="115"/>
                  </a:cxn>
                  <a:cxn ang="0">
                    <a:pos x="162" y="138"/>
                  </a:cxn>
                  <a:cxn ang="0">
                    <a:pos x="166" y="196"/>
                  </a:cxn>
                  <a:cxn ang="0">
                    <a:pos x="166" y="276"/>
                  </a:cxn>
                  <a:cxn ang="0">
                    <a:pos x="163" y="308"/>
                  </a:cxn>
                  <a:cxn ang="0">
                    <a:pos x="158" y="327"/>
                  </a:cxn>
                  <a:cxn ang="0">
                    <a:pos x="148" y="335"/>
                  </a:cxn>
                  <a:cxn ang="0">
                    <a:pos x="132" y="339"/>
                  </a:cxn>
                  <a:cxn ang="0">
                    <a:pos x="117" y="338"/>
                  </a:cxn>
                  <a:cxn ang="0">
                    <a:pos x="98" y="333"/>
                  </a:cxn>
                  <a:cxn ang="0">
                    <a:pos x="71" y="311"/>
                  </a:cxn>
                  <a:cxn ang="0">
                    <a:pos x="47" y="276"/>
                  </a:cxn>
                  <a:cxn ang="0">
                    <a:pos x="38" y="230"/>
                  </a:cxn>
                  <a:cxn ang="0">
                    <a:pos x="0" y="212"/>
                  </a:cxn>
                  <a:cxn ang="0">
                    <a:pos x="4" y="174"/>
                  </a:cxn>
                  <a:cxn ang="0">
                    <a:pos x="14" y="126"/>
                  </a:cxn>
                  <a:cxn ang="0">
                    <a:pos x="30" y="88"/>
                  </a:cxn>
                  <a:cxn ang="0">
                    <a:pos x="55" y="61"/>
                  </a:cxn>
                  <a:cxn ang="0">
                    <a:pos x="79" y="50"/>
                  </a:cxn>
                  <a:cxn ang="0">
                    <a:pos x="111" y="46"/>
                  </a:cxn>
                  <a:cxn ang="0">
                    <a:pos x="134" y="42"/>
                  </a:cxn>
                  <a:cxn ang="0">
                    <a:pos x="148" y="29"/>
                  </a:cxn>
                  <a:cxn ang="0">
                    <a:pos x="160" y="0"/>
                  </a:cxn>
                </a:cxnLst>
                <a:rect l="0" t="0" r="0" b="0"/>
                <a:pathLst>
                  <a:path w="393" h="778">
                    <a:moveTo>
                      <a:pt x="320" y="0"/>
                    </a:moveTo>
                    <a:lnTo>
                      <a:pt x="376" y="131"/>
                    </a:lnTo>
                    <a:lnTo>
                      <a:pt x="390" y="245"/>
                    </a:lnTo>
                    <a:lnTo>
                      <a:pt x="393" y="397"/>
                    </a:lnTo>
                    <a:lnTo>
                      <a:pt x="393" y="532"/>
                    </a:lnTo>
                    <a:lnTo>
                      <a:pt x="383" y="677"/>
                    </a:lnTo>
                    <a:lnTo>
                      <a:pt x="376" y="717"/>
                    </a:lnTo>
                    <a:lnTo>
                      <a:pt x="367" y="737"/>
                    </a:lnTo>
                    <a:lnTo>
                      <a:pt x="357" y="749"/>
                    </a:lnTo>
                    <a:lnTo>
                      <a:pt x="344" y="760"/>
                    </a:lnTo>
                    <a:lnTo>
                      <a:pt x="335" y="765"/>
                    </a:lnTo>
                    <a:lnTo>
                      <a:pt x="317" y="771"/>
                    </a:lnTo>
                    <a:lnTo>
                      <a:pt x="301" y="774"/>
                    </a:lnTo>
                    <a:lnTo>
                      <a:pt x="283" y="776"/>
                    </a:lnTo>
                    <a:lnTo>
                      <a:pt x="266" y="778"/>
                    </a:lnTo>
                    <a:lnTo>
                      <a:pt x="250" y="776"/>
                    </a:lnTo>
                    <a:lnTo>
                      <a:pt x="231" y="773"/>
                    </a:lnTo>
                    <a:lnTo>
                      <a:pt x="210" y="768"/>
                    </a:lnTo>
                    <a:lnTo>
                      <a:pt x="187" y="758"/>
                    </a:lnTo>
                    <a:lnTo>
                      <a:pt x="163" y="744"/>
                    </a:lnTo>
                    <a:lnTo>
                      <a:pt x="138" y="726"/>
                    </a:lnTo>
                    <a:lnTo>
                      <a:pt x="116" y="707"/>
                    </a:lnTo>
                    <a:lnTo>
                      <a:pt x="89" y="679"/>
                    </a:lnTo>
                    <a:lnTo>
                      <a:pt x="67" y="650"/>
                    </a:lnTo>
                    <a:lnTo>
                      <a:pt x="44" y="620"/>
                    </a:lnTo>
                    <a:lnTo>
                      <a:pt x="28" y="586"/>
                    </a:lnTo>
                    <a:lnTo>
                      <a:pt x="15" y="545"/>
                    </a:lnTo>
                    <a:lnTo>
                      <a:pt x="5" y="494"/>
                    </a:lnTo>
                    <a:lnTo>
                      <a:pt x="1" y="443"/>
                    </a:lnTo>
                    <a:lnTo>
                      <a:pt x="0" y="424"/>
                    </a:lnTo>
                    <a:lnTo>
                      <a:pt x="76" y="424"/>
                    </a:lnTo>
                    <a:lnTo>
                      <a:pt x="79" y="397"/>
                    </a:lnTo>
                    <a:lnTo>
                      <a:pt x="84" y="357"/>
                    </a:lnTo>
                    <a:lnTo>
                      <a:pt x="90" y="310"/>
                    </a:lnTo>
                    <a:lnTo>
                      <a:pt x="103" y="264"/>
                    </a:lnTo>
                    <a:lnTo>
                      <a:pt x="115" y="233"/>
                    </a:lnTo>
                    <a:lnTo>
                      <a:pt x="131" y="210"/>
                    </a:lnTo>
                    <a:lnTo>
                      <a:pt x="150" y="197"/>
                    </a:lnTo>
                    <a:lnTo>
                      <a:pt x="171" y="183"/>
                    </a:lnTo>
                    <a:lnTo>
                      <a:pt x="201" y="173"/>
                    </a:lnTo>
                    <a:lnTo>
                      <a:pt x="225" y="170"/>
                    </a:lnTo>
                    <a:lnTo>
                      <a:pt x="253" y="171"/>
                    </a:lnTo>
                    <a:lnTo>
                      <a:pt x="278" y="176"/>
                    </a:lnTo>
                    <a:lnTo>
                      <a:pt x="299" y="191"/>
                    </a:lnTo>
                    <a:lnTo>
                      <a:pt x="313" y="208"/>
                    </a:lnTo>
                    <a:lnTo>
                      <a:pt x="318" y="229"/>
                    </a:lnTo>
                    <a:lnTo>
                      <a:pt x="321" y="254"/>
                    </a:lnTo>
                    <a:lnTo>
                      <a:pt x="324" y="275"/>
                    </a:lnTo>
                    <a:lnTo>
                      <a:pt x="329" y="326"/>
                    </a:lnTo>
                    <a:lnTo>
                      <a:pt x="332" y="392"/>
                    </a:lnTo>
                    <a:lnTo>
                      <a:pt x="334" y="478"/>
                    </a:lnTo>
                    <a:lnTo>
                      <a:pt x="332" y="552"/>
                    </a:lnTo>
                    <a:lnTo>
                      <a:pt x="329" y="585"/>
                    </a:lnTo>
                    <a:lnTo>
                      <a:pt x="325" y="616"/>
                    </a:lnTo>
                    <a:lnTo>
                      <a:pt x="322" y="633"/>
                    </a:lnTo>
                    <a:lnTo>
                      <a:pt x="315" y="654"/>
                    </a:lnTo>
                    <a:lnTo>
                      <a:pt x="304" y="665"/>
                    </a:lnTo>
                    <a:lnTo>
                      <a:pt x="296" y="670"/>
                    </a:lnTo>
                    <a:lnTo>
                      <a:pt x="286" y="674"/>
                    </a:lnTo>
                    <a:lnTo>
                      <a:pt x="263" y="677"/>
                    </a:lnTo>
                    <a:lnTo>
                      <a:pt x="247" y="677"/>
                    </a:lnTo>
                    <a:lnTo>
                      <a:pt x="234" y="676"/>
                    </a:lnTo>
                    <a:lnTo>
                      <a:pt x="211" y="672"/>
                    </a:lnTo>
                    <a:lnTo>
                      <a:pt x="195" y="666"/>
                    </a:lnTo>
                    <a:lnTo>
                      <a:pt x="168" y="645"/>
                    </a:lnTo>
                    <a:lnTo>
                      <a:pt x="142" y="622"/>
                    </a:lnTo>
                    <a:lnTo>
                      <a:pt x="116" y="590"/>
                    </a:lnTo>
                    <a:lnTo>
                      <a:pt x="93" y="552"/>
                    </a:lnTo>
                    <a:lnTo>
                      <a:pt x="84" y="513"/>
                    </a:lnTo>
                    <a:lnTo>
                      <a:pt x="76" y="460"/>
                    </a:lnTo>
                    <a:lnTo>
                      <a:pt x="76" y="424"/>
                    </a:lnTo>
                    <a:lnTo>
                      <a:pt x="0" y="424"/>
                    </a:lnTo>
                    <a:lnTo>
                      <a:pt x="1" y="395"/>
                    </a:lnTo>
                    <a:lnTo>
                      <a:pt x="8" y="348"/>
                    </a:lnTo>
                    <a:lnTo>
                      <a:pt x="15" y="297"/>
                    </a:lnTo>
                    <a:lnTo>
                      <a:pt x="27" y="251"/>
                    </a:lnTo>
                    <a:lnTo>
                      <a:pt x="41" y="210"/>
                    </a:lnTo>
                    <a:lnTo>
                      <a:pt x="60" y="176"/>
                    </a:lnTo>
                    <a:lnTo>
                      <a:pt x="83" y="144"/>
                    </a:lnTo>
                    <a:lnTo>
                      <a:pt x="109" y="122"/>
                    </a:lnTo>
                    <a:lnTo>
                      <a:pt x="132" y="109"/>
                    </a:lnTo>
                    <a:lnTo>
                      <a:pt x="157" y="100"/>
                    </a:lnTo>
                    <a:lnTo>
                      <a:pt x="190" y="95"/>
                    </a:lnTo>
                    <a:lnTo>
                      <a:pt x="221" y="91"/>
                    </a:lnTo>
                    <a:lnTo>
                      <a:pt x="246" y="89"/>
                    </a:lnTo>
                    <a:lnTo>
                      <a:pt x="267" y="84"/>
                    </a:lnTo>
                    <a:lnTo>
                      <a:pt x="282" y="73"/>
                    </a:lnTo>
                    <a:lnTo>
                      <a:pt x="295" y="58"/>
                    </a:lnTo>
                    <a:lnTo>
                      <a:pt x="307" y="37"/>
                    </a:lnTo>
                    <a:lnTo>
                      <a:pt x="320" y="0"/>
                    </a:lnTo>
                    <a:close/>
                  </a:path>
                </a:pathLst>
              </a:custGeom>
              <a:solidFill>
                <a:srgbClr val="3F3F3F">
                  <a:alpha val="100000"/>
                </a:srgbClr>
              </a:solidFill>
              <a:ln w="9525">
                <a:noFill/>
              </a:ln>
            </p:spPr>
            <p:txBody>
              <a:bodyPr/>
              <a:lstStyle/>
              <a:p>
                <a:endParaRPr lang="zh-CN" altLang="en-US"/>
              </a:p>
            </p:txBody>
          </p:sp>
          <p:sp>
            <p:nvSpPr>
              <p:cNvPr id="45098" name="Freeform 37"/>
              <p:cNvSpPr/>
              <p:nvPr/>
            </p:nvSpPr>
            <p:spPr>
              <a:xfrm>
                <a:off x="533" y="3341"/>
                <a:ext cx="33" cy="101"/>
              </a:xfrm>
              <a:custGeom>
                <a:avLst/>
                <a:gdLst/>
                <a:ahLst/>
                <a:cxnLst>
                  <a:cxn ang="0">
                    <a:pos x="0" y="0"/>
                  </a:cxn>
                  <a:cxn ang="0">
                    <a:pos x="28" y="63"/>
                  </a:cxn>
                  <a:cxn ang="0">
                    <a:pos x="33" y="101"/>
                  </a:cxn>
                </a:cxnLst>
                <a:rect l="0" t="0" r="0" b="0"/>
                <a:pathLst>
                  <a:path w="65" h="203">
                    <a:moveTo>
                      <a:pt x="0" y="0"/>
                    </a:moveTo>
                    <a:lnTo>
                      <a:pt x="55" y="127"/>
                    </a:lnTo>
                    <a:lnTo>
                      <a:pt x="65" y="203"/>
                    </a:lnTo>
                  </a:path>
                </a:pathLst>
              </a:custGeom>
              <a:noFill/>
              <a:ln w="6350" cap="flat" cmpd="sng">
                <a:solidFill>
                  <a:srgbClr val="C0C0C0">
                    <a:alpha val="100000"/>
                  </a:srgbClr>
                </a:solidFill>
                <a:prstDash val="solid"/>
                <a:round/>
                <a:headEnd type="none" w="med" len="med"/>
                <a:tailEnd type="none" w="med" len="med"/>
              </a:ln>
            </p:spPr>
            <p:txBody>
              <a:bodyPr/>
              <a:lstStyle/>
              <a:p>
                <a:endParaRPr lang="zh-CN" altLang="en-US"/>
              </a:p>
            </p:txBody>
          </p:sp>
          <p:sp>
            <p:nvSpPr>
              <p:cNvPr id="45099" name="Freeform 38"/>
              <p:cNvSpPr/>
              <p:nvPr/>
            </p:nvSpPr>
            <p:spPr>
              <a:xfrm>
                <a:off x="389" y="3403"/>
                <a:ext cx="75" cy="264"/>
              </a:xfrm>
              <a:custGeom>
                <a:avLst/>
                <a:gdLst/>
                <a:ahLst/>
                <a:cxnLst>
                  <a:cxn ang="0">
                    <a:pos x="75" y="0"/>
                  </a:cxn>
                  <a:cxn ang="0">
                    <a:pos x="60" y="5"/>
                  </a:cxn>
                  <a:cxn ang="0">
                    <a:pos x="50" y="12"/>
                  </a:cxn>
                  <a:cxn ang="0">
                    <a:pos x="39" y="20"/>
                  </a:cxn>
                  <a:cxn ang="0">
                    <a:pos x="29" y="31"/>
                  </a:cxn>
                  <a:cxn ang="0">
                    <a:pos x="21" y="43"/>
                  </a:cxn>
                  <a:cxn ang="0">
                    <a:pos x="14" y="62"/>
                  </a:cxn>
                  <a:cxn ang="0">
                    <a:pos x="9" y="78"/>
                  </a:cxn>
                  <a:cxn ang="0">
                    <a:pos x="5" y="99"/>
                  </a:cxn>
                  <a:cxn ang="0">
                    <a:pos x="2" y="125"/>
                  </a:cxn>
                  <a:cxn ang="0">
                    <a:pos x="0" y="153"/>
                  </a:cxn>
                  <a:cxn ang="0">
                    <a:pos x="1" y="178"/>
                  </a:cxn>
                  <a:cxn ang="0">
                    <a:pos x="7" y="207"/>
                  </a:cxn>
                  <a:cxn ang="0">
                    <a:pos x="13" y="223"/>
                  </a:cxn>
                  <a:cxn ang="0">
                    <a:pos x="22" y="240"/>
                  </a:cxn>
                  <a:cxn ang="0">
                    <a:pos x="31" y="251"/>
                  </a:cxn>
                  <a:cxn ang="0">
                    <a:pos x="42" y="264"/>
                  </a:cxn>
                </a:cxnLst>
                <a:rect l="0" t="0" r="0" b="0"/>
                <a:pathLst>
                  <a:path w="151" h="528">
                    <a:moveTo>
                      <a:pt x="151" y="0"/>
                    </a:moveTo>
                    <a:lnTo>
                      <a:pt x="121" y="10"/>
                    </a:lnTo>
                    <a:lnTo>
                      <a:pt x="101" y="24"/>
                    </a:lnTo>
                    <a:lnTo>
                      <a:pt x="79" y="40"/>
                    </a:lnTo>
                    <a:lnTo>
                      <a:pt x="59" y="62"/>
                    </a:lnTo>
                    <a:lnTo>
                      <a:pt x="43" y="85"/>
                    </a:lnTo>
                    <a:lnTo>
                      <a:pt x="29" y="124"/>
                    </a:lnTo>
                    <a:lnTo>
                      <a:pt x="19" y="155"/>
                    </a:lnTo>
                    <a:lnTo>
                      <a:pt x="11" y="198"/>
                    </a:lnTo>
                    <a:lnTo>
                      <a:pt x="4" y="250"/>
                    </a:lnTo>
                    <a:lnTo>
                      <a:pt x="0" y="306"/>
                    </a:lnTo>
                    <a:lnTo>
                      <a:pt x="2" y="356"/>
                    </a:lnTo>
                    <a:lnTo>
                      <a:pt x="14" y="413"/>
                    </a:lnTo>
                    <a:lnTo>
                      <a:pt x="26" y="446"/>
                    </a:lnTo>
                    <a:lnTo>
                      <a:pt x="45" y="479"/>
                    </a:lnTo>
                    <a:lnTo>
                      <a:pt x="62" y="501"/>
                    </a:lnTo>
                    <a:lnTo>
                      <a:pt x="84" y="528"/>
                    </a:lnTo>
                  </a:path>
                </a:pathLst>
              </a:custGeom>
              <a:noFill/>
              <a:ln w="6350" cap="flat" cmpd="sng">
                <a:solidFill>
                  <a:srgbClr val="9F9F9F">
                    <a:alpha val="100000"/>
                  </a:srgbClr>
                </a:solidFill>
                <a:prstDash val="solid"/>
                <a:round/>
                <a:headEnd type="none" w="med" len="med"/>
                <a:tailEnd type="none" w="med" len="med"/>
              </a:ln>
            </p:spPr>
            <p:txBody>
              <a:bodyPr/>
              <a:lstStyle/>
              <a:p>
                <a:endParaRPr lang="zh-CN" altLang="en-US"/>
              </a:p>
            </p:txBody>
          </p:sp>
        </p:grpSp>
      </p:grpSp>
      <p:grpSp>
        <p:nvGrpSpPr>
          <p:cNvPr id="45067" name="Group 39"/>
          <p:cNvGrpSpPr/>
          <p:nvPr/>
        </p:nvGrpSpPr>
        <p:grpSpPr>
          <a:xfrm rot="4204720">
            <a:off x="863283" y="4151948"/>
            <a:ext cx="2138362" cy="611187"/>
            <a:chOff x="4067" y="1399"/>
            <a:chExt cx="1560" cy="369"/>
          </a:xfrm>
        </p:grpSpPr>
        <p:sp>
          <p:nvSpPr>
            <p:cNvPr id="45069" name="Freeform 40"/>
            <p:cNvSpPr/>
            <p:nvPr/>
          </p:nvSpPr>
          <p:spPr>
            <a:xfrm>
              <a:off x="4085" y="1672"/>
              <a:ext cx="267" cy="96"/>
            </a:xfrm>
            <a:custGeom>
              <a:avLst/>
              <a:gdLst/>
              <a:ahLst/>
              <a:cxnLst>
                <a:cxn ang="0">
                  <a:pos x="0" y="0"/>
                </a:cxn>
                <a:cxn ang="0">
                  <a:pos x="267" y="0"/>
                </a:cxn>
                <a:cxn ang="0">
                  <a:pos x="237" y="96"/>
                </a:cxn>
                <a:cxn ang="0">
                  <a:pos x="132" y="96"/>
                </a:cxn>
                <a:cxn ang="0">
                  <a:pos x="0" y="0"/>
                </a:cxn>
              </a:cxnLst>
              <a:rect l="0" t="0" r="0" b="0"/>
              <a:pathLst>
                <a:path w="801" h="288">
                  <a:moveTo>
                    <a:pt x="0" y="0"/>
                  </a:moveTo>
                  <a:lnTo>
                    <a:pt x="801" y="0"/>
                  </a:lnTo>
                  <a:lnTo>
                    <a:pt x="711" y="288"/>
                  </a:lnTo>
                  <a:lnTo>
                    <a:pt x="396" y="288"/>
                  </a:lnTo>
                  <a:lnTo>
                    <a:pt x="0" y="0"/>
                  </a:lnTo>
                  <a:close/>
                </a:path>
              </a:pathLst>
            </a:custGeom>
            <a:solidFill>
              <a:srgbClr val="606060">
                <a:alpha val="100000"/>
              </a:srgbClr>
            </a:solidFill>
            <a:ln w="9525">
              <a:noFill/>
            </a:ln>
          </p:spPr>
          <p:txBody>
            <a:bodyPr/>
            <a:lstStyle/>
            <a:p>
              <a:endParaRPr lang="zh-CN" altLang="en-US"/>
            </a:p>
          </p:txBody>
        </p:sp>
        <p:sp>
          <p:nvSpPr>
            <p:cNvPr id="45070" name="Freeform 41"/>
            <p:cNvSpPr/>
            <p:nvPr/>
          </p:nvSpPr>
          <p:spPr>
            <a:xfrm>
              <a:off x="4067" y="1399"/>
              <a:ext cx="1560" cy="369"/>
            </a:xfrm>
            <a:custGeom>
              <a:avLst/>
              <a:gdLst/>
              <a:ahLst/>
              <a:cxnLst>
                <a:cxn ang="0">
                  <a:pos x="0" y="114"/>
                </a:cxn>
                <a:cxn ang="0">
                  <a:pos x="26" y="83"/>
                </a:cxn>
                <a:cxn ang="0">
                  <a:pos x="52" y="56"/>
                </a:cxn>
                <a:cxn ang="0">
                  <a:pos x="79" y="31"/>
                </a:cxn>
                <a:cxn ang="0">
                  <a:pos x="107" y="12"/>
                </a:cxn>
                <a:cxn ang="0">
                  <a:pos x="132" y="0"/>
                </a:cxn>
                <a:cxn ang="0">
                  <a:pos x="276" y="0"/>
                </a:cxn>
                <a:cxn ang="0">
                  <a:pos x="423" y="111"/>
                </a:cxn>
                <a:cxn ang="0">
                  <a:pos x="1491" y="111"/>
                </a:cxn>
                <a:cxn ang="0">
                  <a:pos x="1514" y="117"/>
                </a:cxn>
                <a:cxn ang="0">
                  <a:pos x="1530" y="126"/>
                </a:cxn>
                <a:cxn ang="0">
                  <a:pos x="1542" y="136"/>
                </a:cxn>
                <a:cxn ang="0">
                  <a:pos x="1550" y="150"/>
                </a:cxn>
                <a:cxn ang="0">
                  <a:pos x="1556" y="169"/>
                </a:cxn>
                <a:cxn ang="0">
                  <a:pos x="1560" y="195"/>
                </a:cxn>
                <a:cxn ang="0">
                  <a:pos x="1559" y="221"/>
                </a:cxn>
                <a:cxn ang="0">
                  <a:pos x="1554" y="238"/>
                </a:cxn>
                <a:cxn ang="0">
                  <a:pos x="1546" y="256"/>
                </a:cxn>
                <a:cxn ang="0">
                  <a:pos x="1532" y="272"/>
                </a:cxn>
                <a:cxn ang="0">
                  <a:pos x="1517" y="280"/>
                </a:cxn>
                <a:cxn ang="0">
                  <a:pos x="1494" y="282"/>
                </a:cxn>
                <a:cxn ang="0">
                  <a:pos x="432" y="282"/>
                </a:cxn>
                <a:cxn ang="0">
                  <a:pos x="252" y="369"/>
                </a:cxn>
                <a:cxn ang="0">
                  <a:pos x="231" y="270"/>
                </a:cxn>
                <a:cxn ang="0">
                  <a:pos x="195" y="141"/>
                </a:cxn>
                <a:cxn ang="0">
                  <a:pos x="144" y="114"/>
                </a:cxn>
                <a:cxn ang="0">
                  <a:pos x="0" y="114"/>
                </a:cxn>
              </a:cxnLst>
              <a:rect l="0" t="0" r="0" b="0"/>
              <a:pathLst>
                <a:path w="4680" h="1107">
                  <a:moveTo>
                    <a:pt x="0" y="342"/>
                  </a:moveTo>
                  <a:lnTo>
                    <a:pt x="79" y="248"/>
                  </a:lnTo>
                  <a:lnTo>
                    <a:pt x="156" y="167"/>
                  </a:lnTo>
                  <a:lnTo>
                    <a:pt x="237" y="92"/>
                  </a:lnTo>
                  <a:lnTo>
                    <a:pt x="322" y="36"/>
                  </a:lnTo>
                  <a:lnTo>
                    <a:pt x="396" y="0"/>
                  </a:lnTo>
                  <a:lnTo>
                    <a:pt x="828" y="0"/>
                  </a:lnTo>
                  <a:lnTo>
                    <a:pt x="1269" y="333"/>
                  </a:lnTo>
                  <a:lnTo>
                    <a:pt x="4472" y="333"/>
                  </a:lnTo>
                  <a:lnTo>
                    <a:pt x="4541" y="350"/>
                  </a:lnTo>
                  <a:lnTo>
                    <a:pt x="4590" y="377"/>
                  </a:lnTo>
                  <a:lnTo>
                    <a:pt x="4626" y="408"/>
                  </a:lnTo>
                  <a:lnTo>
                    <a:pt x="4650" y="449"/>
                  </a:lnTo>
                  <a:lnTo>
                    <a:pt x="4667" y="507"/>
                  </a:lnTo>
                  <a:lnTo>
                    <a:pt x="4680" y="585"/>
                  </a:lnTo>
                  <a:lnTo>
                    <a:pt x="4676" y="662"/>
                  </a:lnTo>
                  <a:lnTo>
                    <a:pt x="4662" y="714"/>
                  </a:lnTo>
                  <a:lnTo>
                    <a:pt x="4637" y="768"/>
                  </a:lnTo>
                  <a:lnTo>
                    <a:pt x="4596" y="815"/>
                  </a:lnTo>
                  <a:lnTo>
                    <a:pt x="4550" y="840"/>
                  </a:lnTo>
                  <a:lnTo>
                    <a:pt x="4482" y="846"/>
                  </a:lnTo>
                  <a:lnTo>
                    <a:pt x="1296" y="846"/>
                  </a:lnTo>
                  <a:lnTo>
                    <a:pt x="756" y="1107"/>
                  </a:lnTo>
                  <a:lnTo>
                    <a:pt x="693" y="810"/>
                  </a:lnTo>
                  <a:lnTo>
                    <a:pt x="585" y="423"/>
                  </a:lnTo>
                  <a:lnTo>
                    <a:pt x="432" y="342"/>
                  </a:lnTo>
                  <a:lnTo>
                    <a:pt x="0" y="342"/>
                  </a:lnTo>
                  <a:close/>
                </a:path>
              </a:pathLst>
            </a:custGeom>
            <a:solidFill>
              <a:srgbClr val="808080">
                <a:alpha val="100000"/>
              </a:srgbClr>
            </a:solidFill>
            <a:ln w="9525">
              <a:noFill/>
            </a:ln>
          </p:spPr>
          <p:txBody>
            <a:bodyPr/>
            <a:lstStyle/>
            <a:p>
              <a:endParaRPr lang="zh-CN" altLang="en-US"/>
            </a:p>
          </p:txBody>
        </p:sp>
        <p:sp>
          <p:nvSpPr>
            <p:cNvPr id="45071" name="Rectangle 42"/>
            <p:cNvSpPr/>
            <p:nvPr/>
          </p:nvSpPr>
          <p:spPr>
            <a:xfrm>
              <a:off x="4511" y="1549"/>
              <a:ext cx="1029" cy="102"/>
            </a:xfrm>
            <a:prstGeom prst="rect">
              <a:avLst/>
            </a:prstGeom>
            <a:solidFill>
              <a:srgbClr val="606060"/>
            </a:solidFill>
            <a:ln w="9525">
              <a:noFill/>
            </a:ln>
          </p:spPr>
          <p:txBody>
            <a:bodyPr/>
            <a:lstStyle/>
            <a:p>
              <a:pPr algn="ctr"/>
              <a:endParaRPr lang="zh-CN" altLang="en-US" dirty="0">
                <a:latin typeface="Times New Roman" panose="02020603050405020304" pitchFamily="18" charset="0"/>
              </a:endParaRPr>
            </a:p>
          </p:txBody>
        </p:sp>
        <p:sp>
          <p:nvSpPr>
            <p:cNvPr id="45072" name="Oval 43"/>
            <p:cNvSpPr/>
            <p:nvPr/>
          </p:nvSpPr>
          <p:spPr>
            <a:xfrm>
              <a:off x="5480" y="1549"/>
              <a:ext cx="114" cy="105"/>
            </a:xfrm>
            <a:prstGeom prst="ellipse">
              <a:avLst/>
            </a:prstGeom>
            <a:solidFill>
              <a:srgbClr val="000000"/>
            </a:solidFill>
            <a:ln w="9525">
              <a:noFill/>
            </a:ln>
          </p:spPr>
          <p:txBody>
            <a:bodyPr/>
            <a:lstStyle/>
            <a:p>
              <a:pPr algn="ctr"/>
              <a:endParaRPr lang="zh-CN" altLang="en-US" dirty="0">
                <a:latin typeface="Times New Roman" panose="02020603050405020304" pitchFamily="18" charset="0"/>
              </a:endParaRPr>
            </a:p>
          </p:txBody>
        </p:sp>
        <p:sp>
          <p:nvSpPr>
            <p:cNvPr id="45073" name="Rectangle 44"/>
            <p:cNvSpPr/>
            <p:nvPr/>
          </p:nvSpPr>
          <p:spPr>
            <a:xfrm>
              <a:off x="4349" y="1489"/>
              <a:ext cx="66" cy="162"/>
            </a:xfrm>
            <a:prstGeom prst="rect">
              <a:avLst/>
            </a:prstGeom>
            <a:solidFill>
              <a:srgbClr val="808080"/>
            </a:solidFill>
            <a:ln w="9525">
              <a:noFill/>
            </a:ln>
          </p:spPr>
          <p:txBody>
            <a:bodyPr/>
            <a:lstStyle/>
            <a:p>
              <a:pPr algn="ctr"/>
              <a:endParaRPr lang="zh-CN" altLang="en-US" dirty="0">
                <a:latin typeface="Times New Roman" panose="02020603050405020304" pitchFamily="18" charset="0"/>
              </a:endParaRPr>
            </a:p>
          </p:txBody>
        </p:sp>
        <p:sp>
          <p:nvSpPr>
            <p:cNvPr id="45074" name="Rectangle 45"/>
            <p:cNvSpPr/>
            <p:nvPr/>
          </p:nvSpPr>
          <p:spPr>
            <a:xfrm>
              <a:off x="4355" y="1502"/>
              <a:ext cx="78" cy="163"/>
            </a:xfrm>
            <a:prstGeom prst="rect">
              <a:avLst/>
            </a:prstGeom>
            <a:solidFill>
              <a:srgbClr val="404040"/>
            </a:solidFill>
            <a:ln w="9525">
              <a:noFill/>
            </a:ln>
          </p:spPr>
          <p:txBody>
            <a:bodyPr/>
            <a:lstStyle/>
            <a:p>
              <a:pPr algn="ctr"/>
              <a:endParaRPr lang="zh-CN" altLang="en-US" dirty="0">
                <a:latin typeface="Times New Roman" panose="02020603050405020304" pitchFamily="18" charset="0"/>
              </a:endParaRPr>
            </a:p>
          </p:txBody>
        </p:sp>
        <p:grpSp>
          <p:nvGrpSpPr>
            <p:cNvPr id="45075" name="Group 46"/>
            <p:cNvGrpSpPr/>
            <p:nvPr/>
          </p:nvGrpSpPr>
          <p:grpSpPr>
            <a:xfrm>
              <a:off x="4345" y="1502"/>
              <a:ext cx="97" cy="163"/>
              <a:chOff x="4345" y="1502"/>
              <a:chExt cx="97" cy="163"/>
            </a:xfrm>
          </p:grpSpPr>
          <p:sp>
            <p:nvSpPr>
              <p:cNvPr id="45076" name="Rectangle 47"/>
              <p:cNvSpPr/>
              <p:nvPr/>
            </p:nvSpPr>
            <p:spPr>
              <a:xfrm>
                <a:off x="4345" y="1502"/>
                <a:ext cx="15" cy="163"/>
              </a:xfrm>
              <a:prstGeom prst="rect">
                <a:avLst/>
              </a:prstGeom>
              <a:solidFill>
                <a:srgbClr val="000000"/>
              </a:solidFill>
              <a:ln w="9525">
                <a:noFill/>
              </a:ln>
            </p:spPr>
            <p:txBody>
              <a:bodyPr/>
              <a:lstStyle/>
              <a:p>
                <a:pPr algn="ctr"/>
                <a:endParaRPr lang="zh-CN" altLang="en-US" dirty="0">
                  <a:latin typeface="Times New Roman" panose="02020603050405020304" pitchFamily="18" charset="0"/>
                </a:endParaRPr>
              </a:p>
            </p:txBody>
          </p:sp>
          <p:sp>
            <p:nvSpPr>
              <p:cNvPr id="45077" name="Rectangle 48"/>
              <p:cNvSpPr/>
              <p:nvPr/>
            </p:nvSpPr>
            <p:spPr>
              <a:xfrm>
                <a:off x="4427" y="1502"/>
                <a:ext cx="15" cy="163"/>
              </a:xfrm>
              <a:prstGeom prst="rect">
                <a:avLst/>
              </a:prstGeom>
              <a:solidFill>
                <a:srgbClr val="000000"/>
              </a:solidFill>
              <a:ln w="9525">
                <a:noFill/>
              </a:ln>
            </p:spPr>
            <p:txBody>
              <a:bodyPr/>
              <a:lstStyle/>
              <a:p>
                <a:pPr algn="ctr"/>
                <a:endParaRPr lang="zh-CN" altLang="en-US" dirty="0">
                  <a:latin typeface="Times New Roman" panose="02020603050405020304" pitchFamily="18" charset="0"/>
                </a:endParaRPr>
              </a:p>
            </p:txBody>
          </p:sp>
          <p:grpSp>
            <p:nvGrpSpPr>
              <p:cNvPr id="45078" name="Group 49"/>
              <p:cNvGrpSpPr/>
              <p:nvPr/>
            </p:nvGrpSpPr>
            <p:grpSpPr>
              <a:xfrm>
                <a:off x="4349" y="1510"/>
                <a:ext cx="87" cy="41"/>
                <a:chOff x="4349" y="1510"/>
                <a:chExt cx="87" cy="41"/>
              </a:xfrm>
            </p:grpSpPr>
            <p:sp>
              <p:nvSpPr>
                <p:cNvPr id="45091" name="Freeform 50"/>
                <p:cNvSpPr/>
                <p:nvPr/>
              </p:nvSpPr>
              <p:spPr>
                <a:xfrm>
                  <a:off x="4359" y="1510"/>
                  <a:ext cx="67" cy="41"/>
                </a:xfrm>
                <a:custGeom>
                  <a:avLst/>
                  <a:gdLst/>
                  <a:ahLst/>
                  <a:cxnLst>
                    <a:cxn ang="0">
                      <a:pos x="65" y="0"/>
                    </a:cxn>
                    <a:cxn ang="0">
                      <a:pos x="0" y="19"/>
                    </a:cxn>
                    <a:cxn ang="0">
                      <a:pos x="1" y="41"/>
                    </a:cxn>
                    <a:cxn ang="0">
                      <a:pos x="67" y="23"/>
                    </a:cxn>
                    <a:cxn ang="0">
                      <a:pos x="65" y="0"/>
                    </a:cxn>
                  </a:cxnLst>
                  <a:rect l="0" t="0" r="0" b="0"/>
                  <a:pathLst>
                    <a:path w="201" h="123">
                      <a:moveTo>
                        <a:pt x="195" y="0"/>
                      </a:moveTo>
                      <a:lnTo>
                        <a:pt x="0" y="56"/>
                      </a:lnTo>
                      <a:lnTo>
                        <a:pt x="2" y="123"/>
                      </a:lnTo>
                      <a:lnTo>
                        <a:pt x="201" y="69"/>
                      </a:lnTo>
                      <a:lnTo>
                        <a:pt x="195" y="0"/>
                      </a:lnTo>
                      <a:close/>
                    </a:path>
                  </a:pathLst>
                </a:custGeom>
                <a:solidFill>
                  <a:srgbClr val="606060">
                    <a:alpha val="100000"/>
                  </a:srgbClr>
                </a:solidFill>
                <a:ln w="9525">
                  <a:noFill/>
                </a:ln>
              </p:spPr>
              <p:txBody>
                <a:bodyPr/>
                <a:lstStyle/>
                <a:p>
                  <a:endParaRPr lang="zh-CN" altLang="en-US"/>
                </a:p>
              </p:txBody>
            </p:sp>
            <p:sp>
              <p:nvSpPr>
                <p:cNvPr id="45092" name="Oval 51"/>
                <p:cNvSpPr/>
                <p:nvPr/>
              </p:nvSpPr>
              <p:spPr>
                <a:xfrm>
                  <a:off x="4349" y="1530"/>
                  <a:ext cx="21" cy="21"/>
                </a:xfrm>
                <a:prstGeom prst="ellipse">
                  <a:avLst/>
                </a:prstGeom>
                <a:solidFill>
                  <a:srgbClr val="606060"/>
                </a:solidFill>
                <a:ln w="9525">
                  <a:noFill/>
                </a:ln>
              </p:spPr>
              <p:txBody>
                <a:bodyPr/>
                <a:lstStyle/>
                <a:p>
                  <a:pPr algn="ctr"/>
                  <a:endParaRPr lang="zh-CN" altLang="en-US" dirty="0">
                    <a:latin typeface="Times New Roman" panose="02020603050405020304" pitchFamily="18" charset="0"/>
                  </a:endParaRPr>
                </a:p>
              </p:txBody>
            </p:sp>
            <p:sp>
              <p:nvSpPr>
                <p:cNvPr id="45093" name="Oval 52"/>
                <p:cNvSpPr/>
                <p:nvPr/>
              </p:nvSpPr>
              <p:spPr>
                <a:xfrm>
                  <a:off x="4414" y="1511"/>
                  <a:ext cx="22" cy="23"/>
                </a:xfrm>
                <a:prstGeom prst="ellipse">
                  <a:avLst/>
                </a:prstGeom>
                <a:solidFill>
                  <a:srgbClr val="606060"/>
                </a:solidFill>
                <a:ln w="9525">
                  <a:noFill/>
                </a:ln>
              </p:spPr>
              <p:txBody>
                <a:bodyPr/>
                <a:lstStyle/>
                <a:p>
                  <a:pPr algn="ctr"/>
                  <a:endParaRPr lang="zh-CN" altLang="en-US" dirty="0">
                    <a:latin typeface="Times New Roman" panose="02020603050405020304" pitchFamily="18" charset="0"/>
                  </a:endParaRPr>
                </a:p>
              </p:txBody>
            </p:sp>
          </p:grpSp>
          <p:grpSp>
            <p:nvGrpSpPr>
              <p:cNvPr id="45079" name="Group 53"/>
              <p:cNvGrpSpPr/>
              <p:nvPr/>
            </p:nvGrpSpPr>
            <p:grpSpPr>
              <a:xfrm>
                <a:off x="4350" y="1546"/>
                <a:ext cx="87" cy="41"/>
                <a:chOff x="4350" y="1546"/>
                <a:chExt cx="87" cy="41"/>
              </a:xfrm>
            </p:grpSpPr>
            <p:sp>
              <p:nvSpPr>
                <p:cNvPr id="45088" name="Freeform 54"/>
                <p:cNvSpPr/>
                <p:nvPr/>
              </p:nvSpPr>
              <p:spPr>
                <a:xfrm>
                  <a:off x="4361" y="1546"/>
                  <a:ext cx="67" cy="41"/>
                </a:xfrm>
                <a:custGeom>
                  <a:avLst/>
                  <a:gdLst/>
                  <a:ahLst/>
                  <a:cxnLst>
                    <a:cxn ang="0">
                      <a:pos x="65" y="0"/>
                    </a:cxn>
                    <a:cxn ang="0">
                      <a:pos x="0" y="18"/>
                    </a:cxn>
                    <a:cxn ang="0">
                      <a:pos x="0" y="41"/>
                    </a:cxn>
                    <a:cxn ang="0">
                      <a:pos x="67" y="23"/>
                    </a:cxn>
                    <a:cxn ang="0">
                      <a:pos x="65" y="0"/>
                    </a:cxn>
                  </a:cxnLst>
                  <a:rect l="0" t="0" r="0" b="0"/>
                  <a:pathLst>
                    <a:path w="201" h="123">
                      <a:moveTo>
                        <a:pt x="195" y="0"/>
                      </a:moveTo>
                      <a:lnTo>
                        <a:pt x="0" y="55"/>
                      </a:lnTo>
                      <a:lnTo>
                        <a:pt x="1" y="123"/>
                      </a:lnTo>
                      <a:lnTo>
                        <a:pt x="201" y="69"/>
                      </a:lnTo>
                      <a:lnTo>
                        <a:pt x="195" y="0"/>
                      </a:lnTo>
                      <a:close/>
                    </a:path>
                  </a:pathLst>
                </a:custGeom>
                <a:solidFill>
                  <a:srgbClr val="606060">
                    <a:alpha val="100000"/>
                  </a:srgbClr>
                </a:solidFill>
                <a:ln w="9525">
                  <a:noFill/>
                </a:ln>
              </p:spPr>
              <p:txBody>
                <a:bodyPr/>
                <a:lstStyle/>
                <a:p>
                  <a:endParaRPr lang="zh-CN" altLang="en-US"/>
                </a:p>
              </p:txBody>
            </p:sp>
            <p:sp>
              <p:nvSpPr>
                <p:cNvPr id="45089" name="Oval 55"/>
                <p:cNvSpPr/>
                <p:nvPr/>
              </p:nvSpPr>
              <p:spPr>
                <a:xfrm>
                  <a:off x="4350" y="1565"/>
                  <a:ext cx="22" cy="22"/>
                </a:xfrm>
                <a:prstGeom prst="ellipse">
                  <a:avLst/>
                </a:prstGeom>
                <a:solidFill>
                  <a:srgbClr val="606060"/>
                </a:solidFill>
                <a:ln w="9525">
                  <a:noFill/>
                </a:ln>
              </p:spPr>
              <p:txBody>
                <a:bodyPr/>
                <a:lstStyle/>
                <a:p>
                  <a:pPr algn="ctr"/>
                  <a:endParaRPr lang="zh-CN" altLang="en-US" dirty="0">
                    <a:latin typeface="Times New Roman" panose="02020603050405020304" pitchFamily="18" charset="0"/>
                  </a:endParaRPr>
                </a:p>
              </p:txBody>
            </p:sp>
            <p:sp>
              <p:nvSpPr>
                <p:cNvPr id="45090" name="Oval 56"/>
                <p:cNvSpPr/>
                <p:nvPr/>
              </p:nvSpPr>
              <p:spPr>
                <a:xfrm>
                  <a:off x="4415" y="1547"/>
                  <a:ext cx="22" cy="22"/>
                </a:xfrm>
                <a:prstGeom prst="ellipse">
                  <a:avLst/>
                </a:prstGeom>
                <a:solidFill>
                  <a:srgbClr val="606060"/>
                </a:solidFill>
                <a:ln w="9525">
                  <a:noFill/>
                </a:ln>
              </p:spPr>
              <p:txBody>
                <a:bodyPr/>
                <a:lstStyle/>
                <a:p>
                  <a:pPr algn="ctr"/>
                  <a:endParaRPr lang="zh-CN" altLang="en-US" dirty="0">
                    <a:latin typeface="Times New Roman" panose="02020603050405020304" pitchFamily="18" charset="0"/>
                  </a:endParaRPr>
                </a:p>
              </p:txBody>
            </p:sp>
          </p:grpSp>
          <p:grpSp>
            <p:nvGrpSpPr>
              <p:cNvPr id="45080" name="Group 57"/>
              <p:cNvGrpSpPr/>
              <p:nvPr/>
            </p:nvGrpSpPr>
            <p:grpSpPr>
              <a:xfrm>
                <a:off x="4349" y="1581"/>
                <a:ext cx="87" cy="41"/>
                <a:chOff x="4349" y="1581"/>
                <a:chExt cx="87" cy="41"/>
              </a:xfrm>
            </p:grpSpPr>
            <p:sp>
              <p:nvSpPr>
                <p:cNvPr id="45085" name="Freeform 58"/>
                <p:cNvSpPr/>
                <p:nvPr/>
              </p:nvSpPr>
              <p:spPr>
                <a:xfrm>
                  <a:off x="4360" y="1581"/>
                  <a:ext cx="67" cy="41"/>
                </a:xfrm>
                <a:custGeom>
                  <a:avLst/>
                  <a:gdLst/>
                  <a:ahLst/>
                  <a:cxnLst>
                    <a:cxn ang="0">
                      <a:pos x="65" y="0"/>
                    </a:cxn>
                    <a:cxn ang="0">
                      <a:pos x="0" y="18"/>
                    </a:cxn>
                    <a:cxn ang="0">
                      <a:pos x="0" y="41"/>
                    </a:cxn>
                    <a:cxn ang="0">
                      <a:pos x="67" y="23"/>
                    </a:cxn>
                    <a:cxn ang="0">
                      <a:pos x="65" y="0"/>
                    </a:cxn>
                  </a:cxnLst>
                  <a:rect l="0" t="0" r="0" b="0"/>
                  <a:pathLst>
                    <a:path w="201" h="123">
                      <a:moveTo>
                        <a:pt x="195" y="0"/>
                      </a:moveTo>
                      <a:lnTo>
                        <a:pt x="0" y="55"/>
                      </a:lnTo>
                      <a:lnTo>
                        <a:pt x="1" y="123"/>
                      </a:lnTo>
                      <a:lnTo>
                        <a:pt x="201" y="69"/>
                      </a:lnTo>
                      <a:lnTo>
                        <a:pt x="195" y="0"/>
                      </a:lnTo>
                      <a:close/>
                    </a:path>
                  </a:pathLst>
                </a:custGeom>
                <a:solidFill>
                  <a:srgbClr val="606060">
                    <a:alpha val="100000"/>
                  </a:srgbClr>
                </a:solidFill>
                <a:ln w="9525">
                  <a:noFill/>
                </a:ln>
              </p:spPr>
              <p:txBody>
                <a:bodyPr/>
                <a:lstStyle/>
                <a:p>
                  <a:endParaRPr lang="zh-CN" altLang="en-US"/>
                </a:p>
              </p:txBody>
            </p:sp>
            <p:sp>
              <p:nvSpPr>
                <p:cNvPr id="45086" name="Oval 59"/>
                <p:cNvSpPr/>
                <p:nvPr/>
              </p:nvSpPr>
              <p:spPr>
                <a:xfrm>
                  <a:off x="4349" y="1600"/>
                  <a:ext cx="22" cy="22"/>
                </a:xfrm>
                <a:prstGeom prst="ellipse">
                  <a:avLst/>
                </a:prstGeom>
                <a:solidFill>
                  <a:srgbClr val="606060"/>
                </a:solidFill>
                <a:ln w="9525">
                  <a:noFill/>
                </a:ln>
              </p:spPr>
              <p:txBody>
                <a:bodyPr/>
                <a:lstStyle/>
                <a:p>
                  <a:pPr algn="ctr"/>
                  <a:endParaRPr lang="zh-CN" altLang="en-US" dirty="0">
                    <a:latin typeface="Times New Roman" panose="02020603050405020304" pitchFamily="18" charset="0"/>
                  </a:endParaRPr>
                </a:p>
              </p:txBody>
            </p:sp>
            <p:sp>
              <p:nvSpPr>
                <p:cNvPr id="45087" name="Oval 60"/>
                <p:cNvSpPr/>
                <p:nvPr/>
              </p:nvSpPr>
              <p:spPr>
                <a:xfrm>
                  <a:off x="4414" y="1582"/>
                  <a:ext cx="22" cy="22"/>
                </a:xfrm>
                <a:prstGeom prst="ellipse">
                  <a:avLst/>
                </a:prstGeom>
                <a:solidFill>
                  <a:srgbClr val="606060"/>
                </a:solidFill>
                <a:ln w="9525">
                  <a:noFill/>
                </a:ln>
              </p:spPr>
              <p:txBody>
                <a:bodyPr/>
                <a:lstStyle/>
                <a:p>
                  <a:pPr algn="ctr"/>
                  <a:endParaRPr lang="zh-CN" altLang="en-US" dirty="0">
                    <a:latin typeface="Times New Roman" panose="02020603050405020304" pitchFamily="18" charset="0"/>
                  </a:endParaRPr>
                </a:p>
              </p:txBody>
            </p:sp>
          </p:grpSp>
          <p:grpSp>
            <p:nvGrpSpPr>
              <p:cNvPr id="45081" name="Group 61"/>
              <p:cNvGrpSpPr/>
              <p:nvPr/>
            </p:nvGrpSpPr>
            <p:grpSpPr>
              <a:xfrm>
                <a:off x="4350" y="1617"/>
                <a:ext cx="87" cy="41"/>
                <a:chOff x="4350" y="1617"/>
                <a:chExt cx="87" cy="41"/>
              </a:xfrm>
            </p:grpSpPr>
            <p:sp>
              <p:nvSpPr>
                <p:cNvPr id="45082" name="Freeform 62"/>
                <p:cNvSpPr/>
                <p:nvPr/>
              </p:nvSpPr>
              <p:spPr>
                <a:xfrm>
                  <a:off x="4360" y="1617"/>
                  <a:ext cx="67" cy="41"/>
                </a:xfrm>
                <a:custGeom>
                  <a:avLst/>
                  <a:gdLst/>
                  <a:ahLst/>
                  <a:cxnLst>
                    <a:cxn ang="0">
                      <a:pos x="65" y="0"/>
                    </a:cxn>
                    <a:cxn ang="0">
                      <a:pos x="0" y="19"/>
                    </a:cxn>
                    <a:cxn ang="0">
                      <a:pos x="1" y="41"/>
                    </a:cxn>
                    <a:cxn ang="0">
                      <a:pos x="67" y="23"/>
                    </a:cxn>
                    <a:cxn ang="0">
                      <a:pos x="65" y="0"/>
                    </a:cxn>
                  </a:cxnLst>
                  <a:rect l="0" t="0" r="0" b="0"/>
                  <a:pathLst>
                    <a:path w="201" h="123">
                      <a:moveTo>
                        <a:pt x="195" y="0"/>
                      </a:moveTo>
                      <a:lnTo>
                        <a:pt x="0" y="56"/>
                      </a:lnTo>
                      <a:lnTo>
                        <a:pt x="2" y="123"/>
                      </a:lnTo>
                      <a:lnTo>
                        <a:pt x="201" y="69"/>
                      </a:lnTo>
                      <a:lnTo>
                        <a:pt x="195" y="0"/>
                      </a:lnTo>
                      <a:close/>
                    </a:path>
                  </a:pathLst>
                </a:custGeom>
                <a:solidFill>
                  <a:srgbClr val="606060">
                    <a:alpha val="100000"/>
                  </a:srgbClr>
                </a:solidFill>
                <a:ln w="9525">
                  <a:noFill/>
                </a:ln>
              </p:spPr>
              <p:txBody>
                <a:bodyPr/>
                <a:lstStyle/>
                <a:p>
                  <a:endParaRPr lang="zh-CN" altLang="en-US"/>
                </a:p>
              </p:txBody>
            </p:sp>
            <p:sp>
              <p:nvSpPr>
                <p:cNvPr id="45083" name="Oval 63"/>
                <p:cNvSpPr/>
                <p:nvPr/>
              </p:nvSpPr>
              <p:spPr>
                <a:xfrm>
                  <a:off x="4350" y="1637"/>
                  <a:ext cx="21" cy="21"/>
                </a:xfrm>
                <a:prstGeom prst="ellipse">
                  <a:avLst/>
                </a:prstGeom>
                <a:solidFill>
                  <a:srgbClr val="606060"/>
                </a:solidFill>
                <a:ln w="9525">
                  <a:noFill/>
                </a:ln>
              </p:spPr>
              <p:txBody>
                <a:bodyPr/>
                <a:lstStyle/>
                <a:p>
                  <a:pPr algn="ctr"/>
                  <a:endParaRPr lang="zh-CN" altLang="en-US" dirty="0">
                    <a:latin typeface="Times New Roman" panose="02020603050405020304" pitchFamily="18" charset="0"/>
                  </a:endParaRPr>
                </a:p>
              </p:txBody>
            </p:sp>
            <p:sp>
              <p:nvSpPr>
                <p:cNvPr id="45084" name="Oval 64"/>
                <p:cNvSpPr/>
                <p:nvPr/>
              </p:nvSpPr>
              <p:spPr>
                <a:xfrm>
                  <a:off x="4415" y="1618"/>
                  <a:ext cx="22" cy="23"/>
                </a:xfrm>
                <a:prstGeom prst="ellipse">
                  <a:avLst/>
                </a:prstGeom>
                <a:solidFill>
                  <a:srgbClr val="606060"/>
                </a:solidFill>
                <a:ln w="9525">
                  <a:noFill/>
                </a:ln>
              </p:spPr>
              <p:txBody>
                <a:bodyPr/>
                <a:lstStyle/>
                <a:p>
                  <a:pPr algn="ctr"/>
                  <a:endParaRPr lang="zh-CN" altLang="en-US" dirty="0">
                    <a:latin typeface="Times New Roman" panose="02020603050405020304" pitchFamily="18" charset="0"/>
                  </a:endParaRPr>
                </a:p>
              </p:txBody>
            </p:sp>
          </p:grpSp>
        </p:grpSp>
      </p:grpSp>
      <p:graphicFrame>
        <p:nvGraphicFramePr>
          <p:cNvPr id="45068" name="Object 65"/>
          <p:cNvGraphicFramePr>
            <a:graphicFrameLocks noChangeAspect="1"/>
          </p:cNvGraphicFramePr>
          <p:nvPr/>
        </p:nvGraphicFramePr>
        <p:xfrm>
          <a:off x="-143510" y="5953760"/>
          <a:ext cx="2127250" cy="819785"/>
        </p:xfrm>
        <a:graphic>
          <a:graphicData uri="http://schemas.openxmlformats.org/presentationml/2006/ole">
            <mc:AlternateContent xmlns:mc="http://schemas.openxmlformats.org/markup-compatibility/2006">
              <mc:Choice xmlns:v="urn:schemas-microsoft-com:vml" Requires="v">
                <p:oleObj r:id="rId6" imgW="4885055" imgH="1882775" progId="MS_ClipArt_Gallery.2">
                  <p:embed/>
                </p:oleObj>
              </mc:Choice>
              <mc:Fallback>
                <p:oleObj r:id="rId6" imgW="4885055" imgH="1882775" progId="MS_ClipArt_Gallery.2">
                  <p:embed/>
                  <p:pic>
                    <p:nvPicPr>
                      <p:cNvPr id="0" name="图片 3075"/>
                      <p:cNvPicPr/>
                      <p:nvPr/>
                    </p:nvPicPr>
                    <p:blipFill>
                      <a:blip r:embed="rId7"/>
                      <a:stretch>
                        <a:fillRect/>
                      </a:stretch>
                    </p:blipFill>
                    <p:spPr>
                      <a:xfrm>
                        <a:off x="-143510" y="5953760"/>
                        <a:ext cx="2127250" cy="819785"/>
                      </a:xfrm>
                      <a:prstGeom prst="rect">
                        <a:avLst/>
                      </a:prstGeom>
                      <a:noFill/>
                      <a:ln w="38100">
                        <a:noFill/>
                        <a:miter/>
                      </a:ln>
                    </p:spPr>
                  </p:pic>
                </p:oleObj>
              </mc:Fallback>
            </mc:AlternateContent>
          </a:graphicData>
        </a:graphic>
      </p:graphicFrame>
      <p:pic>
        <p:nvPicPr>
          <p:cNvPr id="2" name="图片 1"/>
          <p:cNvPicPr>
            <a:picLocks noChangeAspect="1"/>
          </p:cNvPicPr>
          <p:nvPr/>
        </p:nvPicPr>
        <p:blipFill>
          <a:blip r:embed="rId8"/>
          <a:stretch>
            <a:fillRect/>
          </a:stretch>
        </p:blipFill>
        <p:spPr>
          <a:xfrm>
            <a:off x="5408295" y="3961765"/>
            <a:ext cx="3535680" cy="23342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b" anchorCtr="0"/>
          <a:lstStyle/>
          <a:p>
            <a:r>
              <a:rPr lang="zh-CN" altLang="en-US" dirty="0"/>
              <a:t>课程目标</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3200" b="0" i="0" u="none" strike="noStrike" kern="0" cap="none" spc="0" normalizeH="0" baseline="0" noProof="1">
                <a:ln>
                  <a:noFill/>
                </a:ln>
                <a:solidFill>
                  <a:schemeClr val="folHlink"/>
                </a:solidFill>
                <a:effectLst>
                  <a:outerShdw blurRad="38100" dist="38100" dir="2700000" algn="tl">
                    <a:srgbClr val="C0C0C0"/>
                  </a:outerShdw>
                </a:effectLst>
                <a:uLnTx/>
                <a:uFillTx/>
                <a:latin typeface="+mn-lt"/>
                <a:ea typeface="+mn-ea"/>
                <a:cs typeface="+mn-cs"/>
              </a:rPr>
              <a:t>本课程旨在让学生了解离散数学基础知识的同时培养学生</a:t>
            </a:r>
            <a:r>
              <a:rPr kumimoji="1" lang="zh-CN" altLang="en-US" sz="3200" b="0"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逻辑和数学的思维方式</a:t>
            </a:r>
            <a:r>
              <a:rPr kumimoji="1" lang="zh-CN" altLang="en-US" sz="3200" b="0" i="0" u="none" strike="noStrike" kern="0" cap="none" spc="0" normalizeH="0" baseline="0" noProof="1">
                <a:ln>
                  <a:noFill/>
                </a:ln>
                <a:solidFill>
                  <a:schemeClr val="folHlink"/>
                </a:solidFill>
                <a:effectLst>
                  <a:outerShdw blurRad="38100" dist="38100" dir="2700000" algn="tl">
                    <a:srgbClr val="C0C0C0"/>
                  </a:outerShdw>
                </a:effectLst>
                <a:uLnTx/>
                <a:uFillTx/>
                <a:latin typeface="+mn-lt"/>
                <a:ea typeface="+mn-ea"/>
                <a:cs typeface="+mn-cs"/>
              </a:rPr>
              <a:t>，掌握扎实的与计算技术相关的</a:t>
            </a:r>
            <a:r>
              <a:rPr kumimoji="1" lang="zh-CN" altLang="en-US" sz="3200" b="0"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数学知识和基础理论</a:t>
            </a:r>
            <a:r>
              <a:rPr kumimoji="1" lang="zh-CN" altLang="en-US" sz="3200" b="0" i="0" u="none" strike="noStrike" kern="0" cap="none" spc="0" normalizeH="0" baseline="0" noProof="1">
                <a:ln>
                  <a:noFill/>
                </a:ln>
                <a:solidFill>
                  <a:schemeClr val="folHlink"/>
                </a:solidFill>
                <a:effectLst>
                  <a:outerShdw blurRad="38100" dist="38100" dir="2700000" algn="tl">
                    <a:srgbClr val="C0C0C0"/>
                  </a:outerShdw>
                </a:effectLst>
                <a:uLnTx/>
                <a:uFillTx/>
                <a:latin typeface="+mn-lt"/>
                <a:ea typeface="+mn-ea"/>
                <a:cs typeface="+mn-cs"/>
              </a:rPr>
              <a:t>，培养学生能够将离散数学基本理论知识应用于</a:t>
            </a:r>
            <a:r>
              <a:rPr kumimoji="1" lang="zh-CN" altLang="en-US" sz="3200" b="0"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解决复杂工程的能力</a:t>
            </a:r>
            <a:r>
              <a:rPr kumimoji="1" lang="zh-CN" altLang="en-US" sz="3200" b="0" i="0" u="none" strike="noStrike" kern="0" cap="none" spc="0" normalizeH="0" baseline="0" noProof="1">
                <a:ln>
                  <a:noFill/>
                </a:ln>
                <a:solidFill>
                  <a:schemeClr val="folHlink"/>
                </a:solidFill>
                <a:effectLst>
                  <a:outerShdw blurRad="38100" dist="38100" dir="2700000" algn="tl">
                    <a:srgbClr val="C0C0C0"/>
                  </a:outerShdw>
                </a:effectLst>
                <a:uLnTx/>
                <a:uFillTx/>
                <a:latin typeface="+mn-lt"/>
                <a:ea typeface="+mn-ea"/>
                <a:cs typeface="+mn-cs"/>
              </a:rPr>
              <a:t>，同时通过采用英文材料和双语教学，培养学生对计算机专业相关</a:t>
            </a:r>
            <a:r>
              <a:rPr kumimoji="1" lang="zh-CN" altLang="en-US" sz="3200" b="0" i="0" u="none" strike="noStrike" kern="0" cap="none" spc="0" normalizeH="0" baseline="0" noProof="1">
                <a:ln>
                  <a:noFill/>
                </a:ln>
                <a:solidFill>
                  <a:srgbClr val="FF0000"/>
                </a:solidFill>
                <a:effectLst>
                  <a:outerShdw blurRad="38100" dist="38100" dir="2700000" algn="tl">
                    <a:srgbClr val="C0C0C0"/>
                  </a:outerShdw>
                </a:effectLst>
                <a:uLnTx/>
                <a:uFillTx/>
                <a:latin typeface="+mn-lt"/>
                <a:ea typeface="+mn-ea"/>
                <a:cs typeface="+mn-cs"/>
              </a:rPr>
              <a:t>英文资料的阅读理解能力以及英文的沟通和交流能力</a:t>
            </a:r>
            <a:r>
              <a:rPr kumimoji="1" lang="zh-CN" altLang="en-US" sz="3200" b="0" i="0" u="none" strike="noStrike" kern="0" cap="none" spc="0" normalizeH="0" baseline="0" noProof="1">
                <a:ln>
                  <a:noFill/>
                </a:ln>
                <a:solidFill>
                  <a:schemeClr val="folHlink"/>
                </a:solidFill>
                <a:effectLst>
                  <a:outerShdw blurRad="38100" dist="38100" dir="2700000" algn="tl">
                    <a:srgbClr val="C0C0C0"/>
                  </a:outerShdw>
                </a:effectLst>
                <a:uLnTx/>
                <a:uFillTx/>
                <a:latin typeface="+mn-lt"/>
                <a:ea typeface="+mn-ea"/>
                <a:cs typeface="+mn-cs"/>
              </a:rPr>
              <a:t>。</a:t>
            </a:r>
            <a:endParaRPr kumimoji="1" lang="en-US" altLang="zh-CN" sz="3200" b="0" i="0" u="none" strike="noStrike" kern="0" cap="none" spc="0" normalizeH="0" baseline="0" noProof="1">
              <a:ln>
                <a:noFill/>
              </a:ln>
              <a:solidFill>
                <a:schemeClr val="folHlink"/>
              </a:solidFill>
              <a:effectLst>
                <a:outerShdw blurRad="38100" dist="38100" dir="2700000" algn="tl">
                  <a:srgbClr val="C0C0C0"/>
                </a:outerShdw>
              </a:effectLst>
              <a:uLnTx/>
              <a:uFillTx/>
              <a:latin typeface="+mn-lt"/>
              <a:ea typeface="+mn-ea"/>
              <a:cs typeface="+mn-cs"/>
            </a:endParaRPr>
          </a:p>
        </p:txBody>
      </p:sp>
      <p:sp>
        <p:nvSpPr>
          <p:cNvPr id="47108" name="日期占位符 3"/>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buNone/>
            </a:pPr>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894715" y="476885"/>
            <a:ext cx="8107680" cy="716280"/>
          </a:xfrm>
        </p:spPr>
        <p:txBody>
          <a:bodyPr vert="horz" wrap="square" lIns="91440" tIns="45720" rIns="91440" bIns="45720" anchor="b" anchorCtr="0"/>
          <a:lstStyle/>
          <a:p>
            <a:r>
              <a:rPr lang="zh-CN" altLang="en-US" dirty="0"/>
              <a:t>成果导向的教育理念和培养体系</a:t>
            </a:r>
          </a:p>
        </p:txBody>
      </p:sp>
      <p:sp>
        <p:nvSpPr>
          <p:cNvPr id="20483" name="日期占位符 3"/>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0484" name="内容占位符 2"/>
          <p:cNvSpPr>
            <a:spLocks noGrp="1"/>
          </p:cNvSpPr>
          <p:nvPr>
            <p:ph idx="1"/>
          </p:nvPr>
        </p:nvSpPr>
        <p:spPr>
          <a:xfrm>
            <a:off x="1985963" y="1556068"/>
            <a:ext cx="5826125" cy="647700"/>
          </a:xfrm>
        </p:spPr>
        <p:txBody>
          <a:bodyPr vert="horz" wrap="square" lIns="91440" tIns="45720" rIns="91440" bIns="45720" anchor="t" anchorCtr="0"/>
          <a:lstStyle/>
          <a:p>
            <a:pPr marL="0" indent="0">
              <a:buNone/>
            </a:pPr>
            <a:r>
              <a:rPr lang="zh-CN" altLang="en-US" b="1" dirty="0">
                <a:latin typeface="+mn-ea"/>
              </a:rPr>
              <a:t>反向设计：从培养目标开始</a:t>
            </a:r>
          </a:p>
        </p:txBody>
      </p:sp>
      <p:pic>
        <p:nvPicPr>
          <p:cNvPr id="20485" name="图片 3"/>
          <p:cNvPicPr>
            <a:picLocks noChangeAspect="1"/>
          </p:cNvPicPr>
          <p:nvPr/>
        </p:nvPicPr>
        <p:blipFill>
          <a:blip r:embed="rId2"/>
          <a:stretch>
            <a:fillRect/>
          </a:stretch>
        </p:blipFill>
        <p:spPr>
          <a:xfrm>
            <a:off x="1763713" y="2130743"/>
            <a:ext cx="5545137" cy="3673475"/>
          </a:xfrm>
          <a:prstGeom prst="rect">
            <a:avLst/>
          </a:prstGeom>
          <a:noFill/>
          <a:ln w="9525">
            <a:noFill/>
          </a:ln>
        </p:spPr>
      </p:pic>
      <p:sp>
        <p:nvSpPr>
          <p:cNvPr id="20486" name="箭头: 右 5"/>
          <p:cNvSpPr/>
          <p:nvPr/>
        </p:nvSpPr>
        <p:spPr>
          <a:xfrm>
            <a:off x="1049338" y="1554480"/>
            <a:ext cx="936625" cy="576263"/>
          </a:xfrm>
          <a:prstGeom prst="rightArrow">
            <a:avLst>
              <a:gd name="adj1" fmla="val 50000"/>
              <a:gd name="adj2" fmla="val 50009"/>
            </a:avLst>
          </a:prstGeom>
          <a:solidFill>
            <a:schemeClr val="accent2"/>
          </a:solidFill>
          <a:ln w="9525" cap="flat" cmpd="sng">
            <a:solidFill>
              <a:schemeClr val="tx1"/>
            </a:solidFill>
            <a:prstDash val="solid"/>
            <a:round/>
            <a:headEnd type="none" w="med" len="med"/>
            <a:tailEnd type="none" w="med" len="med"/>
          </a:ln>
        </p:spPr>
        <p:txBody>
          <a:bodyPr lIns="18000" rIns="1800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182880" algn="ctr">
              <a:spcBef>
                <a:spcPct val="0"/>
              </a:spcBef>
              <a:buClrTx/>
              <a:buSzTx/>
              <a:buFontTx/>
              <a:buNone/>
            </a:pPr>
            <a:endParaRPr lang="zh-CN" altLang="en-US" sz="1000" dirty="0">
              <a:latin typeface="Times New Roman" panose="02020603050405020304" pitchFamily="18" charset="0"/>
            </a:endParaRPr>
          </a:p>
        </p:txBody>
      </p:sp>
      <p:sp>
        <p:nvSpPr>
          <p:cNvPr id="7" name="对话气泡: 圆角矩形 6"/>
          <p:cNvSpPr/>
          <p:nvPr/>
        </p:nvSpPr>
        <p:spPr>
          <a:xfrm>
            <a:off x="5219700" y="5947093"/>
            <a:ext cx="2736850" cy="511175"/>
          </a:xfrm>
          <a:prstGeom prst="wedgeRoundRectCallout">
            <a:avLst>
              <a:gd name="adj1" fmla="val -35662"/>
              <a:gd name="adj2" fmla="val -139986"/>
              <a:gd name="adj3" fmla="val 16667"/>
            </a:avLst>
          </a:prstGeom>
          <a:solidFill>
            <a:srgbClr val="99CCFF"/>
          </a:solidFill>
          <a:ln w="9525" cap="flat" cmpd="sng">
            <a:solidFill>
              <a:schemeClr val="tx1"/>
            </a:solidFill>
            <a:prstDash val="solid"/>
            <a:round/>
            <a:headEnd type="none" w="med" len="med"/>
            <a:tailEnd type="none" w="med" len="med"/>
          </a:ln>
        </p:spPr>
        <p:txBody>
          <a:bodyPr lIns="18000" rIns="1800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182880" algn="ctr">
              <a:spcBef>
                <a:spcPct val="0"/>
              </a:spcBef>
              <a:buClrTx/>
              <a:buSzTx/>
              <a:buFontTx/>
              <a:buNone/>
            </a:pPr>
            <a:r>
              <a:rPr lang="zh-CN" altLang="en-US" sz="2400" b="1" dirty="0">
                <a:latin typeface="Times New Roman" panose="02020603050405020304" pitchFamily="18" charset="0"/>
              </a:rPr>
              <a:t>由毕业要求确定</a:t>
            </a:r>
          </a:p>
        </p:txBody>
      </p:sp>
      <p:sp>
        <p:nvSpPr>
          <p:cNvPr id="12" name="对话气泡: 圆角矩形 11"/>
          <p:cNvSpPr/>
          <p:nvPr/>
        </p:nvSpPr>
        <p:spPr>
          <a:xfrm>
            <a:off x="1619250" y="6091555"/>
            <a:ext cx="3457575" cy="511175"/>
          </a:xfrm>
          <a:prstGeom prst="wedgeRoundRectCallout">
            <a:avLst>
              <a:gd name="adj1" fmla="val 23815"/>
              <a:gd name="adj2" fmla="val -139986"/>
              <a:gd name="adj3" fmla="val 16667"/>
            </a:avLst>
          </a:prstGeom>
          <a:solidFill>
            <a:srgbClr val="99CCFF"/>
          </a:solidFill>
          <a:ln w="9525" cap="flat" cmpd="sng">
            <a:solidFill>
              <a:schemeClr val="tx1"/>
            </a:solidFill>
            <a:prstDash val="solid"/>
            <a:round/>
            <a:headEnd type="none" w="med" len="med"/>
            <a:tailEnd type="none" w="med" len="med"/>
          </a:ln>
        </p:spPr>
        <p:txBody>
          <a:bodyPr lIns="18000" rIns="1800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0" lvl="0" indent="182880" algn="ctr">
              <a:spcBef>
                <a:spcPct val="0"/>
              </a:spcBef>
              <a:buClrTx/>
              <a:buSzTx/>
              <a:buFontTx/>
              <a:buNone/>
            </a:pPr>
            <a:r>
              <a:rPr lang="zh-CN" altLang="en-US" sz="2400" b="1" dirty="0">
                <a:latin typeface="Times New Roman" panose="02020603050405020304" pitchFamily="18" charset="0"/>
              </a:rPr>
              <a:t>课程目标决定教学内容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2"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1187133" y="476885"/>
            <a:ext cx="7612062" cy="715963"/>
          </a:xfrm>
        </p:spPr>
        <p:txBody>
          <a:bodyPr vert="horz" wrap="square" lIns="91440" tIns="45720" rIns="91440" bIns="45720" anchor="b" anchorCtr="0"/>
          <a:lstStyle/>
          <a:p>
            <a:r>
              <a:rPr lang="zh-CN" altLang="en-US" dirty="0"/>
              <a:t>课程目标对毕业要求的支撑</a:t>
            </a:r>
          </a:p>
        </p:txBody>
      </p:sp>
      <p:sp>
        <p:nvSpPr>
          <p:cNvPr id="21507" name="日期占位符 3"/>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1508" name="内容占位符 2"/>
          <p:cNvSpPr>
            <a:spLocks noGrp="1"/>
          </p:cNvSpPr>
          <p:nvPr>
            <p:ph idx="1"/>
          </p:nvPr>
        </p:nvSpPr>
        <p:spPr>
          <a:xfrm>
            <a:off x="467678" y="1484313"/>
            <a:ext cx="8464550" cy="5229225"/>
          </a:xfrm>
        </p:spPr>
        <p:txBody>
          <a:bodyPr vert="horz" wrap="square" lIns="91440" tIns="45720" rIns="91440" bIns="45720" anchor="t" anchorCtr="0"/>
          <a:lstStyle/>
          <a:p>
            <a:pPr marL="323850" indent="-323850">
              <a:lnSpc>
                <a:spcPct val="120000"/>
              </a:lnSpc>
              <a:spcBef>
                <a:spcPts val="600"/>
              </a:spcBef>
              <a:spcAft>
                <a:spcPts val="600"/>
              </a:spcAft>
            </a:pPr>
            <a:r>
              <a:rPr lang="en-US" altLang="en-US" sz="2800" b="1" dirty="0">
                <a:latin typeface="+mn-ea"/>
                <a:ea typeface="微软雅黑" panose="020B0503020204020204" charset="-122"/>
                <a:cs typeface="+mn-ea"/>
              </a:rPr>
              <a:t>支撑的毕业要求指标点</a:t>
            </a:r>
            <a:r>
              <a:rPr lang="en-US" altLang="zh-CN" sz="2800" b="1" dirty="0">
                <a:latin typeface="+mn-ea"/>
                <a:ea typeface="微软雅黑" panose="020B0503020204020204" charset="-122"/>
                <a:cs typeface="+mn-ea"/>
              </a:rPr>
              <a:t>1.1</a:t>
            </a:r>
            <a:r>
              <a:rPr lang="en-US" altLang="en-US" sz="2800" b="1" dirty="0">
                <a:latin typeface="+mn-ea"/>
                <a:ea typeface="微软雅黑" panose="020B0503020204020204" charset="-122"/>
                <a:cs typeface="+mn-ea"/>
              </a:rPr>
              <a:t>：</a:t>
            </a:r>
            <a:endParaRPr lang="en-US" altLang="zh-CN" sz="2800" b="1" dirty="0">
              <a:latin typeface="+mn-ea"/>
              <a:ea typeface="微软雅黑" panose="020B0503020204020204" charset="-122"/>
              <a:cs typeface="+mn-ea"/>
            </a:endParaRPr>
          </a:p>
          <a:p>
            <a:pPr marL="723900" lvl="1" indent="-323850">
              <a:lnSpc>
                <a:spcPct val="120000"/>
              </a:lnSpc>
              <a:spcBef>
                <a:spcPts val="600"/>
              </a:spcBef>
              <a:spcAft>
                <a:spcPts val="600"/>
              </a:spcAft>
            </a:pPr>
            <a:r>
              <a:rPr lang="en-US" altLang="en-US" sz="2400" dirty="0">
                <a:latin typeface="+mn-ea"/>
                <a:cs typeface="+mn-ea"/>
              </a:rPr>
              <a:t>掌握解决复杂工程问题所需的数学、自然科学和工程基础知识，能从数学与工程角度对复杂工程问题</a:t>
            </a:r>
            <a:r>
              <a:rPr lang="en-US" altLang="en-US" sz="2400" dirty="0">
                <a:solidFill>
                  <a:srgbClr val="FF0000"/>
                </a:solidFill>
                <a:latin typeface="+mn-ea"/>
                <a:cs typeface="+mn-ea"/>
              </a:rPr>
              <a:t>表述、分析和建模</a:t>
            </a:r>
            <a:r>
              <a:rPr lang="en-US" altLang="en-US" sz="2400" dirty="0">
                <a:latin typeface="+mn-ea"/>
                <a:cs typeface="+mn-ea"/>
              </a:rPr>
              <a:t>，对模型进行</a:t>
            </a:r>
            <a:r>
              <a:rPr lang="en-US" altLang="en-US" sz="2400" dirty="0">
                <a:solidFill>
                  <a:srgbClr val="FF0000"/>
                </a:solidFill>
                <a:latin typeface="+mn-ea"/>
                <a:cs typeface="+mn-ea"/>
              </a:rPr>
              <a:t>严谨的推理</a:t>
            </a:r>
            <a:r>
              <a:rPr lang="en-US" altLang="en-US" sz="2400" dirty="0">
                <a:latin typeface="+mn-ea"/>
                <a:cs typeface="+mn-ea"/>
              </a:rPr>
              <a:t>，达到正确性或可用性要求。</a:t>
            </a:r>
            <a:endParaRPr lang="en-US" altLang="zh-CN" sz="2400" dirty="0">
              <a:latin typeface="+mn-ea"/>
              <a:cs typeface="+mn-ea"/>
            </a:endParaRPr>
          </a:p>
          <a:p>
            <a:pPr marL="323850" indent="-323850">
              <a:lnSpc>
                <a:spcPct val="120000"/>
              </a:lnSpc>
              <a:spcBef>
                <a:spcPts val="600"/>
              </a:spcBef>
              <a:spcAft>
                <a:spcPts val="600"/>
              </a:spcAft>
            </a:pPr>
            <a:r>
              <a:rPr lang="en-US" altLang="en-US" sz="2800" b="1" dirty="0">
                <a:latin typeface="+mn-ea"/>
                <a:ea typeface="微软雅黑" panose="020B0503020204020204" charset="-122"/>
                <a:cs typeface="+mn-ea"/>
              </a:rPr>
              <a:t>课程目标</a:t>
            </a:r>
            <a:r>
              <a:rPr lang="en-US" altLang="zh-CN" sz="2800" b="1" dirty="0">
                <a:latin typeface="+mn-ea"/>
                <a:ea typeface="微软雅黑" panose="020B0503020204020204" charset="-122"/>
                <a:cs typeface="+mn-ea"/>
              </a:rPr>
              <a:t>1</a:t>
            </a:r>
            <a:r>
              <a:rPr lang="en-US" altLang="en-US" sz="2800" b="1" dirty="0">
                <a:latin typeface="+mn-ea"/>
                <a:ea typeface="微软雅黑" panose="020B0503020204020204" charset="-122"/>
                <a:cs typeface="+mn-ea"/>
              </a:rPr>
              <a:t>：</a:t>
            </a:r>
            <a:endParaRPr lang="en-US" altLang="zh-CN" sz="2800" b="1" dirty="0">
              <a:latin typeface="+mn-ea"/>
              <a:ea typeface="微软雅黑" panose="020B0503020204020204" charset="-122"/>
              <a:cs typeface="+mn-ea"/>
            </a:endParaRPr>
          </a:p>
          <a:p>
            <a:pPr marL="723900" lvl="1" indent="-323850">
              <a:lnSpc>
                <a:spcPct val="120000"/>
              </a:lnSpc>
              <a:spcBef>
                <a:spcPts val="600"/>
              </a:spcBef>
              <a:spcAft>
                <a:spcPts val="600"/>
              </a:spcAft>
            </a:pPr>
            <a:r>
              <a:rPr lang="en-US" altLang="en-US" sz="2400" dirty="0">
                <a:latin typeface="+mn-ea"/>
                <a:cs typeface="+mn-ea"/>
              </a:rPr>
              <a:t>理解逻辑和数学推理方法，这些方法是数学证明和程序设计的重要基础；培养学生</a:t>
            </a:r>
            <a:r>
              <a:rPr lang="en-US" altLang="en-US" sz="2400" dirty="0">
                <a:solidFill>
                  <a:srgbClr val="FF0000"/>
                </a:solidFill>
                <a:latin typeface="+mn-ea"/>
                <a:cs typeface="+mn-ea"/>
              </a:rPr>
              <a:t>严谨的逻辑推理能力</a:t>
            </a:r>
            <a:endParaRPr lang="en-US" altLang="zh-CN" sz="2400" dirty="0">
              <a:solidFill>
                <a:srgbClr val="FF0000"/>
              </a:solidFill>
              <a:latin typeface="+mn-ea"/>
              <a:cs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1187133" y="476885"/>
            <a:ext cx="7612062" cy="715963"/>
          </a:xfrm>
        </p:spPr>
        <p:txBody>
          <a:bodyPr vert="horz" wrap="square" lIns="91440" tIns="45720" rIns="91440" bIns="45720" anchor="b" anchorCtr="0"/>
          <a:lstStyle/>
          <a:p>
            <a:r>
              <a:rPr lang="zh-CN" altLang="en-US" dirty="0"/>
              <a:t>课程目标对毕业要求的支撑</a:t>
            </a:r>
          </a:p>
        </p:txBody>
      </p:sp>
      <p:sp>
        <p:nvSpPr>
          <p:cNvPr id="22531" name="日期占位符 3"/>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2532" name="内容占位符 2"/>
          <p:cNvSpPr>
            <a:spLocks noGrp="1"/>
          </p:cNvSpPr>
          <p:nvPr>
            <p:ph idx="1"/>
          </p:nvPr>
        </p:nvSpPr>
        <p:spPr>
          <a:xfrm>
            <a:off x="468313" y="1340168"/>
            <a:ext cx="8307387" cy="5229225"/>
          </a:xfrm>
        </p:spPr>
        <p:txBody>
          <a:bodyPr vert="horz" wrap="square" lIns="91440" tIns="45720" rIns="91440" bIns="45720" anchor="t" anchorCtr="0"/>
          <a:lstStyle/>
          <a:p>
            <a:pPr marL="323850" indent="-323850" algn="l">
              <a:lnSpc>
                <a:spcPct val="120000"/>
              </a:lnSpc>
              <a:spcBef>
                <a:spcPts val="600"/>
              </a:spcBef>
              <a:spcAft>
                <a:spcPts val="600"/>
              </a:spcAft>
            </a:pPr>
            <a:r>
              <a:rPr lang="en-US" altLang="en-US" sz="2800" b="1" dirty="0">
                <a:latin typeface="+mn-ea"/>
                <a:ea typeface="微软雅黑" panose="020B0503020204020204" charset="-122"/>
                <a:cs typeface="+mn-ea"/>
              </a:rPr>
              <a:t>支撑的毕业要求指标点2.1：</a:t>
            </a:r>
          </a:p>
          <a:p>
            <a:pPr marL="723900" lvl="1" indent="-323850">
              <a:lnSpc>
                <a:spcPct val="120000"/>
              </a:lnSpc>
              <a:spcBef>
                <a:spcPts val="600"/>
              </a:spcBef>
              <a:spcAft>
                <a:spcPts val="600"/>
              </a:spcAft>
            </a:pPr>
            <a:r>
              <a:rPr lang="en-US" altLang="en-US" sz="2400" dirty="0">
                <a:latin typeface="+mn-ea"/>
                <a:cs typeface="+mn-ea"/>
              </a:rPr>
              <a:t>针对计算机系统和领域复杂工程问题进行问题识别，分析其功能需求与非功能需求，识别其面临的各种制约条件，</a:t>
            </a:r>
            <a:r>
              <a:rPr lang="en-US" altLang="en-US" sz="2400" dirty="0">
                <a:solidFill>
                  <a:srgbClr val="FF0000"/>
                </a:solidFill>
                <a:latin typeface="+mn-ea"/>
                <a:cs typeface="+mn-ea"/>
              </a:rPr>
              <a:t>对任务目标给出需求描述</a:t>
            </a:r>
            <a:r>
              <a:rPr lang="en-US" altLang="en-US" sz="2400" dirty="0">
                <a:latin typeface="+mn-ea"/>
                <a:cs typeface="+mn-ea"/>
              </a:rPr>
              <a:t>。</a:t>
            </a:r>
            <a:endParaRPr lang="en-US" altLang="zh-CN" sz="2400" dirty="0">
              <a:latin typeface="+mj-lt"/>
              <a:ea typeface="华文楷体" panose="02010600040101010101" charset="-122"/>
              <a:cs typeface="+mn-ea"/>
            </a:endParaRPr>
          </a:p>
          <a:p>
            <a:pPr marL="323850" indent="-323850" algn="l">
              <a:lnSpc>
                <a:spcPct val="120000"/>
              </a:lnSpc>
              <a:spcBef>
                <a:spcPts val="600"/>
              </a:spcBef>
              <a:spcAft>
                <a:spcPts val="600"/>
              </a:spcAft>
            </a:pPr>
            <a:r>
              <a:rPr lang="en-US" altLang="en-US" sz="2800" b="1" dirty="0">
                <a:latin typeface="+mn-ea"/>
                <a:ea typeface="微软雅黑" panose="020B0503020204020204" charset="-122"/>
                <a:cs typeface="+mn-ea"/>
              </a:rPr>
              <a:t>课程目标2：</a:t>
            </a:r>
            <a:endParaRPr lang="en-US" altLang="en-US" sz="2400" dirty="0">
              <a:latin typeface="+mn-ea"/>
              <a:cs typeface="+mn-ea"/>
            </a:endParaRPr>
          </a:p>
          <a:p>
            <a:pPr marL="723900" lvl="1" indent="-323850">
              <a:lnSpc>
                <a:spcPct val="120000"/>
              </a:lnSpc>
              <a:spcBef>
                <a:spcPts val="600"/>
              </a:spcBef>
              <a:spcAft>
                <a:spcPts val="600"/>
              </a:spcAft>
            </a:pPr>
            <a:r>
              <a:rPr lang="en-US" altLang="en-US" sz="2400" dirty="0">
                <a:latin typeface="+mn-ea"/>
                <a:cs typeface="+mn-ea"/>
              </a:rPr>
              <a:t>了解包括集合、排列、关系、图、树等典型的抽象的离散结构，这些结构是计算机程序处理的主要对象；培养学生对复杂工程问题用</a:t>
            </a:r>
            <a:r>
              <a:rPr lang="en-US" altLang="en-US" sz="2400" dirty="0">
                <a:solidFill>
                  <a:srgbClr val="FF0000"/>
                </a:solidFill>
                <a:latin typeface="+mn-ea"/>
                <a:cs typeface="+mn-ea"/>
              </a:rPr>
              <a:t>计算机专业语言的刻画能力</a:t>
            </a:r>
            <a:r>
              <a:rPr lang="en-US" altLang="en-US" sz="2400" dirty="0">
                <a:latin typeface="+mn-ea"/>
                <a:cs typeface="+mn-ea"/>
              </a:rPr>
              <a:t>。</a:t>
            </a:r>
            <a:endParaRPr lang="en-US" altLang="zh-CN" sz="2400" dirty="0">
              <a:solidFill>
                <a:srgbClr val="FF0000"/>
              </a:solidFill>
              <a:latin typeface="+mn-ea"/>
              <a:ea typeface="华文楷体" panose="02010600040101010101" charset="-122"/>
              <a:cs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1187768" y="476885"/>
            <a:ext cx="7612062" cy="715963"/>
          </a:xfrm>
        </p:spPr>
        <p:txBody>
          <a:bodyPr vert="horz" wrap="square" lIns="91440" tIns="45720" rIns="91440" bIns="45720" anchor="b" anchorCtr="0"/>
          <a:lstStyle/>
          <a:p>
            <a:r>
              <a:rPr lang="zh-CN" altLang="en-US" dirty="0"/>
              <a:t>课程目标对毕业要求的支撑</a:t>
            </a:r>
          </a:p>
        </p:txBody>
      </p:sp>
      <p:sp>
        <p:nvSpPr>
          <p:cNvPr id="23555" name="日期占位符 3"/>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8" name="内容占位符 2"/>
          <p:cNvSpPr>
            <a:spLocks noGrp="1" noChangeArrowheads="1"/>
          </p:cNvSpPr>
          <p:nvPr>
            <p:ph idx="1"/>
          </p:nvPr>
        </p:nvSpPr>
        <p:spPr>
          <a:xfrm>
            <a:off x="-36195" y="1193165"/>
            <a:ext cx="9233535" cy="5231130"/>
          </a:xfrm>
        </p:spPr>
        <p:txBody>
          <a:bodyPr vert="horz" wrap="square" lIns="91440" tIns="45720" rIns="91440" bIns="45720" numCol="1" anchor="t" anchorCtr="0" compatLnSpc="1"/>
          <a:lstStyle/>
          <a:p>
            <a:pPr marL="323850" marR="0" lvl="0" indent="-323850" algn="l" defTabSz="914400" rtl="0" latinLnBrk="0">
              <a:lnSpc>
                <a:spcPct val="110000"/>
              </a:lnSpc>
              <a:spcBef>
                <a:spcPts val="0"/>
              </a:spcBef>
              <a:spcAft>
                <a:spcPts val="0"/>
              </a:spcAft>
              <a:buClr>
                <a:schemeClr val="folHlink"/>
              </a:buClr>
              <a:buSzPct val="60000"/>
              <a:buFont typeface="Wingdings" panose="05000000000000000000" pitchFamily="2" charset="2"/>
              <a:buChar char="n"/>
              <a:defRPr/>
            </a:pPr>
            <a:r>
              <a:rPr lang="en-US" altLang="en-US" sz="2400" b="1" i="0" u="none" strike="noStrike" kern="0" cap="none" spc="0" normalizeH="0" baseline="0" noProof="1">
                <a:latin typeface="+mn-ea"/>
                <a:ea typeface="微软雅黑" panose="020B0503020204020204" charset="-122"/>
                <a:cs typeface="+mn-ea"/>
              </a:rPr>
              <a:t>支撑的毕业要求指标点2.2：</a:t>
            </a:r>
            <a:endParaRPr kumimoji="1" lang="en-US" altLang="zh-CN" sz="2000" b="1" i="0" u="none" strike="noStrike" kern="0" cap="none" spc="0" normalizeH="0" baseline="0" noProof="1">
              <a:ln>
                <a:noFill/>
              </a:ln>
              <a:solidFill>
                <a:schemeClr val="tx1"/>
              </a:solidFill>
              <a:effectLst/>
              <a:uLnTx/>
              <a:uFillTx/>
              <a:latin typeface="微软雅黑" panose="020B0503020204020204" charset="-122"/>
              <a:ea typeface="微软雅黑" panose="020B0503020204020204" charset="-122"/>
              <a:cs typeface="+mn-cs"/>
            </a:endParaRPr>
          </a:p>
          <a:p>
            <a:pPr marL="723900" marR="0" lvl="1" indent="-323850" algn="l" defTabSz="914400" rtl="0" latinLnBrk="0">
              <a:lnSpc>
                <a:spcPct val="120000"/>
              </a:lnSpc>
              <a:spcBef>
                <a:spcPts val="1200"/>
              </a:spcBef>
              <a:spcAft>
                <a:spcPts val="600"/>
              </a:spcAft>
              <a:buClr>
                <a:schemeClr val="hlink"/>
              </a:buClr>
              <a:buSzPct val="55000"/>
              <a:buFont typeface="Wingdings" panose="05000000000000000000" pitchFamily="2" charset="2"/>
              <a:buChar char="n"/>
              <a:defRPr/>
            </a:pPr>
            <a:r>
              <a:rPr lang="en-US" altLang="en-US" sz="2400" b="0" i="0" u="none" strike="noStrike" kern="0" cap="none" spc="0" normalizeH="0" baseline="0" noProof="1">
                <a:latin typeface="+mn-ea"/>
                <a:cs typeface="+mn-ea"/>
              </a:rPr>
              <a:t>根据计算机系统和网络领域复杂工程问题的需求描述，运用数学、自然科学和工程科学原理及方法进行分析，</a:t>
            </a:r>
            <a:r>
              <a:rPr lang="en-US" altLang="en-US" sz="2400" b="0" i="0" u="none" strike="noStrike" kern="0" cap="none" spc="0" normalizeH="0" baseline="0" noProof="1">
                <a:solidFill>
                  <a:srgbClr val="FF0000"/>
                </a:solidFill>
                <a:latin typeface="+mn-ea"/>
                <a:cs typeface="+mn-ea"/>
              </a:rPr>
              <a:t>建立解决问题的抽象模型</a:t>
            </a:r>
            <a:r>
              <a:rPr lang="en-US" altLang="en-US" sz="2400" b="0" i="0" u="none" strike="noStrike" kern="0" cap="none" spc="0" normalizeH="0" baseline="0" noProof="1">
                <a:latin typeface="+mn-ea"/>
                <a:cs typeface="+mn-ea"/>
              </a:rPr>
              <a:t>。</a:t>
            </a:r>
          </a:p>
          <a:p>
            <a:pPr marL="323850" marR="0" lvl="0" indent="-323850" algn="l" rtl="0" eaLnBrk="0" fontAlgn="base" latinLnBrk="0" hangingPunct="0">
              <a:lnSpc>
                <a:spcPct val="100000"/>
              </a:lnSpc>
              <a:spcBef>
                <a:spcPts val="600"/>
              </a:spcBef>
              <a:spcAft>
                <a:spcPts val="600"/>
              </a:spcAft>
              <a:buClr>
                <a:schemeClr val="folHlink"/>
              </a:buClr>
              <a:buSzPct val="60000"/>
              <a:buFont typeface="Wingdings" panose="05000000000000000000" pitchFamily="2" charset="2"/>
              <a:buChar char="n"/>
            </a:pPr>
            <a:r>
              <a:rPr lang="en-US" altLang="en-US" sz="2400" b="1" i="0" u="none" strike="noStrike" kern="0" cap="none" spc="0" normalizeH="0" baseline="0" noProof="1">
                <a:latin typeface="+mn-ea"/>
                <a:ea typeface="微软雅黑" panose="020B0503020204020204" charset="-122"/>
                <a:cs typeface="+mn-ea"/>
              </a:rPr>
              <a:t>课程目标3：</a:t>
            </a:r>
          </a:p>
          <a:p>
            <a:pPr marL="723900" marR="0" lvl="1" indent="-323850" algn="l" defTabSz="914400" rtl="0" latinLnBrk="0">
              <a:lnSpc>
                <a:spcPct val="120000"/>
              </a:lnSpc>
              <a:spcBef>
                <a:spcPts val="0"/>
              </a:spcBef>
              <a:spcAft>
                <a:spcPts val="0"/>
              </a:spcAft>
              <a:buClr>
                <a:schemeClr val="hlink"/>
              </a:buClr>
              <a:buSzPct val="55000"/>
              <a:buFont typeface="Wingdings" panose="05000000000000000000" pitchFamily="2" charset="2"/>
              <a:buChar char="n"/>
              <a:defRPr/>
            </a:pPr>
            <a:r>
              <a:rPr lang="en-US" altLang="en-US" sz="2400" b="0" i="0" u="none" strike="noStrike" kern="0" cap="none" spc="0" normalizeH="0" baseline="0" noProof="1">
                <a:latin typeface="+mn-ea"/>
                <a:cs typeface="+mn-ea"/>
              </a:rPr>
              <a:t>学习基本计数技术，建立初步的组合分析思维方法；培养学生</a:t>
            </a:r>
            <a:r>
              <a:rPr lang="en-US" altLang="en-US" sz="2400" b="0" i="0" u="none" strike="noStrike" kern="0" cap="none" spc="0" normalizeH="0" baseline="0" noProof="1">
                <a:solidFill>
                  <a:srgbClr val="FF0000"/>
                </a:solidFill>
                <a:latin typeface="+mn-ea"/>
                <a:cs typeface="+mn-ea"/>
              </a:rPr>
              <a:t>运用数学原理解决工程问题的能力</a:t>
            </a:r>
            <a:endParaRPr kumimoji="1" lang="en-US" altLang="zh-CN" sz="2000" b="0" i="0" u="none" strike="noStrike" kern="0" cap="none" spc="0" normalizeH="0" baseline="0" noProof="1">
              <a:ln>
                <a:noFill/>
              </a:ln>
              <a:solidFill>
                <a:srgbClr val="FF0000"/>
              </a:solidFill>
              <a:effectLst/>
              <a:uLnTx/>
              <a:uFillTx/>
              <a:latin typeface="微软雅黑" panose="020B0503020204020204" charset="-122"/>
              <a:ea typeface="微软雅黑" panose="020B0503020204020204" charset="-122"/>
            </a:endParaRPr>
          </a:p>
          <a:p>
            <a:pPr marL="323850" marR="0" lvl="1" indent="-323850" algn="l" defTabSz="914400" rtl="0" latinLnBrk="0">
              <a:lnSpc>
                <a:spcPct val="100000"/>
              </a:lnSpc>
              <a:spcBef>
                <a:spcPts val="0"/>
              </a:spcBef>
              <a:spcAft>
                <a:spcPts val="0"/>
              </a:spcAft>
              <a:buClr>
                <a:schemeClr val="folHlink"/>
              </a:buClr>
              <a:buSzPct val="60000"/>
              <a:buFont typeface="Wingdings" panose="05000000000000000000" pitchFamily="2" charset="2"/>
              <a:buChar char="n"/>
              <a:defRPr/>
            </a:pPr>
            <a:r>
              <a:rPr lang="en-US" altLang="en-US" sz="2400" b="1" i="0" u="none" strike="noStrike" kern="0" cap="none" spc="0" normalizeH="0" baseline="0" noProof="1">
                <a:latin typeface="+mn-ea"/>
                <a:ea typeface="微软雅黑" panose="020B0503020204020204" charset="-122"/>
                <a:cs typeface="+mn-ea"/>
              </a:rPr>
              <a:t>课程目标4：</a:t>
            </a:r>
            <a:endParaRPr kumimoji="1" lang="en-US" altLang="zh-CN" sz="2000" b="1" i="0" u="none" strike="noStrike" kern="0" cap="none" spc="0" normalizeH="0" baseline="0" noProof="1">
              <a:ln>
                <a:noFill/>
              </a:ln>
              <a:solidFill>
                <a:schemeClr val="tx1"/>
              </a:solidFill>
              <a:effectLst/>
              <a:uLnTx/>
              <a:uFillTx/>
              <a:latin typeface="微软雅黑" panose="020B0503020204020204" charset="-122"/>
              <a:ea typeface="微软雅黑" panose="020B0503020204020204" charset="-122"/>
              <a:cs typeface="+mn-cs"/>
            </a:endParaRPr>
          </a:p>
          <a:p>
            <a:pPr marL="723900" marR="0" lvl="1" indent="-323850" algn="l" defTabSz="914400" rtl="0" eaLnBrk="0" fontAlgn="base" latinLnBrk="0" hangingPunct="0">
              <a:lnSpc>
                <a:spcPct val="120000"/>
              </a:lnSpc>
              <a:spcBef>
                <a:spcPts val="600"/>
              </a:spcBef>
              <a:spcAft>
                <a:spcPts val="600"/>
              </a:spcAft>
              <a:buClr>
                <a:schemeClr val="hlink"/>
              </a:buClr>
              <a:buSzPct val="55000"/>
              <a:buFont typeface="Wingdings" panose="05000000000000000000" pitchFamily="2" charset="2"/>
              <a:buChar char="n"/>
              <a:defRPr/>
            </a:pPr>
            <a:r>
              <a:rPr lang="en-US" altLang="en-US" sz="2400" b="0" i="0" u="none" strike="noStrike" kern="0" cap="none" spc="0" normalizeH="0" baseline="0" dirty="0">
                <a:latin typeface="+mn-ea"/>
                <a:cs typeface="+mn-ea"/>
              </a:rPr>
              <a:t>认识到所学的离散数学知识在计算机等相关领域的实际应用，并能对算法、离散数学知识在解决复杂工程问题中应用和建模有深入理解；培养学生</a:t>
            </a:r>
            <a:r>
              <a:rPr lang="en-US" altLang="en-US" sz="2400" b="0" i="0" u="none" strike="noStrike" kern="0" cap="none" spc="0" normalizeH="0" baseline="0" dirty="0">
                <a:solidFill>
                  <a:srgbClr val="FF0000"/>
                </a:solidFill>
                <a:latin typeface="+mn-ea"/>
                <a:cs typeface="+mn-ea"/>
              </a:rPr>
              <a:t>运用离散数学及方法解决工程问题的能力</a:t>
            </a:r>
            <a:endParaRPr kumimoji="1" lang="en-US" altLang="en-US" sz="2400" b="0" i="0" u="none" strike="noStrike" kern="0" cap="none" spc="0" normalizeH="0" baseline="0" noProof="1">
              <a:ln>
                <a:noFill/>
              </a:ln>
              <a:solidFill>
                <a:srgbClr val="FF0000"/>
              </a:solidFill>
              <a:effectLst/>
              <a:uLnTx/>
              <a:uFillTx/>
              <a:latin typeface="+mn-ea"/>
              <a:ea typeface="微软雅黑" panose="020B0503020204020204" charset="-122"/>
              <a:cs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1187133" y="476885"/>
            <a:ext cx="7612062" cy="715963"/>
          </a:xfrm>
        </p:spPr>
        <p:txBody>
          <a:bodyPr vert="horz" wrap="square" lIns="91440" tIns="45720" rIns="91440" bIns="45720" anchor="b" anchorCtr="0"/>
          <a:lstStyle/>
          <a:p>
            <a:r>
              <a:rPr lang="zh-CN" altLang="en-US" dirty="0"/>
              <a:t>课程目标对毕业要求的支撑</a:t>
            </a:r>
          </a:p>
        </p:txBody>
      </p:sp>
      <p:sp>
        <p:nvSpPr>
          <p:cNvPr id="24579" name="日期占位符 3"/>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24580" name="内容占位符 2"/>
          <p:cNvSpPr>
            <a:spLocks noGrp="1"/>
          </p:cNvSpPr>
          <p:nvPr>
            <p:ph idx="1"/>
          </p:nvPr>
        </p:nvSpPr>
        <p:spPr>
          <a:xfrm>
            <a:off x="467678" y="1484313"/>
            <a:ext cx="8464550" cy="5230812"/>
          </a:xfrm>
        </p:spPr>
        <p:txBody>
          <a:bodyPr vert="horz" wrap="square" lIns="91440" tIns="45720" rIns="91440" bIns="45720" anchor="t" anchorCtr="0"/>
          <a:lstStyle/>
          <a:p>
            <a:pPr marL="323850" indent="-323850">
              <a:lnSpc>
                <a:spcPct val="120000"/>
              </a:lnSpc>
              <a:spcBef>
                <a:spcPts val="600"/>
              </a:spcBef>
              <a:spcAft>
                <a:spcPts val="600"/>
              </a:spcAft>
            </a:pPr>
            <a:r>
              <a:rPr lang="en-US" altLang="en-US" sz="2800" b="1" dirty="0">
                <a:latin typeface="微软雅黑" panose="020B0503020204020204" charset="-122"/>
                <a:ea typeface="微软雅黑" panose="020B0503020204020204" charset="-122"/>
              </a:rPr>
              <a:t>支撑的毕业要求指标点</a:t>
            </a:r>
            <a:r>
              <a:rPr lang="en-US" altLang="zh-CN" sz="2800" b="1" dirty="0">
                <a:latin typeface="微软雅黑" panose="020B0503020204020204" charset="-122"/>
                <a:ea typeface="微软雅黑" panose="020B0503020204020204" charset="-122"/>
              </a:rPr>
              <a:t>10.2</a:t>
            </a:r>
            <a:r>
              <a:rPr lang="en-US" altLang="en-US" sz="2800" b="1" dirty="0">
                <a:latin typeface="微软雅黑" panose="020B0503020204020204" charset="-122"/>
                <a:ea typeface="微软雅黑" panose="020B0503020204020204" charset="-122"/>
              </a:rPr>
              <a:t>：</a:t>
            </a:r>
            <a:endParaRPr lang="en-US" altLang="zh-CN" sz="2800" b="1" dirty="0">
              <a:latin typeface="微软雅黑" panose="020B0503020204020204" charset="-122"/>
              <a:ea typeface="微软雅黑" panose="020B0503020204020204" charset="-122"/>
            </a:endParaRPr>
          </a:p>
          <a:p>
            <a:pPr marL="723900" lvl="1" indent="-323850">
              <a:lnSpc>
                <a:spcPct val="120000"/>
              </a:lnSpc>
              <a:spcBef>
                <a:spcPts val="600"/>
              </a:spcBef>
              <a:spcAft>
                <a:spcPts val="600"/>
              </a:spcAft>
            </a:pPr>
            <a:r>
              <a:rPr lang="en-US" altLang="en-US" sz="2400" dirty="0">
                <a:latin typeface="微软雅黑" panose="020B0503020204020204" charset="-122"/>
                <a:ea typeface="微软雅黑" panose="020B0503020204020204" charset="-122"/>
              </a:rPr>
              <a:t>熟练掌握一门外语，了解计算机系统和网络领域国际发展趋势和研究热点，具备一定的国际视野，能够在跨文化背景下进行沟通、交流与合作。</a:t>
            </a:r>
            <a:endParaRPr lang="en-US" altLang="zh-CN" sz="2400" dirty="0">
              <a:latin typeface="微软雅黑" panose="020B0503020204020204" charset="-122"/>
              <a:ea typeface="微软雅黑" panose="020B0503020204020204" charset="-122"/>
            </a:endParaRPr>
          </a:p>
          <a:p>
            <a:pPr marL="323850" indent="-323850">
              <a:lnSpc>
                <a:spcPct val="120000"/>
              </a:lnSpc>
              <a:spcBef>
                <a:spcPts val="600"/>
              </a:spcBef>
              <a:spcAft>
                <a:spcPts val="600"/>
              </a:spcAft>
            </a:pPr>
            <a:r>
              <a:rPr lang="en-US" altLang="en-US" sz="2800" b="1" dirty="0">
                <a:latin typeface="微软雅黑" panose="020B0503020204020204" charset="-122"/>
                <a:ea typeface="微软雅黑" panose="020B0503020204020204" charset="-122"/>
              </a:rPr>
              <a:t>课程目标</a:t>
            </a:r>
            <a:r>
              <a:rPr lang="en-US" altLang="zh-CN" sz="2800" b="1" dirty="0">
                <a:latin typeface="微软雅黑" panose="020B0503020204020204" charset="-122"/>
                <a:ea typeface="微软雅黑" panose="020B0503020204020204" charset="-122"/>
              </a:rPr>
              <a:t>5</a:t>
            </a:r>
            <a:r>
              <a:rPr lang="en-US" altLang="en-US" sz="2800" b="1" dirty="0">
                <a:latin typeface="微软雅黑" panose="020B0503020204020204" charset="-122"/>
                <a:ea typeface="微软雅黑" panose="020B0503020204020204" charset="-122"/>
              </a:rPr>
              <a:t>：</a:t>
            </a:r>
            <a:endParaRPr lang="en-US" altLang="zh-CN" sz="2800" b="1" dirty="0">
              <a:latin typeface="微软雅黑" panose="020B0503020204020204" charset="-122"/>
              <a:ea typeface="微软雅黑" panose="020B0503020204020204" charset="-122"/>
            </a:endParaRPr>
          </a:p>
          <a:p>
            <a:pPr marL="723900" lvl="1" indent="-323850">
              <a:lnSpc>
                <a:spcPct val="120000"/>
              </a:lnSpc>
              <a:spcBef>
                <a:spcPts val="600"/>
              </a:spcBef>
              <a:spcAft>
                <a:spcPts val="600"/>
              </a:spcAft>
            </a:pPr>
            <a:r>
              <a:rPr lang="en-US" altLang="en-US" sz="2400" dirty="0">
                <a:latin typeface="微软雅黑" panose="020B0503020204020204" charset="-122"/>
                <a:ea typeface="微软雅黑" panose="020B0503020204020204" charset="-122"/>
              </a:rPr>
              <a:t>熟悉计算机相关数学知识的英文表述方法，培养计算机专业相关</a:t>
            </a:r>
            <a:r>
              <a:rPr lang="en-US" altLang="en-US" sz="2400" dirty="0">
                <a:solidFill>
                  <a:srgbClr val="FF0000"/>
                </a:solidFill>
                <a:latin typeface="微软雅黑" panose="020B0503020204020204" charset="-122"/>
                <a:ea typeface="微软雅黑" panose="020B0503020204020204" charset="-122"/>
              </a:rPr>
              <a:t>英文材料的阅读理解能力和初步交流沟通能力</a:t>
            </a:r>
            <a:endParaRPr lang="en-US" altLang="zh-CN" sz="2400" dirty="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45</a:t>
            </a:fld>
            <a:endParaRPr lang="zh-CN" altLang="en-US" b="1" i="1" dirty="0">
              <a:solidFill>
                <a:schemeClr val="folHlink"/>
              </a:solidFill>
              <a:latin typeface="Arial Narrow" panose="020B0606020202030204" pitchFamily="34" charset="0"/>
            </a:endParaRPr>
          </a:p>
        </p:txBody>
      </p:sp>
      <p:sp>
        <p:nvSpPr>
          <p:cNvPr id="49155"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49156"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49157" name="Rectangle 2"/>
          <p:cNvSpPr>
            <a:spLocks noGrp="1"/>
          </p:cNvSpPr>
          <p:nvPr>
            <p:ph type="title"/>
          </p:nvPr>
        </p:nvSpPr>
        <p:spPr/>
        <p:txBody>
          <a:bodyPr vert="horz" wrap="square" lIns="91440" tIns="45720" rIns="91440" bIns="45720" anchor="b" anchorCtr="0"/>
          <a:lstStyle/>
          <a:p>
            <a:pPr eaLnBrk="1" hangingPunct="1"/>
            <a:r>
              <a:rPr lang="en-US" altLang="zh-CN" dirty="0"/>
              <a:t>Course Arrangement</a:t>
            </a:r>
            <a:endParaRPr lang="zh-CN" altLang="en-US" dirty="0"/>
          </a:p>
        </p:txBody>
      </p:sp>
      <p:sp>
        <p:nvSpPr>
          <p:cNvPr id="669699" name="Rectangle 3"/>
          <p:cNvSpPr>
            <a:spLocks noGrp="1" noChangeArrowheads="1"/>
          </p:cNvSpPr>
          <p:nvPr>
            <p:ph idx="1"/>
          </p:nvPr>
        </p:nvSpPr>
        <p:spPr>
          <a:xfrm>
            <a:off x="621665" y="1600200"/>
            <a:ext cx="8369935" cy="468503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tx2"/>
                </a:solidFill>
                <a:effectLst>
                  <a:outerShdw blurRad="38100" dist="38100" dir="2700000" algn="tl">
                    <a:srgbClr val="000000">
                      <a:alpha val="43137"/>
                    </a:srgbClr>
                  </a:outerShdw>
                </a:effectLst>
                <a:uLnTx/>
                <a:uFillTx/>
                <a:latin typeface="+mn-lt"/>
                <a:ea typeface="+mn-ea"/>
                <a:cs typeface="+mn-cs"/>
              </a:rPr>
              <a:t>Chap 1-The </a:t>
            </a:r>
            <a:r>
              <a:rPr kumimoji="1" lang="en-US" altLang="zh-CN" sz="3200" b="0" i="0" u="none" strike="noStrike" kern="0" cap="none" spc="0" normalizeH="0" baseline="0" noProof="0" dirty="0" err="1">
                <a:ln>
                  <a:noFill/>
                </a:ln>
                <a:solidFill>
                  <a:schemeClr val="tx2"/>
                </a:solidFill>
                <a:effectLst>
                  <a:outerShdw blurRad="38100" dist="38100" dir="2700000" algn="tl">
                    <a:srgbClr val="000000">
                      <a:alpha val="43137"/>
                    </a:srgbClr>
                  </a:outerShdw>
                </a:effectLst>
                <a:uLnTx/>
                <a:uFillTx/>
                <a:latin typeface="+mn-lt"/>
                <a:ea typeface="+mn-ea"/>
                <a:cs typeface="+mn-cs"/>
              </a:rPr>
              <a:t>foundations:Logic</a:t>
            </a:r>
            <a:r>
              <a:rPr kumimoji="1" lang="en-US" altLang="zh-CN" sz="3200" b="0" i="0" u="none" strike="noStrike" kern="0" cap="none" spc="0" normalizeH="0" baseline="0" noProof="0" dirty="0">
                <a:ln>
                  <a:noFill/>
                </a:ln>
                <a:solidFill>
                  <a:schemeClr val="tx2"/>
                </a:solidFill>
                <a:effectLst>
                  <a:outerShdw blurRad="38100" dist="38100" dir="2700000" algn="tl">
                    <a:srgbClr val="000000">
                      <a:alpha val="43137"/>
                    </a:srgbClr>
                  </a:outerShdw>
                </a:effectLst>
                <a:uLnTx/>
                <a:uFillTx/>
                <a:latin typeface="+mn-lt"/>
                <a:ea typeface="+mn-ea"/>
                <a:cs typeface="+mn-cs"/>
              </a:rPr>
              <a:t> and Proofs.</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noProof="0" dirty="0">
                <a:ln>
                  <a:noFill/>
                </a:ln>
                <a:solidFill>
                  <a:schemeClr val="tx2"/>
                </a:solidFill>
                <a:effectLst>
                  <a:outerShdw blurRad="38100" dist="38100" dir="2700000" algn="tl">
                    <a:srgbClr val="000000">
                      <a:alpha val="43137"/>
                    </a:srgbClr>
                  </a:outerShdw>
                </a:effectLst>
                <a:uLnTx/>
                <a:uFillTx/>
                <a:sym typeface="+mn-ea"/>
              </a:rPr>
              <a:t>Chap 2-</a:t>
            </a:r>
            <a:r>
              <a:rPr kumimoji="1" lang="en-US" altLang="zh-CN" sz="3200" b="0"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cs"/>
              </a:rPr>
              <a:t>Basic Structures</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noProof="0" dirty="0">
                <a:ln>
                  <a:noFill/>
                </a:ln>
                <a:solidFill>
                  <a:schemeClr val="tx2"/>
                </a:solidFill>
                <a:effectLst>
                  <a:outerShdw blurRad="38100" dist="38100" dir="2700000" algn="tl">
                    <a:srgbClr val="000000">
                      <a:alpha val="43137"/>
                    </a:srgbClr>
                  </a:outerShdw>
                </a:effectLst>
                <a:uLnTx/>
                <a:uFillTx/>
                <a:sym typeface="+mn-ea"/>
              </a:rPr>
              <a:t>Chap 3-</a:t>
            </a:r>
            <a:r>
              <a:rPr kumimoji="1" lang="en-US" altLang="zh-CN" sz="3200" b="0"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cs"/>
              </a:rPr>
              <a:t>Algorithm</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noProof="0" dirty="0">
                <a:ln>
                  <a:noFill/>
                </a:ln>
                <a:solidFill>
                  <a:schemeClr val="tx2"/>
                </a:solidFill>
                <a:effectLst>
                  <a:outerShdw blurRad="38100" dist="38100" dir="2700000" algn="tl">
                    <a:srgbClr val="000000">
                      <a:alpha val="43137"/>
                    </a:srgbClr>
                  </a:outerShdw>
                </a:effectLst>
                <a:uLnTx/>
                <a:uFillTx/>
                <a:sym typeface="+mn-ea"/>
              </a:rPr>
              <a:t>Chap 4-</a:t>
            </a:r>
            <a:r>
              <a:rPr kumimoji="1" lang="en-US" altLang="zh-CN" sz="3200" b="0"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cs"/>
              </a:rPr>
              <a:t>Number Theory</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noProof="0" dirty="0">
                <a:ln>
                  <a:noFill/>
                </a:ln>
                <a:solidFill>
                  <a:schemeClr val="tx2"/>
                </a:solidFill>
                <a:effectLst>
                  <a:outerShdw blurRad="38100" dist="38100" dir="2700000" algn="tl">
                    <a:srgbClr val="000000">
                      <a:alpha val="43137"/>
                    </a:srgbClr>
                  </a:outerShdw>
                </a:effectLst>
                <a:uLnTx/>
                <a:uFillTx/>
                <a:sym typeface="+mn-ea"/>
              </a:rPr>
              <a:t>Chap 5-</a:t>
            </a:r>
            <a:r>
              <a:rPr kumimoji="1" lang="en-US" altLang="zh-CN" sz="3200" b="0"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cs"/>
              </a:rPr>
              <a:t>Induction and Recursion</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1" lang="en-US" altLang="zh-CN" noProof="0" dirty="0">
                <a:ln>
                  <a:noFill/>
                </a:ln>
                <a:solidFill>
                  <a:schemeClr val="tx2"/>
                </a:solidFill>
                <a:effectLst>
                  <a:outerShdw blurRad="38100" dist="38100" dir="2700000" algn="tl">
                    <a:srgbClr val="000000">
                      <a:alpha val="43137"/>
                    </a:srgbClr>
                  </a:outerShdw>
                </a:effectLst>
                <a:uLnTx/>
                <a:uFillTx/>
                <a:sym typeface="+mn-ea"/>
              </a:rPr>
              <a:t>Chap 6-</a:t>
            </a:r>
            <a:r>
              <a:rPr kumimoji="1" lang="en-US" altLang="zh-CN" sz="3200" b="0"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cs"/>
              </a:rPr>
              <a:t>Counting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chemeClr val="folHlink"/>
                </a:solidFill>
                <a:latin typeface="Arial Narrow" panose="020B0606020202030204" pitchFamily="34" charset="0"/>
                <a:cs typeface="Times New Roman" panose="02020603050405020304" pitchFamily="18" charset="0"/>
              </a:rPr>
              <a:t>46</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6867"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36868"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chemeClr val="folHlink"/>
                </a:solidFill>
                <a:latin typeface="Arial Narrow" panose="020B0606020202030204" pitchFamily="34" charset="0"/>
                <a:cs typeface="Times New Roman" panose="02020603050405020304" pitchFamily="18" charset="0"/>
              </a:rPr>
              <a:t>School of Computer Science, BUPT </a:t>
            </a:r>
            <a:endParaRPr lang="zh-CN" altLang="en-US" sz="1200" b="1" i="1" dirty="0">
              <a:solidFill>
                <a:schemeClr val="folHlink"/>
              </a:solidFill>
              <a:latin typeface="Arial Narrow" panose="020B0606020202030204" pitchFamily="34" charset="0"/>
              <a:ea typeface="Times New Roman" panose="02020603050405020304" pitchFamily="18" charset="0"/>
            </a:endParaRPr>
          </a:p>
        </p:txBody>
      </p:sp>
      <p:sp>
        <p:nvSpPr>
          <p:cNvPr id="36869" name="Rectangle 2"/>
          <p:cNvSpPr>
            <a:spLocks noGrp="1"/>
          </p:cNvSpPr>
          <p:nvPr>
            <p:ph type="title"/>
          </p:nvPr>
        </p:nvSpPr>
        <p:spPr>
          <a:xfrm>
            <a:off x="1331278" y="404178"/>
            <a:ext cx="7612062" cy="838200"/>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How to study</a:t>
            </a:r>
            <a:endParaRPr lang="zh-CN" altLang="en-US" sz="3600" dirty="0">
              <a:latin typeface="Copperplate Gothic Bold" panose="020E0705020206020404" pitchFamily="34" charset="0"/>
            </a:endParaRPr>
          </a:p>
        </p:txBody>
      </p:sp>
      <p:sp>
        <p:nvSpPr>
          <p:cNvPr id="36870" name="Rectangle 3"/>
          <p:cNvSpPr>
            <a:spLocks noGrp="1"/>
          </p:cNvSpPr>
          <p:nvPr>
            <p:ph idx="1"/>
          </p:nvPr>
        </p:nvSpPr>
        <p:spPr>
          <a:xfrm>
            <a:off x="323850" y="1679893"/>
            <a:ext cx="8820150" cy="2760662"/>
          </a:xfrm>
        </p:spPr>
        <p:txBody>
          <a:bodyPr vert="horz" wrap="square" lIns="91440" tIns="45720" rIns="91440" bIns="45720" anchor="t" anchorCtr="0"/>
          <a:lstStyle/>
          <a:p>
            <a:pPr marL="323850" indent="-323850">
              <a:lnSpc>
                <a:spcPct val="120000"/>
              </a:lnSpc>
              <a:spcBef>
                <a:spcPts val="600"/>
              </a:spcBef>
              <a:spcAft>
                <a:spcPts val="600"/>
              </a:spcAft>
            </a:pPr>
            <a:r>
              <a:rPr lang="zh-CN" altLang="en-US" sz="2400" dirty="0">
                <a:latin typeface="+mn-ea"/>
              </a:rPr>
              <a:t>上课认真听讲，下课按时做作业</a:t>
            </a:r>
          </a:p>
          <a:p>
            <a:pPr marL="323850" indent="-323850">
              <a:lnSpc>
                <a:spcPct val="120000"/>
              </a:lnSpc>
              <a:spcBef>
                <a:spcPts val="600"/>
              </a:spcBef>
              <a:spcAft>
                <a:spcPts val="600"/>
              </a:spcAft>
            </a:pPr>
            <a:r>
              <a:rPr lang="zh-CN" altLang="en-US" sz="2400" dirty="0">
                <a:latin typeface="+mn-ea"/>
              </a:rPr>
              <a:t>学习过程比内容更重要</a:t>
            </a:r>
          </a:p>
          <a:p>
            <a:pPr marL="323850" indent="-323850">
              <a:lnSpc>
                <a:spcPct val="120000"/>
              </a:lnSpc>
              <a:spcBef>
                <a:spcPts val="600"/>
              </a:spcBef>
              <a:spcAft>
                <a:spcPts val="600"/>
              </a:spcAft>
            </a:pPr>
            <a:r>
              <a:rPr lang="zh-CN" altLang="en-US" sz="2400" dirty="0">
                <a:latin typeface="+mn-ea"/>
              </a:rPr>
              <a:t>英文教材：学习知识并非学习英语</a:t>
            </a:r>
            <a:endParaRPr lang="en-US" altLang="zh-CN" sz="2400" dirty="0">
              <a:latin typeface="+mn-ea"/>
            </a:endParaRPr>
          </a:p>
          <a:p>
            <a:pPr marL="323850" indent="-323850">
              <a:lnSpc>
                <a:spcPct val="120000"/>
              </a:lnSpc>
              <a:spcBef>
                <a:spcPts val="600"/>
              </a:spcBef>
              <a:spcAft>
                <a:spcPts val="600"/>
              </a:spcAft>
            </a:pPr>
            <a:r>
              <a:rPr lang="zh-CN" altLang="en-US" sz="2400" dirty="0">
                <a:latin typeface="+mn-ea"/>
              </a:rPr>
              <a:t>常见问题：我上课都能听懂，但为什么不会解决实际问题呢？</a:t>
            </a:r>
          </a:p>
        </p:txBody>
      </p:sp>
      <p:sp>
        <p:nvSpPr>
          <p:cNvPr id="7" name="Rectangle 3"/>
          <p:cNvSpPr txBox="1">
            <a:spLocks noChangeArrowheads="1"/>
          </p:cNvSpPr>
          <p:nvPr/>
        </p:nvSpPr>
        <p:spPr bwMode="auto">
          <a:xfrm>
            <a:off x="1403033" y="4220845"/>
            <a:ext cx="44640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effectLst/>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folHlink"/>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folHlink"/>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folHlink"/>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folHlink"/>
                </a:solidFill>
                <a:effectLst>
                  <a:outerShdw blurRad="38100" dist="38100" dir="2700000" algn="tl">
                    <a:srgbClr val="C0C0C0"/>
                  </a:outerShdw>
                </a:effectLst>
                <a:latin typeface="+mn-lt"/>
                <a:ea typeface="+mn-ea"/>
              </a:defRPr>
            </a:lvl9pPr>
          </a:lstStyle>
          <a:p>
            <a:pPr marL="0" marR="0" lvl="0" indent="0" algn="ctr" defTabSz="914400" rtl="0" eaLnBrk="0" fontAlgn="base" latinLnBrk="0" hangingPunct="0">
              <a:lnSpc>
                <a:spcPct val="120000"/>
              </a:lnSpc>
              <a:spcBef>
                <a:spcPts val="600"/>
              </a:spcBef>
              <a:spcAft>
                <a:spcPts val="600"/>
              </a:spcAft>
              <a:buClr>
                <a:schemeClr val="folHlink"/>
              </a:buClr>
              <a:buSzPct val="60000"/>
              <a:buFont typeface="Wingdings" panose="05000000000000000000" pitchFamily="2" charset="2"/>
              <a:buNone/>
              <a:defRPr/>
            </a:pPr>
            <a:r>
              <a:rPr kumimoji="1" lang="zh-CN" altLang="en-US" sz="3200" b="1" i="1" u="none" strike="noStrike" kern="0" cap="none" spc="0" normalizeH="0" baseline="0" noProof="0" dirty="0">
                <a:ln>
                  <a:noFill/>
                </a:ln>
                <a:solidFill>
                  <a:srgbClr val="FF0000"/>
                </a:solidFill>
                <a:effectLst/>
                <a:uLnTx/>
                <a:uFillTx/>
                <a:latin typeface="+mn-ea"/>
                <a:cs typeface="+mn-cs"/>
              </a:rPr>
              <a:t>练习，练习，再练习</a:t>
            </a:r>
          </a:p>
        </p:txBody>
      </p:sp>
      <p:pic>
        <p:nvPicPr>
          <p:cNvPr id="2" name="图片 1"/>
          <p:cNvPicPr>
            <a:picLocks noChangeAspect="1"/>
          </p:cNvPicPr>
          <p:nvPr/>
        </p:nvPicPr>
        <p:blipFill>
          <a:blip r:embed="rId2"/>
          <a:stretch>
            <a:fillRect/>
          </a:stretch>
        </p:blipFill>
        <p:spPr>
          <a:xfrm>
            <a:off x="6011863" y="4148773"/>
            <a:ext cx="2305050" cy="21939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txBox="1">
            <a:spLocks noGrp="1"/>
          </p:cNvSpPr>
          <p:nvPr>
            <p:ph type="sldNum" sz="quarter" idx="10"/>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fld id="{9A0DB2DC-4C9A-4742-B13C-FB6460FD3503}" type="slidenum">
              <a:rPr lang="zh-CN" altLang="en-US" b="1" i="1" dirty="0">
                <a:solidFill>
                  <a:schemeClr val="folHlink"/>
                </a:solidFill>
                <a:latin typeface="Arial Narrow" panose="020B0606020202030204" pitchFamily="34" charset="0"/>
              </a:rPr>
              <a:t>47</a:t>
            </a:fld>
            <a:endParaRPr lang="zh-CN" altLang="en-US" b="1" i="1" dirty="0">
              <a:solidFill>
                <a:schemeClr val="folHlink"/>
              </a:solidFill>
              <a:latin typeface="Arial Narrow" panose="020B0606020202030204" pitchFamily="34" charset="0"/>
            </a:endParaRPr>
          </a:p>
        </p:txBody>
      </p:sp>
      <p:sp>
        <p:nvSpPr>
          <p:cNvPr id="51203" name="日期占位符 4"/>
          <p:cNvSpPr txBox="1">
            <a:spLocks noGrp="1"/>
          </p:cNvSpPr>
          <p:nvPr>
            <p:ph type="dt" sz="half"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fld id="{BB962C8B-B14F-4D97-AF65-F5344CB8AC3E}" type="datetime1">
              <a:rPr lang="zh-CN" altLang="en-US" b="1" i="1" dirty="0">
                <a:solidFill>
                  <a:schemeClr val="folHlink"/>
                </a:solidFill>
                <a:latin typeface="Arial Narrow" panose="020B0606020202030204" pitchFamily="34" charset="0"/>
              </a:rPr>
              <a:t>2025/2/24</a:t>
            </a:fld>
            <a:endParaRPr lang="zh-CN" altLang="en-US" b="1" i="1" dirty="0">
              <a:solidFill>
                <a:schemeClr val="folHlink"/>
              </a:solidFill>
              <a:latin typeface="Arial Narrow" panose="020B0606020202030204" pitchFamily="34" charset="0"/>
            </a:endParaRPr>
          </a:p>
        </p:txBody>
      </p:sp>
      <p:sp>
        <p:nvSpPr>
          <p:cNvPr id="51204" name="页脚占位符 5"/>
          <p:cNvSpPr txBox="1">
            <a:spLocks noGrp="1"/>
          </p:cNvSpPr>
          <p:nvPr>
            <p:ph type="ftr" sz="quarter" idx="12"/>
          </p:nvPr>
        </p:nvSpPr>
        <p:spPr/>
        <p:txBody>
          <a:bodyPr anchor="b" anchorCtr="0"/>
          <a:lstStyle>
            <a:lvl1pPr marL="0" lvl="0"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pPr>
            <a:r>
              <a:rPr lang="en-US" altLang="zh-CN" sz="1200" b="1" i="1" dirty="0">
                <a:solidFill>
                  <a:schemeClr val="folHlink"/>
                </a:solidFill>
                <a:latin typeface="Arial Narrow" panose="020B0606020202030204" pitchFamily="34" charset="0"/>
              </a:rPr>
              <a:t>School of Computer Science, BUPT </a:t>
            </a:r>
            <a:endParaRPr lang="zh-CN" altLang="en-US" sz="1200" b="1" i="1" dirty="0">
              <a:solidFill>
                <a:schemeClr val="folHlink"/>
              </a:solidFill>
              <a:latin typeface="Arial Narrow" panose="020B0606020202030204" pitchFamily="34" charset="0"/>
            </a:endParaRPr>
          </a:p>
        </p:txBody>
      </p:sp>
      <p:sp>
        <p:nvSpPr>
          <p:cNvPr id="51205" name="Rectangle 2"/>
          <p:cNvSpPr>
            <a:spLocks noGrp="1"/>
          </p:cNvSpPr>
          <p:nvPr>
            <p:ph type="title"/>
          </p:nvPr>
        </p:nvSpPr>
        <p:spPr/>
        <p:txBody>
          <a:bodyPr vert="horz" wrap="square" lIns="91440" tIns="45720" rIns="91440" bIns="45720" anchor="b" anchorCtr="0"/>
          <a:lstStyle/>
          <a:p>
            <a:pPr eaLnBrk="1" hangingPunct="1"/>
            <a:r>
              <a:rPr lang="en-US" altLang="zh-CN" dirty="0"/>
              <a:t>Grading Scheme</a:t>
            </a:r>
          </a:p>
        </p:txBody>
      </p:sp>
      <p:sp>
        <p:nvSpPr>
          <p:cNvPr id="566275"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Homework assignments (30%)</a:t>
            </a: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endParaRPr kumimoji="1" lang="en-US" altLang="zh-CN" sz="28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Midterm examination (20%) </a:t>
            </a: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endPar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n"/>
              <a:defRPr/>
            </a:pPr>
            <a:r>
              <a:rPr kumimoji="1" lang="en-US" altLang="zh-CN" sz="32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rPr>
              <a:t>Final examination (50%)</a:t>
            </a:r>
          </a:p>
          <a:p>
            <a:pPr marL="742950" marR="0" lvl="1" indent="-285750" algn="l" defTabSz="914400" rtl="0" eaLnBrk="1" fontAlgn="base" latinLnBrk="0" hangingPunct="1">
              <a:lnSpc>
                <a:spcPct val="80000"/>
              </a:lnSpc>
              <a:spcBef>
                <a:spcPct val="20000"/>
              </a:spcBef>
              <a:spcAft>
                <a:spcPct val="0"/>
              </a:spcAft>
              <a:buClr>
                <a:schemeClr val="hlink"/>
              </a:buClr>
              <a:buSzPct val="55000"/>
              <a:buFont typeface="Wingdings" panose="05000000000000000000" pitchFamily="2" charset="2"/>
              <a:buChar char="n"/>
              <a:defRPr/>
            </a:pPr>
            <a:endPar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txBox="1">
            <a:spLocks noGrp="1"/>
          </p:cNvSpPr>
          <p:nvPr>
            <p:ph type="sldNum" sz="quarter" idx="10"/>
          </p:nvPr>
        </p:nvSpPr>
        <p:spPr/>
        <p:txBody>
          <a:bodyPr anchor="b" anchorCtr="0"/>
          <a:lstStyle/>
          <a:p>
            <a:pPr marL="0" indent="0" algn="r" eaLnBrk="1" hangingPunct="1">
              <a:spcBef>
                <a:spcPct val="0"/>
              </a:spcBef>
              <a:buClrTx/>
              <a:buSzTx/>
              <a:buFontTx/>
              <a:buNone/>
            </a:pPr>
            <a:fld id="{9A0DB2DC-4C9A-4742-B13C-FB6460FD3503}" type="slidenum">
              <a:rPr lang="zh-CN" altLang="en-US" sz="1000" b="1" i="1" dirty="0">
                <a:solidFill>
                  <a:schemeClr val="folHlink"/>
                </a:solidFill>
                <a:latin typeface="Arial Narrow" panose="020B0606020202030204" pitchFamily="34" charset="0"/>
                <a:cs typeface="Times New Roman" panose="02020603050405020304" pitchFamily="18" charset="0"/>
              </a:rPr>
              <a:t>48</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9219" name="日期占位符 4"/>
          <p:cNvSpPr txBox="1">
            <a:spLocks noGrp="1"/>
          </p:cNvSpPr>
          <p:nvPr>
            <p:ph type="dt" sz="half" idx="11"/>
          </p:nvPr>
        </p:nvSpPr>
        <p:spPr/>
        <p:txBody>
          <a:bodyPr anchor="b" anchorCtr="0"/>
          <a:lstStyle/>
          <a:p>
            <a:pPr marL="0" indent="0" eaLnBrk="1" hangingPunct="1">
              <a:spcBef>
                <a:spcPct val="0"/>
              </a:spcBef>
              <a:buClrTx/>
              <a:buSzTx/>
              <a:buFontTx/>
              <a:buNone/>
            </a:pPr>
            <a:fld id="{BB962C8B-B14F-4D97-AF65-F5344CB8AC3E}" type="datetime1">
              <a:rPr lang="zh-CN" altLang="en-US" sz="1000" b="1" i="1" dirty="0">
                <a:solidFill>
                  <a:schemeClr val="folHlink"/>
                </a:solidFill>
                <a:latin typeface="Arial Narrow" panose="020B0606020202030204" pitchFamily="34" charset="0"/>
                <a:cs typeface="Times New Roman" panose="02020603050405020304" pitchFamily="18" charset="0"/>
              </a:rPr>
              <a:t>2025/2/24</a:t>
            </a:fld>
            <a:endParaRPr lang="zh-CN" altLang="en-US" sz="1000" b="1" i="1" dirty="0">
              <a:solidFill>
                <a:schemeClr val="folHlink"/>
              </a:solidFill>
              <a:latin typeface="Arial Narrow" panose="020B0606020202030204" pitchFamily="34" charset="0"/>
              <a:ea typeface="Times New Roman" panose="02020603050405020304" pitchFamily="18" charset="0"/>
              <a:cs typeface="Times New Roman" panose="02020603050405020304" pitchFamily="18" charset="0"/>
            </a:endParaRPr>
          </a:p>
        </p:txBody>
      </p:sp>
      <p:sp>
        <p:nvSpPr>
          <p:cNvPr id="9220" name="页脚占位符 5"/>
          <p:cNvSpPr txBox="1">
            <a:spLocks noGrp="1"/>
          </p:cNvSpPr>
          <p:nvPr>
            <p:ph type="ftr" sz="quarter" idx="12"/>
          </p:nvPr>
        </p:nvSpPr>
        <p:spPr/>
        <p:txBody>
          <a:bodyPr anchor="b" anchorCtr="0"/>
          <a:lstStyle/>
          <a:p>
            <a:pPr marL="0" indent="0" algn="ctr" eaLnBrk="1" hangingPunct="1">
              <a:lnSpc>
                <a:spcPct val="110000"/>
              </a:lnSpc>
              <a:spcBef>
                <a:spcPct val="0"/>
              </a:spcBef>
              <a:buClrTx/>
              <a:buSzTx/>
              <a:buFontTx/>
              <a:buNone/>
            </a:pPr>
            <a:r>
              <a:rPr lang="en-US" altLang="zh-CN" sz="1200" b="1" i="1" dirty="0">
                <a:solidFill>
                  <a:schemeClr val="folHlink"/>
                </a:solidFill>
                <a:latin typeface="Arial Narrow" panose="020B0606020202030204" pitchFamily="34" charset="0"/>
                <a:cs typeface="Times New Roman" panose="02020603050405020304" pitchFamily="18" charset="0"/>
              </a:rPr>
              <a:t>School of Computer Science, BUPT </a:t>
            </a:r>
            <a:endParaRPr lang="zh-CN" altLang="en-US" sz="1200" b="1" i="1" dirty="0">
              <a:solidFill>
                <a:schemeClr val="folHlink"/>
              </a:solidFill>
              <a:latin typeface="Arial Narrow" panose="020B0606020202030204" pitchFamily="34" charset="0"/>
              <a:ea typeface="Times New Roman" panose="02020603050405020304" pitchFamily="18" charset="0"/>
            </a:endParaRPr>
          </a:p>
        </p:txBody>
      </p:sp>
      <p:sp>
        <p:nvSpPr>
          <p:cNvPr id="9221" name="Rectangle 2"/>
          <p:cNvSpPr>
            <a:spLocks noGrp="1"/>
          </p:cNvSpPr>
          <p:nvPr>
            <p:ph type="title"/>
          </p:nvPr>
        </p:nvSpPr>
        <p:spPr>
          <a:xfrm>
            <a:off x="1187133" y="404495"/>
            <a:ext cx="7685087" cy="838200"/>
          </a:xfrm>
        </p:spPr>
        <p:txBody>
          <a:bodyPr vert="horz" wrap="square" lIns="91440" tIns="45720" rIns="91440" bIns="45720" anchor="b" anchorCtr="0"/>
          <a:lstStyle/>
          <a:p>
            <a:pPr eaLnBrk="1" hangingPunct="1"/>
            <a:r>
              <a:rPr lang="en-US" altLang="zh-CN" sz="3600" dirty="0">
                <a:latin typeface="Copperplate Gothic Bold" panose="020E0705020206020404" pitchFamily="34" charset="0"/>
              </a:rPr>
              <a:t>Textbook &amp; </a:t>
            </a:r>
            <a:r>
              <a:rPr lang="zh-CN" altLang="zh-CN" sz="3600" dirty="0">
                <a:latin typeface="Copperplate Gothic Bold" panose="020E0705020206020404" pitchFamily="34" charset="0"/>
              </a:rPr>
              <a:t>References</a:t>
            </a:r>
          </a:p>
        </p:txBody>
      </p:sp>
      <p:sp>
        <p:nvSpPr>
          <p:cNvPr id="9222" name="Rectangle 3"/>
          <p:cNvSpPr>
            <a:spLocks noGrp="1"/>
          </p:cNvSpPr>
          <p:nvPr>
            <p:ph idx="1"/>
          </p:nvPr>
        </p:nvSpPr>
        <p:spPr>
          <a:xfrm>
            <a:off x="395288" y="1412875"/>
            <a:ext cx="5664200" cy="5365750"/>
          </a:xfrm>
        </p:spPr>
        <p:txBody>
          <a:bodyPr vert="horz" wrap="square" lIns="91440" tIns="45720" rIns="91440" bIns="45720" anchor="t" anchorCtr="0"/>
          <a:lstStyle/>
          <a:p>
            <a:pPr marL="323850" indent="-323850">
              <a:lnSpc>
                <a:spcPct val="120000"/>
              </a:lnSpc>
              <a:spcBef>
                <a:spcPts val="600"/>
              </a:spcBef>
              <a:spcAft>
                <a:spcPts val="600"/>
              </a:spcAft>
            </a:pPr>
            <a:r>
              <a:rPr lang="en-US" altLang="zh-CN" sz="2000" b="1" dirty="0">
                <a:solidFill>
                  <a:srgbClr val="FF0000"/>
                </a:solidFill>
                <a:latin typeface="微软雅黑" panose="020B0503020204020204" charset="-122"/>
                <a:ea typeface="微软雅黑" panose="020B0503020204020204" charset="-122"/>
              </a:rPr>
              <a:t>Discrete Mathematics and Its Applications/8e, </a:t>
            </a:r>
            <a:r>
              <a:rPr lang="en-US" altLang="zh-CN" sz="2000" b="1" dirty="0">
                <a:solidFill>
                  <a:srgbClr val="003399"/>
                </a:solidFill>
                <a:latin typeface="微软雅黑" panose="020B0503020204020204" charset="-122"/>
                <a:ea typeface="微软雅黑" panose="020B0503020204020204" charset="-122"/>
              </a:rPr>
              <a:t>Kenneth H. Rosen</a:t>
            </a:r>
            <a:r>
              <a:rPr lang="en-US" altLang="zh-CN" sz="2000" b="1" dirty="0">
                <a:solidFill>
                  <a:srgbClr val="FF0000"/>
                </a:solidFill>
                <a:latin typeface="微软雅黑" panose="020B0503020204020204" charset="-122"/>
                <a:ea typeface="微软雅黑" panose="020B0503020204020204" charset="-122"/>
              </a:rPr>
              <a:t>, 2020 </a:t>
            </a:r>
          </a:p>
          <a:p>
            <a:pPr marL="323850" indent="-323850">
              <a:lnSpc>
                <a:spcPct val="120000"/>
              </a:lnSpc>
              <a:spcBef>
                <a:spcPts val="600"/>
              </a:spcBef>
              <a:spcAft>
                <a:spcPts val="600"/>
              </a:spcAft>
            </a:pPr>
            <a:r>
              <a:rPr lang="en-US" altLang="zh-CN" sz="2000" dirty="0">
                <a:latin typeface="微软雅黑" panose="020B0503020204020204" charset="-122"/>
                <a:ea typeface="微软雅黑" panose="020B0503020204020204" charset="-122"/>
              </a:rPr>
              <a:t>离散数学结构(第6版) 科曼(BernardKolman) 高等教育出版社:2010</a:t>
            </a:r>
          </a:p>
          <a:p>
            <a:pPr marL="323850" indent="-323850">
              <a:lnSpc>
                <a:spcPct val="120000"/>
              </a:lnSpc>
              <a:spcBef>
                <a:spcPts val="600"/>
              </a:spcBef>
              <a:spcAft>
                <a:spcPts val="600"/>
              </a:spcAft>
            </a:pPr>
            <a:r>
              <a:rPr lang="en-US" altLang="zh-CN" sz="2000" dirty="0">
                <a:latin typeface="微软雅黑" panose="020B0503020204020204" charset="-122"/>
                <a:ea typeface="微软雅黑" panose="020B0503020204020204" charset="-122"/>
              </a:rPr>
              <a:t>离散数学及应用（第3版），刘铎编著，清华大学出版社</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2022</a:t>
            </a:r>
          </a:p>
          <a:p>
            <a:pPr marL="323850" indent="-323850">
              <a:lnSpc>
                <a:spcPct val="120000"/>
              </a:lnSpc>
              <a:spcBef>
                <a:spcPts val="600"/>
              </a:spcBef>
              <a:spcAft>
                <a:spcPts val="600"/>
              </a:spcAft>
            </a:pPr>
            <a:r>
              <a:rPr lang="en-US" altLang="zh-CN" sz="2000" dirty="0">
                <a:latin typeface="微软雅黑" panose="020B0503020204020204" charset="-122"/>
                <a:ea typeface="微软雅黑" panose="020B0503020204020204" charset="-122"/>
              </a:rPr>
              <a:t>离散数学及应用学习指导与习题解析，刘铎编著，清华大学出版社</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2022</a:t>
            </a:r>
          </a:p>
          <a:p>
            <a:pPr marL="323850" indent="-323850">
              <a:lnSpc>
                <a:spcPct val="120000"/>
              </a:lnSpc>
              <a:spcBef>
                <a:spcPts val="600"/>
              </a:spcBef>
              <a:spcAft>
                <a:spcPts val="600"/>
              </a:spcAft>
            </a:pPr>
            <a:r>
              <a:rPr lang="en-US" altLang="zh-CN" sz="2000" dirty="0">
                <a:latin typeface="微软雅黑" panose="020B0503020204020204" charset="-122"/>
                <a:ea typeface="微软雅黑" panose="020B0503020204020204" charset="-122"/>
                <a:sym typeface="+mn-ea"/>
              </a:rPr>
              <a:t>离散数学基础</a:t>
            </a: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rPr>
              <a:t>周晓聪</a:t>
            </a:r>
            <a:r>
              <a:rPr lang="zh-CN" altLang="en-US" sz="2000" dirty="0">
                <a:latin typeface="微软雅黑" panose="020B0503020204020204" charset="-122"/>
                <a:ea typeface="微软雅黑" panose="020B0503020204020204" charset="-122"/>
              </a:rPr>
              <a:t>等</a:t>
            </a:r>
            <a:r>
              <a:rPr lang="en-US" altLang="zh-CN" sz="2000" dirty="0">
                <a:latin typeface="微软雅黑" panose="020B0503020204020204" charset="-122"/>
                <a:ea typeface="微软雅黑" panose="020B0503020204020204" charset="-122"/>
              </a:rPr>
              <a:t>编著，清华大学出版社</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2022</a:t>
            </a:r>
          </a:p>
        </p:txBody>
      </p:sp>
      <p:pic>
        <p:nvPicPr>
          <p:cNvPr id="9223" name="图片 3"/>
          <p:cNvPicPr>
            <a:picLocks noChangeAspect="1"/>
          </p:cNvPicPr>
          <p:nvPr/>
        </p:nvPicPr>
        <p:blipFill>
          <a:blip r:embed="rId2"/>
          <a:srcRect l="10442" r="9370"/>
          <a:stretch>
            <a:fillRect/>
          </a:stretch>
        </p:blipFill>
        <p:spPr>
          <a:xfrm>
            <a:off x="6083618" y="1628775"/>
            <a:ext cx="2638425" cy="3360738"/>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ctrTitle"/>
          </p:nvPr>
        </p:nvSpPr>
        <p:spPr/>
        <p:txBody>
          <a:bodyPr vert="horz" wrap="square" lIns="91440" tIns="45720" rIns="91440" bIns="45720" anchor="b" anchorCtr="0"/>
          <a:lstStyle/>
          <a:p>
            <a:pPr eaLnBrk="1" hangingPunct="1">
              <a:buClrTx/>
              <a:buSzTx/>
              <a:buFontTx/>
            </a:pPr>
            <a:r>
              <a:rPr lang="en-US" altLang="zh-CN" dirty="0">
                <a:latin typeface="+mj-lt"/>
                <a:ea typeface="+mj-ea"/>
                <a:cs typeface="+mj-cs"/>
              </a:rPr>
              <a:t>Q &amp; A</a:t>
            </a:r>
          </a:p>
        </p:txBody>
      </p:sp>
      <p:sp>
        <p:nvSpPr>
          <p:cNvPr id="643075" name="Rectangle 3"/>
          <p:cNvSpPr>
            <a:spLocks noGrp="1" noChangeArrowheads="1"/>
          </p:cNvSpPr>
          <p:nvPr>
            <p:ph type="subTitle" idx="1"/>
          </p:nvPr>
        </p:nvSpPr>
        <p:spPr>
          <a:xfrm>
            <a:off x="509270" y="3900805"/>
            <a:ext cx="6400800" cy="17526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4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400" b="0" i="0" u="none" strike="noStrike" kern="0" cap="none" spc="0" normalizeH="0" baseline="0" noProof="0" dirty="0">
                <a:ln>
                  <a:noFill/>
                </a:ln>
                <a:solidFill>
                  <a:schemeClr val="folHlink"/>
                </a:solidFill>
                <a:effectLst>
                  <a:outerShdw blurRad="38100" dist="38100" dir="2700000" algn="tl">
                    <a:srgbClr val="C0C0C0"/>
                  </a:outerShdw>
                </a:effectLst>
                <a:uLnTx/>
                <a:uFillTx/>
                <a:latin typeface="Times New Roman" panose="02020603050405020304" pitchFamily="18" charset="0"/>
                <a:ea typeface="+mn-ea"/>
                <a:cs typeface="+mn-cs"/>
              </a:rPr>
              <a:t>Suggestions and Comments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en-US" altLang="zh-CN" sz="2000" b="0" i="0" u="none" strike="noStrike" kern="0" cap="none" spc="0" normalizeH="0" baseline="0" noProof="0" dirty="0" err="1">
                <a:ln>
                  <a:noFill/>
                </a:ln>
                <a:solidFill>
                  <a:schemeClr val="folHlink"/>
                </a:solidFill>
                <a:effectLst>
                  <a:outerShdw blurRad="38100" dist="38100" dir="2700000" algn="tl">
                    <a:srgbClr val="C0C0C0"/>
                  </a:outerShdw>
                </a:effectLst>
                <a:uLnTx/>
                <a:uFillTx/>
                <a:latin typeface="+mn-lt"/>
                <a:ea typeface="+mn-ea"/>
                <a:cs typeface="+mn-cs"/>
              </a:rPr>
              <a:t>To:</a:t>
            </a:r>
            <a:r>
              <a:rPr kumimoji="1" lang="en-US" altLang="zh-CN" sz="2000" b="1" i="1" u="sng" strike="noStrike" kern="0" cap="none" spc="0" normalizeH="0" baseline="0" noProof="0" dirty="0" err="1">
                <a:ln>
                  <a:noFill/>
                </a:ln>
                <a:solidFill>
                  <a:srgbClr val="FF9966"/>
                </a:solidFill>
                <a:effectLst>
                  <a:outerShdw blurRad="38100" dist="38100" dir="2700000" algn="tl">
                    <a:srgbClr val="C0C0C0"/>
                  </a:outerShdw>
                </a:effectLst>
                <a:uLnTx/>
                <a:uFillTx/>
                <a:latin typeface="Courier New" panose="02070309020205020404" pitchFamily="49" charset="0"/>
                <a:ea typeface="+mn-ea"/>
                <a:cs typeface="+mn-cs"/>
              </a:rPr>
              <a:t>yangjuan@bupt.edu.cn</a:t>
            </a:r>
            <a:endParaRPr kumimoji="1" lang="en-US" altLang="zh-CN" sz="2000" b="1" i="1" u="sng" strike="noStrike" kern="0" cap="none" spc="0" normalizeH="0" baseline="0" noProof="0" dirty="0">
              <a:ln>
                <a:noFill/>
              </a:ln>
              <a:solidFill>
                <a:srgbClr val="FF9966"/>
              </a:solidFill>
              <a:effectLst>
                <a:outerShdw blurRad="38100" dist="38100" dir="2700000" algn="tl">
                  <a:srgbClr val="C0C0C0"/>
                </a:outerShdw>
              </a:effectLst>
              <a:uLnTx/>
              <a:uFillTx/>
              <a:latin typeface="Courier New" panose="02070309020205020404" pitchFamily="49" charset="0"/>
              <a:ea typeface="+mn-ea"/>
              <a:cs typeface="+mn-cs"/>
            </a:endParaRPr>
          </a:p>
        </p:txBody>
      </p:sp>
      <p:grpSp>
        <p:nvGrpSpPr>
          <p:cNvPr id="53252" name="Group 4"/>
          <p:cNvGrpSpPr/>
          <p:nvPr/>
        </p:nvGrpSpPr>
        <p:grpSpPr>
          <a:xfrm>
            <a:off x="5697220" y="357188"/>
            <a:ext cx="3155950" cy="6232525"/>
            <a:chOff x="3408" y="240"/>
            <a:chExt cx="1988" cy="3926"/>
          </a:xfrm>
        </p:grpSpPr>
        <p:sp>
          <p:nvSpPr>
            <p:cNvPr id="53254" name="Text Box 5"/>
            <p:cNvSpPr txBox="1"/>
            <p:nvPr/>
          </p:nvSpPr>
          <p:spPr>
            <a:xfrm>
              <a:off x="4042" y="240"/>
              <a:ext cx="1354" cy="474"/>
            </a:xfrm>
            <a:prstGeom prst="rect">
              <a:avLst/>
            </a:prstGeom>
            <a:noFill/>
            <a:ln w="9525">
              <a:noFill/>
            </a:ln>
          </p:spPr>
          <p:txBody>
            <a:bodyPr wrap="none" lIns="99276" tIns="49638" rIns="99276" bIns="49638" anchor="ctr" anchorCtr="0">
              <a:spAutoFit/>
            </a:bodyPr>
            <a:lstStyle/>
            <a:p>
              <a:pPr algn="ctr" defTabSz="992505">
                <a:spcBef>
                  <a:spcPct val="50000"/>
                </a:spcBef>
              </a:pPr>
              <a:r>
                <a:rPr lang="zh-CN" altLang="en-US" sz="2600" b="1" dirty="0">
                  <a:solidFill>
                    <a:schemeClr val="hlink"/>
                  </a:solidFill>
                  <a:latin typeface="Arial Rounded MT Bold" panose="020F0704030504030204" pitchFamily="34" charset="0"/>
                </a:rPr>
                <a:t> </a:t>
              </a:r>
              <a:r>
                <a:rPr lang="en-US" altLang="zh-CN" sz="4300" b="1" dirty="0">
                  <a:solidFill>
                    <a:schemeClr val="hlink"/>
                  </a:solidFill>
                  <a:latin typeface="Arial Rounded MT Bold" panose="020F0704030504030204" pitchFamily="34" charset="0"/>
                </a:rPr>
                <a:t>(</a:t>
              </a:r>
              <a:r>
                <a:rPr lang="en-US" altLang="zh-CN" sz="4300" b="1" dirty="0">
                  <a:solidFill>
                    <a:schemeClr val="folHlink"/>
                  </a:solidFill>
                  <a:latin typeface="Arial Rounded MT Bold" panose="020F0704030504030204" pitchFamily="34" charset="0"/>
                </a:rPr>
                <a:t>(</a:t>
              </a:r>
              <a:r>
                <a:rPr lang="en-US" altLang="zh-CN" sz="4300" b="1" dirty="0">
                  <a:solidFill>
                    <a:schemeClr val="hlink"/>
                  </a:solidFill>
                  <a:latin typeface="Arial Rounded MT Bold" panose="020F0704030504030204" pitchFamily="34" charset="0"/>
                </a:rPr>
                <a:t>(     )</a:t>
              </a:r>
              <a:r>
                <a:rPr lang="en-US" altLang="zh-CN" sz="4300" b="1" dirty="0">
                  <a:solidFill>
                    <a:schemeClr val="folHlink"/>
                  </a:solidFill>
                  <a:latin typeface="Arial Rounded MT Bold" panose="020F0704030504030204" pitchFamily="34" charset="0"/>
                </a:rPr>
                <a:t>)</a:t>
              </a:r>
              <a:r>
                <a:rPr lang="en-US" altLang="zh-CN" sz="4300" b="1" dirty="0">
                  <a:solidFill>
                    <a:schemeClr val="hlink"/>
                  </a:solidFill>
                  <a:latin typeface="Arial Rounded MT Bold" panose="020F0704030504030204" pitchFamily="34" charset="0"/>
                </a:rPr>
                <a:t>)</a:t>
              </a:r>
              <a:endParaRPr lang="en-US" altLang="zh-CN" sz="2600" b="1" dirty="0">
                <a:solidFill>
                  <a:schemeClr val="hlink"/>
                </a:solidFill>
                <a:latin typeface="Arial Rounded MT Bold" panose="020F0704030504030204" pitchFamily="34" charset="0"/>
              </a:endParaRPr>
            </a:p>
          </p:txBody>
        </p:sp>
        <p:grpSp>
          <p:nvGrpSpPr>
            <p:cNvPr id="53255" name="Group 6"/>
            <p:cNvGrpSpPr/>
            <p:nvPr/>
          </p:nvGrpSpPr>
          <p:grpSpPr>
            <a:xfrm>
              <a:off x="3408" y="270"/>
              <a:ext cx="1573" cy="3896"/>
              <a:chOff x="3408" y="270"/>
              <a:chExt cx="1573" cy="3896"/>
            </a:xfrm>
          </p:grpSpPr>
          <p:sp>
            <p:nvSpPr>
              <p:cNvPr id="53256" name="Freeform 7"/>
              <p:cNvSpPr/>
              <p:nvPr/>
            </p:nvSpPr>
            <p:spPr>
              <a:xfrm>
                <a:off x="3948" y="2222"/>
                <a:ext cx="508" cy="941"/>
              </a:xfrm>
              <a:custGeom>
                <a:avLst/>
                <a:gdLst/>
                <a:ahLst/>
                <a:cxnLst>
                  <a:cxn ang="0">
                    <a:pos x="194" y="0"/>
                  </a:cxn>
                  <a:cxn ang="0">
                    <a:pos x="270" y="0"/>
                  </a:cxn>
                  <a:cxn ang="0">
                    <a:pos x="364" y="16"/>
                  </a:cxn>
                  <a:cxn ang="0">
                    <a:pos x="414" y="65"/>
                  </a:cxn>
                  <a:cxn ang="0">
                    <a:pos x="465" y="158"/>
                  </a:cxn>
                  <a:cxn ang="0">
                    <a:pos x="491" y="225"/>
                  </a:cxn>
                  <a:cxn ang="0">
                    <a:pos x="508" y="307"/>
                  </a:cxn>
                  <a:cxn ang="0">
                    <a:pos x="508" y="408"/>
                  </a:cxn>
                  <a:cxn ang="0">
                    <a:pos x="499" y="508"/>
                  </a:cxn>
                  <a:cxn ang="0">
                    <a:pos x="491" y="615"/>
                  </a:cxn>
                  <a:cxn ang="0">
                    <a:pos x="456" y="749"/>
                  </a:cxn>
                  <a:cxn ang="0">
                    <a:pos x="414" y="840"/>
                  </a:cxn>
                  <a:cxn ang="0">
                    <a:pos x="339" y="915"/>
                  </a:cxn>
                  <a:cxn ang="0">
                    <a:pos x="254" y="941"/>
                  </a:cxn>
                  <a:cxn ang="0">
                    <a:pos x="160" y="915"/>
                  </a:cxn>
                  <a:cxn ang="0">
                    <a:pos x="102" y="799"/>
                  </a:cxn>
                  <a:cxn ang="0">
                    <a:pos x="58" y="691"/>
                  </a:cxn>
                  <a:cxn ang="0">
                    <a:pos x="33" y="566"/>
                  </a:cxn>
                  <a:cxn ang="0">
                    <a:pos x="0" y="449"/>
                  </a:cxn>
                  <a:cxn ang="0">
                    <a:pos x="0" y="291"/>
                  </a:cxn>
                  <a:cxn ang="0">
                    <a:pos x="25" y="182"/>
                  </a:cxn>
                  <a:cxn ang="0">
                    <a:pos x="58" y="100"/>
                  </a:cxn>
                  <a:cxn ang="0">
                    <a:pos x="102" y="0"/>
                  </a:cxn>
                  <a:cxn ang="0">
                    <a:pos x="194" y="0"/>
                  </a:cxn>
                </a:cxnLst>
                <a:rect l="0" t="0" r="0" b="0"/>
                <a:pathLst>
                  <a:path w="618" h="1008">
                    <a:moveTo>
                      <a:pt x="236" y="0"/>
                    </a:moveTo>
                    <a:lnTo>
                      <a:pt x="329" y="0"/>
                    </a:lnTo>
                    <a:lnTo>
                      <a:pt x="443" y="17"/>
                    </a:lnTo>
                    <a:lnTo>
                      <a:pt x="504" y="70"/>
                    </a:lnTo>
                    <a:lnTo>
                      <a:pt x="566" y="169"/>
                    </a:lnTo>
                    <a:lnTo>
                      <a:pt x="597" y="241"/>
                    </a:lnTo>
                    <a:lnTo>
                      <a:pt x="618" y="329"/>
                    </a:lnTo>
                    <a:lnTo>
                      <a:pt x="618" y="437"/>
                    </a:lnTo>
                    <a:lnTo>
                      <a:pt x="607" y="544"/>
                    </a:lnTo>
                    <a:lnTo>
                      <a:pt x="597" y="659"/>
                    </a:lnTo>
                    <a:lnTo>
                      <a:pt x="555" y="802"/>
                    </a:lnTo>
                    <a:lnTo>
                      <a:pt x="504" y="900"/>
                    </a:lnTo>
                    <a:lnTo>
                      <a:pt x="412" y="980"/>
                    </a:lnTo>
                    <a:lnTo>
                      <a:pt x="309" y="1008"/>
                    </a:lnTo>
                    <a:lnTo>
                      <a:pt x="195" y="980"/>
                    </a:lnTo>
                    <a:lnTo>
                      <a:pt x="124" y="856"/>
                    </a:lnTo>
                    <a:lnTo>
                      <a:pt x="71" y="740"/>
                    </a:lnTo>
                    <a:lnTo>
                      <a:pt x="40" y="606"/>
                    </a:lnTo>
                    <a:lnTo>
                      <a:pt x="0" y="481"/>
                    </a:lnTo>
                    <a:lnTo>
                      <a:pt x="0" y="312"/>
                    </a:lnTo>
                    <a:lnTo>
                      <a:pt x="31" y="195"/>
                    </a:lnTo>
                    <a:lnTo>
                      <a:pt x="71" y="107"/>
                    </a:lnTo>
                    <a:lnTo>
                      <a:pt x="124" y="0"/>
                    </a:lnTo>
                    <a:lnTo>
                      <a:pt x="236" y="0"/>
                    </a:lnTo>
                    <a:close/>
                  </a:path>
                </a:pathLst>
              </a:custGeom>
              <a:solidFill>
                <a:schemeClr val="accent1">
                  <a:alpha val="100000"/>
                </a:schemeClr>
              </a:solidFill>
              <a:ln w="9525">
                <a:noFill/>
              </a:ln>
            </p:spPr>
            <p:txBody>
              <a:bodyPr/>
              <a:lstStyle/>
              <a:p>
                <a:endParaRPr lang="zh-CN" altLang="en-US"/>
              </a:p>
            </p:txBody>
          </p:sp>
          <p:grpSp>
            <p:nvGrpSpPr>
              <p:cNvPr id="53257" name="Group 8"/>
              <p:cNvGrpSpPr/>
              <p:nvPr/>
            </p:nvGrpSpPr>
            <p:grpSpPr>
              <a:xfrm>
                <a:off x="3408" y="270"/>
                <a:ext cx="1573" cy="3896"/>
                <a:chOff x="3314" y="144"/>
                <a:chExt cx="1913" cy="4175"/>
              </a:xfrm>
            </p:grpSpPr>
            <p:sp>
              <p:nvSpPr>
                <p:cNvPr id="53258" name="Freeform 9"/>
                <p:cNvSpPr/>
                <p:nvPr/>
              </p:nvSpPr>
              <p:spPr>
                <a:xfrm>
                  <a:off x="3930" y="1491"/>
                  <a:ext cx="571" cy="697"/>
                </a:xfrm>
                <a:custGeom>
                  <a:avLst/>
                  <a:gdLst/>
                  <a:ahLst/>
                  <a:cxnLst>
                    <a:cxn ang="0">
                      <a:pos x="331" y="0"/>
                    </a:cxn>
                    <a:cxn ang="0">
                      <a:pos x="405" y="9"/>
                    </a:cxn>
                    <a:cxn ang="0">
                      <a:pos x="479" y="45"/>
                    </a:cxn>
                    <a:cxn ang="0">
                      <a:pos x="525" y="99"/>
                    </a:cxn>
                    <a:cxn ang="0">
                      <a:pos x="562" y="178"/>
                    </a:cxn>
                    <a:cxn ang="0">
                      <a:pos x="571" y="314"/>
                    </a:cxn>
                    <a:cxn ang="0">
                      <a:pos x="544" y="448"/>
                    </a:cxn>
                    <a:cxn ang="0">
                      <a:pos x="497" y="545"/>
                    </a:cxn>
                    <a:cxn ang="0">
                      <a:pos x="433" y="626"/>
                    </a:cxn>
                    <a:cxn ang="0">
                      <a:pos x="368" y="679"/>
                    </a:cxn>
                    <a:cxn ang="0">
                      <a:pos x="294" y="697"/>
                    </a:cxn>
                    <a:cxn ang="0">
                      <a:pos x="220" y="688"/>
                    </a:cxn>
                    <a:cxn ang="0">
                      <a:pos x="183" y="644"/>
                    </a:cxn>
                    <a:cxn ang="0">
                      <a:pos x="128" y="572"/>
                    </a:cxn>
                    <a:cxn ang="0">
                      <a:pos x="109" y="438"/>
                    </a:cxn>
                    <a:cxn ang="0">
                      <a:pos x="114" y="393"/>
                    </a:cxn>
                    <a:cxn ang="0">
                      <a:pos x="0" y="371"/>
                    </a:cxn>
                    <a:cxn ang="0">
                      <a:pos x="3" y="327"/>
                    </a:cxn>
                    <a:cxn ang="0">
                      <a:pos x="114" y="331"/>
                    </a:cxn>
                    <a:cxn ang="0">
                      <a:pos x="123" y="281"/>
                    </a:cxn>
                    <a:cxn ang="0">
                      <a:pos x="151" y="210"/>
                    </a:cxn>
                    <a:cxn ang="0">
                      <a:pos x="183" y="143"/>
                    </a:cxn>
                    <a:cxn ang="0">
                      <a:pos x="239" y="54"/>
                    </a:cxn>
                    <a:cxn ang="0">
                      <a:pos x="294" y="19"/>
                    </a:cxn>
                    <a:cxn ang="0">
                      <a:pos x="331" y="0"/>
                    </a:cxn>
                  </a:cxnLst>
                  <a:rect l="0" t="0" r="0" b="0"/>
                  <a:pathLst>
                    <a:path w="571" h="697">
                      <a:moveTo>
                        <a:pt x="331" y="0"/>
                      </a:moveTo>
                      <a:lnTo>
                        <a:pt x="405" y="9"/>
                      </a:lnTo>
                      <a:lnTo>
                        <a:pt x="479" y="45"/>
                      </a:lnTo>
                      <a:lnTo>
                        <a:pt x="525" y="99"/>
                      </a:lnTo>
                      <a:lnTo>
                        <a:pt x="562" y="178"/>
                      </a:lnTo>
                      <a:lnTo>
                        <a:pt x="571" y="314"/>
                      </a:lnTo>
                      <a:lnTo>
                        <a:pt x="544" y="448"/>
                      </a:lnTo>
                      <a:lnTo>
                        <a:pt x="497" y="545"/>
                      </a:lnTo>
                      <a:lnTo>
                        <a:pt x="433" y="626"/>
                      </a:lnTo>
                      <a:lnTo>
                        <a:pt x="368" y="679"/>
                      </a:lnTo>
                      <a:lnTo>
                        <a:pt x="294" y="697"/>
                      </a:lnTo>
                      <a:lnTo>
                        <a:pt x="220" y="688"/>
                      </a:lnTo>
                      <a:lnTo>
                        <a:pt x="183" y="644"/>
                      </a:lnTo>
                      <a:lnTo>
                        <a:pt x="128" y="572"/>
                      </a:lnTo>
                      <a:lnTo>
                        <a:pt x="109" y="438"/>
                      </a:lnTo>
                      <a:lnTo>
                        <a:pt x="114" y="393"/>
                      </a:lnTo>
                      <a:lnTo>
                        <a:pt x="0" y="371"/>
                      </a:lnTo>
                      <a:lnTo>
                        <a:pt x="3" y="327"/>
                      </a:lnTo>
                      <a:lnTo>
                        <a:pt x="114" y="331"/>
                      </a:lnTo>
                      <a:lnTo>
                        <a:pt x="123" y="281"/>
                      </a:lnTo>
                      <a:lnTo>
                        <a:pt x="151" y="210"/>
                      </a:lnTo>
                      <a:lnTo>
                        <a:pt x="183" y="143"/>
                      </a:lnTo>
                      <a:lnTo>
                        <a:pt x="239" y="54"/>
                      </a:lnTo>
                      <a:lnTo>
                        <a:pt x="294" y="19"/>
                      </a:lnTo>
                      <a:lnTo>
                        <a:pt x="331" y="0"/>
                      </a:lnTo>
                      <a:close/>
                    </a:path>
                  </a:pathLst>
                </a:custGeom>
                <a:solidFill>
                  <a:srgbClr val="3366FF">
                    <a:alpha val="100000"/>
                  </a:srgbClr>
                </a:solidFill>
                <a:ln w="9525">
                  <a:noFill/>
                </a:ln>
              </p:spPr>
              <p:txBody>
                <a:bodyPr/>
                <a:lstStyle/>
                <a:p>
                  <a:endParaRPr lang="zh-CN" altLang="en-US"/>
                </a:p>
              </p:txBody>
            </p:sp>
            <p:sp>
              <p:nvSpPr>
                <p:cNvPr id="53259" name="Freeform 10"/>
                <p:cNvSpPr/>
                <p:nvPr/>
              </p:nvSpPr>
              <p:spPr>
                <a:xfrm>
                  <a:off x="4384" y="3101"/>
                  <a:ext cx="475" cy="1158"/>
                </a:xfrm>
                <a:custGeom>
                  <a:avLst/>
                  <a:gdLst/>
                  <a:ahLst/>
                  <a:cxnLst>
                    <a:cxn ang="0">
                      <a:pos x="88" y="134"/>
                    </a:cxn>
                    <a:cxn ang="0">
                      <a:pos x="26" y="57"/>
                    </a:cxn>
                    <a:cxn ang="0">
                      <a:pos x="46" y="0"/>
                    </a:cxn>
                    <a:cxn ang="0">
                      <a:pos x="108" y="0"/>
                    </a:cxn>
                    <a:cxn ang="0">
                      <a:pos x="181" y="62"/>
                    </a:cxn>
                    <a:cxn ang="0">
                      <a:pos x="273" y="191"/>
                    </a:cxn>
                    <a:cxn ang="0">
                      <a:pos x="325" y="314"/>
                    </a:cxn>
                    <a:cxn ang="0">
                      <a:pos x="372" y="433"/>
                    </a:cxn>
                    <a:cxn ang="0">
                      <a:pos x="387" y="542"/>
                    </a:cxn>
                    <a:cxn ang="0">
                      <a:pos x="382" y="599"/>
                    </a:cxn>
                    <a:cxn ang="0">
                      <a:pos x="336" y="669"/>
                    </a:cxn>
                    <a:cxn ang="0">
                      <a:pos x="258" y="859"/>
                    </a:cxn>
                    <a:cxn ang="0">
                      <a:pos x="170" y="968"/>
                    </a:cxn>
                    <a:cxn ang="0">
                      <a:pos x="150" y="1016"/>
                    </a:cxn>
                    <a:cxn ang="0">
                      <a:pos x="233" y="1025"/>
                    </a:cxn>
                    <a:cxn ang="0">
                      <a:pos x="341" y="1025"/>
                    </a:cxn>
                    <a:cxn ang="0">
                      <a:pos x="475" y="1068"/>
                    </a:cxn>
                    <a:cxn ang="0">
                      <a:pos x="464" y="1102"/>
                    </a:cxn>
                    <a:cxn ang="0">
                      <a:pos x="444" y="1140"/>
                    </a:cxn>
                    <a:cxn ang="0">
                      <a:pos x="402" y="1158"/>
                    </a:cxn>
                    <a:cxn ang="0">
                      <a:pos x="321" y="1131"/>
                    </a:cxn>
                    <a:cxn ang="0">
                      <a:pos x="233" y="1088"/>
                    </a:cxn>
                    <a:cxn ang="0">
                      <a:pos x="108" y="1083"/>
                    </a:cxn>
                    <a:cxn ang="0">
                      <a:pos x="31" y="1097"/>
                    </a:cxn>
                    <a:cxn ang="0">
                      <a:pos x="0" y="1073"/>
                    </a:cxn>
                    <a:cxn ang="0">
                      <a:pos x="0" y="1040"/>
                    </a:cxn>
                    <a:cxn ang="0">
                      <a:pos x="42" y="1002"/>
                    </a:cxn>
                    <a:cxn ang="0">
                      <a:pos x="108" y="941"/>
                    </a:cxn>
                    <a:cxn ang="0">
                      <a:pos x="227" y="784"/>
                    </a:cxn>
                    <a:cxn ang="0">
                      <a:pos x="279" y="646"/>
                    </a:cxn>
                    <a:cxn ang="0">
                      <a:pos x="295" y="513"/>
                    </a:cxn>
                    <a:cxn ang="0">
                      <a:pos x="288" y="442"/>
                    </a:cxn>
                    <a:cxn ang="0">
                      <a:pos x="248" y="314"/>
                    </a:cxn>
                    <a:cxn ang="0">
                      <a:pos x="139" y="176"/>
                    </a:cxn>
                    <a:cxn ang="0">
                      <a:pos x="62" y="105"/>
                    </a:cxn>
                    <a:cxn ang="0">
                      <a:pos x="88" y="134"/>
                    </a:cxn>
                  </a:cxnLst>
                  <a:rect l="0" t="0" r="0" b="0"/>
                  <a:pathLst>
                    <a:path w="475" h="1158">
                      <a:moveTo>
                        <a:pt x="88" y="134"/>
                      </a:moveTo>
                      <a:lnTo>
                        <a:pt x="26" y="57"/>
                      </a:lnTo>
                      <a:lnTo>
                        <a:pt x="46" y="0"/>
                      </a:lnTo>
                      <a:lnTo>
                        <a:pt x="108" y="0"/>
                      </a:lnTo>
                      <a:lnTo>
                        <a:pt x="181" y="62"/>
                      </a:lnTo>
                      <a:lnTo>
                        <a:pt x="273" y="191"/>
                      </a:lnTo>
                      <a:lnTo>
                        <a:pt x="325" y="314"/>
                      </a:lnTo>
                      <a:lnTo>
                        <a:pt x="372" y="433"/>
                      </a:lnTo>
                      <a:lnTo>
                        <a:pt x="387" y="542"/>
                      </a:lnTo>
                      <a:lnTo>
                        <a:pt x="382" y="599"/>
                      </a:lnTo>
                      <a:lnTo>
                        <a:pt x="336" y="669"/>
                      </a:lnTo>
                      <a:lnTo>
                        <a:pt x="258" y="859"/>
                      </a:lnTo>
                      <a:lnTo>
                        <a:pt x="170" y="968"/>
                      </a:lnTo>
                      <a:lnTo>
                        <a:pt x="150" y="1016"/>
                      </a:lnTo>
                      <a:lnTo>
                        <a:pt x="233" y="1025"/>
                      </a:lnTo>
                      <a:lnTo>
                        <a:pt x="341" y="1025"/>
                      </a:lnTo>
                      <a:lnTo>
                        <a:pt x="475" y="1068"/>
                      </a:lnTo>
                      <a:lnTo>
                        <a:pt x="464" y="1102"/>
                      </a:lnTo>
                      <a:lnTo>
                        <a:pt x="444" y="1140"/>
                      </a:lnTo>
                      <a:lnTo>
                        <a:pt x="402" y="1158"/>
                      </a:lnTo>
                      <a:lnTo>
                        <a:pt x="321" y="1131"/>
                      </a:lnTo>
                      <a:lnTo>
                        <a:pt x="233" y="1088"/>
                      </a:lnTo>
                      <a:lnTo>
                        <a:pt x="108" y="1083"/>
                      </a:lnTo>
                      <a:lnTo>
                        <a:pt x="31" y="1097"/>
                      </a:lnTo>
                      <a:lnTo>
                        <a:pt x="0" y="1073"/>
                      </a:lnTo>
                      <a:lnTo>
                        <a:pt x="0" y="1040"/>
                      </a:lnTo>
                      <a:lnTo>
                        <a:pt x="42" y="1002"/>
                      </a:lnTo>
                      <a:lnTo>
                        <a:pt x="108" y="941"/>
                      </a:lnTo>
                      <a:lnTo>
                        <a:pt x="227" y="784"/>
                      </a:lnTo>
                      <a:lnTo>
                        <a:pt x="279" y="646"/>
                      </a:lnTo>
                      <a:lnTo>
                        <a:pt x="295" y="513"/>
                      </a:lnTo>
                      <a:lnTo>
                        <a:pt x="288" y="442"/>
                      </a:lnTo>
                      <a:lnTo>
                        <a:pt x="248" y="314"/>
                      </a:lnTo>
                      <a:lnTo>
                        <a:pt x="139" y="176"/>
                      </a:lnTo>
                      <a:lnTo>
                        <a:pt x="62" y="105"/>
                      </a:lnTo>
                      <a:lnTo>
                        <a:pt x="88" y="134"/>
                      </a:lnTo>
                      <a:close/>
                    </a:path>
                  </a:pathLst>
                </a:custGeom>
                <a:solidFill>
                  <a:srgbClr val="3366FF">
                    <a:alpha val="100000"/>
                  </a:srgbClr>
                </a:solidFill>
                <a:ln w="9525">
                  <a:noFill/>
                </a:ln>
              </p:spPr>
              <p:txBody>
                <a:bodyPr/>
                <a:lstStyle/>
                <a:p>
                  <a:endParaRPr lang="zh-CN" altLang="en-US"/>
                </a:p>
              </p:txBody>
            </p:sp>
            <p:sp>
              <p:nvSpPr>
                <p:cNvPr id="53260" name="Freeform 11"/>
                <p:cNvSpPr/>
                <p:nvPr/>
              </p:nvSpPr>
              <p:spPr>
                <a:xfrm>
                  <a:off x="3754" y="3084"/>
                  <a:ext cx="475" cy="1235"/>
                </a:xfrm>
                <a:custGeom>
                  <a:avLst/>
                  <a:gdLst/>
                  <a:ahLst/>
                  <a:cxnLst>
                    <a:cxn ang="0">
                      <a:pos x="247" y="222"/>
                    </a:cxn>
                    <a:cxn ang="0">
                      <a:pos x="319" y="97"/>
                    </a:cxn>
                    <a:cxn ang="0">
                      <a:pos x="388" y="0"/>
                    </a:cxn>
                    <a:cxn ang="0">
                      <a:pos x="439" y="0"/>
                    </a:cxn>
                    <a:cxn ang="0">
                      <a:pos x="470" y="40"/>
                    </a:cxn>
                    <a:cxn ang="0">
                      <a:pos x="475" y="106"/>
                    </a:cxn>
                    <a:cxn ang="0">
                      <a:pos x="432" y="156"/>
                    </a:cxn>
                    <a:cxn ang="0">
                      <a:pos x="358" y="217"/>
                    </a:cxn>
                    <a:cxn ang="0">
                      <a:pos x="298" y="288"/>
                    </a:cxn>
                    <a:cxn ang="0">
                      <a:pos x="237" y="386"/>
                    </a:cxn>
                    <a:cxn ang="0">
                      <a:pos x="211" y="453"/>
                    </a:cxn>
                    <a:cxn ang="0">
                      <a:pos x="187" y="537"/>
                    </a:cxn>
                    <a:cxn ang="0">
                      <a:pos x="182" y="645"/>
                    </a:cxn>
                    <a:cxn ang="0">
                      <a:pos x="190" y="742"/>
                    </a:cxn>
                    <a:cxn ang="0">
                      <a:pos x="220" y="862"/>
                    </a:cxn>
                    <a:cxn ang="0">
                      <a:pos x="276" y="968"/>
                    </a:cxn>
                    <a:cxn ang="0">
                      <a:pos x="324" y="1031"/>
                    </a:cxn>
                    <a:cxn ang="0">
                      <a:pos x="353" y="1075"/>
                    </a:cxn>
                    <a:cxn ang="0">
                      <a:pos x="358" y="1110"/>
                    </a:cxn>
                    <a:cxn ang="0">
                      <a:pos x="331" y="1124"/>
                    </a:cxn>
                    <a:cxn ang="0">
                      <a:pos x="271" y="1132"/>
                    </a:cxn>
                    <a:cxn ang="0">
                      <a:pos x="182" y="1159"/>
                    </a:cxn>
                    <a:cxn ang="0">
                      <a:pos x="113" y="1194"/>
                    </a:cxn>
                    <a:cxn ang="0">
                      <a:pos x="69" y="1235"/>
                    </a:cxn>
                    <a:cxn ang="0">
                      <a:pos x="31" y="1226"/>
                    </a:cxn>
                    <a:cxn ang="0">
                      <a:pos x="0" y="1178"/>
                    </a:cxn>
                    <a:cxn ang="0">
                      <a:pos x="0" y="1137"/>
                    </a:cxn>
                    <a:cxn ang="0">
                      <a:pos x="69" y="1101"/>
                    </a:cxn>
                    <a:cxn ang="0">
                      <a:pos x="187" y="1079"/>
                    </a:cxn>
                    <a:cxn ang="0">
                      <a:pos x="293" y="1066"/>
                    </a:cxn>
                    <a:cxn ang="0">
                      <a:pos x="247" y="1018"/>
                    </a:cxn>
                    <a:cxn ang="0">
                      <a:pos x="216" y="955"/>
                    </a:cxn>
                    <a:cxn ang="0">
                      <a:pos x="177" y="866"/>
                    </a:cxn>
                    <a:cxn ang="0">
                      <a:pos x="134" y="773"/>
                    </a:cxn>
                    <a:cxn ang="0">
                      <a:pos x="122" y="658"/>
                    </a:cxn>
                    <a:cxn ang="0">
                      <a:pos x="117" y="546"/>
                    </a:cxn>
                    <a:cxn ang="0">
                      <a:pos x="147" y="439"/>
                    </a:cxn>
                    <a:cxn ang="0">
                      <a:pos x="204" y="297"/>
                    </a:cxn>
                    <a:cxn ang="0">
                      <a:pos x="247" y="222"/>
                    </a:cxn>
                  </a:cxnLst>
                  <a:rect l="0" t="0" r="0" b="0"/>
                  <a:pathLst>
                    <a:path w="475" h="1235">
                      <a:moveTo>
                        <a:pt x="247" y="222"/>
                      </a:moveTo>
                      <a:lnTo>
                        <a:pt x="319" y="97"/>
                      </a:lnTo>
                      <a:lnTo>
                        <a:pt x="388" y="0"/>
                      </a:lnTo>
                      <a:lnTo>
                        <a:pt x="439" y="0"/>
                      </a:lnTo>
                      <a:lnTo>
                        <a:pt x="470" y="40"/>
                      </a:lnTo>
                      <a:lnTo>
                        <a:pt x="475" y="106"/>
                      </a:lnTo>
                      <a:lnTo>
                        <a:pt x="432" y="156"/>
                      </a:lnTo>
                      <a:lnTo>
                        <a:pt x="358" y="217"/>
                      </a:lnTo>
                      <a:lnTo>
                        <a:pt x="298" y="288"/>
                      </a:lnTo>
                      <a:lnTo>
                        <a:pt x="237" y="386"/>
                      </a:lnTo>
                      <a:lnTo>
                        <a:pt x="211" y="453"/>
                      </a:lnTo>
                      <a:lnTo>
                        <a:pt x="187" y="537"/>
                      </a:lnTo>
                      <a:lnTo>
                        <a:pt x="182" y="645"/>
                      </a:lnTo>
                      <a:lnTo>
                        <a:pt x="190" y="742"/>
                      </a:lnTo>
                      <a:lnTo>
                        <a:pt x="220" y="862"/>
                      </a:lnTo>
                      <a:lnTo>
                        <a:pt x="276" y="968"/>
                      </a:lnTo>
                      <a:lnTo>
                        <a:pt x="324" y="1031"/>
                      </a:lnTo>
                      <a:lnTo>
                        <a:pt x="353" y="1075"/>
                      </a:lnTo>
                      <a:lnTo>
                        <a:pt x="358" y="1110"/>
                      </a:lnTo>
                      <a:lnTo>
                        <a:pt x="331" y="1124"/>
                      </a:lnTo>
                      <a:lnTo>
                        <a:pt x="271" y="1132"/>
                      </a:lnTo>
                      <a:lnTo>
                        <a:pt x="182" y="1159"/>
                      </a:lnTo>
                      <a:lnTo>
                        <a:pt x="113" y="1194"/>
                      </a:lnTo>
                      <a:lnTo>
                        <a:pt x="69" y="1235"/>
                      </a:lnTo>
                      <a:lnTo>
                        <a:pt x="31" y="1226"/>
                      </a:lnTo>
                      <a:lnTo>
                        <a:pt x="0" y="1178"/>
                      </a:lnTo>
                      <a:lnTo>
                        <a:pt x="0" y="1137"/>
                      </a:lnTo>
                      <a:lnTo>
                        <a:pt x="69" y="1101"/>
                      </a:lnTo>
                      <a:lnTo>
                        <a:pt x="187" y="1079"/>
                      </a:lnTo>
                      <a:lnTo>
                        <a:pt x="293" y="1066"/>
                      </a:lnTo>
                      <a:lnTo>
                        <a:pt x="247" y="1018"/>
                      </a:lnTo>
                      <a:lnTo>
                        <a:pt x="216" y="955"/>
                      </a:lnTo>
                      <a:lnTo>
                        <a:pt x="177" y="866"/>
                      </a:lnTo>
                      <a:lnTo>
                        <a:pt x="134" y="773"/>
                      </a:lnTo>
                      <a:lnTo>
                        <a:pt x="122" y="658"/>
                      </a:lnTo>
                      <a:lnTo>
                        <a:pt x="117" y="546"/>
                      </a:lnTo>
                      <a:lnTo>
                        <a:pt x="147" y="439"/>
                      </a:lnTo>
                      <a:lnTo>
                        <a:pt x="204" y="297"/>
                      </a:lnTo>
                      <a:lnTo>
                        <a:pt x="247" y="222"/>
                      </a:lnTo>
                      <a:close/>
                    </a:path>
                  </a:pathLst>
                </a:custGeom>
                <a:solidFill>
                  <a:srgbClr val="3366FF">
                    <a:alpha val="100000"/>
                  </a:srgbClr>
                </a:solidFill>
                <a:ln w="9525">
                  <a:noFill/>
                </a:ln>
              </p:spPr>
              <p:txBody>
                <a:bodyPr/>
                <a:lstStyle/>
                <a:p>
                  <a:endParaRPr lang="zh-CN" altLang="en-US"/>
                </a:p>
              </p:txBody>
            </p:sp>
            <p:sp>
              <p:nvSpPr>
                <p:cNvPr id="53261" name="Freeform 12"/>
                <p:cNvSpPr/>
                <p:nvPr/>
              </p:nvSpPr>
              <p:spPr>
                <a:xfrm>
                  <a:off x="4463" y="144"/>
                  <a:ext cx="764" cy="2360"/>
                </a:xfrm>
                <a:custGeom>
                  <a:avLst/>
                  <a:gdLst/>
                  <a:ahLst/>
                  <a:cxnLst>
                    <a:cxn ang="0">
                      <a:pos x="15" y="2262"/>
                    </a:cxn>
                    <a:cxn ang="0">
                      <a:pos x="0" y="2163"/>
                    </a:cxn>
                    <a:cxn ang="0">
                      <a:pos x="24" y="2087"/>
                    </a:cxn>
                    <a:cxn ang="0">
                      <a:pos x="88" y="2011"/>
                    </a:cxn>
                    <a:cxn ang="0">
                      <a:pos x="208" y="1868"/>
                    </a:cxn>
                    <a:cxn ang="0">
                      <a:pos x="353" y="1649"/>
                    </a:cxn>
                    <a:cxn ang="0">
                      <a:pos x="431" y="1451"/>
                    </a:cxn>
                    <a:cxn ang="0">
                      <a:pos x="467" y="1344"/>
                    </a:cxn>
                    <a:cxn ang="0">
                      <a:pos x="504" y="1054"/>
                    </a:cxn>
                    <a:cxn ang="0">
                      <a:pos x="497" y="652"/>
                    </a:cxn>
                    <a:cxn ang="0">
                      <a:pos x="482" y="455"/>
                    </a:cxn>
                    <a:cxn ang="0">
                      <a:pos x="473" y="379"/>
                    </a:cxn>
                    <a:cxn ang="0">
                      <a:pos x="326" y="273"/>
                    </a:cxn>
                    <a:cxn ang="0">
                      <a:pos x="322" y="234"/>
                    </a:cxn>
                    <a:cxn ang="0">
                      <a:pos x="337" y="212"/>
                    </a:cxn>
                    <a:cxn ang="0">
                      <a:pos x="473" y="273"/>
                    </a:cxn>
                    <a:cxn ang="0">
                      <a:pos x="504" y="258"/>
                    </a:cxn>
                    <a:cxn ang="0">
                      <a:pos x="420" y="30"/>
                    </a:cxn>
                    <a:cxn ang="0">
                      <a:pos x="431" y="0"/>
                    </a:cxn>
                    <a:cxn ang="0">
                      <a:pos x="462" y="8"/>
                    </a:cxn>
                    <a:cxn ang="0">
                      <a:pos x="539" y="206"/>
                    </a:cxn>
                    <a:cxn ang="0">
                      <a:pos x="561" y="212"/>
                    </a:cxn>
                    <a:cxn ang="0">
                      <a:pos x="602" y="8"/>
                    </a:cxn>
                    <a:cxn ang="0">
                      <a:pos x="628" y="0"/>
                    </a:cxn>
                    <a:cxn ang="0">
                      <a:pos x="639" y="37"/>
                    </a:cxn>
                    <a:cxn ang="0">
                      <a:pos x="607" y="258"/>
                    </a:cxn>
                    <a:cxn ang="0">
                      <a:pos x="618" y="290"/>
                    </a:cxn>
                    <a:cxn ang="0">
                      <a:pos x="742" y="258"/>
                    </a:cxn>
                    <a:cxn ang="0">
                      <a:pos x="764" y="273"/>
                    </a:cxn>
                    <a:cxn ang="0">
                      <a:pos x="758" y="312"/>
                    </a:cxn>
                    <a:cxn ang="0">
                      <a:pos x="591" y="373"/>
                    </a:cxn>
                    <a:cxn ang="0">
                      <a:pos x="576" y="403"/>
                    </a:cxn>
                    <a:cxn ang="0">
                      <a:pos x="561" y="539"/>
                    </a:cxn>
                    <a:cxn ang="0">
                      <a:pos x="561" y="737"/>
                    </a:cxn>
                    <a:cxn ang="0">
                      <a:pos x="565" y="1025"/>
                    </a:cxn>
                    <a:cxn ang="0">
                      <a:pos x="561" y="1291"/>
                    </a:cxn>
                    <a:cxn ang="0">
                      <a:pos x="550" y="1411"/>
                    </a:cxn>
                    <a:cxn ang="0">
                      <a:pos x="467" y="1601"/>
                    </a:cxn>
                    <a:cxn ang="0">
                      <a:pos x="374" y="1799"/>
                    </a:cxn>
                    <a:cxn ang="0">
                      <a:pos x="274" y="2011"/>
                    </a:cxn>
                    <a:cxn ang="0">
                      <a:pos x="191" y="2215"/>
                    </a:cxn>
                    <a:cxn ang="0">
                      <a:pos x="134" y="2330"/>
                    </a:cxn>
                    <a:cxn ang="0">
                      <a:pos x="51" y="2360"/>
                    </a:cxn>
                    <a:cxn ang="0">
                      <a:pos x="15" y="2262"/>
                    </a:cxn>
                  </a:cxnLst>
                  <a:rect l="0" t="0" r="0" b="0"/>
                  <a:pathLst>
                    <a:path w="764" h="1400">
                      <a:moveTo>
                        <a:pt x="15" y="1342"/>
                      </a:moveTo>
                      <a:lnTo>
                        <a:pt x="0" y="1283"/>
                      </a:lnTo>
                      <a:lnTo>
                        <a:pt x="24" y="1238"/>
                      </a:lnTo>
                      <a:lnTo>
                        <a:pt x="88" y="1193"/>
                      </a:lnTo>
                      <a:lnTo>
                        <a:pt x="208" y="1108"/>
                      </a:lnTo>
                      <a:lnTo>
                        <a:pt x="353" y="978"/>
                      </a:lnTo>
                      <a:lnTo>
                        <a:pt x="431" y="861"/>
                      </a:lnTo>
                      <a:lnTo>
                        <a:pt x="467" y="797"/>
                      </a:lnTo>
                      <a:lnTo>
                        <a:pt x="504" y="625"/>
                      </a:lnTo>
                      <a:lnTo>
                        <a:pt x="497" y="387"/>
                      </a:lnTo>
                      <a:lnTo>
                        <a:pt x="482" y="270"/>
                      </a:lnTo>
                      <a:lnTo>
                        <a:pt x="473" y="225"/>
                      </a:lnTo>
                      <a:lnTo>
                        <a:pt x="326" y="162"/>
                      </a:lnTo>
                      <a:lnTo>
                        <a:pt x="322" y="139"/>
                      </a:lnTo>
                      <a:lnTo>
                        <a:pt x="337" y="126"/>
                      </a:lnTo>
                      <a:lnTo>
                        <a:pt x="473" y="162"/>
                      </a:lnTo>
                      <a:lnTo>
                        <a:pt x="504" y="153"/>
                      </a:lnTo>
                      <a:lnTo>
                        <a:pt x="420" y="18"/>
                      </a:lnTo>
                      <a:lnTo>
                        <a:pt x="431" y="0"/>
                      </a:lnTo>
                      <a:lnTo>
                        <a:pt x="462" y="5"/>
                      </a:lnTo>
                      <a:lnTo>
                        <a:pt x="539" y="122"/>
                      </a:lnTo>
                      <a:lnTo>
                        <a:pt x="561" y="126"/>
                      </a:lnTo>
                      <a:lnTo>
                        <a:pt x="602" y="5"/>
                      </a:lnTo>
                      <a:lnTo>
                        <a:pt x="628" y="0"/>
                      </a:lnTo>
                      <a:lnTo>
                        <a:pt x="639" y="22"/>
                      </a:lnTo>
                      <a:lnTo>
                        <a:pt x="607" y="153"/>
                      </a:lnTo>
                      <a:lnTo>
                        <a:pt x="618" y="172"/>
                      </a:lnTo>
                      <a:lnTo>
                        <a:pt x="742" y="153"/>
                      </a:lnTo>
                      <a:lnTo>
                        <a:pt x="764" y="162"/>
                      </a:lnTo>
                      <a:lnTo>
                        <a:pt x="758" y="185"/>
                      </a:lnTo>
                      <a:lnTo>
                        <a:pt x="591" y="221"/>
                      </a:lnTo>
                      <a:lnTo>
                        <a:pt x="576" y="239"/>
                      </a:lnTo>
                      <a:lnTo>
                        <a:pt x="561" y="320"/>
                      </a:lnTo>
                      <a:lnTo>
                        <a:pt x="561" y="437"/>
                      </a:lnTo>
                      <a:lnTo>
                        <a:pt x="565" y="608"/>
                      </a:lnTo>
                      <a:lnTo>
                        <a:pt x="561" y="766"/>
                      </a:lnTo>
                      <a:lnTo>
                        <a:pt x="550" y="837"/>
                      </a:lnTo>
                      <a:lnTo>
                        <a:pt x="467" y="950"/>
                      </a:lnTo>
                      <a:lnTo>
                        <a:pt x="374" y="1067"/>
                      </a:lnTo>
                      <a:lnTo>
                        <a:pt x="274" y="1193"/>
                      </a:lnTo>
                      <a:lnTo>
                        <a:pt x="191" y="1314"/>
                      </a:lnTo>
                      <a:lnTo>
                        <a:pt x="134" y="1382"/>
                      </a:lnTo>
                      <a:lnTo>
                        <a:pt x="51" y="1400"/>
                      </a:lnTo>
                      <a:lnTo>
                        <a:pt x="15" y="1342"/>
                      </a:lnTo>
                      <a:close/>
                    </a:path>
                  </a:pathLst>
                </a:custGeom>
                <a:solidFill>
                  <a:srgbClr val="3366FF">
                    <a:alpha val="100000"/>
                  </a:srgbClr>
                </a:solidFill>
                <a:ln w="9525">
                  <a:noFill/>
                </a:ln>
              </p:spPr>
              <p:txBody>
                <a:bodyPr/>
                <a:lstStyle/>
                <a:p>
                  <a:endParaRPr lang="zh-CN" altLang="en-US"/>
                </a:p>
              </p:txBody>
            </p:sp>
            <p:sp>
              <p:nvSpPr>
                <p:cNvPr id="53262" name="Freeform 13"/>
                <p:cNvSpPr/>
                <p:nvPr/>
              </p:nvSpPr>
              <p:spPr>
                <a:xfrm>
                  <a:off x="3314" y="2262"/>
                  <a:ext cx="795" cy="1147"/>
                </a:xfrm>
                <a:custGeom>
                  <a:avLst/>
                  <a:gdLst/>
                  <a:ahLst/>
                  <a:cxnLst>
                    <a:cxn ang="0">
                      <a:pos x="576" y="112"/>
                    </a:cxn>
                    <a:cxn ang="0">
                      <a:pos x="659" y="30"/>
                    </a:cxn>
                    <a:cxn ang="0">
                      <a:pos x="711" y="0"/>
                    </a:cxn>
                    <a:cxn ang="0">
                      <a:pos x="753" y="5"/>
                    </a:cxn>
                    <a:cxn ang="0">
                      <a:pos x="795" y="30"/>
                    </a:cxn>
                    <a:cxn ang="0">
                      <a:pos x="795" y="81"/>
                    </a:cxn>
                    <a:cxn ang="0">
                      <a:pos x="784" y="152"/>
                    </a:cxn>
                    <a:cxn ang="0">
                      <a:pos x="753" y="203"/>
                    </a:cxn>
                    <a:cxn ang="0">
                      <a:pos x="716" y="224"/>
                    </a:cxn>
                    <a:cxn ang="0">
                      <a:pos x="637" y="255"/>
                    </a:cxn>
                    <a:cxn ang="0">
                      <a:pos x="539" y="327"/>
                    </a:cxn>
                    <a:cxn ang="0">
                      <a:pos x="436" y="438"/>
                    </a:cxn>
                    <a:cxn ang="0">
                      <a:pos x="394" y="529"/>
                    </a:cxn>
                    <a:cxn ang="0">
                      <a:pos x="337" y="637"/>
                    </a:cxn>
                    <a:cxn ang="0">
                      <a:pos x="306" y="718"/>
                    </a:cxn>
                    <a:cxn ang="0">
                      <a:pos x="265" y="820"/>
                    </a:cxn>
                    <a:cxn ang="0">
                      <a:pos x="248" y="897"/>
                    </a:cxn>
                    <a:cxn ang="0">
                      <a:pos x="265" y="973"/>
                    </a:cxn>
                    <a:cxn ang="0">
                      <a:pos x="300" y="1034"/>
                    </a:cxn>
                    <a:cxn ang="0">
                      <a:pos x="315" y="1054"/>
                    </a:cxn>
                    <a:cxn ang="0">
                      <a:pos x="306" y="1075"/>
                    </a:cxn>
                    <a:cxn ang="0">
                      <a:pos x="289" y="1080"/>
                    </a:cxn>
                    <a:cxn ang="0">
                      <a:pos x="228" y="978"/>
                    </a:cxn>
                    <a:cxn ang="0">
                      <a:pos x="212" y="988"/>
                    </a:cxn>
                    <a:cxn ang="0">
                      <a:pos x="228" y="1116"/>
                    </a:cxn>
                    <a:cxn ang="0">
                      <a:pos x="206" y="1126"/>
                    </a:cxn>
                    <a:cxn ang="0">
                      <a:pos x="191" y="1110"/>
                    </a:cxn>
                    <a:cxn ang="0">
                      <a:pos x="181" y="988"/>
                    </a:cxn>
                    <a:cxn ang="0">
                      <a:pos x="160" y="988"/>
                    </a:cxn>
                    <a:cxn ang="0">
                      <a:pos x="160" y="1110"/>
                    </a:cxn>
                    <a:cxn ang="0">
                      <a:pos x="144" y="1147"/>
                    </a:cxn>
                    <a:cxn ang="0">
                      <a:pos x="118" y="1126"/>
                    </a:cxn>
                    <a:cxn ang="0">
                      <a:pos x="140" y="937"/>
                    </a:cxn>
                    <a:cxn ang="0">
                      <a:pos x="129" y="922"/>
                    </a:cxn>
                    <a:cxn ang="0">
                      <a:pos x="72" y="932"/>
                    </a:cxn>
                    <a:cxn ang="0">
                      <a:pos x="9" y="922"/>
                    </a:cxn>
                    <a:cxn ang="0">
                      <a:pos x="0" y="892"/>
                    </a:cxn>
                    <a:cxn ang="0">
                      <a:pos x="46" y="897"/>
                    </a:cxn>
                    <a:cxn ang="0">
                      <a:pos x="107" y="892"/>
                    </a:cxn>
                    <a:cxn ang="0">
                      <a:pos x="171" y="850"/>
                    </a:cxn>
                    <a:cxn ang="0">
                      <a:pos x="265" y="667"/>
                    </a:cxn>
                    <a:cxn ang="0">
                      <a:pos x="322" y="519"/>
                    </a:cxn>
                    <a:cxn ang="0">
                      <a:pos x="372" y="412"/>
                    </a:cxn>
                    <a:cxn ang="0">
                      <a:pos x="436" y="316"/>
                    </a:cxn>
                    <a:cxn ang="0">
                      <a:pos x="503" y="213"/>
                    </a:cxn>
                    <a:cxn ang="0">
                      <a:pos x="545" y="147"/>
                    </a:cxn>
                    <a:cxn ang="0">
                      <a:pos x="576" y="112"/>
                    </a:cxn>
                  </a:cxnLst>
                  <a:rect l="0" t="0" r="0" b="0"/>
                  <a:pathLst>
                    <a:path w="795" h="1147">
                      <a:moveTo>
                        <a:pt x="576" y="112"/>
                      </a:moveTo>
                      <a:lnTo>
                        <a:pt x="659" y="30"/>
                      </a:lnTo>
                      <a:lnTo>
                        <a:pt x="711" y="0"/>
                      </a:lnTo>
                      <a:lnTo>
                        <a:pt x="753" y="5"/>
                      </a:lnTo>
                      <a:lnTo>
                        <a:pt x="795" y="30"/>
                      </a:lnTo>
                      <a:lnTo>
                        <a:pt x="795" y="81"/>
                      </a:lnTo>
                      <a:lnTo>
                        <a:pt x="784" y="152"/>
                      </a:lnTo>
                      <a:lnTo>
                        <a:pt x="753" y="203"/>
                      </a:lnTo>
                      <a:lnTo>
                        <a:pt x="716" y="224"/>
                      </a:lnTo>
                      <a:lnTo>
                        <a:pt x="637" y="255"/>
                      </a:lnTo>
                      <a:lnTo>
                        <a:pt x="539" y="327"/>
                      </a:lnTo>
                      <a:lnTo>
                        <a:pt x="436" y="438"/>
                      </a:lnTo>
                      <a:lnTo>
                        <a:pt x="394" y="529"/>
                      </a:lnTo>
                      <a:lnTo>
                        <a:pt x="337" y="637"/>
                      </a:lnTo>
                      <a:lnTo>
                        <a:pt x="306" y="718"/>
                      </a:lnTo>
                      <a:lnTo>
                        <a:pt x="265" y="820"/>
                      </a:lnTo>
                      <a:lnTo>
                        <a:pt x="248" y="897"/>
                      </a:lnTo>
                      <a:lnTo>
                        <a:pt x="265" y="973"/>
                      </a:lnTo>
                      <a:lnTo>
                        <a:pt x="300" y="1034"/>
                      </a:lnTo>
                      <a:lnTo>
                        <a:pt x="315" y="1054"/>
                      </a:lnTo>
                      <a:lnTo>
                        <a:pt x="306" y="1075"/>
                      </a:lnTo>
                      <a:lnTo>
                        <a:pt x="289" y="1080"/>
                      </a:lnTo>
                      <a:lnTo>
                        <a:pt x="228" y="978"/>
                      </a:lnTo>
                      <a:lnTo>
                        <a:pt x="212" y="988"/>
                      </a:lnTo>
                      <a:lnTo>
                        <a:pt x="228" y="1116"/>
                      </a:lnTo>
                      <a:lnTo>
                        <a:pt x="206" y="1126"/>
                      </a:lnTo>
                      <a:lnTo>
                        <a:pt x="191" y="1110"/>
                      </a:lnTo>
                      <a:lnTo>
                        <a:pt x="181" y="988"/>
                      </a:lnTo>
                      <a:lnTo>
                        <a:pt x="160" y="988"/>
                      </a:lnTo>
                      <a:lnTo>
                        <a:pt x="160" y="1110"/>
                      </a:lnTo>
                      <a:lnTo>
                        <a:pt x="144" y="1147"/>
                      </a:lnTo>
                      <a:lnTo>
                        <a:pt x="118" y="1126"/>
                      </a:lnTo>
                      <a:lnTo>
                        <a:pt x="140" y="937"/>
                      </a:lnTo>
                      <a:lnTo>
                        <a:pt x="129" y="922"/>
                      </a:lnTo>
                      <a:lnTo>
                        <a:pt x="72" y="932"/>
                      </a:lnTo>
                      <a:lnTo>
                        <a:pt x="9" y="922"/>
                      </a:lnTo>
                      <a:lnTo>
                        <a:pt x="0" y="892"/>
                      </a:lnTo>
                      <a:lnTo>
                        <a:pt x="46" y="897"/>
                      </a:lnTo>
                      <a:lnTo>
                        <a:pt x="107" y="892"/>
                      </a:lnTo>
                      <a:lnTo>
                        <a:pt x="171" y="850"/>
                      </a:lnTo>
                      <a:lnTo>
                        <a:pt x="265" y="667"/>
                      </a:lnTo>
                      <a:lnTo>
                        <a:pt x="322" y="519"/>
                      </a:lnTo>
                      <a:lnTo>
                        <a:pt x="372" y="412"/>
                      </a:lnTo>
                      <a:lnTo>
                        <a:pt x="436" y="316"/>
                      </a:lnTo>
                      <a:lnTo>
                        <a:pt x="503" y="213"/>
                      </a:lnTo>
                      <a:lnTo>
                        <a:pt x="545" y="147"/>
                      </a:lnTo>
                      <a:lnTo>
                        <a:pt x="576" y="112"/>
                      </a:lnTo>
                      <a:close/>
                    </a:path>
                  </a:pathLst>
                </a:custGeom>
                <a:solidFill>
                  <a:srgbClr val="3366FF">
                    <a:alpha val="100000"/>
                  </a:srgbClr>
                </a:solidFill>
                <a:ln w="9525">
                  <a:noFill/>
                </a:ln>
              </p:spPr>
              <p:txBody>
                <a:bodyPr/>
                <a:lstStyle/>
                <a:p>
                  <a:endParaRPr lang="zh-CN" altLang="en-US"/>
                </a:p>
              </p:txBody>
            </p:sp>
          </p:grpSp>
        </p:grpSp>
      </p:grpSp>
      <p:sp>
        <p:nvSpPr>
          <p:cNvPr id="643086" name="AutoShape 14"/>
          <p:cNvSpPr/>
          <p:nvPr/>
        </p:nvSpPr>
        <p:spPr>
          <a:xfrm flipH="1">
            <a:off x="1667510" y="304800"/>
            <a:ext cx="4724400" cy="1323975"/>
          </a:xfrm>
          <a:prstGeom prst="wedgeRectCallout">
            <a:avLst>
              <a:gd name="adj1" fmla="val -50236"/>
              <a:gd name="adj2" fmla="val 126977"/>
            </a:avLst>
          </a:prstGeom>
          <a:noFill/>
          <a:ln w="38100" cap="flat" cmpd="sng">
            <a:solidFill>
              <a:srgbClr val="993300"/>
            </a:solidFill>
            <a:prstDash val="solid"/>
            <a:miter/>
            <a:headEnd type="none" w="med" len="med"/>
            <a:tailEnd type="none" w="med" len="med"/>
          </a:ln>
        </p:spPr>
        <p:txBody>
          <a:bodyPr lIns="99276" tIns="49638" rIns="99276" bIns="49638" anchor="ctr" anchorCtr="0">
            <a:spAutoFit/>
          </a:bodyPr>
          <a:lstStyle/>
          <a:p>
            <a:pPr algn="ctr" defTabSz="992505"/>
            <a:r>
              <a:rPr lang="en-US" altLang="zh-CN" sz="3900" dirty="0">
                <a:solidFill>
                  <a:schemeClr val="tx2"/>
                </a:solidFill>
                <a:latin typeface="Comic Sans MS" panose="030F0702030302020204" pitchFamily="66" charset="0"/>
              </a:rPr>
              <a:t>Please feel free </a:t>
            </a:r>
          </a:p>
          <a:p>
            <a:pPr algn="ctr" defTabSz="992505"/>
            <a:r>
              <a:rPr lang="en-US" altLang="zh-CN" sz="3900" dirty="0">
                <a:solidFill>
                  <a:schemeClr val="tx2"/>
                </a:solidFill>
                <a:latin typeface="Comic Sans MS" panose="030F0702030302020204" pitchFamily="66" charset="0"/>
              </a:rPr>
              <a:t>to ask questions!</a:t>
            </a:r>
            <a:endParaRPr lang="en-US" altLang="zh-CN" sz="2600" dirty="0">
              <a:solidFill>
                <a:schemeClr val="tx2"/>
              </a:solidFill>
              <a:latin typeface="Comic Sans MS" panose="030F0702030302020204" pitchFamily="66"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1000"/>
                                  </p:stCondLst>
                                  <p:childTnLst>
                                    <p:set>
                                      <p:cBhvr>
                                        <p:cTn id="6" dur="1" fill="hold">
                                          <p:stCondLst>
                                            <p:cond delay="0"/>
                                          </p:stCondLst>
                                        </p:cTn>
                                        <p:tgtEl>
                                          <p:spTgt spid="643086"/>
                                        </p:tgtEl>
                                        <p:attrNameLst>
                                          <p:attrName>style.visibility</p:attrName>
                                        </p:attrNameLst>
                                      </p:cBhvr>
                                      <p:to>
                                        <p:strVal val="visible"/>
                                      </p:to>
                                    </p:set>
                                    <p:animEffect transition="in" filter="barn(outHorizontal)">
                                      <p:cBhvr>
                                        <p:cTn id="7" dur="500"/>
                                        <p:tgtEl>
                                          <p:spTgt spid="643086"/>
                                        </p:tgtEl>
                                      </p:cBhvr>
                                    </p:animEffect>
                                  </p:childTnLst>
                                </p:cTn>
                              </p:par>
                            </p:childTnLst>
                          </p:cTn>
                        </p:par>
                        <p:par>
                          <p:cTn id="8" fill="hold">
                            <p:stCondLst>
                              <p:cond delay="1500"/>
                            </p:stCondLst>
                            <p:childTnLst>
                              <p:par>
                                <p:cTn id="9" presetID="2" presetClass="entr" presetSubtype="2" fill="hold" grpId="0" nodeType="afterEffect">
                                  <p:stCondLst>
                                    <p:cond delay="1000"/>
                                  </p:stCondLst>
                                  <p:childTnLst>
                                    <p:set>
                                      <p:cBhvr>
                                        <p:cTn id="10" dur="1" fill="hold">
                                          <p:stCondLst>
                                            <p:cond delay="0"/>
                                          </p:stCondLst>
                                        </p:cTn>
                                        <p:tgtEl>
                                          <p:spTgt spid="643075"/>
                                        </p:tgtEl>
                                        <p:attrNameLst>
                                          <p:attrName>style.visibility</p:attrName>
                                        </p:attrNameLst>
                                      </p:cBhvr>
                                      <p:to>
                                        <p:strVal val="visible"/>
                                      </p:to>
                                    </p:set>
                                    <p:anim calcmode="lin" valueType="num">
                                      <p:cBhvr additive="base">
                                        <p:cTn id="11" dur="500" fill="hold"/>
                                        <p:tgtEl>
                                          <p:spTgt spid="643075"/>
                                        </p:tgtEl>
                                        <p:attrNameLst>
                                          <p:attrName>ppt_x</p:attrName>
                                        </p:attrNameLst>
                                      </p:cBhvr>
                                      <p:tavLst>
                                        <p:tav tm="0">
                                          <p:val>
                                            <p:strVal val="1+#ppt_w/2"/>
                                          </p:val>
                                        </p:tav>
                                        <p:tav tm="100000">
                                          <p:val>
                                            <p:strVal val="#ppt_x"/>
                                          </p:val>
                                        </p:tav>
                                      </p:tavLst>
                                    </p:anim>
                                    <p:anim calcmode="lin" valueType="num">
                                      <p:cBhvr additive="base">
                                        <p:cTn id="12" dur="500" fill="hold"/>
                                        <p:tgtEl>
                                          <p:spTgt spid="6430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5" grpId="0"/>
      <p:bldP spid="64308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ZhMmY1NGQwZjE0MWY4MTkzZjM4YzBiNDA1ZmM3ZDEifQ=="/>
  <p:tag name="KSO_WPP_MARK_KEY" val="5a91c241-f778-47e6-8498-d84ea264f576"/>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pperplate Gothic Light"/>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742950" marR="0"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742950" marR="0" indent="-285750" algn="l" defTabSz="914400" rtl="0" eaLnBrk="1" fontAlgn="base" latinLnBrk="0" hangingPunct="1">
          <a:lnSpc>
            <a:spcPct val="90000"/>
          </a:lnSpc>
          <a:spcBef>
            <a:spcPct val="20000"/>
          </a:spcBef>
          <a:spcAft>
            <a:spcPct val="0"/>
          </a:spcAft>
          <a:buClr>
            <a:schemeClr val="hlink"/>
          </a:buClr>
          <a:buSzPct val="55000"/>
          <a:buFont typeface="Wingdings" panose="05000000000000000000" pitchFamily="2" charset="2"/>
          <a:buChar char="n"/>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Designs\Blends.pot</Template>
  <TotalTime>377</TotalTime>
  <Words>1781</Words>
  <Application>Microsoft Macintosh PowerPoint</Application>
  <PresentationFormat>全屏显示(4:3)</PresentationFormat>
  <Paragraphs>336</Paragraphs>
  <Slides>49</Slides>
  <Notes>1</Notes>
  <HiddenSlides>0</HiddenSlides>
  <MMClips>1</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67" baseType="lpstr">
      <vt:lpstr>宋体</vt:lpstr>
      <vt:lpstr>微软雅黑</vt:lpstr>
      <vt:lpstr>幼圆</vt:lpstr>
      <vt:lpstr>Arial</vt:lpstr>
      <vt:lpstr>Arial Black</vt:lpstr>
      <vt:lpstr>Arial Narrow</vt:lpstr>
      <vt:lpstr>Arial Rounded MT Bold</vt:lpstr>
      <vt:lpstr>Comic Sans MS</vt:lpstr>
      <vt:lpstr>Copperplate Gothic Bold</vt:lpstr>
      <vt:lpstr>Copperplate Gothic Light</vt:lpstr>
      <vt:lpstr>Courier New</vt:lpstr>
      <vt:lpstr>Georgia</vt:lpstr>
      <vt:lpstr>Tahoma</vt:lpstr>
      <vt:lpstr>Times New Roman</vt:lpstr>
      <vt:lpstr>Wingdings</vt:lpstr>
      <vt:lpstr>1_Blends</vt:lpstr>
      <vt:lpstr>MS_ClipArt_Gallery.2</vt:lpstr>
      <vt:lpstr>MS_ClipArt_Gallery.5</vt:lpstr>
      <vt:lpstr>Discrete Mathematics and  Its Applications</vt:lpstr>
      <vt:lpstr>Course Staff</vt:lpstr>
      <vt:lpstr>Introduction</vt:lpstr>
      <vt:lpstr>计算机科学与技术学科</vt:lpstr>
      <vt:lpstr>计算机科学与技术学科的根本问题</vt:lpstr>
      <vt:lpstr>学科的三个形态</vt:lpstr>
      <vt:lpstr> </vt:lpstr>
      <vt:lpstr>专业能力培养</vt:lpstr>
      <vt:lpstr>“计算思维”梯级训练系统</vt:lpstr>
      <vt:lpstr>What is Discrete Mathematics?</vt:lpstr>
      <vt:lpstr>Why Study Discrete Math?</vt:lpstr>
      <vt:lpstr>Uses in Computer Science</vt:lpstr>
      <vt:lpstr>Kinds of Problems Solved Using Discrete Mathematics </vt:lpstr>
      <vt:lpstr>Kinds of Problems Solved Using Discrete Mathematics </vt:lpstr>
      <vt:lpstr>What Will We Study?</vt:lpstr>
      <vt:lpstr>What Will We Study?</vt:lpstr>
      <vt:lpstr>Count without counting</vt:lpstr>
      <vt:lpstr>Induction has many guises</vt:lpstr>
      <vt:lpstr>Growth Rates</vt:lpstr>
      <vt:lpstr>Recursion</vt:lpstr>
      <vt:lpstr>Randomization</vt:lpstr>
      <vt:lpstr>Hashing</vt:lpstr>
      <vt:lpstr>Self Reference</vt:lpstr>
      <vt:lpstr>Reduction</vt:lpstr>
      <vt:lpstr>Parallel Versus Sequential Work</vt:lpstr>
      <vt:lpstr>Dating</vt:lpstr>
      <vt:lpstr>Private Communication</vt:lpstr>
      <vt:lpstr>Factoring / Multiplication</vt:lpstr>
      <vt:lpstr>PowerPoint 演示文稿</vt:lpstr>
      <vt:lpstr>Map Coloring</vt:lpstr>
      <vt:lpstr>What Will We Study?</vt:lpstr>
      <vt:lpstr>Exemplification</vt:lpstr>
      <vt:lpstr>Representation</vt:lpstr>
      <vt:lpstr>Modularity</vt:lpstr>
      <vt:lpstr>Abstraction</vt:lpstr>
      <vt:lpstr>Refinement</vt:lpstr>
      <vt:lpstr>Similarity</vt:lpstr>
      <vt:lpstr>Toolbox</vt:lpstr>
      <vt:lpstr>课程目标</vt:lpstr>
      <vt:lpstr>成果导向的教育理念和培养体系</vt:lpstr>
      <vt:lpstr>课程目标对毕业要求的支撑</vt:lpstr>
      <vt:lpstr>课程目标对毕业要求的支撑</vt:lpstr>
      <vt:lpstr>课程目标对毕业要求的支撑</vt:lpstr>
      <vt:lpstr>课程目标对毕业要求的支撑</vt:lpstr>
      <vt:lpstr>Course Arrangement</vt:lpstr>
      <vt:lpstr>How to study</vt:lpstr>
      <vt:lpstr>Grading Scheme</vt:lpstr>
      <vt:lpstr>Textbook &amp; References</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yangjuan</dc:creator>
  <cp:lastModifiedBy>juan yang</cp:lastModifiedBy>
  <cp:revision>396</cp:revision>
  <dcterms:created xsi:type="dcterms:W3CDTF">2021-02-26T03:00:00Z</dcterms:created>
  <dcterms:modified xsi:type="dcterms:W3CDTF">2025-02-24T14:42:59Z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2052-11.1.0.15319</vt:lpwstr>
  </property>
  <property fmtid="{D5CDD505-2E9C-101B-9397-08002B2CF9AE}" pid="3" name="ICV">
    <vt:lpwstr>7C10C97C8EB84C34B72574C802A5EF83</vt:lpwstr>
  </property>
</Properties>
</file>