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9"/>
  </p:notesMasterIdLst>
  <p:handoutMasterIdLst>
    <p:handoutMasterId r:id="rId45"/>
  </p:handoutMasterIdLst>
  <p:sldIdLst>
    <p:sldId id="277" r:id="rId4"/>
    <p:sldId id="278" r:id="rId5"/>
    <p:sldId id="360" r:id="rId6"/>
    <p:sldId id="279" r:id="rId7"/>
    <p:sldId id="338" r:id="rId8"/>
    <p:sldId id="280" r:id="rId9"/>
    <p:sldId id="281" r:id="rId10"/>
    <p:sldId id="282" r:id="rId11"/>
    <p:sldId id="340" r:id="rId12"/>
    <p:sldId id="283" r:id="rId13"/>
    <p:sldId id="341" r:id="rId14"/>
    <p:sldId id="284" r:id="rId15"/>
    <p:sldId id="285" r:id="rId16"/>
    <p:sldId id="286" r:id="rId17"/>
    <p:sldId id="287" r:id="rId18"/>
    <p:sldId id="288" r:id="rId19"/>
    <p:sldId id="289" r:id="rId20"/>
    <p:sldId id="290" r:id="rId21"/>
    <p:sldId id="343" r:id="rId22"/>
    <p:sldId id="342" r:id="rId23"/>
    <p:sldId id="345" r:id="rId24"/>
    <p:sldId id="361" r:id="rId25"/>
    <p:sldId id="291" r:id="rId26"/>
    <p:sldId id="347" r:id="rId27"/>
    <p:sldId id="362" r:id="rId28"/>
    <p:sldId id="363" r:id="rId30"/>
    <p:sldId id="364" r:id="rId31"/>
    <p:sldId id="396" r:id="rId32"/>
    <p:sldId id="398" r:id="rId33"/>
    <p:sldId id="346" r:id="rId34"/>
    <p:sldId id="350" r:id="rId35"/>
    <p:sldId id="351" r:id="rId36"/>
    <p:sldId id="348" r:id="rId37"/>
    <p:sldId id="292" r:id="rId38"/>
    <p:sldId id="349" r:id="rId39"/>
    <p:sldId id="365" r:id="rId40"/>
    <p:sldId id="366" r:id="rId41"/>
    <p:sldId id="367" r:id="rId42"/>
    <p:sldId id="293" r:id="rId43"/>
    <p:sldId id="357" r:id="rId44"/>
  </p:sldIdLst>
  <p:sldSz cx="9144000" cy="6858000" type="screen4x3"/>
  <p:notesSz cx="6815455" cy="9931400"/>
  <p:custDataLst>
    <p:tags r:id="rId49"/>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90"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90" d="100"/>
          <a:sy n="90" d="100"/>
        </p:scale>
        <p:origin x="825" y="33"/>
      </p:cViewPr>
      <p:guideLst>
        <p:guide orient="horz" pos="2190"/>
        <p:guide pos="2856"/>
      </p:guideLst>
    </p:cSldViewPr>
  </p:slideViewPr>
  <p:notesTextViewPr>
    <p:cViewPr>
      <p:scale>
        <a:sx n="100" d="100"/>
        <a:sy n="100" d="100"/>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35288" cy="541338"/>
          </a:xfrm>
          <a:prstGeom prst="rect">
            <a:avLst/>
          </a:prstGeom>
        </p:spPr>
        <p:txBody>
          <a:bodyPr vert="horz" lIns="91440" tIns="45720" rIns="91440" bIns="45720" rtlCol="0"/>
          <a:lstStyle>
            <a:lvl1pPr algn="l">
              <a:defRPr sz="119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90" b="0" i="0" u="none" strike="noStrike" kern="1200" cap="none" spc="0" normalizeH="0" baseline="0" noProof="1">
              <a:ln>
                <a:noFill/>
              </a:ln>
              <a:solidFill>
                <a:schemeClr val="tx1"/>
              </a:solidFill>
              <a:effectLst/>
              <a:uLnTx/>
              <a:uFillTx/>
              <a:latin typeface="Tahoma" panose="020B0604030504040204" pitchFamily="34" charset="0"/>
              <a:ea typeface="宋体" pitchFamily="2" charset="-122"/>
              <a:cs typeface="+mn-cs"/>
            </a:endParaRPr>
          </a:p>
        </p:txBody>
      </p:sp>
      <p:sp>
        <p:nvSpPr>
          <p:cNvPr id="3" name="日期占位符 2"/>
          <p:cNvSpPr>
            <a:spLocks noGrp="1"/>
          </p:cNvSpPr>
          <p:nvPr>
            <p:ph type="dt" sz="quarter" idx="1"/>
          </p:nvPr>
        </p:nvSpPr>
        <p:spPr>
          <a:xfrm>
            <a:off x="3836988" y="0"/>
            <a:ext cx="2935288" cy="541338"/>
          </a:xfrm>
          <a:prstGeom prst="rect">
            <a:avLst/>
          </a:prstGeom>
        </p:spPr>
        <p:txBody>
          <a:bodyPr vert="horz" lIns="91440" tIns="45720" rIns="91440" bIns="45720" rtlCol="0"/>
          <a:lstStyle>
            <a:lvl1pPr algn="r">
              <a:defRPr sz="1190" noProof="1"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0F9B84EA-7D68-4D60-9CB1-D50884785D1C}" type="datetimeFigureOut">
              <a:rPr kumimoji="0" lang="zh-CN" altLang="en-US" sz="1190" b="0" i="0" u="none" strike="noStrike" kern="1200" cap="none" spc="0" normalizeH="0" baseline="0" noProof="1" smtClean="0">
                <a:ln>
                  <a:noFill/>
                </a:ln>
                <a:solidFill>
                  <a:schemeClr val="tx1"/>
                </a:solidFill>
                <a:effectLst/>
                <a:uLnTx/>
                <a:uFillTx/>
                <a:latin typeface="Tahoma" panose="020B0604030504040204" pitchFamily="34" charset="0"/>
                <a:ea typeface="宋体" pitchFamily="2" charset="-122"/>
                <a:cs typeface="+mn-cs"/>
              </a:rPr>
            </a:fld>
            <a:endParaRPr kumimoji="0" lang="zh-CN" altLang="en-US" sz="1190" b="0" i="0" u="none" strike="noStrike" kern="1200" cap="none" spc="0" normalizeH="0" baseline="0" noProof="1" smtClean="0">
              <a:ln>
                <a:noFill/>
              </a:ln>
              <a:solidFill>
                <a:schemeClr val="tx1"/>
              </a:solidFill>
              <a:effectLst/>
              <a:uLnTx/>
              <a:uFillTx/>
              <a:latin typeface="Tahoma" panose="020B0604030504040204" pitchFamily="34" charset="0"/>
              <a:ea typeface="宋体" pitchFamily="2" charset="-122"/>
              <a:cs typeface="+mn-cs"/>
            </a:endParaRPr>
          </a:p>
        </p:txBody>
      </p:sp>
      <p:sp>
        <p:nvSpPr>
          <p:cNvPr id="4" name="页脚占位符 3"/>
          <p:cNvSpPr>
            <a:spLocks noGrp="1"/>
          </p:cNvSpPr>
          <p:nvPr>
            <p:ph type="ftr" sz="quarter" idx="2"/>
          </p:nvPr>
        </p:nvSpPr>
        <p:spPr>
          <a:xfrm>
            <a:off x="0" y="10245725"/>
            <a:ext cx="2935288" cy="541338"/>
          </a:xfrm>
          <a:prstGeom prst="rect">
            <a:avLst/>
          </a:prstGeom>
        </p:spPr>
        <p:txBody>
          <a:bodyPr vert="horz" lIns="91440" tIns="45720" rIns="91440" bIns="45720" rtlCol="0" anchor="b"/>
          <a:lstStyle>
            <a:lvl1pPr algn="l">
              <a:defRPr sz="119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90" b="0" i="0" u="none" strike="noStrike" kern="1200" cap="none" spc="0" normalizeH="0" baseline="0" noProof="1">
              <a:ln>
                <a:noFill/>
              </a:ln>
              <a:solidFill>
                <a:schemeClr val="tx1"/>
              </a:solidFill>
              <a:effectLst/>
              <a:uLnTx/>
              <a:uFillTx/>
              <a:latin typeface="Tahoma" panose="020B0604030504040204" pitchFamily="34" charset="0"/>
              <a:ea typeface="宋体" pitchFamily="2" charset="-122"/>
              <a:cs typeface="+mn-cs"/>
            </a:endParaRPr>
          </a:p>
        </p:txBody>
      </p:sp>
      <p:sp>
        <p:nvSpPr>
          <p:cNvPr id="5" name="灯片编号占位符 4"/>
          <p:cNvSpPr>
            <a:spLocks noGrp="1"/>
          </p:cNvSpPr>
          <p:nvPr>
            <p:ph type="sldNum" sz="quarter" idx="3"/>
          </p:nvPr>
        </p:nvSpPr>
        <p:spPr>
          <a:xfrm>
            <a:off x="3836988" y="10245725"/>
            <a:ext cx="2935288" cy="541338"/>
          </a:xfrm>
          <a:prstGeom prst="rect">
            <a:avLst/>
          </a:prstGeom>
        </p:spPr>
        <p:txBody>
          <a:bodyPr vert="horz" lIns="91440" tIns="45720" rIns="91440" bIns="45720" rtlCol="0" anchor="b"/>
          <a:lstStyle>
            <a:lvl1pPr algn="r">
              <a:defRPr sz="1190" noProof="1"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1F3A67D3-A656-4642-81B1-2A11C2119785}" type="slidenum">
              <a:rPr kumimoji="0" lang="zh-CN" altLang="en-US" sz="1190" b="0" i="0" u="none" strike="noStrike" kern="1200" cap="none" spc="0" normalizeH="0" baseline="0" noProof="1" smtClean="0">
                <a:ln>
                  <a:noFill/>
                </a:ln>
                <a:solidFill>
                  <a:schemeClr val="tx1"/>
                </a:solidFill>
                <a:effectLst/>
                <a:uLnTx/>
                <a:uFillTx/>
                <a:latin typeface="Tahoma" panose="020B0604030504040204" pitchFamily="34" charset="0"/>
                <a:ea typeface="宋体" pitchFamily="2" charset="-122"/>
                <a:cs typeface="+mn-cs"/>
              </a:rPr>
            </a:fld>
            <a:endParaRPr kumimoji="0" lang="zh-CN" altLang="en-US" sz="1190" b="0" i="0" u="none" strike="noStrike" kern="1200" cap="none" spc="0" normalizeH="0" baseline="0" noProof="1">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52750" cy="496888"/>
          </a:xfrm>
          <a:prstGeom prst="rect">
            <a:avLst/>
          </a:prstGeom>
        </p:spPr>
        <p:txBody>
          <a:bodyPr vert="horz" lIns="91440" tIns="45720" rIns="91440" bIns="45720" rtlCol="0"/>
          <a:lstStyle>
            <a:lvl1pPr algn="l" eaLnBrk="0" hangingPunct="0">
              <a:defRPr kumimoji="1"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3" name="日期占位符 2"/>
          <p:cNvSpPr>
            <a:spLocks noGrp="1"/>
          </p:cNvSpPr>
          <p:nvPr>
            <p:ph type="dt" idx="1"/>
          </p:nvPr>
        </p:nvSpPr>
        <p:spPr>
          <a:xfrm>
            <a:off x="3860800" y="0"/>
            <a:ext cx="2952750" cy="496888"/>
          </a:xfrm>
          <a:prstGeom prst="rect">
            <a:avLst/>
          </a:prstGeom>
        </p:spPr>
        <p:txBody>
          <a:bodyPr vert="horz" lIns="91440" tIns="45720" rIns="91440" bIns="45720" rtlCol="0"/>
          <a:lstStyle>
            <a:lvl1pPr algn="r" eaLnBrk="0" hangingPunct="0">
              <a:defRPr kumimoji="1" sz="1200"/>
            </a:lvl1pPr>
          </a:lstStyle>
          <a:p>
            <a:pPr marL="0" marR="0" lvl="0" indent="0" algn="r" defTabSz="914400" rtl="0" eaLnBrk="0" fontAlgn="base" latinLnBrk="0" hangingPunct="0">
              <a:lnSpc>
                <a:spcPct val="100000"/>
              </a:lnSpc>
              <a:spcBef>
                <a:spcPct val="0"/>
              </a:spcBef>
              <a:spcAft>
                <a:spcPct val="0"/>
              </a:spcAft>
              <a:buClrTx/>
              <a:buSzTx/>
              <a:buFontTx/>
              <a:buNone/>
              <a:defRPr/>
            </a:pPr>
            <a:fld id="{88EBD599-EDCC-4A3B-B468-606CC1AFF08E}" type="datetimeFigureOut">
              <a:rPr kumimoji="1"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4" name="幻灯片图像占位符 3"/>
          <p:cNvSpPr>
            <a:spLocks noGrp="1" noRot="1" noChangeAspect="1"/>
          </p:cNvSpPr>
          <p:nvPr>
            <p:ph type="sldImg" idx="2"/>
          </p:nvPr>
        </p:nvSpPr>
        <p:spPr>
          <a:xfrm>
            <a:off x="925513" y="744538"/>
            <a:ext cx="4965700" cy="372427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1038" y="4718050"/>
            <a:ext cx="5453063" cy="4468813"/>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432925"/>
            <a:ext cx="2952750" cy="496888"/>
          </a:xfrm>
          <a:prstGeom prst="rect">
            <a:avLst/>
          </a:prstGeom>
        </p:spPr>
        <p:txBody>
          <a:bodyPr vert="horz" lIns="91440" tIns="45720" rIns="91440" bIns="45720" rtlCol="0" anchor="b"/>
          <a:lstStyle>
            <a:lvl1pPr algn="l" eaLnBrk="0" hangingPunct="0">
              <a:defRPr kumimoji="1"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7" name="灯片编号占位符 6"/>
          <p:cNvSpPr>
            <a:spLocks noGrp="1"/>
          </p:cNvSpPr>
          <p:nvPr>
            <p:ph type="sldNum" sz="quarter" idx="5"/>
          </p:nvPr>
        </p:nvSpPr>
        <p:spPr>
          <a:xfrm>
            <a:off x="3860800" y="9432925"/>
            <a:ext cx="2952750" cy="496888"/>
          </a:xfrm>
          <a:prstGeom prst="rect">
            <a:avLst/>
          </a:prstGeom>
        </p:spPr>
        <p:txBody>
          <a:bodyPr vert="horz" wrap="square" lIns="91440" tIns="45720" rIns="91440" bIns="45720" numCol="1" anchor="b" anchorCtr="0" compatLnSpc="1"/>
          <a:lstStyle>
            <a:lvl1pPr algn="r" eaLnBrk="0" hangingPunct="0">
              <a:defRPr kumimoji="1" sz="1200"/>
            </a:lvl1pPr>
          </a:lstStyle>
          <a:p>
            <a:pPr marL="0" marR="0" lvl="0" indent="0" algn="r" defTabSz="914400" rtl="0" eaLnBrk="0" fontAlgn="base" latinLnBrk="0" hangingPunct="0">
              <a:lnSpc>
                <a:spcPct val="100000"/>
              </a:lnSpc>
              <a:spcBef>
                <a:spcPct val="0"/>
              </a:spcBef>
              <a:spcAft>
                <a:spcPct val="0"/>
              </a:spcAft>
              <a:buClrTx/>
              <a:buSzTx/>
              <a:buFontTx/>
              <a:buNone/>
              <a:defRPr/>
            </a:pPr>
            <a:fld id="{5F1FB856-5712-4306-BD50-5EEC4409C897}" type="slidenum">
              <a:rPr kumimoji="1"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幻灯片图像占位符 1"/>
          <p:cNvSpPr>
            <a:spLocks noGrp="1" noRot="1" noChangeAspect="1" noTextEdit="1"/>
          </p:cNvSpPr>
          <p:nvPr>
            <p:ph type="sldImg"/>
          </p:nvPr>
        </p:nvSpPr>
        <p:spPr>
          <a:ln>
            <a:solidFill>
              <a:srgbClr val="000000"/>
            </a:solidFill>
            <a:miter/>
          </a:ln>
        </p:spPr>
      </p:sp>
      <p:sp>
        <p:nvSpPr>
          <p:cNvPr id="30722" name="备注占位符 2"/>
          <p:cNvSpPr>
            <a:spLocks noGrp="1"/>
          </p:cNvSpPr>
          <p:nvPr>
            <p:ph type="body"/>
          </p:nvPr>
        </p:nvSpPr>
        <p:spPr>
          <a:xfrm>
            <a:off x="681038" y="4718050"/>
            <a:ext cx="5453062" cy="4468813"/>
          </a:xfrm>
          <a:noFill/>
          <a:ln>
            <a:noFill/>
          </a:ln>
        </p:spPr>
        <p:txBody>
          <a:bodyPr wrap="square" lIns="91440" tIns="45720" rIns="91440" bIns="45720" anchor="t" anchorCtr="0"/>
          <a:p>
            <a:pPr lvl="0"/>
            <a:endParaRPr lang="zh-CN" altLang="en-US" dirty="0"/>
          </a:p>
        </p:txBody>
      </p:sp>
      <p:sp>
        <p:nvSpPr>
          <p:cNvPr id="30723" name="灯片编号占位符 3"/>
          <p:cNvSpPr txBox="1">
            <a:spLocks noGrp="1"/>
          </p:cNvSpPr>
          <p:nvPr>
            <p:ph type="sldNum" sz="quarter"/>
          </p:nvPr>
        </p:nvSpPr>
        <p:spPr>
          <a:xfrm>
            <a:off x="3860800" y="9432925"/>
            <a:ext cx="2952750" cy="496888"/>
          </a:xfrm>
          <a:prstGeom prst="rect">
            <a:avLst/>
          </a:prstGeom>
          <a:noFill/>
          <a:ln w="9525">
            <a:noFill/>
          </a:ln>
        </p:spPr>
        <p:txBody>
          <a:bodyPr vert="horz" wrap="square" lIns="91440" tIns="45720" rIns="91440" bIns="45720" anchor="b" anchorCtr="0"/>
          <a:p>
            <a:pPr lvl="0" algn="r" eaLnBrk="0" hangingPunct="0"/>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2" descr="attach"/>
          <p:cNvPicPr>
            <a:picLocks noChangeAspect="1"/>
          </p:cNvPicPr>
          <p:nvPr/>
        </p:nvPicPr>
        <p:blipFill>
          <a:blip r:embed="rId2"/>
          <a:stretch>
            <a:fillRect/>
          </a:stretch>
        </p:blipFill>
        <p:spPr>
          <a:xfrm>
            <a:off x="1752600" y="533400"/>
            <a:ext cx="5905500" cy="5905500"/>
          </a:xfrm>
          <a:prstGeom prst="rect">
            <a:avLst/>
          </a:prstGeom>
          <a:noFill/>
          <a:ln w="9525">
            <a:noFill/>
          </a:ln>
        </p:spPr>
      </p:pic>
      <p:grpSp>
        <p:nvGrpSpPr>
          <p:cNvPr id="2051" name="Group 3"/>
          <p:cNvGrpSpPr/>
          <p:nvPr/>
        </p:nvGrpSpPr>
        <p:grpSpPr>
          <a:xfrm>
            <a:off x="0" y="2438400"/>
            <a:ext cx="9009063" cy="1052513"/>
            <a:chOff x="0" y="1536"/>
            <a:chExt cx="5675" cy="663"/>
          </a:xfrm>
        </p:grpSpPr>
        <p:grpSp>
          <p:nvGrpSpPr>
            <p:cNvPr id="2052" name="Group 4"/>
            <p:cNvGrpSpPr/>
            <p:nvPr/>
          </p:nvGrpSpPr>
          <p:grpSpPr>
            <a:xfrm>
              <a:off x="185" y="1604"/>
              <a:ext cx="449" cy="299"/>
              <a:chOff x="720" y="336"/>
              <a:chExt cx="624" cy="432"/>
            </a:xfrm>
          </p:grpSpPr>
          <p:sp>
            <p:nvSpPr>
              <p:cNvPr id="24" name="Rectangle 5"/>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5"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grpSp>
          <p:nvGrpSpPr>
            <p:cNvPr id="2055" name="Group 7"/>
            <p:cNvGrpSpPr/>
            <p:nvPr/>
          </p:nvGrpSpPr>
          <p:grpSpPr>
            <a:xfrm>
              <a:off x="263" y="1870"/>
              <a:ext cx="466" cy="299"/>
              <a:chOff x="912" y="2640"/>
              <a:chExt cx="672" cy="432"/>
            </a:xfrm>
          </p:grpSpPr>
          <p:sp>
            <p:nvSpPr>
              <p:cNvPr id="22" name="Rectangle 8"/>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3"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19"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0" name="Rectangle 11"/>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1"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26" name="Rectangle 18"/>
          <p:cNvSpPr>
            <a:spLocks noChangeArrowheads="1"/>
          </p:cNvSpPr>
          <p:nvPr/>
        </p:nvSpPr>
        <p:spPr bwMode="auto">
          <a:xfrm>
            <a:off x="4419600" y="4114800"/>
            <a:ext cx="47244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2400" b="0" i="0" u="none" strike="noStrike" kern="1200" cap="none" spc="0" normalizeH="0" baseline="0" noProof="0" dirty="0">
                <a:ln>
                  <a:noFill/>
                </a:ln>
                <a:solidFill>
                  <a:schemeClr val="folHlink"/>
                </a:solidFill>
                <a:effectLst/>
                <a:uLnTx/>
                <a:uFillTx/>
                <a:latin typeface="Copperplate Gothic Light" pitchFamily="34" charset="0"/>
                <a:ea typeface="宋体" pitchFamily="2" charset="-122"/>
                <a:cs typeface="+mn-cs"/>
              </a:rPr>
              <a:t>Yang Juan</a:t>
            </a:r>
            <a:endParaRPr kumimoji="1" lang="en-US" altLang="zh-CN" sz="2400" b="0" i="0" u="none" strike="noStrike" kern="1200" cap="none" spc="0" normalizeH="0" baseline="0" noProof="0" dirty="0">
              <a:ln>
                <a:noFill/>
              </a:ln>
              <a:solidFill>
                <a:schemeClr val="folHlink"/>
              </a:solidFill>
              <a:effectLst/>
              <a:uLnTx/>
              <a:uFillTx/>
              <a:latin typeface="Copperplate Gothic Light"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Times New Roman" panose="02020603050405020304" pitchFamily="18" charset="0"/>
                <a:ea typeface="宋体" pitchFamily="2" charset="-122"/>
                <a:cs typeface="+mn-cs"/>
              </a:rPr>
              <a:t>jyang@tseg.org</a:t>
            </a:r>
            <a:endParaRPr kumimoji="1" lang="en-US" altLang="zh-CN" sz="1600" b="0" i="0" u="none" strike="noStrike" kern="1200" cap="none" spc="0" normalizeH="0" baseline="0" noProof="0" dirty="0">
              <a:ln>
                <a:noFill/>
              </a:ln>
              <a:solidFill>
                <a:srgbClr val="009999"/>
              </a:solidFill>
              <a:effectLst/>
              <a:uLnTx/>
              <a:uFillTx/>
              <a:latin typeface="Times New Roman" panose="02020603050405020304" pitchFamily="18"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endParaRPr kumimoji="1" lang="en-US" altLang="zh-CN" sz="1600" b="0" i="0" u="none" strike="noStrike" kern="1200" cap="none" spc="0" normalizeH="0" baseline="0" noProof="0" dirty="0">
              <a:ln>
                <a:noFill/>
              </a:ln>
              <a:solidFill>
                <a:srgbClr val="009999"/>
              </a:solidFill>
              <a:effectLst/>
              <a:uLnTx/>
              <a:uFillTx/>
              <a:latin typeface="Tahoma" panose="020B06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rPr>
              <a:t>School of Computer</a:t>
            </a:r>
            <a:endPar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rPr>
              <a:t>Beijing University of Posts &amp; Telecommunications</a:t>
            </a:r>
            <a:endPar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endParaRPr>
          </a:p>
        </p:txBody>
      </p:sp>
      <p:sp>
        <p:nvSpPr>
          <p:cNvPr id="10253" name="Rectangle 13"/>
          <p:cNvSpPr>
            <a:spLocks noGrp="1" noChangeArrowheads="1"/>
          </p:cNvSpPr>
          <p:nvPr>
            <p:ph type="ctrTitle"/>
          </p:nvPr>
        </p:nvSpPr>
        <p:spPr>
          <a:xfrm>
            <a:off x="990600" y="1828800"/>
            <a:ext cx="7772400" cy="1143000"/>
          </a:xfrm>
        </p:spPr>
        <p:txBody>
          <a:bodyPr/>
          <a:lstStyle>
            <a:lvl1pPr>
              <a:defRPr>
                <a:latin typeface="Copperplate Gothic Bold" pitchFamily="34" charset="0"/>
              </a:defRPr>
            </a:lvl1pPr>
          </a:lstStyle>
          <a:p>
            <a:pPr fontAlgn="base"/>
            <a:r>
              <a:rPr lang="zh-CN" altLang="en-US" strike="noStrike" noProof="1"/>
              <a:t>单击此处编辑母版标题样式</a:t>
            </a:r>
            <a:endParaRPr lang="zh-CN" altLang="en-US" strike="noStrike" noProof="1"/>
          </a:p>
        </p:txBody>
      </p:sp>
      <p:sp>
        <p:nvSpPr>
          <p:cNvPr id="10254" name="Rectangle 14"/>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endParaRPr lang="zh-CN" altLang="en-US" strike="noStrike" noProof="1"/>
          </a:p>
        </p:txBody>
      </p:sp>
      <p:sp>
        <p:nvSpPr>
          <p:cNvPr id="27" name="Rectangle 15"/>
          <p:cNvSpPr>
            <a:spLocks noGrp="1" noChangeArrowheads="1"/>
          </p:cNvSpPr>
          <p:nvPr>
            <p:ph type="dt" sz="half" idx="2"/>
          </p:nvPr>
        </p:nvSpPr>
        <p:spPr bwMode="auto">
          <a:xfrm>
            <a:off x="9906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8" name="Rectangle 16"/>
          <p:cNvSpPr>
            <a:spLocks noGrp="1" noChangeArrowheads="1"/>
          </p:cNvSpPr>
          <p:nvPr>
            <p:ph type="ftr" sz="quarter" idx="3"/>
          </p:nvPr>
        </p:nvSpPr>
        <p:spPr bwMode="auto">
          <a:xfrm>
            <a:off x="3429000" y="6248400"/>
            <a:ext cx="28956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9" name="Rectangle 17"/>
          <p:cNvSpPr>
            <a:spLocks noGrp="1" noChangeArrowheads="1"/>
          </p:cNvSpPr>
          <p:nvPr>
            <p:ph type="sldNum" sz="quarter" idx="4"/>
          </p:nvPr>
        </p:nvSpPr>
        <p:spPr bwMode="auto">
          <a:xfrm>
            <a:off x="68580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0CB3DF5-A1E7-42DE-BE62-EC61ECF57367}" type="slidenum">
              <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1150938" y="617538"/>
            <a:ext cx="5700712" cy="551497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2" descr="attach"/>
          <p:cNvPicPr>
            <a:picLocks noChangeAspect="1"/>
          </p:cNvPicPr>
          <p:nvPr/>
        </p:nvPicPr>
        <p:blipFill>
          <a:blip r:embed="rId2"/>
          <a:stretch>
            <a:fillRect/>
          </a:stretch>
        </p:blipFill>
        <p:spPr>
          <a:xfrm>
            <a:off x="1752600" y="533400"/>
            <a:ext cx="5905500" cy="5905500"/>
          </a:xfrm>
          <a:prstGeom prst="rect">
            <a:avLst/>
          </a:prstGeom>
          <a:noFill/>
          <a:ln w="9525">
            <a:noFill/>
          </a:ln>
        </p:spPr>
      </p:pic>
      <p:grpSp>
        <p:nvGrpSpPr>
          <p:cNvPr id="2051" name="Group 3"/>
          <p:cNvGrpSpPr/>
          <p:nvPr/>
        </p:nvGrpSpPr>
        <p:grpSpPr>
          <a:xfrm>
            <a:off x="0" y="2438400"/>
            <a:ext cx="9009063" cy="1052513"/>
            <a:chOff x="0" y="1536"/>
            <a:chExt cx="5675" cy="663"/>
          </a:xfrm>
        </p:grpSpPr>
        <p:grpSp>
          <p:nvGrpSpPr>
            <p:cNvPr id="2052" name="Group 4"/>
            <p:cNvGrpSpPr/>
            <p:nvPr/>
          </p:nvGrpSpPr>
          <p:grpSpPr>
            <a:xfrm>
              <a:off x="185" y="1604"/>
              <a:ext cx="449" cy="299"/>
              <a:chOff x="720" y="336"/>
              <a:chExt cx="624" cy="432"/>
            </a:xfrm>
          </p:grpSpPr>
          <p:sp>
            <p:nvSpPr>
              <p:cNvPr id="24" name="Rectangle 5"/>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5"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grpSp>
          <p:nvGrpSpPr>
            <p:cNvPr id="2055" name="Group 7"/>
            <p:cNvGrpSpPr/>
            <p:nvPr/>
          </p:nvGrpSpPr>
          <p:grpSpPr>
            <a:xfrm>
              <a:off x="263" y="1870"/>
              <a:ext cx="466" cy="299"/>
              <a:chOff x="912" y="2640"/>
              <a:chExt cx="672" cy="432"/>
            </a:xfrm>
          </p:grpSpPr>
          <p:sp>
            <p:nvSpPr>
              <p:cNvPr id="22" name="Rectangle 8"/>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3"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19"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0" name="Rectangle 11"/>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1"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26" name="Rectangle 18"/>
          <p:cNvSpPr>
            <a:spLocks noChangeArrowheads="1"/>
          </p:cNvSpPr>
          <p:nvPr/>
        </p:nvSpPr>
        <p:spPr bwMode="auto">
          <a:xfrm>
            <a:off x="4419600" y="4114800"/>
            <a:ext cx="47244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2400" b="0" i="0" u="none" strike="noStrike" kern="1200" cap="none" spc="0" normalizeH="0" baseline="0" noProof="0" dirty="0">
                <a:ln>
                  <a:noFill/>
                </a:ln>
                <a:solidFill>
                  <a:schemeClr val="folHlink"/>
                </a:solidFill>
                <a:effectLst/>
                <a:uLnTx/>
                <a:uFillTx/>
                <a:latin typeface="Copperplate Gothic Light" pitchFamily="34" charset="0"/>
                <a:ea typeface="宋体" pitchFamily="2" charset="-122"/>
                <a:cs typeface="+mn-cs"/>
              </a:rPr>
              <a:t>Yang Juan</a:t>
            </a:r>
            <a:endParaRPr kumimoji="1" lang="en-US" altLang="zh-CN" sz="2400" b="0" i="0" u="none" strike="noStrike" kern="1200" cap="none" spc="0" normalizeH="0" baseline="0" noProof="0" dirty="0">
              <a:ln>
                <a:noFill/>
              </a:ln>
              <a:solidFill>
                <a:schemeClr val="folHlink"/>
              </a:solidFill>
              <a:effectLst/>
              <a:uLnTx/>
              <a:uFillTx/>
              <a:latin typeface="Copperplate Gothic Light"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Times New Roman" panose="02020603050405020304" pitchFamily="18" charset="0"/>
                <a:ea typeface="宋体" pitchFamily="2" charset="-122"/>
                <a:cs typeface="+mn-cs"/>
              </a:rPr>
              <a:t>jyang@tseg.org</a:t>
            </a:r>
            <a:endParaRPr kumimoji="1" lang="en-US" altLang="zh-CN" sz="1600" b="0" i="0" u="none" strike="noStrike" kern="1200" cap="none" spc="0" normalizeH="0" baseline="0" noProof="0" dirty="0">
              <a:ln>
                <a:noFill/>
              </a:ln>
              <a:solidFill>
                <a:srgbClr val="009999"/>
              </a:solidFill>
              <a:effectLst/>
              <a:uLnTx/>
              <a:uFillTx/>
              <a:latin typeface="Times New Roman" panose="02020603050405020304" pitchFamily="18"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endParaRPr kumimoji="1" lang="en-US" altLang="zh-CN" sz="1600" b="0" i="0" u="none" strike="noStrike" kern="1200" cap="none" spc="0" normalizeH="0" baseline="0" noProof="0" dirty="0">
              <a:ln>
                <a:noFill/>
              </a:ln>
              <a:solidFill>
                <a:srgbClr val="009999"/>
              </a:solidFill>
              <a:effectLst/>
              <a:uLnTx/>
              <a:uFillTx/>
              <a:latin typeface="Tahoma" panose="020B06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rPr>
              <a:t>School of Computer</a:t>
            </a:r>
            <a:endPar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rPr>
              <a:t>Beijing University of Posts &amp; Telecommunications</a:t>
            </a:r>
            <a:endParaRPr kumimoji="1" lang="en-US" altLang="zh-CN" sz="1600" b="0" i="0" u="none" strike="noStrike" kern="1200" cap="none" spc="0" normalizeH="0" baseline="0" noProof="0" dirty="0">
              <a:ln>
                <a:noFill/>
              </a:ln>
              <a:solidFill>
                <a:srgbClr val="009999"/>
              </a:solidFill>
              <a:effectLst/>
              <a:uLnTx/>
              <a:uFillTx/>
              <a:latin typeface="Copperplate Gothic Light" pitchFamily="34" charset="0"/>
              <a:ea typeface="宋体" pitchFamily="2" charset="-122"/>
              <a:cs typeface="+mn-cs"/>
            </a:endParaRPr>
          </a:p>
        </p:txBody>
      </p:sp>
      <p:sp>
        <p:nvSpPr>
          <p:cNvPr id="10253" name="Rectangle 13"/>
          <p:cNvSpPr>
            <a:spLocks noGrp="1" noChangeArrowheads="1"/>
          </p:cNvSpPr>
          <p:nvPr>
            <p:ph type="ctrTitle"/>
          </p:nvPr>
        </p:nvSpPr>
        <p:spPr>
          <a:xfrm>
            <a:off x="990600" y="1828800"/>
            <a:ext cx="7772400" cy="1143000"/>
          </a:xfrm>
        </p:spPr>
        <p:txBody>
          <a:bodyPr/>
          <a:lstStyle>
            <a:lvl1pPr>
              <a:defRPr>
                <a:latin typeface="Copperplate Gothic Bold" pitchFamily="34" charset="0"/>
              </a:defRPr>
            </a:lvl1pPr>
          </a:lstStyle>
          <a:p>
            <a:pPr fontAlgn="base"/>
            <a:r>
              <a:rPr lang="zh-CN" altLang="en-US" strike="noStrike" noProof="1"/>
              <a:t>单击此处编辑母版标题样式</a:t>
            </a:r>
            <a:endParaRPr lang="zh-CN" altLang="en-US" strike="noStrike" noProof="1"/>
          </a:p>
        </p:txBody>
      </p:sp>
      <p:sp>
        <p:nvSpPr>
          <p:cNvPr id="10254" name="Rectangle 14"/>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endParaRPr lang="zh-CN" altLang="en-US" strike="noStrike" noProof="1"/>
          </a:p>
        </p:txBody>
      </p:sp>
      <p:sp>
        <p:nvSpPr>
          <p:cNvPr id="27" name="Rectangle 15"/>
          <p:cNvSpPr>
            <a:spLocks noGrp="1" noChangeArrowheads="1"/>
          </p:cNvSpPr>
          <p:nvPr>
            <p:ph type="dt" sz="half" idx="2"/>
          </p:nvPr>
        </p:nvSpPr>
        <p:spPr bwMode="auto">
          <a:xfrm>
            <a:off x="9906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8" name="Rectangle 16"/>
          <p:cNvSpPr>
            <a:spLocks noGrp="1" noChangeArrowheads="1"/>
          </p:cNvSpPr>
          <p:nvPr>
            <p:ph type="ftr" sz="quarter" idx="3"/>
          </p:nvPr>
        </p:nvSpPr>
        <p:spPr bwMode="auto">
          <a:xfrm>
            <a:off x="3429000" y="6248400"/>
            <a:ext cx="28956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itchFamily="2" charset="-122"/>
              <a:cs typeface="+mn-cs"/>
            </a:endParaRPr>
          </a:p>
        </p:txBody>
      </p:sp>
      <p:sp>
        <p:nvSpPr>
          <p:cNvPr id="29" name="Rectangle 17"/>
          <p:cNvSpPr>
            <a:spLocks noGrp="1" noChangeArrowheads="1"/>
          </p:cNvSpPr>
          <p:nvPr>
            <p:ph type="sldNum" sz="quarter" idx="4"/>
          </p:nvPr>
        </p:nvSpPr>
        <p:spPr bwMode="auto">
          <a:xfrm>
            <a:off x="68580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0CB3DF5-A1E7-42DE-BE62-EC61ECF57367}" type="slidenum">
              <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1150938" y="617538"/>
            <a:ext cx="5700712" cy="551497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descr="attach"/>
          <p:cNvPicPr>
            <a:picLocks noChangeAspect="1"/>
          </p:cNvPicPr>
          <p:nvPr/>
        </p:nvPicPr>
        <p:blipFill>
          <a:blip r:embed="rId12"/>
          <a:stretch>
            <a:fillRect/>
          </a:stretch>
        </p:blipFill>
        <p:spPr>
          <a:xfrm>
            <a:off x="1752600" y="533400"/>
            <a:ext cx="5905500" cy="5905500"/>
          </a:xfrm>
          <a:prstGeom prst="rect">
            <a:avLst/>
          </a:prstGeom>
          <a:noFill/>
          <a:ln w="9525">
            <a:noFill/>
          </a:ln>
        </p:spPr>
      </p:pic>
      <p:sp>
        <p:nvSpPr>
          <p:cNvPr id="9219" name="Rectangle 3"/>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4"/>
          <p:cNvSpPr>
            <a:spLocks noChangeArrowheads="1"/>
          </p:cNvSpPr>
          <p:nvPr/>
        </p:nvSpPr>
        <p:spPr bwMode="ltGray">
          <a:xfrm>
            <a:off x="417513" y="52387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29" name="Rectangle 5"/>
          <p:cNvSpPr>
            <a:spLocks noChangeArrowheads="1"/>
          </p:cNvSpPr>
          <p:nvPr/>
        </p:nvSpPr>
        <p:spPr bwMode="ltGray">
          <a:xfrm>
            <a:off x="800100" y="52387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0" name="Rectangle 6"/>
          <p:cNvSpPr>
            <a:spLocks noChangeArrowheads="1"/>
          </p:cNvSpPr>
          <p:nvPr/>
        </p:nvSpPr>
        <p:spPr bwMode="ltGray">
          <a:xfrm>
            <a:off x="541338" y="94615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1" name="Rectangle 7"/>
          <p:cNvSpPr>
            <a:spLocks noChangeArrowheads="1"/>
          </p:cNvSpPr>
          <p:nvPr/>
        </p:nvSpPr>
        <p:spPr bwMode="ltGray">
          <a:xfrm>
            <a:off x="911225" y="94615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2" name="Rectangle 8"/>
          <p:cNvSpPr>
            <a:spLocks noChangeArrowheads="1"/>
          </p:cNvSpPr>
          <p:nvPr/>
        </p:nvSpPr>
        <p:spPr bwMode="ltGray">
          <a:xfrm>
            <a:off x="217488" y="873125"/>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3" name="Rectangle 9"/>
          <p:cNvSpPr>
            <a:spLocks noChangeArrowheads="1"/>
          </p:cNvSpPr>
          <p:nvPr/>
        </p:nvSpPr>
        <p:spPr bwMode="gray">
          <a:xfrm>
            <a:off x="762000" y="41592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4" name="Rectangle 10"/>
          <p:cNvSpPr>
            <a:spLocks noChangeArrowheads="1"/>
          </p:cNvSpPr>
          <p:nvPr/>
        </p:nvSpPr>
        <p:spPr bwMode="gray">
          <a:xfrm>
            <a:off x="442913" y="12065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11"/>
          <p:cNvSpPr>
            <a:spLocks noGrp="1"/>
          </p:cNvSpPr>
          <p:nvPr>
            <p:ph type="title"/>
          </p:nvPr>
        </p:nvSpPr>
        <p:spPr>
          <a:xfrm>
            <a:off x="1150938" y="4286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6" name="Rectangle 12"/>
          <p:cNvSpPr>
            <a:spLocks noGrp="1"/>
          </p:cNvSpPr>
          <p:nvPr>
            <p:ph type="body"/>
          </p:nvPr>
        </p:nvSpPr>
        <p:spPr>
          <a:xfrm>
            <a:off x="812800" y="1295400"/>
            <a:ext cx="8156575" cy="492125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229" name="Rectangle 13"/>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000" b="1" i="1">
                <a:solidFill>
                  <a:srgbClr val="009999"/>
                </a:solidFill>
                <a:latin typeface="Arial Narrow" panose="020B060602020203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230" name="Rectangle 14"/>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kumimoji="1" sz="1200" b="1" i="1">
                <a:solidFill>
                  <a:srgbClr val="009999"/>
                </a:solidFill>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descr="attach"/>
          <p:cNvPicPr>
            <a:picLocks noChangeAspect="1"/>
          </p:cNvPicPr>
          <p:nvPr/>
        </p:nvPicPr>
        <p:blipFill>
          <a:blip r:embed="rId12"/>
          <a:stretch>
            <a:fillRect/>
          </a:stretch>
        </p:blipFill>
        <p:spPr>
          <a:xfrm>
            <a:off x="1752600" y="533400"/>
            <a:ext cx="5905500" cy="5905500"/>
          </a:xfrm>
          <a:prstGeom prst="rect">
            <a:avLst/>
          </a:prstGeom>
          <a:noFill/>
          <a:ln w="9525">
            <a:noFill/>
          </a:ln>
        </p:spPr>
      </p:pic>
      <p:sp>
        <p:nvSpPr>
          <p:cNvPr id="9219" name="Rectangle 3"/>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0F26D09-DD9B-40F0-A5E5-7F6A49C60FBE}"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4"/>
          <p:cNvSpPr>
            <a:spLocks noChangeArrowheads="1"/>
          </p:cNvSpPr>
          <p:nvPr/>
        </p:nvSpPr>
        <p:spPr bwMode="ltGray">
          <a:xfrm>
            <a:off x="417513" y="523875"/>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29" name="Rectangle 5"/>
          <p:cNvSpPr>
            <a:spLocks noChangeArrowheads="1"/>
          </p:cNvSpPr>
          <p:nvPr/>
        </p:nvSpPr>
        <p:spPr bwMode="ltGray">
          <a:xfrm>
            <a:off x="800100" y="523875"/>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0" name="Rectangle 6"/>
          <p:cNvSpPr>
            <a:spLocks noChangeArrowheads="1"/>
          </p:cNvSpPr>
          <p:nvPr/>
        </p:nvSpPr>
        <p:spPr bwMode="ltGray">
          <a:xfrm>
            <a:off x="541338" y="94615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1" name="Rectangle 7"/>
          <p:cNvSpPr>
            <a:spLocks noChangeArrowheads="1"/>
          </p:cNvSpPr>
          <p:nvPr/>
        </p:nvSpPr>
        <p:spPr bwMode="ltGray">
          <a:xfrm>
            <a:off x="911225" y="94615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2" name="Rectangle 8"/>
          <p:cNvSpPr>
            <a:spLocks noChangeArrowheads="1"/>
          </p:cNvSpPr>
          <p:nvPr/>
        </p:nvSpPr>
        <p:spPr bwMode="ltGray">
          <a:xfrm>
            <a:off x="217488" y="873125"/>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3" name="Rectangle 9"/>
          <p:cNvSpPr>
            <a:spLocks noChangeArrowheads="1"/>
          </p:cNvSpPr>
          <p:nvPr/>
        </p:nvSpPr>
        <p:spPr bwMode="gray">
          <a:xfrm>
            <a:off x="762000" y="415925"/>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4" name="Rectangle 10"/>
          <p:cNvSpPr>
            <a:spLocks noChangeArrowheads="1"/>
          </p:cNvSpPr>
          <p:nvPr/>
        </p:nvSpPr>
        <p:spPr bwMode="gray">
          <a:xfrm>
            <a:off x="442913" y="12065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11"/>
          <p:cNvSpPr>
            <a:spLocks noGrp="1"/>
          </p:cNvSpPr>
          <p:nvPr>
            <p:ph type="title"/>
          </p:nvPr>
        </p:nvSpPr>
        <p:spPr>
          <a:xfrm>
            <a:off x="1150938" y="4286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6" name="Rectangle 12"/>
          <p:cNvSpPr>
            <a:spLocks noGrp="1"/>
          </p:cNvSpPr>
          <p:nvPr>
            <p:ph type="body"/>
          </p:nvPr>
        </p:nvSpPr>
        <p:spPr>
          <a:xfrm>
            <a:off x="812800" y="1295400"/>
            <a:ext cx="8156575" cy="492125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229" name="Rectangle 13"/>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000" b="1" i="1">
                <a:solidFill>
                  <a:srgbClr val="009999"/>
                </a:solidFill>
                <a:latin typeface="Arial Narrow" panose="020B060602020203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230" name="Rectangle 14"/>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kumimoji="1" sz="1200" b="1" i="1">
                <a:solidFill>
                  <a:srgbClr val="009999"/>
                </a:solidFill>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 </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4.png"/><Relationship Id="rId2" Type="http://schemas.openxmlformats.org/officeDocument/2006/relationships/tags" Target="../tags/tag2.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5122" name="Rectangle 2"/>
          <p:cNvSpPr>
            <a:spLocks noGrp="1"/>
          </p:cNvSpPr>
          <p:nvPr>
            <p:ph type="title"/>
          </p:nvPr>
        </p:nvSpPr>
        <p:spPr>
          <a:xfrm>
            <a:off x="682625" y="188913"/>
            <a:ext cx="8388350" cy="1143000"/>
          </a:xfrm>
        </p:spPr>
        <p:txBody>
          <a:bodyPr vert="horz" wrap="square" lIns="91440" tIns="45720" rIns="91440" bIns="45720" anchor="b" anchorCtr="0"/>
          <a:p>
            <a:pPr eaLnBrk="1" hangingPunct="1"/>
            <a:r>
              <a:rPr lang="en-US" altLang="zh-CN" dirty="0"/>
              <a:t>§10.2 Graph Terminology</a:t>
            </a:r>
            <a:endParaRPr lang="en-US" altLang="zh-CN" dirty="0"/>
          </a:p>
        </p:txBody>
      </p:sp>
      <p:sp>
        <p:nvSpPr>
          <p:cNvPr id="5123" name="Rectangle 3"/>
          <p:cNvSpPr>
            <a:spLocks noGrp="1"/>
          </p:cNvSpPr>
          <p:nvPr>
            <p:ph idx="1"/>
          </p:nvPr>
        </p:nvSpPr>
        <p:spPr/>
        <p:txBody>
          <a:bodyPr vert="horz" wrap="square" lIns="91440" tIns="45720" rIns="91440" bIns="45720" anchor="t" anchorCtr="0"/>
          <a:p>
            <a:pPr eaLnBrk="1" hangingPunct="1">
              <a:buNone/>
            </a:pPr>
            <a:r>
              <a:rPr lang="en-US" altLang="zh-CN" dirty="0"/>
              <a:t>You need to learn the following terms:</a:t>
            </a:r>
            <a:endParaRPr lang="en-US" altLang="zh-CN" dirty="0"/>
          </a:p>
          <a:p>
            <a:pPr eaLnBrk="1" hangingPunct="1"/>
            <a:r>
              <a:rPr lang="en-US" altLang="zh-CN" i="1" dirty="0">
                <a:solidFill>
                  <a:schemeClr val="hlink"/>
                </a:solidFill>
              </a:rPr>
              <a:t>Adjacent, connects, endpoints, degree, initial, terminal, in-degree, out-degree, complete, cycles, wheels, n-cubes, bipartite, subgraph, union.</a:t>
            </a:r>
            <a:endParaRPr lang="en-US" altLang="zh-CN" i="1" dirty="0">
              <a:solidFill>
                <a:schemeClr val="hlink"/>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6146" name="Rectangle 2"/>
          <p:cNvSpPr>
            <a:spLocks noGrp="1"/>
          </p:cNvSpPr>
          <p:nvPr>
            <p:ph type="title"/>
          </p:nvPr>
        </p:nvSpPr>
        <p:spPr/>
        <p:txBody>
          <a:bodyPr vert="horz" wrap="square" lIns="91440" tIns="45720" rIns="91440" bIns="45720" anchor="b" anchorCtr="0"/>
          <a:p>
            <a:pPr eaLnBrk="1" hangingPunct="1"/>
            <a:r>
              <a:rPr lang="en-US" altLang="zh-CN" dirty="0"/>
              <a:t>Adjacency</a:t>
            </a:r>
            <a:endParaRPr lang="en-US" altLang="zh-CN" dirty="0"/>
          </a:p>
        </p:txBody>
      </p:sp>
      <p:sp>
        <p:nvSpPr>
          <p:cNvPr id="6147" name="Rectangle 3"/>
          <p:cNvSpPr>
            <a:spLocks noGrp="1"/>
          </p:cNvSpPr>
          <p:nvPr>
            <p:ph idx="1"/>
          </p:nvPr>
        </p:nvSpPr>
        <p:spPr/>
        <p:txBody>
          <a:bodyPr vert="horz" wrap="square" lIns="91440" tIns="45720" rIns="91440" bIns="45720" anchor="t" anchorCtr="0"/>
          <a:p>
            <a:pPr marL="231775" indent="-231775" eaLnBrk="1" hangingPunct="1">
              <a:buNone/>
            </a:pPr>
            <a:r>
              <a:rPr lang="en-US" altLang="zh-CN" dirty="0"/>
              <a:t>Let </a:t>
            </a:r>
            <a:r>
              <a:rPr lang="en-US" altLang="zh-CN" i="1" dirty="0"/>
              <a:t>G</a:t>
            </a:r>
            <a:r>
              <a:rPr lang="en-US" altLang="zh-CN" dirty="0"/>
              <a:t> be an undirected graph with edge set </a:t>
            </a:r>
            <a:r>
              <a:rPr lang="en-US" altLang="zh-CN" i="1" dirty="0"/>
              <a:t>E</a:t>
            </a:r>
            <a:r>
              <a:rPr lang="en-US" altLang="zh-CN" dirty="0"/>
              <a:t>.  Let </a:t>
            </a:r>
            <a:r>
              <a:rPr lang="en-US" altLang="zh-CN" i="1" dirty="0">
                <a:solidFill>
                  <a:srgbClr val="FF0000"/>
                </a:solidFill>
              </a:rPr>
              <a:t>e</a:t>
            </a:r>
            <a:r>
              <a:rPr lang="en-US" altLang="zh-CN" dirty="0">
                <a:solidFill>
                  <a:srgbClr val="FF0000"/>
                </a:solidFill>
                <a:sym typeface="Symbol" pitchFamily="18" charset="2"/>
              </a:rPr>
              <a:t></a:t>
            </a:r>
            <a:r>
              <a:rPr lang="en-US" altLang="zh-CN" i="1" dirty="0">
                <a:solidFill>
                  <a:srgbClr val="FF0000"/>
                </a:solidFill>
                <a:sym typeface="Symbol" pitchFamily="18" charset="2"/>
              </a:rPr>
              <a:t>E</a:t>
            </a:r>
            <a:r>
              <a:rPr lang="en-US" altLang="zh-CN" dirty="0">
                <a:sym typeface="Symbol" pitchFamily="18" charset="2"/>
              </a:rPr>
              <a:t> be (or map to) the pair </a:t>
            </a:r>
            <a:r>
              <a:rPr lang="en-US" altLang="zh-CN" dirty="0">
                <a:solidFill>
                  <a:srgbClr val="FF0000"/>
                </a:solidFill>
                <a:sym typeface="Symbol" pitchFamily="18" charset="2"/>
              </a:rPr>
              <a:t>{</a:t>
            </a:r>
            <a:r>
              <a:rPr lang="en-US" altLang="zh-CN" i="1" dirty="0">
                <a:solidFill>
                  <a:srgbClr val="FF0000"/>
                </a:solidFill>
                <a:sym typeface="Symbol" pitchFamily="18" charset="2"/>
              </a:rPr>
              <a:t>u</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solidFill>
                  <a:srgbClr val="FF0000"/>
                </a:solidFill>
                <a:sym typeface="Symbol" pitchFamily="18" charset="2"/>
              </a:rPr>
              <a:t>}</a:t>
            </a:r>
            <a:r>
              <a:rPr lang="en-US" altLang="zh-CN" dirty="0">
                <a:sym typeface="Symbol" pitchFamily="18" charset="2"/>
              </a:rPr>
              <a:t>.  Then we say:</a:t>
            </a:r>
            <a:endParaRPr lang="en-US" altLang="zh-CN" dirty="0"/>
          </a:p>
          <a:p>
            <a:pPr marL="231775" indent="-231775" eaLnBrk="1" hangingPunct="1"/>
            <a:r>
              <a:rPr lang="en-US" altLang="zh-CN" i="1" dirty="0">
                <a:solidFill>
                  <a:schemeClr val="hlink"/>
                </a:solidFill>
              </a:rPr>
              <a:t>u</a:t>
            </a:r>
            <a:r>
              <a:rPr lang="en-US" altLang="zh-CN" dirty="0">
                <a:solidFill>
                  <a:schemeClr val="hlink"/>
                </a:solidFill>
              </a:rPr>
              <a:t>, </a:t>
            </a:r>
            <a:r>
              <a:rPr lang="en-US" altLang="zh-CN" i="1" dirty="0">
                <a:solidFill>
                  <a:schemeClr val="hlink"/>
                </a:solidFill>
              </a:rPr>
              <a:t>v</a:t>
            </a:r>
            <a:r>
              <a:rPr lang="en-US" altLang="zh-CN" dirty="0">
                <a:solidFill>
                  <a:schemeClr val="hlink"/>
                </a:solidFill>
              </a:rPr>
              <a:t> are </a:t>
            </a:r>
            <a:r>
              <a:rPr lang="en-US" altLang="zh-CN" i="1" dirty="0">
                <a:solidFill>
                  <a:schemeClr val="hlink"/>
                </a:solidFill>
              </a:rPr>
              <a:t>adjacent</a:t>
            </a:r>
            <a:r>
              <a:rPr lang="en-US" altLang="zh-CN" dirty="0">
                <a:solidFill>
                  <a:schemeClr val="hlink"/>
                </a:solidFill>
              </a:rPr>
              <a:t> / </a:t>
            </a:r>
            <a:r>
              <a:rPr lang="en-US" altLang="zh-CN" i="1" dirty="0">
                <a:solidFill>
                  <a:schemeClr val="hlink"/>
                </a:solidFill>
              </a:rPr>
              <a:t>neighbors</a:t>
            </a:r>
            <a:r>
              <a:rPr lang="en-US" altLang="zh-CN" dirty="0">
                <a:solidFill>
                  <a:schemeClr val="hlink"/>
                </a:solidFill>
              </a:rPr>
              <a:t> / </a:t>
            </a:r>
            <a:r>
              <a:rPr lang="en-US" altLang="zh-CN" i="1" dirty="0">
                <a:solidFill>
                  <a:schemeClr val="hlink"/>
                </a:solidFill>
              </a:rPr>
              <a:t>connected</a:t>
            </a:r>
            <a:r>
              <a:rPr lang="en-US" altLang="zh-CN" dirty="0">
                <a:solidFill>
                  <a:schemeClr val="hlink"/>
                </a:solidFill>
              </a:rPr>
              <a:t>.</a:t>
            </a:r>
            <a:endParaRPr lang="en-US" altLang="zh-CN" dirty="0">
              <a:solidFill>
                <a:schemeClr val="hlink"/>
              </a:solidFill>
            </a:endParaRPr>
          </a:p>
          <a:p>
            <a:pPr marL="231775" indent="-231775" eaLnBrk="1" hangingPunct="1"/>
            <a:r>
              <a:rPr lang="en-US" altLang="zh-CN" dirty="0">
                <a:solidFill>
                  <a:schemeClr val="hlink"/>
                </a:solidFill>
              </a:rPr>
              <a:t>Edge </a:t>
            </a:r>
            <a:r>
              <a:rPr lang="en-US" altLang="zh-CN" i="1" dirty="0">
                <a:solidFill>
                  <a:schemeClr val="hlink"/>
                </a:solidFill>
              </a:rPr>
              <a:t>e</a:t>
            </a:r>
            <a:r>
              <a:rPr lang="en-US" altLang="zh-CN" dirty="0">
                <a:solidFill>
                  <a:schemeClr val="hlink"/>
                </a:solidFill>
              </a:rPr>
              <a:t> is </a:t>
            </a:r>
            <a:r>
              <a:rPr lang="en-US" altLang="zh-CN" i="1" dirty="0">
                <a:solidFill>
                  <a:schemeClr val="hlink"/>
                </a:solidFill>
              </a:rPr>
              <a:t>incident with</a:t>
            </a:r>
            <a:r>
              <a:rPr lang="en-US" altLang="zh-CN" dirty="0">
                <a:solidFill>
                  <a:schemeClr val="hlink"/>
                </a:solidFill>
              </a:rPr>
              <a:t> vertices </a:t>
            </a:r>
            <a:r>
              <a:rPr lang="en-US" altLang="zh-CN" i="1" dirty="0">
                <a:solidFill>
                  <a:schemeClr val="hlink"/>
                </a:solidFill>
              </a:rPr>
              <a:t>u</a:t>
            </a:r>
            <a:r>
              <a:rPr lang="en-US" altLang="zh-CN" dirty="0">
                <a:solidFill>
                  <a:schemeClr val="hlink"/>
                </a:solidFill>
              </a:rPr>
              <a:t> and </a:t>
            </a:r>
            <a:r>
              <a:rPr lang="en-US" altLang="zh-CN" i="1" dirty="0">
                <a:solidFill>
                  <a:schemeClr val="hlink"/>
                </a:solidFill>
              </a:rPr>
              <a:t>v</a:t>
            </a:r>
            <a:r>
              <a:rPr lang="en-US" altLang="zh-CN" dirty="0">
                <a:solidFill>
                  <a:schemeClr val="hlink"/>
                </a:solidFill>
              </a:rPr>
              <a:t>.</a:t>
            </a:r>
            <a:endParaRPr lang="en-US" altLang="zh-CN" dirty="0">
              <a:solidFill>
                <a:schemeClr val="hlink"/>
              </a:solidFill>
            </a:endParaRPr>
          </a:p>
          <a:p>
            <a:pPr marL="231775" indent="-231775" eaLnBrk="1" hangingPunct="1"/>
            <a:r>
              <a:rPr lang="en-US" altLang="zh-CN" dirty="0">
                <a:solidFill>
                  <a:schemeClr val="hlink"/>
                </a:solidFill>
              </a:rPr>
              <a:t>Edge </a:t>
            </a:r>
            <a:r>
              <a:rPr lang="en-US" altLang="zh-CN" i="1" dirty="0">
                <a:solidFill>
                  <a:schemeClr val="hlink"/>
                </a:solidFill>
              </a:rPr>
              <a:t>e</a:t>
            </a:r>
            <a:r>
              <a:rPr lang="en-US" altLang="zh-CN" dirty="0">
                <a:solidFill>
                  <a:schemeClr val="hlink"/>
                </a:solidFill>
              </a:rPr>
              <a:t> </a:t>
            </a:r>
            <a:r>
              <a:rPr lang="en-US" altLang="zh-CN" i="1" dirty="0">
                <a:solidFill>
                  <a:schemeClr val="hlink"/>
                </a:solidFill>
              </a:rPr>
              <a:t>connects</a:t>
            </a:r>
            <a:r>
              <a:rPr lang="en-US" altLang="zh-CN" dirty="0">
                <a:solidFill>
                  <a:schemeClr val="hlink"/>
                </a:solidFill>
              </a:rPr>
              <a:t> </a:t>
            </a:r>
            <a:r>
              <a:rPr lang="en-US" altLang="zh-CN" i="1" dirty="0">
                <a:solidFill>
                  <a:schemeClr val="hlink"/>
                </a:solidFill>
              </a:rPr>
              <a:t>u</a:t>
            </a:r>
            <a:r>
              <a:rPr lang="en-US" altLang="zh-CN" dirty="0">
                <a:solidFill>
                  <a:schemeClr val="hlink"/>
                </a:solidFill>
              </a:rPr>
              <a:t> and </a:t>
            </a:r>
            <a:r>
              <a:rPr lang="en-US" altLang="zh-CN" i="1" dirty="0">
                <a:solidFill>
                  <a:schemeClr val="hlink"/>
                </a:solidFill>
              </a:rPr>
              <a:t>v</a:t>
            </a:r>
            <a:r>
              <a:rPr lang="en-US" altLang="zh-CN" dirty="0">
                <a:solidFill>
                  <a:schemeClr val="hlink"/>
                </a:solidFill>
              </a:rPr>
              <a:t>.</a:t>
            </a:r>
            <a:endParaRPr lang="en-US" altLang="zh-CN" dirty="0">
              <a:solidFill>
                <a:schemeClr val="hlink"/>
              </a:solidFill>
            </a:endParaRPr>
          </a:p>
          <a:p>
            <a:pPr marL="231775" indent="-231775" eaLnBrk="1" hangingPunct="1"/>
            <a:r>
              <a:rPr lang="en-US" altLang="zh-CN" dirty="0">
                <a:solidFill>
                  <a:schemeClr val="hlink"/>
                </a:solidFill>
              </a:rPr>
              <a:t>Vertices </a:t>
            </a:r>
            <a:r>
              <a:rPr lang="en-US" altLang="zh-CN" i="1" dirty="0">
                <a:solidFill>
                  <a:schemeClr val="hlink"/>
                </a:solidFill>
              </a:rPr>
              <a:t>u</a:t>
            </a:r>
            <a:r>
              <a:rPr lang="en-US" altLang="zh-CN" dirty="0">
                <a:solidFill>
                  <a:schemeClr val="hlink"/>
                </a:solidFill>
              </a:rPr>
              <a:t> and </a:t>
            </a:r>
            <a:r>
              <a:rPr lang="en-US" altLang="zh-CN" i="1" dirty="0">
                <a:solidFill>
                  <a:schemeClr val="hlink"/>
                </a:solidFill>
              </a:rPr>
              <a:t>v</a:t>
            </a:r>
            <a:r>
              <a:rPr lang="en-US" altLang="zh-CN" dirty="0">
                <a:solidFill>
                  <a:schemeClr val="hlink"/>
                </a:solidFill>
              </a:rPr>
              <a:t> are </a:t>
            </a:r>
            <a:r>
              <a:rPr lang="en-US" altLang="zh-CN" i="1" dirty="0">
                <a:solidFill>
                  <a:schemeClr val="hlink"/>
                </a:solidFill>
              </a:rPr>
              <a:t>endpoints</a:t>
            </a:r>
            <a:r>
              <a:rPr lang="en-US" altLang="zh-CN" dirty="0">
                <a:solidFill>
                  <a:schemeClr val="hlink"/>
                </a:solidFill>
              </a:rPr>
              <a:t> of edge </a:t>
            </a:r>
            <a:r>
              <a:rPr lang="en-US" altLang="zh-CN" i="1" dirty="0">
                <a:solidFill>
                  <a:schemeClr val="hlink"/>
                </a:solidFill>
              </a:rPr>
              <a:t>e</a:t>
            </a:r>
            <a:r>
              <a:rPr lang="en-US" altLang="zh-CN" dirty="0">
                <a:solidFill>
                  <a:schemeClr val="hlink"/>
                </a:solidFill>
              </a:rPr>
              <a:t>.</a:t>
            </a:r>
            <a:endParaRPr lang="en-US" altLang="zh-CN" dirty="0">
              <a:solidFill>
                <a:schemeClr val="hlin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标题 1"/>
          <p:cNvSpPr>
            <a:spLocks noGrp="1"/>
          </p:cNvSpPr>
          <p:nvPr>
            <p:ph type="title"/>
          </p:nvPr>
        </p:nvSpPr>
        <p:spPr/>
        <p:txBody>
          <a:bodyPr vert="horz" wrap="square" lIns="91440" tIns="45720" rIns="91440" bIns="45720" anchor="b" anchorCtr="0"/>
          <a:p>
            <a:r>
              <a:rPr lang="en-US" altLang="zh-CN" dirty="0"/>
              <a:t>Neighborhood</a:t>
            </a:r>
            <a:endParaRPr lang="zh-CN" altLang="en-US" dirty="0"/>
          </a:p>
        </p:txBody>
      </p:sp>
      <p:sp>
        <p:nvSpPr>
          <p:cNvPr id="7170" name="内容占位符 2"/>
          <p:cNvSpPr>
            <a:spLocks noGrp="1"/>
          </p:cNvSpPr>
          <p:nvPr>
            <p:ph idx="1"/>
          </p:nvPr>
        </p:nvSpPr>
        <p:spPr/>
        <p:txBody>
          <a:bodyPr vert="horz" wrap="square" lIns="91440" tIns="45720" rIns="91440" bIns="45720" anchor="t" anchorCtr="0"/>
          <a:p>
            <a:r>
              <a:rPr lang="en-US" altLang="zh-CN" dirty="0"/>
              <a:t>The set of all neighbors of a vertex </a:t>
            </a:r>
            <a:r>
              <a:rPr lang="en-US" altLang="zh-CN" i="1" dirty="0"/>
              <a:t>v </a:t>
            </a:r>
            <a:r>
              <a:rPr lang="en-US" altLang="zh-CN" dirty="0"/>
              <a:t>of </a:t>
            </a:r>
            <a:r>
              <a:rPr lang="en-US" altLang="zh-CN" i="1" dirty="0"/>
              <a:t>G = </a:t>
            </a:r>
            <a:r>
              <a:rPr lang="en-US" altLang="zh-CN" dirty="0"/>
              <a:t>(</a:t>
            </a:r>
            <a:r>
              <a:rPr lang="en-US" altLang="zh-CN" i="1" dirty="0"/>
              <a:t>V ,E</a:t>
            </a:r>
            <a:r>
              <a:rPr lang="en-US" altLang="zh-CN" dirty="0"/>
              <a:t>), denoted by </a:t>
            </a:r>
            <a:r>
              <a:rPr lang="en-US" altLang="zh-CN" i="1" dirty="0"/>
              <a:t>N(v</a:t>
            </a:r>
            <a:r>
              <a:rPr lang="en-US" altLang="zh-CN" dirty="0"/>
              <a:t>), is called the</a:t>
            </a:r>
            <a:r>
              <a:rPr lang="en-US" altLang="zh-CN" i="1" dirty="0"/>
              <a:t> neighborhood </a:t>
            </a:r>
            <a:r>
              <a:rPr lang="en-US" altLang="zh-CN" dirty="0"/>
              <a:t>of </a:t>
            </a:r>
            <a:r>
              <a:rPr lang="en-US" altLang="zh-CN" i="1" dirty="0"/>
              <a:t>v.</a:t>
            </a:r>
            <a:endParaRPr lang="en-US" altLang="zh-CN" i="1" dirty="0"/>
          </a:p>
          <a:p>
            <a:r>
              <a:rPr lang="en-US" altLang="zh-CN" i="1" dirty="0"/>
              <a:t> </a:t>
            </a:r>
            <a:r>
              <a:rPr lang="en-US" altLang="zh-CN" dirty="0"/>
              <a:t>If</a:t>
            </a:r>
            <a:r>
              <a:rPr lang="en-US" altLang="zh-CN" i="1" dirty="0"/>
              <a:t> A </a:t>
            </a:r>
            <a:r>
              <a:rPr lang="en-US" altLang="zh-CN" dirty="0"/>
              <a:t>is a subset of </a:t>
            </a:r>
            <a:r>
              <a:rPr lang="en-US" altLang="zh-CN" i="1" dirty="0"/>
              <a:t>V </a:t>
            </a:r>
            <a:r>
              <a:rPr lang="en-US" altLang="zh-CN" dirty="0"/>
              <a:t>, we denote by </a:t>
            </a:r>
            <a:r>
              <a:rPr lang="en-US" altLang="zh-CN" i="1" dirty="0"/>
              <a:t>N(A) </a:t>
            </a:r>
            <a:r>
              <a:rPr lang="en-US" altLang="zh-CN" dirty="0"/>
              <a:t>the set of all vertices in </a:t>
            </a:r>
            <a:r>
              <a:rPr lang="en-US" altLang="zh-CN" i="1" dirty="0"/>
              <a:t>G</a:t>
            </a:r>
            <a:r>
              <a:rPr lang="en-US" altLang="zh-CN" dirty="0"/>
              <a:t> that are adjacent to at least one vertex in </a:t>
            </a:r>
            <a:r>
              <a:rPr lang="en-US" altLang="zh-CN" i="1" dirty="0"/>
              <a:t>A. So, </a:t>
            </a:r>
            <a:endParaRPr lang="zh-CN" altLang="en-US" dirty="0">
              <a:ea typeface="Times New Roman" panose="02020603050405020304" pitchFamily="18" charset="0"/>
            </a:endParaRPr>
          </a:p>
        </p:txBody>
      </p:sp>
      <p:sp>
        <p:nvSpPr>
          <p:cNvPr id="7171" name="页脚占位符 3"/>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pic>
        <p:nvPicPr>
          <p:cNvPr id="7172" name="Picture 3"/>
          <p:cNvPicPr>
            <a:picLocks noChangeAspect="1"/>
          </p:cNvPicPr>
          <p:nvPr/>
        </p:nvPicPr>
        <p:blipFill>
          <a:blip r:embed="rId1"/>
          <a:stretch>
            <a:fillRect/>
          </a:stretch>
        </p:blipFill>
        <p:spPr>
          <a:xfrm>
            <a:off x="5508625" y="4005263"/>
            <a:ext cx="2522538" cy="433387"/>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8194" name="Rectangle 2"/>
          <p:cNvSpPr>
            <a:spLocks noGrp="1"/>
          </p:cNvSpPr>
          <p:nvPr>
            <p:ph type="title"/>
          </p:nvPr>
        </p:nvSpPr>
        <p:spPr/>
        <p:txBody>
          <a:bodyPr vert="horz" wrap="square" lIns="91440" tIns="45720" rIns="91440" bIns="45720" anchor="b" anchorCtr="0"/>
          <a:p>
            <a:pPr eaLnBrk="1" hangingPunct="1"/>
            <a:r>
              <a:rPr lang="en-US" altLang="zh-CN" dirty="0"/>
              <a:t>Degree of a Vertex</a:t>
            </a:r>
            <a:endParaRPr lang="en-US" altLang="zh-CN" dirty="0"/>
          </a:p>
        </p:txBody>
      </p:sp>
      <p:sp>
        <p:nvSpPr>
          <p:cNvPr id="8195" name="Rectangle 3"/>
          <p:cNvSpPr>
            <a:spLocks noGrp="1"/>
          </p:cNvSpPr>
          <p:nvPr>
            <p:ph idx="1"/>
          </p:nvPr>
        </p:nvSpPr>
        <p:spPr/>
        <p:txBody>
          <a:bodyPr vert="horz" wrap="square" lIns="91440" tIns="45720" rIns="91440" bIns="45720" anchor="t" anchorCtr="0"/>
          <a:p>
            <a:pPr eaLnBrk="1" hangingPunct="1"/>
            <a:r>
              <a:rPr lang="en-US" altLang="zh-CN" dirty="0"/>
              <a:t>Let </a:t>
            </a:r>
            <a:r>
              <a:rPr lang="en-US" altLang="zh-CN" i="1" dirty="0"/>
              <a:t>G</a:t>
            </a:r>
            <a:r>
              <a:rPr lang="en-US" altLang="zh-CN" dirty="0"/>
              <a:t> be an undirected graph, </a:t>
            </a:r>
            <a:r>
              <a:rPr lang="en-US" altLang="zh-CN" i="1" dirty="0">
                <a:solidFill>
                  <a:srgbClr val="FF0000"/>
                </a:solidFill>
              </a:rPr>
              <a:t>v</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t> a vertex.</a:t>
            </a:r>
            <a:endParaRPr lang="en-US" altLang="zh-CN" dirty="0"/>
          </a:p>
          <a:p>
            <a:pPr eaLnBrk="1" hangingPunct="1"/>
            <a:r>
              <a:rPr lang="en-US" altLang="zh-CN" dirty="0"/>
              <a:t>The </a:t>
            </a:r>
            <a:r>
              <a:rPr lang="en-US" altLang="zh-CN" i="1" dirty="0"/>
              <a:t>degree</a:t>
            </a:r>
            <a:r>
              <a:rPr lang="en-US" altLang="zh-CN" dirty="0"/>
              <a:t> of </a:t>
            </a:r>
            <a:r>
              <a:rPr lang="en-US" altLang="zh-CN" i="1" dirty="0"/>
              <a:t>v</a:t>
            </a:r>
            <a:r>
              <a:rPr lang="en-US" altLang="zh-CN" dirty="0"/>
              <a:t>, </a:t>
            </a:r>
            <a:r>
              <a:rPr lang="en-US" altLang="zh-CN" dirty="0">
                <a:solidFill>
                  <a:srgbClr val="FF0000"/>
                </a:solidFill>
              </a:rPr>
              <a:t>deg(</a:t>
            </a:r>
            <a:r>
              <a:rPr lang="en-US" altLang="zh-CN" i="1" dirty="0">
                <a:solidFill>
                  <a:srgbClr val="FF0000"/>
                </a:solidFill>
              </a:rPr>
              <a:t>v</a:t>
            </a:r>
            <a:r>
              <a:rPr lang="en-US" altLang="zh-CN" dirty="0">
                <a:solidFill>
                  <a:srgbClr val="FF0000"/>
                </a:solidFill>
              </a:rPr>
              <a:t>)</a:t>
            </a:r>
            <a:r>
              <a:rPr lang="en-US" altLang="zh-CN" dirty="0"/>
              <a:t>, is its number of incident edges. (Except that any self-loops are counted twice.)</a:t>
            </a:r>
            <a:endParaRPr lang="en-US" altLang="zh-CN" dirty="0"/>
          </a:p>
          <a:p>
            <a:pPr eaLnBrk="1" hangingPunct="1"/>
            <a:r>
              <a:rPr lang="en-US" altLang="zh-CN" dirty="0"/>
              <a:t>A vertex with degree 0 is called </a:t>
            </a:r>
            <a:r>
              <a:rPr lang="en-US" altLang="zh-CN" i="1" dirty="0"/>
              <a:t>isolated</a:t>
            </a:r>
            <a:r>
              <a:rPr lang="en-US" altLang="zh-CN" dirty="0"/>
              <a:t>.</a:t>
            </a:r>
            <a:endParaRPr lang="en-US" altLang="zh-CN" dirty="0"/>
          </a:p>
          <a:p>
            <a:pPr eaLnBrk="1" hangingPunct="1"/>
            <a:r>
              <a:rPr lang="en-US" altLang="zh-CN" dirty="0"/>
              <a:t>A vertex of degree 1 is called </a:t>
            </a:r>
            <a:r>
              <a:rPr lang="en-US" altLang="zh-CN" i="1" dirty="0"/>
              <a:t>pendant</a:t>
            </a:r>
            <a:r>
              <a:rPr lang="en-US" altLang="zh-CN" dirty="0"/>
              <a:t>.</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9218" name="Rectangle 2"/>
          <p:cNvSpPr>
            <a:spLocks noGrp="1"/>
          </p:cNvSpPr>
          <p:nvPr>
            <p:ph type="title"/>
          </p:nvPr>
        </p:nvSpPr>
        <p:spPr/>
        <p:txBody>
          <a:bodyPr vert="horz" wrap="square" lIns="91440" tIns="45720" rIns="91440" bIns="45720" anchor="b" anchorCtr="0"/>
          <a:p>
            <a:pPr eaLnBrk="1" hangingPunct="1"/>
            <a:r>
              <a:rPr lang="en-US" altLang="zh-CN" dirty="0"/>
              <a:t>Example 1</a:t>
            </a:r>
            <a:endParaRPr lang="en-US" altLang="zh-CN" dirty="0"/>
          </a:p>
        </p:txBody>
      </p:sp>
      <p:pic>
        <p:nvPicPr>
          <p:cNvPr id="9219" name="Picture 6"/>
          <p:cNvPicPr>
            <a:picLocks noChangeAspect="1"/>
          </p:cNvPicPr>
          <p:nvPr/>
        </p:nvPicPr>
        <p:blipFill>
          <a:blip r:embed="rId1"/>
          <a:stretch>
            <a:fillRect/>
          </a:stretch>
        </p:blipFill>
        <p:spPr>
          <a:xfrm>
            <a:off x="825500" y="2524125"/>
            <a:ext cx="7346950" cy="27051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0242" name="Rectangle 2"/>
          <p:cNvSpPr>
            <a:spLocks noGrp="1"/>
          </p:cNvSpPr>
          <p:nvPr>
            <p:ph type="title"/>
          </p:nvPr>
        </p:nvSpPr>
        <p:spPr/>
        <p:txBody>
          <a:bodyPr vert="horz" wrap="square" lIns="91440" tIns="45720" rIns="91440" bIns="45720" anchor="b" anchorCtr="0"/>
          <a:p>
            <a:pPr eaLnBrk="1" hangingPunct="1"/>
            <a:r>
              <a:rPr lang="en-US" altLang="zh-CN" dirty="0"/>
              <a:t>Handshaking Theorem</a:t>
            </a:r>
            <a:endParaRPr lang="en-US" altLang="zh-CN" dirty="0"/>
          </a:p>
        </p:txBody>
      </p:sp>
      <p:sp>
        <p:nvSpPr>
          <p:cNvPr id="10243" name="Rectangle 3"/>
          <p:cNvSpPr>
            <a:spLocks noGrp="1"/>
          </p:cNvSpPr>
          <p:nvPr>
            <p:ph idx="1"/>
          </p:nvPr>
        </p:nvSpPr>
        <p:spPr/>
        <p:txBody>
          <a:bodyPr vert="horz" wrap="square" lIns="91440" tIns="45720" rIns="91440" bIns="45720" anchor="t" anchorCtr="0"/>
          <a:p>
            <a:pPr eaLnBrk="1" hangingPunct="1"/>
            <a:r>
              <a:rPr lang="en-US" altLang="zh-CN" dirty="0"/>
              <a:t>Let </a:t>
            </a:r>
            <a:r>
              <a:rPr lang="en-US" altLang="zh-CN" i="1" dirty="0"/>
              <a:t>G</a:t>
            </a:r>
            <a:r>
              <a:rPr lang="en-US" altLang="zh-CN" dirty="0"/>
              <a:t> be an undirected (simple, multi-, or pseudo-) graph with vertex set </a:t>
            </a:r>
            <a:r>
              <a:rPr lang="en-US" altLang="zh-CN" i="1" dirty="0"/>
              <a:t>V</a:t>
            </a:r>
            <a:r>
              <a:rPr lang="en-US" altLang="zh-CN" dirty="0"/>
              <a:t> and edge set </a:t>
            </a:r>
            <a:r>
              <a:rPr lang="en-US" altLang="zh-CN" i="1" dirty="0"/>
              <a:t>E</a:t>
            </a:r>
            <a:r>
              <a:rPr lang="en-US" altLang="zh-CN" dirty="0"/>
              <a:t>.  Then</a:t>
            </a:r>
            <a:endParaRPr lang="en-US" altLang="zh-CN" dirty="0"/>
          </a:p>
          <a:p>
            <a:pPr eaLnBrk="1" hangingPunct="1"/>
            <a:endParaRPr lang="en-US" altLang="zh-CN" dirty="0"/>
          </a:p>
          <a:p>
            <a:pPr eaLnBrk="1" hangingPunct="1"/>
            <a:endParaRPr lang="en-US" altLang="zh-CN" dirty="0"/>
          </a:p>
          <a:p>
            <a:pPr eaLnBrk="1" hangingPunct="1"/>
            <a:r>
              <a:rPr lang="en-US" altLang="zh-CN" b="1" dirty="0"/>
              <a:t>Corollary: </a:t>
            </a:r>
            <a:r>
              <a:rPr lang="en-US" altLang="zh-CN" dirty="0"/>
              <a:t>Any undirected graph has an even number of vertices of odd degree.</a:t>
            </a:r>
            <a:endParaRPr lang="en-US" altLang="zh-CN" dirty="0"/>
          </a:p>
        </p:txBody>
      </p:sp>
      <p:graphicFrame>
        <p:nvGraphicFramePr>
          <p:cNvPr id="10244" name="Object 4"/>
          <p:cNvGraphicFramePr>
            <a:graphicFrameLocks noChangeAspect="1"/>
          </p:cNvGraphicFramePr>
          <p:nvPr/>
        </p:nvGraphicFramePr>
        <p:xfrm>
          <a:off x="2987675" y="2781300"/>
          <a:ext cx="3433763" cy="1168400"/>
        </p:xfrm>
        <a:graphic>
          <a:graphicData uri="http://schemas.openxmlformats.org/presentationml/2006/ole">
            <mc:AlternateContent xmlns:mc="http://schemas.openxmlformats.org/markup-compatibility/2006">
              <mc:Choice xmlns:v="urn:schemas-microsoft-com:vml" Requires="v">
                <p:oleObj spid="_x0000_s3076" name="" r:id="rId1" imgW="1002665" imgH="342900" progId="Equation.3">
                  <p:embed/>
                </p:oleObj>
              </mc:Choice>
              <mc:Fallback>
                <p:oleObj name="" r:id="rId1" imgW="1002665" imgH="342900" progId="Equation.3">
                  <p:embed/>
                  <p:pic>
                    <p:nvPicPr>
                      <p:cNvPr id="0" name="图片 3075"/>
                      <p:cNvPicPr/>
                      <p:nvPr/>
                    </p:nvPicPr>
                    <p:blipFill>
                      <a:blip r:embed="rId2"/>
                      <a:stretch>
                        <a:fillRect/>
                      </a:stretch>
                    </p:blipFill>
                    <p:spPr>
                      <a:xfrm>
                        <a:off x="2987675" y="2781300"/>
                        <a:ext cx="3433763" cy="1168400"/>
                      </a:xfrm>
                      <a:prstGeom prst="rect">
                        <a:avLst/>
                      </a:prstGeom>
                      <a:solidFill>
                        <a:srgbClr val="FFCCCC"/>
                      </a:solid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1266" name="Rectangle 2"/>
          <p:cNvSpPr>
            <a:spLocks noGrp="1"/>
          </p:cNvSpPr>
          <p:nvPr>
            <p:ph type="title"/>
          </p:nvPr>
        </p:nvSpPr>
        <p:spPr/>
        <p:txBody>
          <a:bodyPr vert="horz" wrap="square" lIns="91440" tIns="45720" rIns="91440" bIns="45720" anchor="b" anchorCtr="0"/>
          <a:p>
            <a:pPr eaLnBrk="1" hangingPunct="1"/>
            <a:r>
              <a:rPr lang="en-US" altLang="zh-CN" dirty="0"/>
              <a:t>Directed Adjacency</a:t>
            </a:r>
            <a:endParaRPr lang="en-US" altLang="zh-CN" dirty="0"/>
          </a:p>
        </p:txBody>
      </p:sp>
      <p:sp>
        <p:nvSpPr>
          <p:cNvPr id="11267" name="Rectangle 3"/>
          <p:cNvSpPr>
            <a:spLocks noGrp="1"/>
          </p:cNvSpPr>
          <p:nvPr>
            <p:ph idx="1"/>
          </p:nvPr>
        </p:nvSpPr>
        <p:spPr/>
        <p:txBody>
          <a:bodyPr vert="horz" wrap="square" lIns="91440" tIns="45720" rIns="91440" bIns="45720" anchor="t" anchorCtr="0"/>
          <a:p>
            <a:pPr eaLnBrk="1" hangingPunct="1"/>
            <a:r>
              <a:rPr lang="en-US" altLang="zh-CN" sz="3600" dirty="0"/>
              <a:t>Let </a:t>
            </a:r>
            <a:r>
              <a:rPr lang="en-US" altLang="zh-CN" sz="3600" i="1" dirty="0"/>
              <a:t>G</a:t>
            </a:r>
            <a:r>
              <a:rPr lang="en-US" altLang="zh-CN" sz="3600" dirty="0"/>
              <a:t> be a directed (possibly multi-) graph, and let </a:t>
            </a:r>
            <a:r>
              <a:rPr lang="en-US" altLang="zh-CN" sz="3600" i="1" dirty="0"/>
              <a:t>e</a:t>
            </a:r>
            <a:r>
              <a:rPr lang="en-US" altLang="zh-CN" sz="3600" dirty="0"/>
              <a:t> be an edge of </a:t>
            </a:r>
            <a:r>
              <a:rPr lang="en-US" altLang="zh-CN" sz="3600" i="1" dirty="0"/>
              <a:t>G</a:t>
            </a:r>
            <a:r>
              <a:rPr lang="en-US" altLang="zh-CN" sz="3600" dirty="0"/>
              <a:t> that is (or maps to) (</a:t>
            </a:r>
            <a:r>
              <a:rPr lang="en-US" altLang="zh-CN" sz="3600" i="1" dirty="0"/>
              <a:t>u</a:t>
            </a:r>
            <a:r>
              <a:rPr lang="en-US" altLang="zh-CN" sz="3600" dirty="0"/>
              <a:t>,</a:t>
            </a:r>
            <a:r>
              <a:rPr lang="en-US" altLang="zh-CN" sz="3600" i="1" dirty="0"/>
              <a:t>v</a:t>
            </a:r>
            <a:r>
              <a:rPr lang="en-US" altLang="zh-CN" sz="3600" dirty="0"/>
              <a:t>).  Then we say:</a:t>
            </a:r>
            <a:endParaRPr lang="en-US" altLang="zh-CN" sz="3600" dirty="0"/>
          </a:p>
          <a:p>
            <a:pPr lvl="1" eaLnBrk="1" hangingPunct="1"/>
            <a:r>
              <a:rPr lang="en-US" altLang="zh-CN" sz="3200" i="1" dirty="0"/>
              <a:t>u</a:t>
            </a:r>
            <a:r>
              <a:rPr lang="en-US" altLang="zh-CN" sz="3200" dirty="0"/>
              <a:t> is </a:t>
            </a:r>
            <a:r>
              <a:rPr lang="en-US" altLang="zh-CN" sz="3200" i="1" dirty="0"/>
              <a:t>adjacent to</a:t>
            </a:r>
            <a:r>
              <a:rPr lang="en-US" altLang="zh-CN" sz="3200" dirty="0"/>
              <a:t> </a:t>
            </a:r>
            <a:r>
              <a:rPr lang="en-US" altLang="zh-CN" sz="3200" i="1" dirty="0"/>
              <a:t>v</a:t>
            </a:r>
            <a:r>
              <a:rPr lang="en-US" altLang="zh-CN" sz="3200" dirty="0"/>
              <a:t>, </a:t>
            </a:r>
            <a:r>
              <a:rPr lang="en-US" altLang="zh-CN" sz="3200" i="1" dirty="0"/>
              <a:t>v</a:t>
            </a:r>
            <a:r>
              <a:rPr lang="en-US" altLang="zh-CN" sz="3200" dirty="0"/>
              <a:t> is </a:t>
            </a:r>
            <a:r>
              <a:rPr lang="en-US" altLang="zh-CN" sz="3200" i="1" dirty="0"/>
              <a:t>adjacent from</a:t>
            </a:r>
            <a:r>
              <a:rPr lang="en-US" altLang="zh-CN" sz="3200" dirty="0"/>
              <a:t> </a:t>
            </a:r>
            <a:r>
              <a:rPr lang="en-US" altLang="zh-CN" sz="3200" i="1" dirty="0"/>
              <a:t>u</a:t>
            </a:r>
            <a:endParaRPr lang="en-US" altLang="zh-CN" sz="3200" i="1" dirty="0"/>
          </a:p>
          <a:p>
            <a:pPr lvl="1" eaLnBrk="1" hangingPunct="1"/>
            <a:r>
              <a:rPr lang="en-US" altLang="zh-CN" sz="3200" i="1" dirty="0"/>
              <a:t>e</a:t>
            </a:r>
            <a:r>
              <a:rPr lang="en-US" altLang="zh-CN" sz="3200" dirty="0"/>
              <a:t> </a:t>
            </a:r>
            <a:r>
              <a:rPr lang="en-US" altLang="zh-CN" sz="3200" i="1" dirty="0"/>
              <a:t>comes from</a:t>
            </a:r>
            <a:r>
              <a:rPr lang="en-US" altLang="zh-CN" sz="3200" dirty="0"/>
              <a:t> u, e </a:t>
            </a:r>
            <a:r>
              <a:rPr lang="en-US" altLang="zh-CN" sz="3200" i="1" dirty="0"/>
              <a:t>goes to</a:t>
            </a:r>
            <a:r>
              <a:rPr lang="en-US" altLang="zh-CN" sz="3200" dirty="0"/>
              <a:t> v.</a:t>
            </a:r>
            <a:endParaRPr lang="en-US" altLang="zh-CN" sz="3200" dirty="0"/>
          </a:p>
          <a:p>
            <a:pPr lvl="1" eaLnBrk="1" hangingPunct="1"/>
            <a:r>
              <a:rPr lang="en-US" altLang="zh-CN" sz="3200" i="1" dirty="0"/>
              <a:t>e connects u to v</a:t>
            </a:r>
            <a:r>
              <a:rPr lang="en-US" altLang="zh-CN" sz="3200" dirty="0"/>
              <a:t>, </a:t>
            </a:r>
            <a:r>
              <a:rPr lang="en-US" altLang="zh-CN" sz="3200" i="1" dirty="0"/>
              <a:t>e goes from u to v</a:t>
            </a:r>
            <a:endParaRPr lang="en-US" altLang="zh-CN" sz="3200" dirty="0"/>
          </a:p>
          <a:p>
            <a:pPr lvl="1" eaLnBrk="1" hangingPunct="1"/>
            <a:r>
              <a:rPr lang="en-US" altLang="zh-CN" sz="3200" dirty="0"/>
              <a:t>the </a:t>
            </a:r>
            <a:r>
              <a:rPr lang="en-US" altLang="zh-CN" sz="3200" i="1" dirty="0"/>
              <a:t>initial vertex</a:t>
            </a:r>
            <a:r>
              <a:rPr lang="en-US" altLang="zh-CN" sz="3200" dirty="0"/>
              <a:t> of </a:t>
            </a:r>
            <a:r>
              <a:rPr lang="en-US" altLang="zh-CN" sz="3200" i="1" dirty="0"/>
              <a:t>e</a:t>
            </a:r>
            <a:r>
              <a:rPr lang="en-US" altLang="zh-CN" sz="3200" dirty="0"/>
              <a:t> is </a:t>
            </a:r>
            <a:r>
              <a:rPr lang="en-US" altLang="zh-CN" sz="3200" i="1" dirty="0"/>
              <a:t>u</a:t>
            </a:r>
            <a:endParaRPr lang="en-US" altLang="zh-CN" sz="3200" dirty="0"/>
          </a:p>
          <a:p>
            <a:pPr lvl="1" eaLnBrk="1" hangingPunct="1"/>
            <a:r>
              <a:rPr lang="en-US" altLang="zh-CN" sz="3200" dirty="0"/>
              <a:t>the </a:t>
            </a:r>
            <a:r>
              <a:rPr lang="en-US" altLang="zh-CN" sz="3200" i="1" dirty="0"/>
              <a:t>terminal vertex</a:t>
            </a:r>
            <a:r>
              <a:rPr lang="en-US" altLang="zh-CN" sz="3200" dirty="0"/>
              <a:t> of </a:t>
            </a:r>
            <a:r>
              <a:rPr lang="en-US" altLang="zh-CN" sz="3200" i="1" dirty="0"/>
              <a:t>e</a:t>
            </a:r>
            <a:r>
              <a:rPr lang="en-US" altLang="zh-CN" sz="3200" dirty="0"/>
              <a:t> is </a:t>
            </a:r>
            <a:r>
              <a:rPr lang="en-US" altLang="zh-CN" sz="3200" i="1" dirty="0"/>
              <a:t>v</a:t>
            </a:r>
            <a:endParaRPr lang="en-US" altLang="zh-CN" sz="3200"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2290" name="Rectangle 2"/>
          <p:cNvSpPr>
            <a:spLocks noGrp="1"/>
          </p:cNvSpPr>
          <p:nvPr>
            <p:ph type="title"/>
          </p:nvPr>
        </p:nvSpPr>
        <p:spPr/>
        <p:txBody>
          <a:bodyPr vert="horz" wrap="square" lIns="91440" tIns="45720" rIns="91440" bIns="45720" anchor="b" anchorCtr="0"/>
          <a:p>
            <a:pPr eaLnBrk="1" hangingPunct="1"/>
            <a:r>
              <a:rPr lang="en-US" altLang="zh-CN" dirty="0"/>
              <a:t>Directed Degree</a:t>
            </a:r>
            <a:endParaRPr lang="en-US" altLang="zh-CN" dirty="0"/>
          </a:p>
        </p:txBody>
      </p:sp>
      <p:sp>
        <p:nvSpPr>
          <p:cNvPr id="12291" name="Rectangle 3"/>
          <p:cNvSpPr>
            <a:spLocks noGrp="1"/>
          </p:cNvSpPr>
          <p:nvPr>
            <p:ph idx="1"/>
          </p:nvPr>
        </p:nvSpPr>
        <p:spPr/>
        <p:txBody>
          <a:bodyPr vert="horz" wrap="square" lIns="91440" tIns="45720" rIns="91440" bIns="45720" anchor="t" anchorCtr="0"/>
          <a:p>
            <a:pPr eaLnBrk="1" hangingPunct="1"/>
            <a:r>
              <a:rPr lang="en-US" altLang="zh-CN" sz="3600" dirty="0"/>
              <a:t>Let </a:t>
            </a:r>
            <a:r>
              <a:rPr lang="en-US" altLang="zh-CN" sz="3600" i="1" dirty="0"/>
              <a:t>G</a:t>
            </a:r>
            <a:r>
              <a:rPr lang="en-US" altLang="zh-CN" sz="3600" dirty="0"/>
              <a:t> be a directed graph, </a:t>
            </a:r>
            <a:r>
              <a:rPr lang="en-US" altLang="zh-CN" sz="3600" i="1" dirty="0"/>
              <a:t>v</a:t>
            </a:r>
            <a:r>
              <a:rPr lang="en-US" altLang="zh-CN" sz="3600" dirty="0"/>
              <a:t> a vertex of </a:t>
            </a:r>
            <a:r>
              <a:rPr lang="en-US" altLang="zh-CN" sz="3600" i="1" dirty="0"/>
              <a:t>G</a:t>
            </a:r>
            <a:r>
              <a:rPr lang="en-US" altLang="zh-CN" sz="3600" dirty="0"/>
              <a:t>.</a:t>
            </a:r>
            <a:endParaRPr lang="en-US" altLang="zh-CN" sz="3600" dirty="0"/>
          </a:p>
          <a:p>
            <a:pPr lvl="1" eaLnBrk="1" hangingPunct="1"/>
            <a:r>
              <a:rPr lang="en-US" altLang="zh-CN" sz="3200" dirty="0"/>
              <a:t>The </a:t>
            </a:r>
            <a:r>
              <a:rPr lang="en-US" altLang="zh-CN" sz="3200" i="1" dirty="0"/>
              <a:t>in-degree</a:t>
            </a:r>
            <a:r>
              <a:rPr lang="en-US" altLang="zh-CN" sz="3200" dirty="0"/>
              <a:t> of </a:t>
            </a:r>
            <a:r>
              <a:rPr lang="en-US" altLang="zh-CN" sz="3200" i="1" dirty="0"/>
              <a:t>v</a:t>
            </a:r>
            <a:r>
              <a:rPr lang="en-US" altLang="zh-CN" sz="3200" dirty="0"/>
              <a:t>, </a:t>
            </a:r>
            <a:r>
              <a:rPr lang="en-US" altLang="zh-CN" sz="3200" dirty="0">
                <a:solidFill>
                  <a:srgbClr val="FF0000"/>
                </a:solidFill>
              </a:rPr>
              <a:t>deg</a:t>
            </a:r>
            <a:r>
              <a:rPr lang="en-US" altLang="zh-CN" sz="3200" baseline="30000" dirty="0">
                <a:solidFill>
                  <a:srgbClr val="FF0000"/>
                </a:solidFill>
                <a:sym typeface="Symbol" pitchFamily="18" charset="2"/>
              </a:rPr>
              <a:t></a:t>
            </a:r>
            <a:r>
              <a:rPr lang="en-US" altLang="zh-CN" sz="3200" dirty="0">
                <a:solidFill>
                  <a:srgbClr val="FF0000"/>
                </a:solidFill>
                <a:sym typeface="Symbol" pitchFamily="18" charset="2"/>
              </a:rPr>
              <a:t>(</a:t>
            </a:r>
            <a:r>
              <a:rPr lang="en-US" altLang="zh-CN" sz="3200" i="1" dirty="0">
                <a:solidFill>
                  <a:srgbClr val="FF0000"/>
                </a:solidFill>
                <a:sym typeface="Symbol" pitchFamily="18" charset="2"/>
              </a:rPr>
              <a:t>v</a:t>
            </a:r>
            <a:r>
              <a:rPr lang="en-US" altLang="zh-CN" sz="3200" dirty="0">
                <a:solidFill>
                  <a:srgbClr val="FF0000"/>
                </a:solidFill>
                <a:sym typeface="Symbol" pitchFamily="18" charset="2"/>
              </a:rPr>
              <a:t>)</a:t>
            </a:r>
            <a:r>
              <a:rPr lang="en-US" altLang="zh-CN" sz="3200" dirty="0">
                <a:sym typeface="Symbol" pitchFamily="18" charset="2"/>
              </a:rPr>
              <a:t>, is the number of edges going to </a:t>
            </a:r>
            <a:r>
              <a:rPr lang="en-US" altLang="zh-CN" sz="3200" i="1" dirty="0">
                <a:sym typeface="Symbol" pitchFamily="18" charset="2"/>
              </a:rPr>
              <a:t>v</a:t>
            </a:r>
            <a:r>
              <a:rPr lang="en-US" altLang="zh-CN" sz="3200" dirty="0">
                <a:sym typeface="Symbol" pitchFamily="18" charset="2"/>
              </a:rPr>
              <a:t>.</a:t>
            </a:r>
            <a:endParaRPr lang="en-US" altLang="zh-CN" sz="3200" dirty="0">
              <a:sym typeface="Symbol" pitchFamily="18" charset="2"/>
            </a:endParaRPr>
          </a:p>
          <a:p>
            <a:pPr lvl="1" eaLnBrk="1" hangingPunct="1"/>
            <a:r>
              <a:rPr lang="en-US" altLang="zh-CN" sz="3200" dirty="0"/>
              <a:t>The </a:t>
            </a:r>
            <a:r>
              <a:rPr lang="en-US" altLang="zh-CN" sz="3200" i="1" dirty="0"/>
              <a:t>out-degree</a:t>
            </a:r>
            <a:r>
              <a:rPr lang="en-US" altLang="zh-CN" sz="3200" dirty="0"/>
              <a:t> of </a:t>
            </a:r>
            <a:r>
              <a:rPr lang="en-US" altLang="zh-CN" sz="3200" i="1" dirty="0"/>
              <a:t>v</a:t>
            </a:r>
            <a:r>
              <a:rPr lang="en-US" altLang="zh-CN" sz="3200" dirty="0"/>
              <a:t>, </a:t>
            </a:r>
            <a:r>
              <a:rPr lang="en-US" altLang="zh-CN" sz="3200" dirty="0">
                <a:solidFill>
                  <a:srgbClr val="FF0000"/>
                </a:solidFill>
              </a:rPr>
              <a:t>deg</a:t>
            </a:r>
            <a:r>
              <a:rPr lang="en-US" altLang="zh-CN" sz="3200" baseline="30000" dirty="0">
                <a:solidFill>
                  <a:srgbClr val="FF0000"/>
                </a:solidFill>
                <a:sym typeface="Symbol" pitchFamily="18" charset="2"/>
              </a:rPr>
              <a:t></a:t>
            </a:r>
            <a:r>
              <a:rPr lang="en-US" altLang="zh-CN" sz="3200" dirty="0">
                <a:solidFill>
                  <a:srgbClr val="FF0000"/>
                </a:solidFill>
                <a:sym typeface="Symbol" pitchFamily="18" charset="2"/>
              </a:rPr>
              <a:t>(</a:t>
            </a:r>
            <a:r>
              <a:rPr lang="en-US" altLang="zh-CN" sz="3200" i="1" dirty="0">
                <a:solidFill>
                  <a:srgbClr val="FF0000"/>
                </a:solidFill>
                <a:sym typeface="Symbol" pitchFamily="18" charset="2"/>
              </a:rPr>
              <a:t>v</a:t>
            </a:r>
            <a:r>
              <a:rPr lang="en-US" altLang="zh-CN" sz="3200" dirty="0">
                <a:solidFill>
                  <a:srgbClr val="FF0000"/>
                </a:solidFill>
                <a:sym typeface="Symbol" pitchFamily="18" charset="2"/>
              </a:rPr>
              <a:t>)</a:t>
            </a:r>
            <a:r>
              <a:rPr lang="en-US" altLang="zh-CN" sz="3200" dirty="0">
                <a:sym typeface="Symbol" pitchFamily="18" charset="2"/>
              </a:rPr>
              <a:t>, is the number of edges coming from </a:t>
            </a:r>
            <a:r>
              <a:rPr lang="en-US" altLang="zh-CN" sz="3200" i="1" dirty="0">
                <a:sym typeface="Symbol" pitchFamily="18" charset="2"/>
              </a:rPr>
              <a:t>v</a:t>
            </a:r>
            <a:r>
              <a:rPr lang="en-US" altLang="zh-CN" sz="3200" dirty="0">
                <a:sym typeface="Symbol" pitchFamily="18" charset="2"/>
              </a:rPr>
              <a:t>.</a:t>
            </a:r>
            <a:endParaRPr lang="en-US" altLang="zh-CN" sz="3200" dirty="0">
              <a:sym typeface="Symbol" pitchFamily="18" charset="2"/>
            </a:endParaRPr>
          </a:p>
          <a:p>
            <a:pPr lvl="1" eaLnBrk="1" hangingPunct="1"/>
            <a:r>
              <a:rPr lang="en-US" altLang="zh-CN" sz="3200" dirty="0">
                <a:sym typeface="Symbol" pitchFamily="18" charset="2"/>
              </a:rPr>
              <a:t>The </a:t>
            </a:r>
            <a:r>
              <a:rPr lang="en-US" altLang="zh-CN" sz="3200" i="1" dirty="0">
                <a:sym typeface="Symbol" pitchFamily="18" charset="2"/>
              </a:rPr>
              <a:t>degree</a:t>
            </a:r>
            <a:r>
              <a:rPr lang="en-US" altLang="zh-CN" sz="3200" dirty="0">
                <a:sym typeface="Symbol" pitchFamily="18" charset="2"/>
              </a:rPr>
              <a:t> of </a:t>
            </a:r>
            <a:r>
              <a:rPr lang="en-US" altLang="zh-CN" sz="3200" i="1" dirty="0">
                <a:sym typeface="Symbol" pitchFamily="18" charset="2"/>
              </a:rPr>
              <a:t>v</a:t>
            </a:r>
            <a:r>
              <a:rPr lang="en-US" altLang="zh-CN" sz="3200" dirty="0">
                <a:sym typeface="Symbol" pitchFamily="18" charset="2"/>
              </a:rPr>
              <a:t>, </a:t>
            </a:r>
            <a:r>
              <a:rPr lang="en-US" altLang="zh-CN" sz="3200" dirty="0">
                <a:solidFill>
                  <a:srgbClr val="FF0000"/>
                </a:solidFill>
                <a:sym typeface="Symbol" pitchFamily="18" charset="2"/>
              </a:rPr>
              <a:t>deg(</a:t>
            </a:r>
            <a:r>
              <a:rPr lang="en-US" altLang="zh-CN" sz="3200" i="1" dirty="0">
                <a:solidFill>
                  <a:srgbClr val="FF0000"/>
                </a:solidFill>
                <a:sym typeface="Symbol" pitchFamily="18" charset="2"/>
              </a:rPr>
              <a:t>v</a:t>
            </a:r>
            <a:r>
              <a:rPr lang="en-US" altLang="zh-CN" sz="3200" dirty="0">
                <a:solidFill>
                  <a:srgbClr val="FF0000"/>
                </a:solidFill>
                <a:sym typeface="Symbol" pitchFamily="18" charset="2"/>
              </a:rPr>
              <a:t>):</a:t>
            </a:r>
            <a:r>
              <a:rPr lang="en-US" altLang="zh-CN" sz="3200" dirty="0">
                <a:solidFill>
                  <a:srgbClr val="FF0000"/>
                </a:solidFill>
              </a:rPr>
              <a:t>deg</a:t>
            </a:r>
            <a:r>
              <a:rPr lang="en-US" altLang="zh-CN" sz="3200" baseline="30000" dirty="0">
                <a:solidFill>
                  <a:srgbClr val="FF0000"/>
                </a:solidFill>
                <a:sym typeface="Symbol" pitchFamily="18" charset="2"/>
              </a:rPr>
              <a:t></a:t>
            </a:r>
            <a:r>
              <a:rPr lang="en-US" altLang="zh-CN" sz="3200" dirty="0">
                <a:solidFill>
                  <a:srgbClr val="FF0000"/>
                </a:solidFill>
                <a:sym typeface="Symbol" pitchFamily="18" charset="2"/>
              </a:rPr>
              <a:t>(</a:t>
            </a:r>
            <a:r>
              <a:rPr lang="en-US" altLang="zh-CN" sz="3200" i="1" dirty="0">
                <a:solidFill>
                  <a:srgbClr val="FF0000"/>
                </a:solidFill>
                <a:sym typeface="Symbol" pitchFamily="18" charset="2"/>
              </a:rPr>
              <a:t>v</a:t>
            </a:r>
            <a:r>
              <a:rPr lang="en-US" altLang="zh-CN" sz="3200" dirty="0">
                <a:solidFill>
                  <a:srgbClr val="FF0000"/>
                </a:solidFill>
                <a:sym typeface="Symbol" pitchFamily="18" charset="2"/>
              </a:rPr>
              <a:t>)+</a:t>
            </a:r>
            <a:r>
              <a:rPr lang="en-US" altLang="zh-CN" sz="3200" dirty="0">
                <a:solidFill>
                  <a:srgbClr val="FF0000"/>
                </a:solidFill>
              </a:rPr>
              <a:t>deg</a:t>
            </a:r>
            <a:r>
              <a:rPr lang="en-US" altLang="zh-CN" sz="3200" baseline="30000" dirty="0">
                <a:solidFill>
                  <a:srgbClr val="FF0000"/>
                </a:solidFill>
                <a:sym typeface="Symbol" pitchFamily="18" charset="2"/>
              </a:rPr>
              <a:t></a:t>
            </a:r>
            <a:r>
              <a:rPr lang="en-US" altLang="zh-CN" sz="3200" dirty="0">
                <a:solidFill>
                  <a:srgbClr val="FF0000"/>
                </a:solidFill>
                <a:sym typeface="Symbol" pitchFamily="18" charset="2"/>
              </a:rPr>
              <a:t>(</a:t>
            </a:r>
            <a:r>
              <a:rPr lang="en-US" altLang="zh-CN" sz="3200" i="1" dirty="0">
                <a:solidFill>
                  <a:srgbClr val="FF0000"/>
                </a:solidFill>
                <a:sym typeface="Symbol" pitchFamily="18" charset="2"/>
              </a:rPr>
              <a:t>v</a:t>
            </a:r>
            <a:r>
              <a:rPr lang="en-US" altLang="zh-CN" sz="3200" dirty="0">
                <a:solidFill>
                  <a:srgbClr val="FF0000"/>
                </a:solidFill>
                <a:sym typeface="Symbol" pitchFamily="18" charset="2"/>
              </a:rPr>
              <a:t>)</a:t>
            </a:r>
            <a:r>
              <a:rPr lang="en-US" altLang="zh-CN" sz="3200" dirty="0">
                <a:sym typeface="Symbol" pitchFamily="18" charset="2"/>
              </a:rPr>
              <a:t>, is the sum of </a:t>
            </a:r>
            <a:r>
              <a:rPr lang="en-US" altLang="zh-CN" sz="3200" i="1" dirty="0">
                <a:sym typeface="Symbol" pitchFamily="18" charset="2"/>
              </a:rPr>
              <a:t>v</a:t>
            </a:r>
            <a:r>
              <a:rPr lang="en-US" altLang="zh-CN" sz="3200" dirty="0">
                <a:sym typeface="Symbol" pitchFamily="18" charset="2"/>
              </a:rPr>
              <a:t>’</a:t>
            </a:r>
            <a:r>
              <a:rPr lang="en-US" altLang="zh-CN" sz="3200" dirty="0">
                <a:sym typeface="Symbol" pitchFamily="18" charset="2"/>
              </a:rPr>
              <a:t>s in-degree and out-degree.</a:t>
            </a:r>
            <a:endParaRPr lang="en-US" altLang="zh-CN" sz="3200" dirty="0">
              <a:sym typeface="Symbol" pitchFamily="18" charset="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3314" name="Rectangle 2"/>
          <p:cNvSpPr>
            <a:spLocks noGrp="1"/>
          </p:cNvSpPr>
          <p:nvPr>
            <p:ph type="title"/>
          </p:nvPr>
        </p:nvSpPr>
        <p:spPr/>
        <p:txBody>
          <a:bodyPr vert="horz" wrap="square" lIns="91440" tIns="45720" rIns="91440" bIns="45720" anchor="b" anchorCtr="0"/>
          <a:p>
            <a:pPr eaLnBrk="1" hangingPunct="1"/>
            <a:r>
              <a:rPr lang="en-US" altLang="zh-CN" dirty="0"/>
              <a:t>Example 4</a:t>
            </a:r>
            <a:endParaRPr lang="en-US" altLang="zh-CN" dirty="0"/>
          </a:p>
        </p:txBody>
      </p:sp>
      <p:pic>
        <p:nvPicPr>
          <p:cNvPr id="13315" name="Picture 6"/>
          <p:cNvPicPr>
            <a:picLocks noChangeAspect="1"/>
          </p:cNvPicPr>
          <p:nvPr/>
        </p:nvPicPr>
        <p:blipFill>
          <a:blip r:embed="rId1"/>
          <a:stretch>
            <a:fillRect/>
          </a:stretch>
        </p:blipFill>
        <p:spPr>
          <a:xfrm>
            <a:off x="1547813" y="2205038"/>
            <a:ext cx="5407025" cy="349250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4338" name="Rectangle 2"/>
          <p:cNvSpPr>
            <a:spLocks noGrp="1"/>
          </p:cNvSpPr>
          <p:nvPr>
            <p:ph type="title"/>
          </p:nvPr>
        </p:nvSpPr>
        <p:spPr>
          <a:xfrm>
            <a:off x="893763" y="44450"/>
            <a:ext cx="8350250" cy="1143000"/>
          </a:xfrm>
        </p:spPr>
        <p:txBody>
          <a:bodyPr vert="horz" wrap="square" lIns="91440" tIns="45720" rIns="91440" bIns="45720" anchor="b" anchorCtr="0"/>
          <a:p>
            <a:pPr eaLnBrk="1" hangingPunct="1"/>
            <a:r>
              <a:rPr lang="en-US" altLang="zh-CN" sz="4000" dirty="0"/>
              <a:t>Directed Handshaking Theorem</a:t>
            </a:r>
            <a:endParaRPr lang="en-US" altLang="zh-CN" sz="4000" dirty="0"/>
          </a:p>
        </p:txBody>
      </p:sp>
      <p:sp>
        <p:nvSpPr>
          <p:cNvPr id="14339" name="Rectangle 3"/>
          <p:cNvSpPr>
            <a:spLocks noGrp="1"/>
          </p:cNvSpPr>
          <p:nvPr>
            <p:ph idx="1"/>
          </p:nvPr>
        </p:nvSpPr>
        <p:spPr/>
        <p:txBody>
          <a:bodyPr vert="horz" wrap="square" lIns="91440" tIns="45720" rIns="91440" bIns="45720" anchor="t" anchorCtr="0"/>
          <a:p>
            <a:pPr eaLnBrk="1" hangingPunct="1"/>
            <a:r>
              <a:rPr lang="en-US" altLang="zh-CN" dirty="0"/>
              <a:t>Let </a:t>
            </a:r>
            <a:r>
              <a:rPr lang="en-US" altLang="zh-CN" i="1" dirty="0"/>
              <a:t>G</a:t>
            </a:r>
            <a:r>
              <a:rPr lang="en-US" altLang="zh-CN" dirty="0"/>
              <a:t> be a directed (possibly multi-) graph with vertex set </a:t>
            </a:r>
            <a:r>
              <a:rPr lang="en-US" altLang="zh-CN" i="1" dirty="0"/>
              <a:t>V</a:t>
            </a:r>
            <a:r>
              <a:rPr lang="en-US" altLang="zh-CN" dirty="0"/>
              <a:t> and edge set </a:t>
            </a:r>
            <a:r>
              <a:rPr lang="en-US" altLang="zh-CN" i="1" dirty="0"/>
              <a:t>E</a:t>
            </a:r>
            <a:r>
              <a:rPr lang="en-US" altLang="zh-CN" dirty="0"/>
              <a:t>.  Then:</a:t>
            </a:r>
            <a:endParaRPr lang="en-US" altLang="zh-CN" dirty="0"/>
          </a:p>
          <a:p>
            <a:pPr eaLnBrk="1" hangingPunct="1"/>
            <a:endParaRPr lang="en-US" altLang="zh-CN" dirty="0"/>
          </a:p>
          <a:p>
            <a:pPr eaLnBrk="1" hangingPunct="1"/>
            <a:endParaRPr lang="en-US" altLang="zh-CN" dirty="0"/>
          </a:p>
          <a:p>
            <a:pPr eaLnBrk="1" hangingPunct="1"/>
            <a:r>
              <a:rPr lang="en-US" altLang="zh-CN" dirty="0"/>
              <a:t>Note that the degree of a node is unchanged by whether we consider its edges to be directed or undirected.</a:t>
            </a:r>
            <a:endParaRPr lang="en-US" altLang="zh-CN" dirty="0"/>
          </a:p>
        </p:txBody>
      </p:sp>
      <p:graphicFrame>
        <p:nvGraphicFramePr>
          <p:cNvPr id="14340" name="Object 4"/>
          <p:cNvGraphicFramePr>
            <a:graphicFrameLocks noChangeAspect="1"/>
          </p:cNvGraphicFramePr>
          <p:nvPr/>
        </p:nvGraphicFramePr>
        <p:xfrm>
          <a:off x="971550" y="2349500"/>
          <a:ext cx="7456488" cy="1177925"/>
        </p:xfrm>
        <a:graphic>
          <a:graphicData uri="http://schemas.openxmlformats.org/presentationml/2006/ole">
            <mc:AlternateContent xmlns:mc="http://schemas.openxmlformats.org/markup-compatibility/2006">
              <mc:Choice xmlns:v="urn:schemas-microsoft-com:vml" Requires="v">
                <p:oleObj spid="_x0000_s3077" name="" r:id="rId1" imgW="2654300" imgH="419100" progId="Equation.3">
                  <p:embed/>
                </p:oleObj>
              </mc:Choice>
              <mc:Fallback>
                <p:oleObj name="" r:id="rId1" imgW="2654300" imgH="419100" progId="Equation.3">
                  <p:embed/>
                  <p:pic>
                    <p:nvPicPr>
                      <p:cNvPr id="0" name="图片 3076"/>
                      <p:cNvPicPr/>
                      <p:nvPr/>
                    </p:nvPicPr>
                    <p:blipFill>
                      <a:blip r:embed="rId2"/>
                      <a:stretch>
                        <a:fillRect/>
                      </a:stretch>
                    </p:blipFill>
                    <p:spPr>
                      <a:xfrm>
                        <a:off x="971550" y="2349500"/>
                        <a:ext cx="7456488" cy="1177925"/>
                      </a:xfrm>
                      <a:prstGeom prst="rect">
                        <a:avLst/>
                      </a:prstGeom>
                      <a:solidFill>
                        <a:srgbClr val="FFCCCC"/>
                      </a:solid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5362" name="Rectangle 2"/>
          <p:cNvSpPr>
            <a:spLocks noGrp="1"/>
          </p:cNvSpPr>
          <p:nvPr>
            <p:ph type="title"/>
          </p:nvPr>
        </p:nvSpPr>
        <p:spPr/>
        <p:txBody>
          <a:bodyPr vert="horz" wrap="square" lIns="91440" tIns="45720" rIns="91440" bIns="45720" anchor="b" anchorCtr="0"/>
          <a:p>
            <a:pPr eaLnBrk="1" hangingPunct="1"/>
            <a:r>
              <a:rPr lang="en-US" altLang="zh-CN" dirty="0"/>
              <a:t>Underlying undirected graph</a:t>
            </a:r>
            <a:endParaRPr lang="en-US" altLang="zh-CN" dirty="0"/>
          </a:p>
        </p:txBody>
      </p:sp>
      <p:sp>
        <p:nvSpPr>
          <p:cNvPr id="15363" name="Rectangle 3"/>
          <p:cNvSpPr>
            <a:spLocks noGrp="1"/>
          </p:cNvSpPr>
          <p:nvPr>
            <p:ph idx="1"/>
          </p:nvPr>
        </p:nvSpPr>
        <p:spPr/>
        <p:txBody>
          <a:bodyPr vert="horz" wrap="square" lIns="91440" tIns="45720" rIns="91440" bIns="45720" anchor="t" anchorCtr="0"/>
          <a:p>
            <a:pPr eaLnBrk="1" hangingPunct="1"/>
            <a:r>
              <a:rPr lang="en-US" altLang="zh-CN" dirty="0"/>
              <a:t>The undirected graph that results from ignoring directions of edges is called the underlying undirected graph.</a:t>
            </a:r>
            <a:endParaRPr lang="zh-CN"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6386" name="Rectangle 2"/>
          <p:cNvSpPr>
            <a:spLocks noGrp="1"/>
          </p:cNvSpPr>
          <p:nvPr>
            <p:ph type="title"/>
          </p:nvPr>
        </p:nvSpPr>
        <p:spPr>
          <a:xfrm>
            <a:off x="871538" y="44450"/>
            <a:ext cx="8304212" cy="1143000"/>
          </a:xfrm>
        </p:spPr>
        <p:txBody>
          <a:bodyPr vert="horz" wrap="square" lIns="91440" tIns="45720" rIns="91440" bIns="45720" anchor="b" anchorCtr="0"/>
          <a:p>
            <a:pPr eaLnBrk="1" hangingPunct="1"/>
            <a:r>
              <a:rPr lang="en-US" altLang="zh-CN" dirty="0"/>
              <a:t>Special Graph Structures</a:t>
            </a:r>
            <a:endParaRPr lang="en-US" altLang="zh-CN" dirty="0"/>
          </a:p>
        </p:txBody>
      </p:sp>
      <p:sp>
        <p:nvSpPr>
          <p:cNvPr id="15364"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3200" b="0" i="0" u="none" strike="noStrike" kern="0" cap="none" spc="0" normalizeH="0" baseline="0" noProof="0" dirty="0">
                <a:ln>
                  <a:noFill/>
                </a:ln>
                <a:solidFill>
                  <a:schemeClr val="tx1"/>
                </a:solidFill>
                <a:effectLst/>
                <a:uLnTx/>
                <a:uFillTx/>
                <a:latin typeface="+mn-lt"/>
                <a:ea typeface="+mn-ea"/>
                <a:cs typeface="+mn-cs"/>
              </a:rPr>
              <a:t>Special cases of undirected graph structures:</a:t>
            </a:r>
            <a:endParaRPr kumimoji="1" lang="en-US" altLang="zh-CN"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accent6">
                    <a:lumMod val="75000"/>
                  </a:schemeClr>
                </a:solidFill>
                <a:effectLst/>
                <a:uLnTx/>
                <a:uFillTx/>
                <a:latin typeface="+mn-lt"/>
                <a:ea typeface="+mn-ea"/>
                <a:cs typeface="+mn-cs"/>
              </a:rPr>
              <a:t>Complete graphs</a:t>
            </a:r>
            <a:r>
              <a:rPr kumimoji="1" lang="en-US" altLang="zh-CN" sz="3200" b="0" i="0" u="none" strike="noStrike" kern="0" cap="none" spc="0" normalizeH="0" baseline="0" noProof="0" dirty="0">
                <a:ln>
                  <a:noFill/>
                </a:ln>
                <a:solidFill>
                  <a:schemeClr val="accent2"/>
                </a:solidFill>
                <a:effectLst/>
                <a:uLnTx/>
                <a:uFillTx/>
                <a:latin typeface="+mn-lt"/>
                <a:ea typeface="+mn-ea"/>
                <a:cs typeface="+mn-cs"/>
              </a:rPr>
              <a:t> </a:t>
            </a:r>
            <a:r>
              <a:rPr kumimoji="1" lang="en-US" altLang="zh-CN" sz="3200" b="0" i="0" u="none" strike="noStrike" kern="0" cap="none" spc="0" normalizeH="0" baseline="0" noProof="0" dirty="0" err="1">
                <a:ln>
                  <a:noFill/>
                </a:ln>
                <a:solidFill>
                  <a:srgbClr val="FF0000"/>
                </a:solidFill>
                <a:effectLst/>
                <a:uLnTx/>
                <a:uFillTx/>
                <a:latin typeface="+mn-lt"/>
                <a:ea typeface="+mn-ea"/>
                <a:cs typeface="+mn-cs"/>
              </a:rPr>
              <a:t>K</a:t>
            </a:r>
            <a:r>
              <a:rPr kumimoji="1" lang="en-US" altLang="zh-CN" sz="3200" b="0" i="1" u="none" strike="noStrike" kern="0" cap="none" spc="0" normalizeH="0" baseline="-25000" noProof="0" dirty="0" err="1">
                <a:ln>
                  <a:noFill/>
                </a:ln>
                <a:solidFill>
                  <a:srgbClr val="FF0000"/>
                </a:solidFill>
                <a:effectLst/>
                <a:uLnTx/>
                <a:uFillTx/>
                <a:latin typeface="+mn-lt"/>
                <a:ea typeface="+mn-ea"/>
                <a:cs typeface="+mn-cs"/>
              </a:rPr>
              <a:t>n</a:t>
            </a:r>
            <a:endParaRPr kumimoji="1" lang="en-US" altLang="zh-CN" sz="3200" b="0"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accent6">
                    <a:lumMod val="75000"/>
                  </a:schemeClr>
                </a:solidFill>
                <a:effectLst/>
                <a:uLnTx/>
                <a:uFillTx/>
                <a:latin typeface="+mn-lt"/>
                <a:ea typeface="+mn-ea"/>
                <a:cs typeface="+mn-cs"/>
              </a:rPr>
              <a:t>Cycles</a:t>
            </a:r>
            <a:r>
              <a:rPr kumimoji="1" lang="en-US" altLang="zh-CN" sz="3200" b="0" i="0" u="none" strike="noStrike" kern="0" cap="none" spc="0" normalizeH="0" baseline="0" noProof="0" dirty="0">
                <a:ln>
                  <a:noFill/>
                </a:ln>
                <a:solidFill>
                  <a:schemeClr val="accent2"/>
                </a:solidFill>
                <a:effectLst/>
                <a:uLnTx/>
                <a:uFillTx/>
                <a:latin typeface="+mn-lt"/>
                <a:ea typeface="+mn-ea"/>
                <a:cs typeface="+mn-cs"/>
              </a:rPr>
              <a:t> </a:t>
            </a:r>
            <a:r>
              <a:rPr kumimoji="1" lang="en-US" altLang="zh-CN" sz="3200" b="0" i="0" u="none" strike="noStrike" kern="0" cap="none" spc="0" normalizeH="0" baseline="0" noProof="0" dirty="0">
                <a:ln>
                  <a:noFill/>
                </a:ln>
                <a:solidFill>
                  <a:srgbClr val="FF0000"/>
                </a:solidFill>
                <a:effectLst/>
                <a:uLnTx/>
                <a:uFillTx/>
                <a:latin typeface="+mn-lt"/>
                <a:ea typeface="+mn-ea"/>
                <a:cs typeface="+mn-cs"/>
              </a:rPr>
              <a:t>C</a:t>
            </a:r>
            <a:r>
              <a:rPr kumimoji="1" lang="en-US" altLang="zh-CN" sz="3200" b="0" i="1" u="none" strike="noStrike" kern="0" cap="none" spc="0" normalizeH="0" baseline="-25000" noProof="0" dirty="0">
                <a:ln>
                  <a:noFill/>
                </a:ln>
                <a:solidFill>
                  <a:srgbClr val="FF0000"/>
                </a:solidFill>
                <a:effectLst/>
                <a:uLnTx/>
                <a:uFillTx/>
                <a:latin typeface="+mn-lt"/>
                <a:ea typeface="+mn-ea"/>
                <a:cs typeface="+mn-cs"/>
              </a:rPr>
              <a:t>n</a:t>
            </a:r>
            <a:endParaRPr kumimoji="1" lang="en-US" altLang="zh-CN" sz="3200" b="0"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accent6">
                    <a:lumMod val="75000"/>
                  </a:schemeClr>
                </a:solidFill>
                <a:effectLst/>
                <a:uLnTx/>
                <a:uFillTx/>
                <a:latin typeface="+mn-lt"/>
                <a:ea typeface="+mn-ea"/>
                <a:cs typeface="+mn-cs"/>
              </a:rPr>
              <a:t>Wheels</a:t>
            </a:r>
            <a:r>
              <a:rPr kumimoji="1" lang="en-US" altLang="zh-CN" sz="3200" b="0" i="0" u="none" strike="noStrike" kern="0" cap="none" spc="0" normalizeH="0" baseline="0" noProof="0" dirty="0">
                <a:ln>
                  <a:noFill/>
                </a:ln>
                <a:solidFill>
                  <a:schemeClr val="accent2"/>
                </a:solidFill>
                <a:effectLst/>
                <a:uLnTx/>
                <a:uFillTx/>
                <a:latin typeface="+mn-lt"/>
                <a:ea typeface="+mn-ea"/>
                <a:cs typeface="+mn-cs"/>
              </a:rPr>
              <a:t> </a:t>
            </a:r>
            <a:r>
              <a:rPr kumimoji="1" lang="en-US" altLang="zh-CN" sz="3200" b="0" i="0" u="none" strike="noStrike" kern="0" cap="none" spc="0" normalizeH="0" baseline="0" noProof="0" dirty="0" err="1">
                <a:ln>
                  <a:noFill/>
                </a:ln>
                <a:solidFill>
                  <a:srgbClr val="FF0000"/>
                </a:solidFill>
                <a:effectLst/>
                <a:uLnTx/>
                <a:uFillTx/>
                <a:latin typeface="+mn-lt"/>
                <a:ea typeface="+mn-ea"/>
                <a:cs typeface="+mn-cs"/>
              </a:rPr>
              <a:t>W</a:t>
            </a:r>
            <a:r>
              <a:rPr kumimoji="1" lang="en-US" altLang="zh-CN" sz="3200" b="0" i="1" u="none" strike="noStrike" kern="0" cap="none" spc="0" normalizeH="0" baseline="-25000" noProof="0" dirty="0" err="1">
                <a:ln>
                  <a:noFill/>
                </a:ln>
                <a:solidFill>
                  <a:srgbClr val="FF0000"/>
                </a:solidFill>
                <a:effectLst/>
                <a:uLnTx/>
                <a:uFillTx/>
                <a:latin typeface="+mn-lt"/>
                <a:ea typeface="+mn-ea"/>
                <a:cs typeface="+mn-cs"/>
              </a:rPr>
              <a:t>n</a:t>
            </a:r>
            <a:endParaRPr kumimoji="1" lang="en-US" altLang="zh-CN" sz="3200" b="0"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accent6">
                    <a:lumMod val="75000"/>
                  </a:schemeClr>
                </a:solidFill>
                <a:effectLst/>
                <a:uLnTx/>
                <a:uFillTx/>
                <a:latin typeface="+mn-lt"/>
                <a:ea typeface="+mn-ea"/>
                <a:cs typeface="+mn-cs"/>
              </a:rPr>
              <a:t>n-Cubes</a:t>
            </a:r>
            <a:r>
              <a:rPr kumimoji="1" lang="en-US" altLang="zh-CN" sz="3200" b="0" i="0" u="none" strike="noStrike" kern="0" cap="none" spc="0" normalizeH="0" baseline="0" noProof="0" dirty="0">
                <a:ln>
                  <a:noFill/>
                </a:ln>
                <a:solidFill>
                  <a:schemeClr val="accent2"/>
                </a:solidFill>
                <a:effectLst/>
                <a:uLnTx/>
                <a:uFillTx/>
                <a:latin typeface="+mn-lt"/>
                <a:ea typeface="+mn-ea"/>
                <a:cs typeface="+mn-cs"/>
              </a:rPr>
              <a:t> </a:t>
            </a:r>
            <a:r>
              <a:rPr kumimoji="1" lang="en-US" altLang="zh-CN" sz="3200" b="0" i="0" u="none" strike="noStrike" kern="0" cap="none" spc="0" normalizeH="0" baseline="0" noProof="0" dirty="0" err="1">
                <a:ln>
                  <a:noFill/>
                </a:ln>
                <a:solidFill>
                  <a:srgbClr val="FF0000"/>
                </a:solidFill>
                <a:effectLst/>
                <a:uLnTx/>
                <a:uFillTx/>
                <a:latin typeface="+mn-lt"/>
                <a:ea typeface="+mn-ea"/>
                <a:cs typeface="+mn-cs"/>
              </a:rPr>
              <a:t>Q</a:t>
            </a:r>
            <a:r>
              <a:rPr kumimoji="1" lang="en-US" altLang="zh-CN" sz="3200" b="0" i="1" u="none" strike="noStrike" kern="0" cap="none" spc="0" normalizeH="0" baseline="-25000" noProof="0" dirty="0" err="1">
                <a:ln>
                  <a:noFill/>
                </a:ln>
                <a:solidFill>
                  <a:srgbClr val="FF0000"/>
                </a:solidFill>
                <a:effectLst/>
                <a:uLnTx/>
                <a:uFillTx/>
                <a:latin typeface="+mn-lt"/>
                <a:ea typeface="+mn-ea"/>
                <a:cs typeface="+mn-cs"/>
              </a:rPr>
              <a:t>n</a:t>
            </a:r>
            <a:endParaRPr kumimoji="1" lang="en-US" altLang="zh-CN" sz="3200" b="0"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accent6">
                    <a:lumMod val="75000"/>
                  </a:schemeClr>
                </a:solidFill>
                <a:effectLst/>
                <a:uLnTx/>
                <a:uFillTx/>
                <a:latin typeface="+mn-lt"/>
                <a:ea typeface="+mn-ea"/>
                <a:cs typeface="+mn-cs"/>
              </a:rPr>
              <a:t>Bipartite graphs</a:t>
            </a:r>
            <a:endParaRPr kumimoji="1" lang="en-US" altLang="zh-CN" sz="3200" b="0" i="0" u="none" strike="noStrike" kern="0" cap="none" spc="0" normalizeH="0" baseline="0" noProof="0" dirty="0">
              <a:ln>
                <a:noFill/>
              </a:ln>
              <a:solidFill>
                <a:schemeClr val="accent6">
                  <a:lumMod val="75000"/>
                </a:schemeClr>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accent6">
                    <a:lumMod val="75000"/>
                  </a:schemeClr>
                </a:solidFill>
                <a:effectLst/>
                <a:uLnTx/>
                <a:uFillTx/>
                <a:latin typeface="+mn-lt"/>
                <a:ea typeface="+mn-ea"/>
                <a:cs typeface="+mn-cs"/>
              </a:rPr>
              <a:t>Complete bipartite graphs </a:t>
            </a:r>
            <a:r>
              <a:rPr kumimoji="1" lang="en-US" altLang="zh-CN" sz="3200" b="0" i="0" u="none" strike="noStrike" kern="0" cap="none" spc="0" normalizeH="0" baseline="0" noProof="0" dirty="0" err="1">
                <a:ln>
                  <a:noFill/>
                </a:ln>
                <a:solidFill>
                  <a:srgbClr val="FF0000"/>
                </a:solidFill>
                <a:effectLst/>
                <a:uLnTx/>
                <a:uFillTx/>
                <a:latin typeface="+mn-lt"/>
                <a:ea typeface="+mn-ea"/>
                <a:cs typeface="+mn-cs"/>
              </a:rPr>
              <a:t>K</a:t>
            </a:r>
            <a:r>
              <a:rPr kumimoji="1" lang="en-US" altLang="zh-CN" sz="3200" b="0" i="1" u="none" strike="noStrike" kern="0" cap="none" spc="0" normalizeH="0" baseline="-25000" noProof="0" dirty="0" err="1">
                <a:ln>
                  <a:noFill/>
                </a:ln>
                <a:solidFill>
                  <a:srgbClr val="FF0000"/>
                </a:solidFill>
                <a:effectLst/>
                <a:uLnTx/>
                <a:uFillTx/>
                <a:latin typeface="+mn-lt"/>
                <a:ea typeface="+mn-ea"/>
                <a:cs typeface="+mn-cs"/>
              </a:rPr>
              <a:t>m</a:t>
            </a:r>
            <a:r>
              <a:rPr kumimoji="1" lang="en-US" altLang="zh-CN" sz="3200" b="0" i="0" u="none" strike="noStrike" kern="0" cap="none" spc="0" normalizeH="0" baseline="-25000" noProof="0" dirty="0" err="1">
                <a:ln>
                  <a:noFill/>
                </a:ln>
                <a:solidFill>
                  <a:srgbClr val="FF0000"/>
                </a:solidFill>
                <a:effectLst/>
                <a:uLnTx/>
                <a:uFillTx/>
                <a:latin typeface="+mn-lt"/>
                <a:ea typeface="+mn-ea"/>
                <a:cs typeface="+mn-cs"/>
              </a:rPr>
              <a:t>,</a:t>
            </a:r>
            <a:r>
              <a:rPr kumimoji="1" lang="en-US" altLang="zh-CN" sz="3200" b="0" i="1" u="none" strike="noStrike" kern="0" cap="none" spc="0" normalizeH="0" baseline="-25000" noProof="0" dirty="0" err="1">
                <a:ln>
                  <a:noFill/>
                </a:ln>
                <a:solidFill>
                  <a:srgbClr val="FF0000"/>
                </a:solidFill>
                <a:effectLst/>
                <a:uLnTx/>
                <a:uFillTx/>
                <a:latin typeface="+mn-lt"/>
                <a:ea typeface="+mn-ea"/>
                <a:cs typeface="+mn-cs"/>
              </a:rPr>
              <a:t>n</a:t>
            </a:r>
            <a:endParaRPr kumimoji="1" lang="en-US" altLang="zh-CN" sz="3200" b="0" i="0" u="none" strike="noStrike" kern="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7410" name="Rectangle 2"/>
          <p:cNvSpPr>
            <a:spLocks noGrp="1"/>
          </p:cNvSpPr>
          <p:nvPr>
            <p:ph type="title"/>
          </p:nvPr>
        </p:nvSpPr>
        <p:spPr/>
        <p:txBody>
          <a:bodyPr vert="horz" wrap="square" lIns="91440" tIns="45720" rIns="91440" bIns="45720" anchor="b" anchorCtr="0"/>
          <a:p>
            <a:pPr eaLnBrk="1" hangingPunct="1"/>
            <a:r>
              <a:rPr lang="en-US" altLang="zh-CN" dirty="0"/>
              <a:t>Complete Graphs</a:t>
            </a:r>
            <a:endParaRPr lang="en-US" altLang="zh-CN" dirty="0"/>
          </a:p>
        </p:txBody>
      </p:sp>
      <p:sp>
        <p:nvSpPr>
          <p:cNvPr id="17411" name="Rectangle 3"/>
          <p:cNvSpPr>
            <a:spLocks noGrp="1"/>
          </p:cNvSpPr>
          <p:nvPr>
            <p:ph idx="1"/>
          </p:nvPr>
        </p:nvSpPr>
        <p:spPr/>
        <p:txBody>
          <a:bodyPr vert="horz" wrap="square" lIns="91440" tIns="45720" rIns="91440" bIns="45720" anchor="t" anchorCtr="0"/>
          <a:p>
            <a:pPr eaLnBrk="1" hangingPunct="1"/>
            <a:r>
              <a:rPr lang="en-US" altLang="zh-CN" dirty="0"/>
              <a:t>For any </a:t>
            </a:r>
            <a:r>
              <a:rPr lang="en-US" altLang="zh-CN" i="1" dirty="0">
                <a:solidFill>
                  <a:srgbClr val="FF0000"/>
                </a:solidFill>
              </a:rPr>
              <a:t>n</a:t>
            </a:r>
            <a:r>
              <a:rPr lang="en-US" altLang="zh-CN" dirty="0">
                <a:solidFill>
                  <a:srgbClr val="FF0000"/>
                </a:solidFill>
                <a:sym typeface="Symbol" pitchFamily="18" charset="2"/>
              </a:rPr>
              <a:t></a:t>
            </a:r>
            <a:r>
              <a:rPr lang="en-US" altLang="zh-CN" b="1" dirty="0">
                <a:solidFill>
                  <a:srgbClr val="FF0000"/>
                </a:solidFill>
                <a:sym typeface="Symbol" pitchFamily="18" charset="2"/>
              </a:rPr>
              <a:t>N</a:t>
            </a:r>
            <a:r>
              <a:rPr lang="en-US" altLang="zh-CN" dirty="0"/>
              <a:t>, a </a:t>
            </a:r>
            <a:r>
              <a:rPr lang="en-US" altLang="zh-CN" i="1" dirty="0"/>
              <a:t>complete graph</a:t>
            </a:r>
            <a:r>
              <a:rPr lang="en-US" altLang="zh-CN" dirty="0"/>
              <a:t> on </a:t>
            </a:r>
            <a:r>
              <a:rPr lang="en-US" altLang="zh-CN" i="1" dirty="0"/>
              <a:t>n</a:t>
            </a:r>
            <a:r>
              <a:rPr lang="en-US" altLang="zh-CN" dirty="0"/>
              <a:t> vertices, </a:t>
            </a:r>
            <a:r>
              <a:rPr lang="en-US" altLang="zh-CN" dirty="0">
                <a:solidFill>
                  <a:srgbClr val="FF0000"/>
                </a:solidFill>
              </a:rPr>
              <a:t>K</a:t>
            </a:r>
            <a:r>
              <a:rPr lang="en-US" altLang="zh-CN" i="1" baseline="-25000" dirty="0">
                <a:solidFill>
                  <a:srgbClr val="FF0000"/>
                </a:solidFill>
              </a:rPr>
              <a:t>n</a:t>
            </a:r>
            <a:r>
              <a:rPr lang="en-US" altLang="zh-CN" dirty="0"/>
              <a:t>, is a simple graph with </a:t>
            </a:r>
            <a:r>
              <a:rPr lang="en-US" altLang="zh-CN" i="1" dirty="0"/>
              <a:t>n</a:t>
            </a:r>
            <a:r>
              <a:rPr lang="en-US" altLang="zh-CN" dirty="0"/>
              <a:t> nodes in which every node is adjacent to every other node: </a:t>
            </a:r>
            <a:r>
              <a:rPr lang="en-US" altLang="zh-CN" dirty="0">
                <a:solidFill>
                  <a:srgbClr val="FF0000"/>
                </a:solidFill>
                <a:sym typeface="Symbol" pitchFamily="18" charset="2"/>
              </a:rPr>
              <a:t></a:t>
            </a:r>
            <a:r>
              <a:rPr lang="en-US" altLang="zh-CN" i="1" dirty="0">
                <a:solidFill>
                  <a:srgbClr val="FF0000"/>
                </a:solidFill>
                <a:sym typeface="Symbol" pitchFamily="18" charset="2"/>
              </a:rPr>
              <a:t>u</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solidFill>
                  <a:srgbClr val="FF0000"/>
                </a:solidFill>
                <a:sym typeface="Symbol" pitchFamily="18" charset="2"/>
              </a:rPr>
              <a:t>: </a:t>
            </a:r>
            <a:r>
              <a:rPr lang="en-US" altLang="zh-CN" i="1" dirty="0">
                <a:solidFill>
                  <a:srgbClr val="FF0000"/>
                </a:solidFill>
                <a:sym typeface="Symbol" pitchFamily="18" charset="2"/>
              </a:rPr>
              <a:t>u</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solidFill>
                  <a:srgbClr val="FF0000"/>
                </a:solidFill>
                <a:sym typeface="Symbol" pitchFamily="18" charset="2"/>
              </a:rPr>
              <a:t>{</a:t>
            </a:r>
            <a:r>
              <a:rPr lang="en-US" altLang="zh-CN" i="1" dirty="0">
                <a:solidFill>
                  <a:srgbClr val="FF0000"/>
                </a:solidFill>
                <a:sym typeface="Symbol" pitchFamily="18" charset="2"/>
              </a:rPr>
              <a:t>u</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dirty="0">
                <a:solidFill>
                  <a:srgbClr val="FF0000"/>
                </a:solidFill>
                <a:sym typeface="Symbol" pitchFamily="18" charset="2"/>
              </a:rPr>
              <a:t>}</a:t>
            </a:r>
            <a:r>
              <a:rPr lang="en-US" altLang="zh-CN" i="1" dirty="0">
                <a:solidFill>
                  <a:srgbClr val="FF0000"/>
                </a:solidFill>
                <a:sym typeface="Symbol" pitchFamily="18" charset="2"/>
              </a:rPr>
              <a:t>E</a:t>
            </a:r>
            <a:r>
              <a:rPr lang="en-US" altLang="zh-CN" dirty="0">
                <a:sym typeface="Symbol" pitchFamily="18" charset="2"/>
              </a:rPr>
              <a:t>.</a:t>
            </a:r>
            <a:endParaRPr lang="en-US" altLang="zh-CN" dirty="0"/>
          </a:p>
          <a:p>
            <a:pPr eaLnBrk="1" hangingPunct="1"/>
            <a:endParaRPr lang="en-US" altLang="zh-CN" dirty="0"/>
          </a:p>
        </p:txBody>
      </p:sp>
      <p:grpSp>
        <p:nvGrpSpPr>
          <p:cNvPr id="17412" name="组合 1"/>
          <p:cNvGrpSpPr/>
          <p:nvPr/>
        </p:nvGrpSpPr>
        <p:grpSpPr>
          <a:xfrm>
            <a:off x="744538" y="3765550"/>
            <a:ext cx="7467600" cy="2133600"/>
            <a:chOff x="720" y="6720"/>
            <a:chExt cx="11760" cy="3360"/>
          </a:xfrm>
        </p:grpSpPr>
        <p:sp>
          <p:nvSpPr>
            <p:cNvPr id="17413" name="Line 4"/>
            <p:cNvSpPr/>
            <p:nvPr/>
          </p:nvSpPr>
          <p:spPr>
            <a:xfrm>
              <a:off x="3267" y="7067"/>
              <a:ext cx="445" cy="1092"/>
            </a:xfrm>
            <a:prstGeom prst="line">
              <a:avLst/>
            </a:prstGeom>
            <a:ln w="28575" cap="flat" cmpd="sng">
              <a:solidFill>
                <a:schemeClr val="tx1"/>
              </a:solidFill>
              <a:prstDash val="solid"/>
              <a:round/>
              <a:headEnd type="none" w="med" len="med"/>
              <a:tailEnd type="none" w="med" len="med"/>
            </a:ln>
          </p:spPr>
        </p:sp>
        <p:sp>
          <p:nvSpPr>
            <p:cNvPr id="17414" name="Line 5"/>
            <p:cNvSpPr/>
            <p:nvPr/>
          </p:nvSpPr>
          <p:spPr>
            <a:xfrm flipV="1">
              <a:off x="4420" y="7075"/>
              <a:ext cx="527" cy="850"/>
            </a:xfrm>
            <a:prstGeom prst="line">
              <a:avLst/>
            </a:prstGeom>
            <a:ln w="28575" cap="flat" cmpd="sng">
              <a:solidFill>
                <a:schemeClr val="tx1"/>
              </a:solidFill>
              <a:prstDash val="solid"/>
              <a:round/>
              <a:headEnd type="none" w="med" len="med"/>
              <a:tailEnd type="none" w="med" len="med"/>
            </a:ln>
          </p:spPr>
        </p:sp>
        <p:sp>
          <p:nvSpPr>
            <p:cNvPr id="17415" name="Line 6"/>
            <p:cNvSpPr/>
            <p:nvPr/>
          </p:nvSpPr>
          <p:spPr>
            <a:xfrm flipH="1" flipV="1">
              <a:off x="4880" y="7077"/>
              <a:ext cx="760" cy="1082"/>
            </a:xfrm>
            <a:prstGeom prst="line">
              <a:avLst/>
            </a:prstGeom>
            <a:ln w="28575" cap="flat" cmpd="sng">
              <a:solidFill>
                <a:schemeClr val="tx1"/>
              </a:solidFill>
              <a:prstDash val="solid"/>
              <a:round/>
              <a:headEnd type="none" w="med" len="med"/>
              <a:tailEnd type="none" w="med" len="med"/>
            </a:ln>
          </p:spPr>
        </p:sp>
        <p:sp>
          <p:nvSpPr>
            <p:cNvPr id="17416" name="Line 7"/>
            <p:cNvSpPr/>
            <p:nvPr/>
          </p:nvSpPr>
          <p:spPr>
            <a:xfrm>
              <a:off x="4380" y="7925"/>
              <a:ext cx="1255" cy="262"/>
            </a:xfrm>
            <a:prstGeom prst="line">
              <a:avLst/>
            </a:prstGeom>
            <a:ln w="28575" cap="flat" cmpd="sng">
              <a:solidFill>
                <a:schemeClr val="tx1"/>
              </a:solidFill>
              <a:prstDash val="solid"/>
              <a:round/>
              <a:headEnd type="none" w="med" len="med"/>
              <a:tailEnd type="none" w="med" len="med"/>
            </a:ln>
          </p:spPr>
        </p:sp>
        <p:sp>
          <p:nvSpPr>
            <p:cNvPr id="17417" name="Line 8"/>
            <p:cNvSpPr/>
            <p:nvPr/>
          </p:nvSpPr>
          <p:spPr>
            <a:xfrm flipV="1">
              <a:off x="6345" y="6912"/>
              <a:ext cx="972" cy="282"/>
            </a:xfrm>
            <a:prstGeom prst="line">
              <a:avLst/>
            </a:prstGeom>
            <a:ln w="28575" cap="flat" cmpd="sng">
              <a:solidFill>
                <a:schemeClr val="tx1"/>
              </a:solidFill>
              <a:prstDash val="solid"/>
              <a:round/>
              <a:headEnd type="none" w="med" len="med"/>
              <a:tailEnd type="none" w="med" len="med"/>
            </a:ln>
          </p:spPr>
        </p:sp>
        <p:sp>
          <p:nvSpPr>
            <p:cNvPr id="17418" name="Line 9"/>
            <p:cNvSpPr/>
            <p:nvPr/>
          </p:nvSpPr>
          <p:spPr>
            <a:xfrm flipV="1">
              <a:off x="6587" y="8187"/>
              <a:ext cx="832" cy="82"/>
            </a:xfrm>
            <a:prstGeom prst="line">
              <a:avLst/>
            </a:prstGeom>
            <a:ln w="28575" cap="flat" cmpd="sng">
              <a:solidFill>
                <a:schemeClr val="tx1"/>
              </a:solidFill>
              <a:prstDash val="solid"/>
              <a:round/>
              <a:headEnd type="none" w="med" len="med"/>
              <a:tailEnd type="none" w="med" len="med"/>
            </a:ln>
          </p:spPr>
        </p:sp>
        <p:sp>
          <p:nvSpPr>
            <p:cNvPr id="17419" name="Line 10"/>
            <p:cNvSpPr/>
            <p:nvPr/>
          </p:nvSpPr>
          <p:spPr>
            <a:xfrm>
              <a:off x="6325" y="7175"/>
              <a:ext cx="242" cy="1155"/>
            </a:xfrm>
            <a:prstGeom prst="line">
              <a:avLst/>
            </a:prstGeom>
            <a:ln w="28575" cap="flat" cmpd="sng">
              <a:solidFill>
                <a:schemeClr val="tx1"/>
              </a:solidFill>
              <a:prstDash val="solid"/>
              <a:round/>
              <a:headEnd type="none" w="med" len="med"/>
              <a:tailEnd type="none" w="med" len="med"/>
            </a:ln>
          </p:spPr>
        </p:sp>
        <p:sp>
          <p:nvSpPr>
            <p:cNvPr id="17420" name="Line 11"/>
            <p:cNvSpPr/>
            <p:nvPr/>
          </p:nvSpPr>
          <p:spPr>
            <a:xfrm flipV="1">
              <a:off x="6587" y="6952"/>
              <a:ext cx="730" cy="1337"/>
            </a:xfrm>
            <a:prstGeom prst="line">
              <a:avLst/>
            </a:prstGeom>
            <a:ln w="28575" cap="flat" cmpd="sng">
              <a:solidFill>
                <a:schemeClr val="tx1"/>
              </a:solidFill>
              <a:prstDash val="solid"/>
              <a:round/>
              <a:headEnd type="none" w="med" len="med"/>
              <a:tailEnd type="none" w="med" len="med"/>
            </a:ln>
          </p:spPr>
        </p:sp>
        <p:sp>
          <p:nvSpPr>
            <p:cNvPr id="17421" name="Line 12"/>
            <p:cNvSpPr/>
            <p:nvPr/>
          </p:nvSpPr>
          <p:spPr>
            <a:xfrm>
              <a:off x="6385" y="7195"/>
              <a:ext cx="1055" cy="992"/>
            </a:xfrm>
            <a:prstGeom prst="line">
              <a:avLst/>
            </a:prstGeom>
            <a:ln w="28575" cap="flat" cmpd="sng">
              <a:solidFill>
                <a:schemeClr val="tx1"/>
              </a:solidFill>
              <a:prstDash val="solid"/>
              <a:round/>
              <a:headEnd type="none" w="med" len="med"/>
              <a:tailEnd type="none" w="med" len="med"/>
            </a:ln>
          </p:spPr>
        </p:sp>
        <p:sp>
          <p:nvSpPr>
            <p:cNvPr id="17422" name="Line 13"/>
            <p:cNvSpPr/>
            <p:nvPr/>
          </p:nvSpPr>
          <p:spPr>
            <a:xfrm flipV="1">
              <a:off x="8170" y="6830"/>
              <a:ext cx="690" cy="607"/>
            </a:xfrm>
            <a:prstGeom prst="line">
              <a:avLst/>
            </a:prstGeom>
            <a:ln w="28575" cap="flat" cmpd="sng">
              <a:solidFill>
                <a:schemeClr val="tx1"/>
              </a:solidFill>
              <a:prstDash val="solid"/>
              <a:round/>
              <a:headEnd type="none" w="med" len="med"/>
              <a:tailEnd type="none" w="med" len="med"/>
            </a:ln>
          </p:spPr>
        </p:sp>
        <p:sp>
          <p:nvSpPr>
            <p:cNvPr id="17423" name="Line 14"/>
            <p:cNvSpPr/>
            <p:nvPr/>
          </p:nvSpPr>
          <p:spPr>
            <a:xfrm flipV="1">
              <a:off x="8150" y="7215"/>
              <a:ext cx="1540" cy="285"/>
            </a:xfrm>
            <a:prstGeom prst="line">
              <a:avLst/>
            </a:prstGeom>
            <a:ln w="28575" cap="flat" cmpd="sng">
              <a:solidFill>
                <a:schemeClr val="tx1"/>
              </a:solidFill>
              <a:prstDash val="solid"/>
              <a:round/>
              <a:headEnd type="none" w="med" len="med"/>
              <a:tailEnd type="none" w="med" len="med"/>
            </a:ln>
          </p:spPr>
        </p:sp>
        <p:sp>
          <p:nvSpPr>
            <p:cNvPr id="17424" name="Line 15"/>
            <p:cNvSpPr/>
            <p:nvPr/>
          </p:nvSpPr>
          <p:spPr>
            <a:xfrm>
              <a:off x="8130" y="7417"/>
              <a:ext cx="1457" cy="650"/>
            </a:xfrm>
            <a:prstGeom prst="line">
              <a:avLst/>
            </a:prstGeom>
            <a:ln w="28575" cap="flat" cmpd="sng">
              <a:solidFill>
                <a:schemeClr val="tx1"/>
              </a:solidFill>
              <a:prstDash val="solid"/>
              <a:round/>
              <a:headEnd type="none" w="med" len="med"/>
              <a:tailEnd type="none" w="med" len="med"/>
            </a:ln>
          </p:spPr>
        </p:sp>
        <p:sp>
          <p:nvSpPr>
            <p:cNvPr id="17425" name="Line 16"/>
            <p:cNvSpPr/>
            <p:nvPr/>
          </p:nvSpPr>
          <p:spPr>
            <a:xfrm>
              <a:off x="8150" y="7437"/>
              <a:ext cx="710" cy="975"/>
            </a:xfrm>
            <a:prstGeom prst="line">
              <a:avLst/>
            </a:prstGeom>
            <a:ln w="28575" cap="flat" cmpd="sng">
              <a:solidFill>
                <a:schemeClr val="tx1"/>
              </a:solidFill>
              <a:prstDash val="solid"/>
              <a:round/>
              <a:headEnd type="none" w="med" len="med"/>
              <a:tailEnd type="none" w="med" len="med"/>
            </a:ln>
          </p:spPr>
        </p:sp>
        <p:sp>
          <p:nvSpPr>
            <p:cNvPr id="17426" name="Line 17"/>
            <p:cNvSpPr/>
            <p:nvPr/>
          </p:nvSpPr>
          <p:spPr>
            <a:xfrm>
              <a:off x="8837" y="6830"/>
              <a:ext cx="852" cy="365"/>
            </a:xfrm>
            <a:prstGeom prst="line">
              <a:avLst/>
            </a:prstGeom>
            <a:ln w="28575" cap="flat" cmpd="sng">
              <a:solidFill>
                <a:schemeClr val="tx1"/>
              </a:solidFill>
              <a:prstDash val="solid"/>
              <a:round/>
              <a:headEnd type="none" w="med" len="med"/>
              <a:tailEnd type="none" w="med" len="med"/>
            </a:ln>
          </p:spPr>
        </p:sp>
        <p:sp>
          <p:nvSpPr>
            <p:cNvPr id="17427" name="Line 18"/>
            <p:cNvSpPr/>
            <p:nvPr/>
          </p:nvSpPr>
          <p:spPr>
            <a:xfrm>
              <a:off x="8837" y="6830"/>
              <a:ext cx="730" cy="1237"/>
            </a:xfrm>
            <a:prstGeom prst="line">
              <a:avLst/>
            </a:prstGeom>
            <a:ln w="28575" cap="flat" cmpd="sng">
              <a:solidFill>
                <a:schemeClr val="tx1"/>
              </a:solidFill>
              <a:prstDash val="solid"/>
              <a:round/>
              <a:headEnd type="none" w="med" len="med"/>
              <a:tailEnd type="none" w="med" len="med"/>
            </a:ln>
          </p:spPr>
        </p:sp>
        <p:sp>
          <p:nvSpPr>
            <p:cNvPr id="17428" name="Line 19"/>
            <p:cNvSpPr/>
            <p:nvPr/>
          </p:nvSpPr>
          <p:spPr>
            <a:xfrm>
              <a:off x="8860" y="6830"/>
              <a:ext cx="0" cy="1582"/>
            </a:xfrm>
            <a:prstGeom prst="line">
              <a:avLst/>
            </a:prstGeom>
            <a:ln w="28575" cap="flat" cmpd="sng">
              <a:solidFill>
                <a:schemeClr val="tx1"/>
              </a:solidFill>
              <a:prstDash val="solid"/>
              <a:round/>
              <a:headEnd type="none" w="med" len="med"/>
              <a:tailEnd type="none" w="med" len="med"/>
            </a:ln>
          </p:spPr>
        </p:sp>
        <p:sp>
          <p:nvSpPr>
            <p:cNvPr id="17429" name="Line 20"/>
            <p:cNvSpPr/>
            <p:nvPr/>
          </p:nvSpPr>
          <p:spPr>
            <a:xfrm flipH="1">
              <a:off x="9630" y="7195"/>
              <a:ext cx="100" cy="852"/>
            </a:xfrm>
            <a:prstGeom prst="line">
              <a:avLst/>
            </a:prstGeom>
            <a:ln w="28575" cap="flat" cmpd="sng">
              <a:solidFill>
                <a:schemeClr val="tx1"/>
              </a:solidFill>
              <a:prstDash val="solid"/>
              <a:round/>
              <a:headEnd type="none" w="med" len="med"/>
              <a:tailEnd type="none" w="med" len="med"/>
            </a:ln>
          </p:spPr>
        </p:sp>
        <p:sp>
          <p:nvSpPr>
            <p:cNvPr id="17430" name="Line 21"/>
            <p:cNvSpPr/>
            <p:nvPr/>
          </p:nvSpPr>
          <p:spPr>
            <a:xfrm flipH="1">
              <a:off x="8860" y="7155"/>
              <a:ext cx="830" cy="1277"/>
            </a:xfrm>
            <a:prstGeom prst="line">
              <a:avLst/>
            </a:prstGeom>
            <a:ln w="28575" cap="flat" cmpd="sng">
              <a:solidFill>
                <a:schemeClr val="tx1"/>
              </a:solidFill>
              <a:prstDash val="solid"/>
              <a:round/>
              <a:headEnd type="none" w="med" len="med"/>
              <a:tailEnd type="none" w="med" len="med"/>
            </a:ln>
          </p:spPr>
        </p:sp>
        <p:sp>
          <p:nvSpPr>
            <p:cNvPr id="17431" name="Line 22"/>
            <p:cNvSpPr/>
            <p:nvPr/>
          </p:nvSpPr>
          <p:spPr>
            <a:xfrm flipH="1">
              <a:off x="8837" y="8047"/>
              <a:ext cx="772" cy="365"/>
            </a:xfrm>
            <a:prstGeom prst="line">
              <a:avLst/>
            </a:prstGeom>
            <a:ln w="28575" cap="flat" cmpd="sng">
              <a:solidFill>
                <a:schemeClr val="tx1"/>
              </a:solidFill>
              <a:prstDash val="solid"/>
              <a:round/>
              <a:headEnd type="none" w="med" len="med"/>
              <a:tailEnd type="none" w="med" len="med"/>
            </a:ln>
          </p:spPr>
        </p:sp>
        <p:sp>
          <p:nvSpPr>
            <p:cNvPr id="17432" name="Line 23"/>
            <p:cNvSpPr/>
            <p:nvPr/>
          </p:nvSpPr>
          <p:spPr>
            <a:xfrm>
              <a:off x="10907" y="6830"/>
              <a:ext cx="727" cy="0"/>
            </a:xfrm>
            <a:prstGeom prst="line">
              <a:avLst/>
            </a:prstGeom>
            <a:ln w="28575" cap="flat" cmpd="sng">
              <a:solidFill>
                <a:schemeClr val="tx1"/>
              </a:solidFill>
              <a:prstDash val="solid"/>
              <a:round/>
              <a:headEnd type="none" w="med" len="med"/>
              <a:tailEnd type="none" w="med" len="med"/>
            </a:ln>
          </p:spPr>
        </p:sp>
        <p:sp>
          <p:nvSpPr>
            <p:cNvPr id="17433" name="Line 24"/>
            <p:cNvSpPr/>
            <p:nvPr/>
          </p:nvSpPr>
          <p:spPr>
            <a:xfrm>
              <a:off x="10907" y="6850"/>
              <a:ext cx="1480" cy="610"/>
            </a:xfrm>
            <a:prstGeom prst="line">
              <a:avLst/>
            </a:prstGeom>
            <a:ln w="28575" cap="flat" cmpd="sng">
              <a:solidFill>
                <a:schemeClr val="tx1"/>
              </a:solidFill>
              <a:prstDash val="solid"/>
              <a:round/>
              <a:headEnd type="none" w="med" len="med"/>
              <a:tailEnd type="none" w="med" len="med"/>
            </a:ln>
          </p:spPr>
        </p:sp>
        <p:sp>
          <p:nvSpPr>
            <p:cNvPr id="17434" name="Line 25"/>
            <p:cNvSpPr/>
            <p:nvPr/>
          </p:nvSpPr>
          <p:spPr>
            <a:xfrm>
              <a:off x="10927" y="6830"/>
              <a:ext cx="1175" cy="1237"/>
            </a:xfrm>
            <a:prstGeom prst="line">
              <a:avLst/>
            </a:prstGeom>
            <a:ln w="28575" cap="flat" cmpd="sng">
              <a:solidFill>
                <a:schemeClr val="tx1"/>
              </a:solidFill>
              <a:prstDash val="solid"/>
              <a:round/>
              <a:headEnd type="none" w="med" len="med"/>
              <a:tailEnd type="none" w="med" len="med"/>
            </a:ln>
          </p:spPr>
        </p:sp>
        <p:sp>
          <p:nvSpPr>
            <p:cNvPr id="17435" name="Line 26"/>
            <p:cNvSpPr/>
            <p:nvPr/>
          </p:nvSpPr>
          <p:spPr>
            <a:xfrm>
              <a:off x="10927" y="6830"/>
              <a:ext cx="322" cy="1582"/>
            </a:xfrm>
            <a:prstGeom prst="line">
              <a:avLst/>
            </a:prstGeom>
            <a:ln w="28575" cap="flat" cmpd="sng">
              <a:solidFill>
                <a:schemeClr val="tx1"/>
              </a:solidFill>
              <a:prstDash val="solid"/>
              <a:round/>
              <a:headEnd type="none" w="med" len="med"/>
              <a:tailEnd type="none" w="med" len="med"/>
            </a:ln>
          </p:spPr>
        </p:sp>
        <p:sp>
          <p:nvSpPr>
            <p:cNvPr id="17436" name="Line 27"/>
            <p:cNvSpPr/>
            <p:nvPr/>
          </p:nvSpPr>
          <p:spPr>
            <a:xfrm flipH="1">
              <a:off x="10662" y="6850"/>
              <a:ext cx="245" cy="832"/>
            </a:xfrm>
            <a:prstGeom prst="line">
              <a:avLst/>
            </a:prstGeom>
            <a:ln w="28575" cap="flat" cmpd="sng">
              <a:solidFill>
                <a:schemeClr val="tx1"/>
              </a:solidFill>
              <a:prstDash val="solid"/>
              <a:round/>
              <a:headEnd type="none" w="med" len="med"/>
              <a:tailEnd type="none" w="med" len="med"/>
            </a:ln>
          </p:spPr>
        </p:sp>
        <p:sp>
          <p:nvSpPr>
            <p:cNvPr id="17437" name="Line 28"/>
            <p:cNvSpPr/>
            <p:nvPr/>
          </p:nvSpPr>
          <p:spPr>
            <a:xfrm>
              <a:off x="11635" y="6810"/>
              <a:ext cx="710" cy="627"/>
            </a:xfrm>
            <a:prstGeom prst="line">
              <a:avLst/>
            </a:prstGeom>
            <a:ln w="28575" cap="flat" cmpd="sng">
              <a:solidFill>
                <a:schemeClr val="tx1"/>
              </a:solidFill>
              <a:prstDash val="solid"/>
              <a:round/>
              <a:headEnd type="none" w="med" len="med"/>
              <a:tailEnd type="none" w="med" len="med"/>
            </a:ln>
          </p:spPr>
        </p:sp>
        <p:sp>
          <p:nvSpPr>
            <p:cNvPr id="17438" name="Line 29"/>
            <p:cNvSpPr/>
            <p:nvPr/>
          </p:nvSpPr>
          <p:spPr>
            <a:xfrm>
              <a:off x="11657" y="6850"/>
              <a:ext cx="445" cy="1197"/>
            </a:xfrm>
            <a:prstGeom prst="line">
              <a:avLst/>
            </a:prstGeom>
            <a:ln w="28575" cap="flat" cmpd="sng">
              <a:solidFill>
                <a:schemeClr val="tx1"/>
              </a:solidFill>
              <a:prstDash val="solid"/>
              <a:round/>
              <a:headEnd type="none" w="med" len="med"/>
              <a:tailEnd type="none" w="med" len="med"/>
            </a:ln>
          </p:spPr>
        </p:sp>
        <p:sp>
          <p:nvSpPr>
            <p:cNvPr id="17439" name="Line 30"/>
            <p:cNvSpPr/>
            <p:nvPr/>
          </p:nvSpPr>
          <p:spPr>
            <a:xfrm flipH="1">
              <a:off x="11272" y="6830"/>
              <a:ext cx="385" cy="1622"/>
            </a:xfrm>
            <a:prstGeom prst="line">
              <a:avLst/>
            </a:prstGeom>
            <a:ln w="28575" cap="flat" cmpd="sng">
              <a:solidFill>
                <a:schemeClr val="tx1"/>
              </a:solidFill>
              <a:prstDash val="solid"/>
              <a:round/>
              <a:headEnd type="none" w="med" len="med"/>
              <a:tailEnd type="none" w="med" len="med"/>
            </a:ln>
          </p:spPr>
        </p:sp>
        <p:sp>
          <p:nvSpPr>
            <p:cNvPr id="17440" name="Line 31"/>
            <p:cNvSpPr/>
            <p:nvPr/>
          </p:nvSpPr>
          <p:spPr>
            <a:xfrm flipH="1">
              <a:off x="10682" y="6830"/>
              <a:ext cx="952" cy="852"/>
            </a:xfrm>
            <a:prstGeom prst="line">
              <a:avLst/>
            </a:prstGeom>
            <a:ln w="28575" cap="flat" cmpd="sng">
              <a:solidFill>
                <a:schemeClr val="tx1"/>
              </a:solidFill>
              <a:prstDash val="solid"/>
              <a:round/>
              <a:headEnd type="none" w="med" len="med"/>
              <a:tailEnd type="none" w="med" len="med"/>
            </a:ln>
          </p:spPr>
        </p:sp>
        <p:sp>
          <p:nvSpPr>
            <p:cNvPr id="17441" name="Line 32"/>
            <p:cNvSpPr/>
            <p:nvPr/>
          </p:nvSpPr>
          <p:spPr>
            <a:xfrm flipH="1">
              <a:off x="12102" y="7437"/>
              <a:ext cx="262" cy="590"/>
            </a:xfrm>
            <a:prstGeom prst="line">
              <a:avLst/>
            </a:prstGeom>
            <a:ln w="28575" cap="flat" cmpd="sng">
              <a:solidFill>
                <a:schemeClr val="tx1"/>
              </a:solidFill>
              <a:prstDash val="solid"/>
              <a:round/>
              <a:headEnd type="none" w="med" len="med"/>
              <a:tailEnd type="none" w="med" len="med"/>
            </a:ln>
          </p:spPr>
        </p:sp>
        <p:sp>
          <p:nvSpPr>
            <p:cNvPr id="17442" name="Line 33"/>
            <p:cNvSpPr/>
            <p:nvPr/>
          </p:nvSpPr>
          <p:spPr>
            <a:xfrm flipH="1">
              <a:off x="11272" y="7437"/>
              <a:ext cx="1092" cy="955"/>
            </a:xfrm>
            <a:prstGeom prst="line">
              <a:avLst/>
            </a:prstGeom>
            <a:ln w="28575" cap="flat" cmpd="sng">
              <a:solidFill>
                <a:schemeClr val="tx1"/>
              </a:solidFill>
              <a:prstDash val="solid"/>
              <a:round/>
              <a:headEnd type="none" w="med" len="med"/>
              <a:tailEnd type="none" w="med" len="med"/>
            </a:ln>
          </p:spPr>
        </p:sp>
        <p:sp>
          <p:nvSpPr>
            <p:cNvPr id="17443" name="Line 34"/>
            <p:cNvSpPr/>
            <p:nvPr/>
          </p:nvSpPr>
          <p:spPr>
            <a:xfrm flipH="1">
              <a:off x="10682" y="7417"/>
              <a:ext cx="1705" cy="265"/>
            </a:xfrm>
            <a:prstGeom prst="line">
              <a:avLst/>
            </a:prstGeom>
            <a:ln w="28575" cap="flat" cmpd="sng">
              <a:solidFill>
                <a:schemeClr val="tx1"/>
              </a:solidFill>
              <a:prstDash val="solid"/>
              <a:round/>
              <a:headEnd type="none" w="med" len="med"/>
              <a:tailEnd type="none" w="med" len="med"/>
            </a:ln>
          </p:spPr>
        </p:sp>
        <p:sp>
          <p:nvSpPr>
            <p:cNvPr id="17444" name="Line 35"/>
            <p:cNvSpPr/>
            <p:nvPr/>
          </p:nvSpPr>
          <p:spPr>
            <a:xfrm flipH="1">
              <a:off x="11250" y="8047"/>
              <a:ext cx="852" cy="365"/>
            </a:xfrm>
            <a:prstGeom prst="line">
              <a:avLst/>
            </a:prstGeom>
            <a:ln w="28575" cap="flat" cmpd="sng">
              <a:solidFill>
                <a:schemeClr val="tx1"/>
              </a:solidFill>
              <a:prstDash val="solid"/>
              <a:round/>
              <a:headEnd type="none" w="med" len="med"/>
              <a:tailEnd type="none" w="med" len="med"/>
            </a:ln>
          </p:spPr>
        </p:sp>
        <p:sp>
          <p:nvSpPr>
            <p:cNvPr id="17445" name="Line 36"/>
            <p:cNvSpPr/>
            <p:nvPr/>
          </p:nvSpPr>
          <p:spPr>
            <a:xfrm flipH="1" flipV="1">
              <a:off x="10642" y="7682"/>
              <a:ext cx="1500" cy="365"/>
            </a:xfrm>
            <a:prstGeom prst="line">
              <a:avLst/>
            </a:prstGeom>
            <a:ln w="28575" cap="flat" cmpd="sng">
              <a:solidFill>
                <a:schemeClr val="tx1"/>
              </a:solidFill>
              <a:prstDash val="solid"/>
              <a:round/>
              <a:headEnd type="none" w="med" len="med"/>
              <a:tailEnd type="none" w="med" len="med"/>
            </a:ln>
          </p:spPr>
        </p:sp>
        <p:sp>
          <p:nvSpPr>
            <p:cNvPr id="17446" name="Line 37"/>
            <p:cNvSpPr/>
            <p:nvPr/>
          </p:nvSpPr>
          <p:spPr>
            <a:xfrm flipH="1" flipV="1">
              <a:off x="10662" y="7702"/>
              <a:ext cx="587" cy="710"/>
            </a:xfrm>
            <a:prstGeom prst="line">
              <a:avLst/>
            </a:prstGeom>
            <a:ln w="28575" cap="flat" cmpd="sng">
              <a:solidFill>
                <a:schemeClr val="tx1"/>
              </a:solidFill>
              <a:prstDash val="solid"/>
              <a:round/>
              <a:headEnd type="none" w="med" len="med"/>
              <a:tailEnd type="none" w="med" len="med"/>
            </a:ln>
          </p:spPr>
        </p:sp>
        <p:sp>
          <p:nvSpPr>
            <p:cNvPr id="17447" name="Text Box 38"/>
            <p:cNvSpPr txBox="1"/>
            <p:nvPr/>
          </p:nvSpPr>
          <p:spPr>
            <a:xfrm>
              <a:off x="1947" y="8152"/>
              <a:ext cx="770" cy="720"/>
            </a:xfrm>
            <a:prstGeom prst="rect">
              <a:avLst/>
            </a:prstGeom>
            <a:noFill/>
            <a:ln w="28575">
              <a:noFill/>
            </a:ln>
          </p:spPr>
          <p:txBody>
            <a:bodyPr wrap="none" anchor="ctr" anchorCtr="0">
              <a:spAutoFit/>
            </a:bodyPr>
            <a:p>
              <a:pPr algn="ctr" eaLnBrk="0" hangingPunct="0"/>
              <a:r>
                <a:rPr lang="en-US" altLang="zh-CN" i="1" dirty="0">
                  <a:latin typeface="Times New Roman" panose="02020603050405020304" pitchFamily="18" charset="0"/>
                  <a:ea typeface="宋体" pitchFamily="2" charset="-122"/>
                </a:rPr>
                <a:t>K</a:t>
              </a:r>
              <a:r>
                <a:rPr lang="en-US" altLang="zh-CN" baseline="-25000" dirty="0">
                  <a:latin typeface="Times New Roman" panose="02020603050405020304" pitchFamily="18" charset="0"/>
                  <a:ea typeface="宋体" pitchFamily="2" charset="-122"/>
                </a:rPr>
                <a:t>1</a:t>
              </a:r>
              <a:endParaRPr lang="en-US" altLang="zh-CN" i="1" dirty="0">
                <a:latin typeface="Times New Roman" panose="02020603050405020304" pitchFamily="18" charset="0"/>
                <a:ea typeface="宋体" pitchFamily="2" charset="-122"/>
              </a:endParaRPr>
            </a:p>
          </p:txBody>
        </p:sp>
        <p:sp>
          <p:nvSpPr>
            <p:cNvPr id="17448" name="Text Box 39"/>
            <p:cNvSpPr txBox="1"/>
            <p:nvPr/>
          </p:nvSpPr>
          <p:spPr>
            <a:xfrm>
              <a:off x="2997" y="8312"/>
              <a:ext cx="770" cy="720"/>
            </a:xfrm>
            <a:prstGeom prst="rect">
              <a:avLst/>
            </a:prstGeom>
            <a:noFill/>
            <a:ln w="28575">
              <a:noFill/>
            </a:ln>
          </p:spPr>
          <p:txBody>
            <a:bodyPr wrap="none" anchor="ctr" anchorCtr="0">
              <a:spAutoFit/>
            </a:bodyPr>
            <a:p>
              <a:pPr algn="ctr" eaLnBrk="0" hangingPunct="0"/>
              <a:r>
                <a:rPr lang="en-US" altLang="zh-CN" i="1" dirty="0">
                  <a:latin typeface="Times New Roman" panose="02020603050405020304" pitchFamily="18" charset="0"/>
                  <a:ea typeface="宋体" pitchFamily="2" charset="-122"/>
                </a:rPr>
                <a:t>K</a:t>
              </a:r>
              <a:r>
                <a:rPr lang="en-US" altLang="zh-CN" baseline="-25000" dirty="0">
                  <a:latin typeface="Times New Roman" panose="02020603050405020304" pitchFamily="18" charset="0"/>
                  <a:ea typeface="宋体" pitchFamily="2" charset="-122"/>
                </a:rPr>
                <a:t>2</a:t>
              </a:r>
              <a:endParaRPr lang="en-US" altLang="zh-CN" i="1" dirty="0">
                <a:latin typeface="Times New Roman" panose="02020603050405020304" pitchFamily="18" charset="0"/>
                <a:ea typeface="宋体" pitchFamily="2" charset="-122"/>
              </a:endParaRPr>
            </a:p>
          </p:txBody>
        </p:sp>
        <p:sp>
          <p:nvSpPr>
            <p:cNvPr id="17449" name="Text Box 40"/>
            <p:cNvSpPr txBox="1"/>
            <p:nvPr/>
          </p:nvSpPr>
          <p:spPr>
            <a:xfrm>
              <a:off x="4557" y="8270"/>
              <a:ext cx="770" cy="720"/>
            </a:xfrm>
            <a:prstGeom prst="rect">
              <a:avLst/>
            </a:prstGeom>
            <a:noFill/>
            <a:ln w="28575">
              <a:noFill/>
            </a:ln>
          </p:spPr>
          <p:txBody>
            <a:bodyPr wrap="none" anchor="ctr" anchorCtr="0">
              <a:spAutoFit/>
            </a:bodyPr>
            <a:p>
              <a:pPr algn="ctr" eaLnBrk="0" hangingPunct="0"/>
              <a:r>
                <a:rPr lang="en-US" altLang="zh-CN" i="1" dirty="0">
                  <a:latin typeface="Times New Roman" panose="02020603050405020304" pitchFamily="18" charset="0"/>
                  <a:ea typeface="宋体" pitchFamily="2" charset="-122"/>
                </a:rPr>
                <a:t>K</a:t>
              </a:r>
              <a:r>
                <a:rPr lang="en-US" altLang="zh-CN" baseline="-25000" dirty="0">
                  <a:latin typeface="Times New Roman" panose="02020603050405020304" pitchFamily="18" charset="0"/>
                  <a:ea typeface="宋体" pitchFamily="2" charset="-122"/>
                </a:rPr>
                <a:t>3</a:t>
              </a:r>
              <a:endParaRPr lang="en-US" altLang="zh-CN" i="1" dirty="0">
                <a:latin typeface="Times New Roman" panose="02020603050405020304" pitchFamily="18" charset="0"/>
                <a:ea typeface="宋体" pitchFamily="2" charset="-122"/>
              </a:endParaRPr>
            </a:p>
          </p:txBody>
        </p:sp>
        <p:sp>
          <p:nvSpPr>
            <p:cNvPr id="17450" name="Text Box 41"/>
            <p:cNvSpPr txBox="1"/>
            <p:nvPr/>
          </p:nvSpPr>
          <p:spPr>
            <a:xfrm>
              <a:off x="6657" y="8225"/>
              <a:ext cx="770" cy="720"/>
            </a:xfrm>
            <a:prstGeom prst="rect">
              <a:avLst/>
            </a:prstGeom>
            <a:noFill/>
            <a:ln w="28575">
              <a:noFill/>
            </a:ln>
          </p:spPr>
          <p:txBody>
            <a:bodyPr wrap="none" anchor="ctr" anchorCtr="0">
              <a:spAutoFit/>
            </a:bodyPr>
            <a:p>
              <a:pPr algn="ctr" eaLnBrk="0" hangingPunct="0"/>
              <a:r>
                <a:rPr lang="en-US" altLang="zh-CN" i="1" dirty="0">
                  <a:latin typeface="Times New Roman" panose="02020603050405020304" pitchFamily="18" charset="0"/>
                  <a:ea typeface="宋体" pitchFamily="2" charset="-122"/>
                </a:rPr>
                <a:t>K</a:t>
              </a:r>
              <a:r>
                <a:rPr lang="en-US" altLang="zh-CN" baseline="-25000" dirty="0">
                  <a:latin typeface="Times New Roman" panose="02020603050405020304" pitchFamily="18" charset="0"/>
                  <a:ea typeface="宋体" pitchFamily="2" charset="-122"/>
                </a:rPr>
                <a:t>4</a:t>
              </a:r>
              <a:endParaRPr lang="en-US" altLang="zh-CN" i="1" dirty="0">
                <a:latin typeface="Times New Roman" panose="02020603050405020304" pitchFamily="18" charset="0"/>
                <a:ea typeface="宋体" pitchFamily="2" charset="-122"/>
              </a:endParaRPr>
            </a:p>
          </p:txBody>
        </p:sp>
        <p:sp>
          <p:nvSpPr>
            <p:cNvPr id="17451" name="Text Box 42"/>
            <p:cNvSpPr txBox="1"/>
            <p:nvPr/>
          </p:nvSpPr>
          <p:spPr>
            <a:xfrm>
              <a:off x="8665" y="8505"/>
              <a:ext cx="770" cy="720"/>
            </a:xfrm>
            <a:prstGeom prst="rect">
              <a:avLst/>
            </a:prstGeom>
            <a:noFill/>
            <a:ln w="28575">
              <a:noFill/>
            </a:ln>
          </p:spPr>
          <p:txBody>
            <a:bodyPr wrap="none" anchor="ctr" anchorCtr="0">
              <a:spAutoFit/>
            </a:bodyPr>
            <a:p>
              <a:pPr algn="ctr" eaLnBrk="0" hangingPunct="0"/>
              <a:r>
                <a:rPr lang="en-US" altLang="zh-CN" i="1" dirty="0">
                  <a:latin typeface="Times New Roman" panose="02020603050405020304" pitchFamily="18" charset="0"/>
                  <a:ea typeface="宋体" pitchFamily="2" charset="-122"/>
                </a:rPr>
                <a:t>K</a:t>
              </a:r>
              <a:r>
                <a:rPr lang="en-US" altLang="zh-CN" baseline="-25000" dirty="0">
                  <a:latin typeface="Times New Roman" panose="02020603050405020304" pitchFamily="18" charset="0"/>
                  <a:ea typeface="宋体" pitchFamily="2" charset="-122"/>
                </a:rPr>
                <a:t>5</a:t>
              </a:r>
              <a:endParaRPr lang="en-US" altLang="zh-CN" i="1" dirty="0">
                <a:latin typeface="Times New Roman" panose="02020603050405020304" pitchFamily="18" charset="0"/>
                <a:ea typeface="宋体" pitchFamily="2" charset="-122"/>
              </a:endParaRPr>
            </a:p>
          </p:txBody>
        </p:sp>
        <p:sp>
          <p:nvSpPr>
            <p:cNvPr id="17452" name="Text Box 43"/>
            <p:cNvSpPr txBox="1"/>
            <p:nvPr/>
          </p:nvSpPr>
          <p:spPr>
            <a:xfrm>
              <a:off x="11135" y="8542"/>
              <a:ext cx="770" cy="720"/>
            </a:xfrm>
            <a:prstGeom prst="rect">
              <a:avLst/>
            </a:prstGeom>
            <a:noFill/>
            <a:ln w="28575">
              <a:noFill/>
            </a:ln>
          </p:spPr>
          <p:txBody>
            <a:bodyPr wrap="none" anchor="ctr" anchorCtr="0">
              <a:spAutoFit/>
            </a:bodyPr>
            <a:p>
              <a:pPr algn="ctr" eaLnBrk="0" hangingPunct="0"/>
              <a:r>
                <a:rPr lang="en-US" altLang="zh-CN" i="1" dirty="0">
                  <a:latin typeface="Times New Roman" panose="02020603050405020304" pitchFamily="18" charset="0"/>
                  <a:ea typeface="宋体" pitchFamily="2" charset="-122"/>
                </a:rPr>
                <a:t>K</a:t>
              </a:r>
              <a:r>
                <a:rPr lang="en-US" altLang="zh-CN" baseline="-25000" dirty="0">
                  <a:latin typeface="Times New Roman" panose="02020603050405020304" pitchFamily="18" charset="0"/>
                  <a:ea typeface="宋体" pitchFamily="2" charset="-122"/>
                </a:rPr>
                <a:t>6</a:t>
              </a:r>
              <a:endParaRPr lang="en-US" altLang="zh-CN" i="1" dirty="0">
                <a:latin typeface="Times New Roman" panose="02020603050405020304" pitchFamily="18" charset="0"/>
                <a:ea typeface="宋体" pitchFamily="2" charset="-122"/>
              </a:endParaRPr>
            </a:p>
          </p:txBody>
        </p:sp>
        <p:sp>
          <p:nvSpPr>
            <p:cNvPr id="17453" name="Text Box 44"/>
            <p:cNvSpPr txBox="1"/>
            <p:nvPr/>
          </p:nvSpPr>
          <p:spPr>
            <a:xfrm>
              <a:off x="720" y="9120"/>
              <a:ext cx="7080" cy="960"/>
            </a:xfrm>
            <a:prstGeom prst="rect">
              <a:avLst/>
            </a:prstGeom>
            <a:solidFill>
              <a:srgbClr val="FFFFCC"/>
            </a:solidFill>
            <a:ln w="38100" cap="flat" cmpd="sng">
              <a:solidFill>
                <a:srgbClr val="006600"/>
              </a:solidFill>
              <a:prstDash val="solid"/>
              <a:miter/>
              <a:headEnd type="none" w="med" len="med"/>
              <a:tailEnd type="none" w="med" len="med"/>
            </a:ln>
          </p:spPr>
          <p:txBody>
            <a:bodyPr anchor="ctr" anchorCtr="0"/>
            <a:p>
              <a:pPr eaLnBrk="0" hangingPunct="0">
                <a:spcBef>
                  <a:spcPct val="50000"/>
                </a:spcBef>
              </a:pPr>
              <a:r>
                <a:rPr lang="en-US" altLang="zh-CN" i="1" dirty="0">
                  <a:solidFill>
                    <a:schemeClr val="accent2"/>
                  </a:solidFill>
                  <a:latin typeface="Times New Roman" panose="02020603050405020304" pitchFamily="18" charset="0"/>
                  <a:ea typeface="宋体" pitchFamily="2" charset="-122"/>
                </a:rPr>
                <a:t>Note that </a:t>
              </a:r>
              <a:r>
                <a:rPr lang="en-US" altLang="zh-CN" dirty="0">
                  <a:solidFill>
                    <a:srgbClr val="FF0000"/>
                  </a:solidFill>
                  <a:latin typeface="Times New Roman" panose="02020603050405020304" pitchFamily="18" charset="0"/>
                  <a:ea typeface="宋体" pitchFamily="2" charset="-122"/>
                </a:rPr>
                <a:t>K</a:t>
              </a:r>
              <a:r>
                <a:rPr lang="en-US" altLang="zh-CN" i="1" baseline="-25000" dirty="0">
                  <a:solidFill>
                    <a:srgbClr val="FF0000"/>
                  </a:solidFill>
                  <a:latin typeface="Times New Roman" panose="02020603050405020304" pitchFamily="18" charset="0"/>
                  <a:ea typeface="宋体" pitchFamily="2" charset="-122"/>
                </a:rPr>
                <a:t>n</a:t>
              </a:r>
              <a:r>
                <a:rPr lang="en-US" altLang="zh-CN" i="1" dirty="0">
                  <a:solidFill>
                    <a:schemeClr val="accent2"/>
                  </a:solidFill>
                  <a:latin typeface="Times New Roman" panose="02020603050405020304" pitchFamily="18" charset="0"/>
                  <a:ea typeface="宋体" pitchFamily="2" charset="-122"/>
                </a:rPr>
                <a:t> has                edges.</a:t>
              </a:r>
              <a:endParaRPr lang="en-US" altLang="zh-CN" i="1" dirty="0">
                <a:solidFill>
                  <a:schemeClr val="accent2"/>
                </a:solidFill>
                <a:latin typeface="Times New Roman" panose="02020603050405020304" pitchFamily="18" charset="0"/>
                <a:ea typeface="宋体" pitchFamily="2" charset="-122"/>
              </a:endParaRPr>
            </a:p>
          </p:txBody>
        </p:sp>
        <p:graphicFrame>
          <p:nvGraphicFramePr>
            <p:cNvPr id="17454" name="Object 45"/>
            <p:cNvGraphicFramePr>
              <a:graphicFrameLocks noChangeAspect="1"/>
            </p:cNvGraphicFramePr>
            <p:nvPr/>
          </p:nvGraphicFramePr>
          <p:xfrm>
            <a:off x="4230" y="9220"/>
            <a:ext cx="1652" cy="787"/>
          </p:xfrm>
          <a:graphic>
            <a:graphicData uri="http://schemas.openxmlformats.org/presentationml/2006/ole">
              <mc:AlternateContent xmlns:mc="http://schemas.openxmlformats.org/markup-compatibility/2006">
                <mc:Choice xmlns:v="urn:schemas-microsoft-com:vml" Requires="v">
                  <p:oleObj spid="_x0000_s3076" name="" r:id="rId1" imgW="901065" imgH="431800" progId="Equation.3">
                    <p:embed/>
                  </p:oleObj>
                </mc:Choice>
                <mc:Fallback>
                  <p:oleObj name="" r:id="rId1" imgW="901065" imgH="431800" progId="Equation.3">
                    <p:embed/>
                    <p:pic>
                      <p:nvPicPr>
                        <p:cNvPr id="0" name="图片 3075"/>
                        <p:cNvPicPr/>
                        <p:nvPr/>
                      </p:nvPicPr>
                      <p:blipFill>
                        <a:blip r:embed="rId2"/>
                        <a:stretch>
                          <a:fillRect/>
                        </a:stretch>
                      </p:blipFill>
                      <p:spPr>
                        <a:xfrm>
                          <a:off x="4230" y="9220"/>
                          <a:ext cx="1652" cy="787"/>
                        </a:xfrm>
                        <a:prstGeom prst="rect">
                          <a:avLst/>
                        </a:prstGeom>
                        <a:solidFill>
                          <a:srgbClr val="FFCCCC"/>
                        </a:solidFill>
                        <a:ln w="38100">
                          <a:noFill/>
                          <a:miter/>
                        </a:ln>
                      </p:spPr>
                    </p:pic>
                  </p:oleObj>
                </mc:Fallback>
              </mc:AlternateContent>
            </a:graphicData>
          </a:graphic>
        </p:graphicFrame>
        <p:sp>
          <p:nvSpPr>
            <p:cNvPr id="17455" name="Oval 46"/>
            <p:cNvSpPr/>
            <p:nvPr/>
          </p:nvSpPr>
          <p:spPr>
            <a:xfrm>
              <a:off x="2140" y="7705"/>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56" name="Oval 47"/>
            <p:cNvSpPr/>
            <p:nvPr/>
          </p:nvSpPr>
          <p:spPr>
            <a:xfrm>
              <a:off x="3120" y="696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57" name="Oval 48"/>
            <p:cNvSpPr/>
            <p:nvPr/>
          </p:nvSpPr>
          <p:spPr>
            <a:xfrm>
              <a:off x="3600" y="804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58" name="Oval 49"/>
            <p:cNvSpPr/>
            <p:nvPr/>
          </p:nvSpPr>
          <p:spPr>
            <a:xfrm>
              <a:off x="4800" y="696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59" name="Oval 50"/>
            <p:cNvSpPr/>
            <p:nvPr/>
          </p:nvSpPr>
          <p:spPr>
            <a:xfrm>
              <a:off x="4320" y="780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0" name="Oval 51"/>
            <p:cNvSpPr/>
            <p:nvPr/>
          </p:nvSpPr>
          <p:spPr>
            <a:xfrm>
              <a:off x="5520" y="804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1" name="Oval 52"/>
            <p:cNvSpPr/>
            <p:nvPr/>
          </p:nvSpPr>
          <p:spPr>
            <a:xfrm>
              <a:off x="6240" y="708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2" name="Oval 53"/>
            <p:cNvSpPr/>
            <p:nvPr/>
          </p:nvSpPr>
          <p:spPr>
            <a:xfrm>
              <a:off x="6480" y="816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3" name="Oval 54"/>
            <p:cNvSpPr/>
            <p:nvPr/>
          </p:nvSpPr>
          <p:spPr>
            <a:xfrm>
              <a:off x="8760" y="672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4" name="Oval 55"/>
            <p:cNvSpPr/>
            <p:nvPr/>
          </p:nvSpPr>
          <p:spPr>
            <a:xfrm>
              <a:off x="8040" y="732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5" name="Oval 56"/>
            <p:cNvSpPr/>
            <p:nvPr/>
          </p:nvSpPr>
          <p:spPr>
            <a:xfrm>
              <a:off x="9480" y="792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6" name="Oval 57"/>
            <p:cNvSpPr/>
            <p:nvPr/>
          </p:nvSpPr>
          <p:spPr>
            <a:xfrm>
              <a:off x="9600" y="708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7" name="Oval 58"/>
            <p:cNvSpPr/>
            <p:nvPr/>
          </p:nvSpPr>
          <p:spPr>
            <a:xfrm>
              <a:off x="8760" y="828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8" name="Oval 59"/>
            <p:cNvSpPr/>
            <p:nvPr/>
          </p:nvSpPr>
          <p:spPr>
            <a:xfrm>
              <a:off x="10800" y="672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69" name="Oval 60"/>
            <p:cNvSpPr/>
            <p:nvPr/>
          </p:nvSpPr>
          <p:spPr>
            <a:xfrm>
              <a:off x="10560" y="756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70" name="Oval 61"/>
            <p:cNvSpPr/>
            <p:nvPr/>
          </p:nvSpPr>
          <p:spPr>
            <a:xfrm>
              <a:off x="11520" y="672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71" name="Oval 62"/>
            <p:cNvSpPr/>
            <p:nvPr/>
          </p:nvSpPr>
          <p:spPr>
            <a:xfrm>
              <a:off x="12240" y="732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72" name="Oval 63"/>
            <p:cNvSpPr/>
            <p:nvPr/>
          </p:nvSpPr>
          <p:spPr>
            <a:xfrm>
              <a:off x="11160" y="828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73" name="Oval 64"/>
            <p:cNvSpPr/>
            <p:nvPr/>
          </p:nvSpPr>
          <p:spPr>
            <a:xfrm>
              <a:off x="12000" y="792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74" name="Line 65"/>
            <p:cNvSpPr/>
            <p:nvPr/>
          </p:nvSpPr>
          <p:spPr>
            <a:xfrm>
              <a:off x="7297" y="6972"/>
              <a:ext cx="162" cy="1195"/>
            </a:xfrm>
            <a:prstGeom prst="line">
              <a:avLst/>
            </a:prstGeom>
            <a:ln w="28575" cap="flat" cmpd="sng">
              <a:solidFill>
                <a:schemeClr val="tx1"/>
              </a:solidFill>
              <a:prstDash val="solid"/>
              <a:round/>
              <a:headEnd type="none" w="med" len="med"/>
              <a:tailEnd type="none" w="med" len="med"/>
            </a:ln>
          </p:spPr>
        </p:sp>
        <p:sp>
          <p:nvSpPr>
            <p:cNvPr id="17475" name="Oval 66"/>
            <p:cNvSpPr/>
            <p:nvPr/>
          </p:nvSpPr>
          <p:spPr>
            <a:xfrm>
              <a:off x="7320" y="804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7476" name="Oval 67"/>
            <p:cNvSpPr/>
            <p:nvPr/>
          </p:nvSpPr>
          <p:spPr>
            <a:xfrm>
              <a:off x="7200" y="6840"/>
              <a:ext cx="240" cy="24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8434" name="Rectangle 2"/>
          <p:cNvSpPr>
            <a:spLocks noGrp="1"/>
          </p:cNvSpPr>
          <p:nvPr>
            <p:ph type="title"/>
          </p:nvPr>
        </p:nvSpPr>
        <p:spPr/>
        <p:txBody>
          <a:bodyPr vert="horz" wrap="square" lIns="91440" tIns="45720" rIns="91440" bIns="45720" anchor="b" anchorCtr="0"/>
          <a:p>
            <a:pPr eaLnBrk="1" hangingPunct="1"/>
            <a:r>
              <a:rPr lang="en-US" altLang="zh-CN" dirty="0"/>
              <a:t>Cycles</a:t>
            </a:r>
            <a:endParaRPr lang="en-US" altLang="zh-CN" dirty="0"/>
          </a:p>
        </p:txBody>
      </p:sp>
      <p:sp>
        <p:nvSpPr>
          <p:cNvPr id="18435" name="Rectangle 3"/>
          <p:cNvSpPr>
            <a:spLocks noGrp="1"/>
          </p:cNvSpPr>
          <p:nvPr>
            <p:ph idx="1"/>
          </p:nvPr>
        </p:nvSpPr>
        <p:spPr/>
        <p:txBody>
          <a:bodyPr vert="horz" wrap="square" lIns="91440" tIns="45720" rIns="91440" bIns="45720" anchor="t" anchorCtr="0"/>
          <a:p>
            <a:pPr eaLnBrk="1" hangingPunct="1"/>
            <a:r>
              <a:rPr lang="en-US" altLang="zh-CN" dirty="0"/>
              <a:t>For any </a:t>
            </a:r>
            <a:r>
              <a:rPr lang="en-US" altLang="zh-CN" i="1" dirty="0">
                <a:solidFill>
                  <a:srgbClr val="FF0000"/>
                </a:solidFill>
              </a:rPr>
              <a:t>n</a:t>
            </a:r>
            <a:r>
              <a:rPr lang="en-US" altLang="zh-CN" dirty="0">
                <a:solidFill>
                  <a:srgbClr val="FF0000"/>
                </a:solidFill>
                <a:sym typeface="Symbol" pitchFamily="18" charset="2"/>
              </a:rPr>
              <a:t>3</a:t>
            </a:r>
            <a:r>
              <a:rPr lang="en-US" altLang="zh-CN" dirty="0"/>
              <a:t>, a </a:t>
            </a:r>
            <a:r>
              <a:rPr lang="en-US" altLang="zh-CN" i="1" dirty="0"/>
              <a:t>cycle</a:t>
            </a:r>
            <a:r>
              <a:rPr lang="en-US" altLang="zh-CN" dirty="0"/>
              <a:t> on </a:t>
            </a:r>
            <a:r>
              <a:rPr lang="en-US" altLang="zh-CN" i="1" dirty="0"/>
              <a:t>n</a:t>
            </a:r>
            <a:r>
              <a:rPr lang="en-US" altLang="zh-CN" dirty="0"/>
              <a:t> vertices, </a:t>
            </a:r>
            <a:r>
              <a:rPr lang="en-US" altLang="zh-CN" dirty="0">
                <a:solidFill>
                  <a:srgbClr val="FF0000"/>
                </a:solidFill>
              </a:rPr>
              <a:t>C</a:t>
            </a:r>
            <a:r>
              <a:rPr lang="en-US" altLang="zh-CN" i="1" baseline="-25000" dirty="0">
                <a:solidFill>
                  <a:srgbClr val="FF0000"/>
                </a:solidFill>
              </a:rPr>
              <a:t>n</a:t>
            </a:r>
            <a:r>
              <a:rPr lang="en-US" altLang="zh-CN" dirty="0"/>
              <a:t>, is a simple graph where </a:t>
            </a:r>
            <a:r>
              <a:rPr lang="en-US" altLang="zh-CN" i="1" dirty="0">
                <a:solidFill>
                  <a:srgbClr val="FF0000"/>
                </a:solidFill>
              </a:rPr>
              <a:t>V</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 ,</a:t>
            </a:r>
            <a:r>
              <a:rPr lang="en-US" altLang="zh-CN" i="1" dirty="0">
                <a:solidFill>
                  <a:srgbClr val="FF0000"/>
                </a:solidFill>
              </a:rPr>
              <a:t>v</a:t>
            </a:r>
            <a:r>
              <a:rPr lang="en-US" altLang="zh-CN" i="1" baseline="-25000" dirty="0">
                <a:solidFill>
                  <a:srgbClr val="FF0000"/>
                </a:solidFill>
              </a:rPr>
              <a:t>n</a:t>
            </a:r>
            <a:r>
              <a:rPr lang="en-US" altLang="zh-CN" dirty="0">
                <a:solidFill>
                  <a:srgbClr val="FF0000"/>
                </a:solidFill>
              </a:rPr>
              <a:t>}</a:t>
            </a:r>
            <a:r>
              <a:rPr lang="en-US" altLang="zh-CN" dirty="0"/>
              <a:t> and </a:t>
            </a:r>
            <a:r>
              <a:rPr lang="en-US" altLang="zh-CN" i="1" dirty="0">
                <a:solidFill>
                  <a:srgbClr val="FF0000"/>
                </a:solidFill>
              </a:rPr>
              <a:t>E</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3</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n</a:t>
            </a:r>
            <a:r>
              <a:rPr lang="en-US" altLang="zh-CN" baseline="-25000" dirty="0">
                <a:solidFill>
                  <a:srgbClr val="FF0000"/>
                </a:solidFill>
                <a:sym typeface="Symbol" pitchFamily="18" charset="2"/>
              </a:rPr>
              <a:t></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n</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n</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dirty="0"/>
              <a:t>.</a:t>
            </a:r>
            <a:endParaRPr lang="en-US" altLang="zh-CN" dirty="0"/>
          </a:p>
        </p:txBody>
      </p:sp>
      <p:sp>
        <p:nvSpPr>
          <p:cNvPr id="18436" name="Oval 50"/>
          <p:cNvSpPr/>
          <p:nvPr/>
        </p:nvSpPr>
        <p:spPr>
          <a:xfrm>
            <a:off x="4140200" y="4005263"/>
            <a:ext cx="152400" cy="152400"/>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grpSp>
        <p:nvGrpSpPr>
          <p:cNvPr id="18437" name="Group 77"/>
          <p:cNvGrpSpPr/>
          <p:nvPr/>
        </p:nvGrpSpPr>
        <p:grpSpPr>
          <a:xfrm>
            <a:off x="1619250" y="3502025"/>
            <a:ext cx="6680200" cy="1682750"/>
            <a:chOff x="722" y="2352"/>
            <a:chExt cx="4208" cy="1060"/>
          </a:xfrm>
        </p:grpSpPr>
        <p:sp>
          <p:nvSpPr>
            <p:cNvPr id="18438" name="Line 4"/>
            <p:cNvSpPr/>
            <p:nvPr/>
          </p:nvSpPr>
          <p:spPr>
            <a:xfrm>
              <a:off x="770" y="2424"/>
              <a:ext cx="333" cy="146"/>
            </a:xfrm>
            <a:prstGeom prst="line">
              <a:avLst/>
            </a:prstGeom>
            <a:ln w="28575" cap="flat" cmpd="sng">
              <a:solidFill>
                <a:schemeClr val="tx1"/>
              </a:solidFill>
              <a:prstDash val="solid"/>
              <a:round/>
              <a:headEnd type="none" w="med" len="med"/>
              <a:tailEnd type="none" w="med" len="med"/>
            </a:ln>
          </p:spPr>
        </p:sp>
        <p:sp>
          <p:nvSpPr>
            <p:cNvPr id="18439" name="Line 5"/>
            <p:cNvSpPr/>
            <p:nvPr/>
          </p:nvSpPr>
          <p:spPr>
            <a:xfrm flipH="1">
              <a:off x="811" y="2578"/>
              <a:ext cx="292" cy="219"/>
            </a:xfrm>
            <a:prstGeom prst="line">
              <a:avLst/>
            </a:prstGeom>
            <a:ln w="28575" cap="flat" cmpd="sng">
              <a:solidFill>
                <a:schemeClr val="tx1"/>
              </a:solidFill>
              <a:prstDash val="solid"/>
              <a:round/>
              <a:headEnd type="none" w="med" len="med"/>
              <a:tailEnd type="none" w="med" len="med"/>
            </a:ln>
          </p:spPr>
        </p:sp>
        <p:sp>
          <p:nvSpPr>
            <p:cNvPr id="18440" name="Line 6"/>
            <p:cNvSpPr/>
            <p:nvPr/>
          </p:nvSpPr>
          <p:spPr>
            <a:xfrm>
              <a:off x="787" y="2408"/>
              <a:ext cx="16" cy="397"/>
            </a:xfrm>
            <a:prstGeom prst="line">
              <a:avLst/>
            </a:prstGeom>
            <a:ln w="28575" cap="flat" cmpd="sng">
              <a:solidFill>
                <a:schemeClr val="tx1"/>
              </a:solidFill>
              <a:prstDash val="solid"/>
              <a:round/>
              <a:headEnd type="none" w="med" len="med"/>
              <a:tailEnd type="none" w="med" len="med"/>
            </a:ln>
          </p:spPr>
        </p:sp>
        <p:sp>
          <p:nvSpPr>
            <p:cNvPr id="18441" name="Line 7"/>
            <p:cNvSpPr/>
            <p:nvPr/>
          </p:nvSpPr>
          <p:spPr>
            <a:xfrm>
              <a:off x="1581" y="2457"/>
              <a:ext cx="357" cy="137"/>
            </a:xfrm>
            <a:prstGeom prst="line">
              <a:avLst/>
            </a:prstGeom>
            <a:ln w="28575" cap="flat" cmpd="sng">
              <a:solidFill>
                <a:schemeClr val="tx1"/>
              </a:solidFill>
              <a:prstDash val="solid"/>
              <a:round/>
              <a:headEnd type="none" w="med" len="med"/>
              <a:tailEnd type="none" w="med" len="med"/>
            </a:ln>
          </p:spPr>
        </p:sp>
        <p:sp>
          <p:nvSpPr>
            <p:cNvPr id="18442" name="Line 8"/>
            <p:cNvSpPr/>
            <p:nvPr/>
          </p:nvSpPr>
          <p:spPr>
            <a:xfrm flipH="1">
              <a:off x="1808" y="2594"/>
              <a:ext cx="122" cy="333"/>
            </a:xfrm>
            <a:prstGeom prst="line">
              <a:avLst/>
            </a:prstGeom>
            <a:ln w="28575" cap="flat" cmpd="sng">
              <a:solidFill>
                <a:schemeClr val="tx1"/>
              </a:solidFill>
              <a:prstDash val="solid"/>
              <a:round/>
              <a:headEnd type="none" w="med" len="med"/>
              <a:tailEnd type="none" w="med" len="med"/>
            </a:ln>
          </p:spPr>
        </p:sp>
        <p:sp>
          <p:nvSpPr>
            <p:cNvPr id="18443" name="Line 9"/>
            <p:cNvSpPr/>
            <p:nvPr/>
          </p:nvSpPr>
          <p:spPr>
            <a:xfrm flipH="1" flipV="1">
              <a:off x="1435" y="2789"/>
              <a:ext cx="365" cy="130"/>
            </a:xfrm>
            <a:prstGeom prst="line">
              <a:avLst/>
            </a:prstGeom>
            <a:ln w="28575" cap="flat" cmpd="sng">
              <a:solidFill>
                <a:schemeClr val="tx1"/>
              </a:solidFill>
              <a:prstDash val="solid"/>
              <a:round/>
              <a:headEnd type="none" w="med" len="med"/>
              <a:tailEnd type="none" w="med" len="med"/>
            </a:ln>
          </p:spPr>
        </p:sp>
        <p:sp>
          <p:nvSpPr>
            <p:cNvPr id="18444" name="Line 10"/>
            <p:cNvSpPr/>
            <p:nvPr/>
          </p:nvSpPr>
          <p:spPr>
            <a:xfrm flipV="1">
              <a:off x="1435" y="2448"/>
              <a:ext cx="162" cy="333"/>
            </a:xfrm>
            <a:prstGeom prst="line">
              <a:avLst/>
            </a:prstGeom>
            <a:ln w="28575" cap="flat" cmpd="sng">
              <a:solidFill>
                <a:schemeClr val="tx1"/>
              </a:solidFill>
              <a:prstDash val="solid"/>
              <a:round/>
              <a:headEnd type="none" w="med" len="med"/>
              <a:tailEnd type="none" w="med" len="med"/>
            </a:ln>
          </p:spPr>
        </p:sp>
        <p:sp>
          <p:nvSpPr>
            <p:cNvPr id="18445" name="Line 11"/>
            <p:cNvSpPr/>
            <p:nvPr/>
          </p:nvSpPr>
          <p:spPr>
            <a:xfrm flipV="1">
              <a:off x="2238" y="2392"/>
              <a:ext cx="138" cy="332"/>
            </a:xfrm>
            <a:prstGeom prst="line">
              <a:avLst/>
            </a:prstGeom>
            <a:ln w="28575" cap="flat" cmpd="sng">
              <a:solidFill>
                <a:schemeClr val="tx1"/>
              </a:solidFill>
              <a:prstDash val="solid"/>
              <a:round/>
              <a:headEnd type="none" w="med" len="med"/>
              <a:tailEnd type="none" w="med" len="med"/>
            </a:ln>
          </p:spPr>
        </p:sp>
        <p:sp>
          <p:nvSpPr>
            <p:cNvPr id="18446" name="Line 12"/>
            <p:cNvSpPr/>
            <p:nvPr/>
          </p:nvSpPr>
          <p:spPr>
            <a:xfrm>
              <a:off x="2368" y="2392"/>
              <a:ext cx="292" cy="56"/>
            </a:xfrm>
            <a:prstGeom prst="line">
              <a:avLst/>
            </a:prstGeom>
            <a:ln w="28575" cap="flat" cmpd="sng">
              <a:solidFill>
                <a:schemeClr val="tx1"/>
              </a:solidFill>
              <a:prstDash val="solid"/>
              <a:round/>
              <a:headEnd type="none" w="med" len="med"/>
              <a:tailEnd type="none" w="med" len="med"/>
            </a:ln>
          </p:spPr>
        </p:sp>
        <p:sp>
          <p:nvSpPr>
            <p:cNvPr id="18447" name="Line 13"/>
            <p:cNvSpPr/>
            <p:nvPr/>
          </p:nvSpPr>
          <p:spPr>
            <a:xfrm>
              <a:off x="2660" y="2448"/>
              <a:ext cx="65" cy="292"/>
            </a:xfrm>
            <a:prstGeom prst="line">
              <a:avLst/>
            </a:prstGeom>
            <a:ln w="28575" cap="flat" cmpd="sng">
              <a:solidFill>
                <a:schemeClr val="tx1"/>
              </a:solidFill>
              <a:prstDash val="solid"/>
              <a:round/>
              <a:headEnd type="none" w="med" len="med"/>
              <a:tailEnd type="none" w="med" len="med"/>
            </a:ln>
          </p:spPr>
        </p:sp>
        <p:sp>
          <p:nvSpPr>
            <p:cNvPr id="18448" name="Line 14"/>
            <p:cNvSpPr/>
            <p:nvPr/>
          </p:nvSpPr>
          <p:spPr>
            <a:xfrm>
              <a:off x="2222" y="2724"/>
              <a:ext cx="211" cy="219"/>
            </a:xfrm>
            <a:prstGeom prst="line">
              <a:avLst/>
            </a:prstGeom>
            <a:ln w="28575" cap="flat" cmpd="sng">
              <a:solidFill>
                <a:schemeClr val="tx1"/>
              </a:solidFill>
              <a:prstDash val="solid"/>
              <a:round/>
              <a:headEnd type="none" w="med" len="med"/>
              <a:tailEnd type="none" w="med" len="med"/>
            </a:ln>
          </p:spPr>
        </p:sp>
        <p:sp>
          <p:nvSpPr>
            <p:cNvPr id="18449" name="Line 15"/>
            <p:cNvSpPr/>
            <p:nvPr/>
          </p:nvSpPr>
          <p:spPr>
            <a:xfrm flipH="1">
              <a:off x="2425" y="2740"/>
              <a:ext cx="283" cy="203"/>
            </a:xfrm>
            <a:prstGeom prst="line">
              <a:avLst/>
            </a:prstGeom>
            <a:ln w="28575" cap="flat" cmpd="sng">
              <a:solidFill>
                <a:schemeClr val="tx1"/>
              </a:solidFill>
              <a:prstDash val="solid"/>
              <a:round/>
              <a:headEnd type="none" w="med" len="med"/>
              <a:tailEnd type="none" w="med" len="med"/>
            </a:ln>
          </p:spPr>
        </p:sp>
        <p:sp>
          <p:nvSpPr>
            <p:cNvPr id="18450" name="Line 16"/>
            <p:cNvSpPr/>
            <p:nvPr/>
          </p:nvSpPr>
          <p:spPr>
            <a:xfrm flipV="1">
              <a:off x="3016" y="2400"/>
              <a:ext cx="228" cy="194"/>
            </a:xfrm>
            <a:prstGeom prst="line">
              <a:avLst/>
            </a:prstGeom>
            <a:ln w="28575" cap="flat" cmpd="sng">
              <a:solidFill>
                <a:schemeClr val="tx1"/>
              </a:solidFill>
              <a:prstDash val="solid"/>
              <a:round/>
              <a:headEnd type="none" w="med" len="med"/>
              <a:tailEnd type="none" w="med" len="med"/>
            </a:ln>
          </p:spPr>
        </p:sp>
        <p:sp>
          <p:nvSpPr>
            <p:cNvPr id="18451" name="Line 17"/>
            <p:cNvSpPr/>
            <p:nvPr/>
          </p:nvSpPr>
          <p:spPr>
            <a:xfrm>
              <a:off x="3244" y="2400"/>
              <a:ext cx="202" cy="186"/>
            </a:xfrm>
            <a:prstGeom prst="line">
              <a:avLst/>
            </a:prstGeom>
            <a:ln w="28575" cap="flat" cmpd="sng">
              <a:solidFill>
                <a:schemeClr val="tx1"/>
              </a:solidFill>
              <a:prstDash val="solid"/>
              <a:round/>
              <a:headEnd type="none" w="med" len="med"/>
              <a:tailEnd type="none" w="med" len="med"/>
            </a:ln>
          </p:spPr>
        </p:sp>
        <p:sp>
          <p:nvSpPr>
            <p:cNvPr id="18452" name="Line 18"/>
            <p:cNvSpPr/>
            <p:nvPr/>
          </p:nvSpPr>
          <p:spPr>
            <a:xfrm>
              <a:off x="3454" y="2586"/>
              <a:ext cx="0" cy="260"/>
            </a:xfrm>
            <a:prstGeom prst="line">
              <a:avLst/>
            </a:prstGeom>
            <a:ln w="28575" cap="flat" cmpd="sng">
              <a:solidFill>
                <a:schemeClr val="tx1"/>
              </a:solidFill>
              <a:prstDash val="solid"/>
              <a:round/>
              <a:headEnd type="none" w="med" len="med"/>
              <a:tailEnd type="none" w="med" len="med"/>
            </a:ln>
          </p:spPr>
        </p:sp>
        <p:sp>
          <p:nvSpPr>
            <p:cNvPr id="18453" name="Line 19"/>
            <p:cNvSpPr/>
            <p:nvPr/>
          </p:nvSpPr>
          <p:spPr>
            <a:xfrm flipH="1">
              <a:off x="3268" y="2862"/>
              <a:ext cx="178" cy="146"/>
            </a:xfrm>
            <a:prstGeom prst="line">
              <a:avLst/>
            </a:prstGeom>
            <a:ln w="28575" cap="flat" cmpd="sng">
              <a:solidFill>
                <a:schemeClr val="tx1"/>
              </a:solidFill>
              <a:prstDash val="solid"/>
              <a:round/>
              <a:headEnd type="none" w="med" len="med"/>
              <a:tailEnd type="none" w="med" len="med"/>
            </a:ln>
          </p:spPr>
        </p:sp>
        <p:sp>
          <p:nvSpPr>
            <p:cNvPr id="18454" name="Line 20"/>
            <p:cNvSpPr/>
            <p:nvPr/>
          </p:nvSpPr>
          <p:spPr>
            <a:xfrm>
              <a:off x="3008" y="2586"/>
              <a:ext cx="57" cy="284"/>
            </a:xfrm>
            <a:prstGeom prst="line">
              <a:avLst/>
            </a:prstGeom>
            <a:ln w="28575" cap="flat" cmpd="sng">
              <a:solidFill>
                <a:schemeClr val="tx1"/>
              </a:solidFill>
              <a:prstDash val="solid"/>
              <a:round/>
              <a:headEnd type="none" w="med" len="med"/>
              <a:tailEnd type="none" w="med" len="med"/>
            </a:ln>
          </p:spPr>
        </p:sp>
        <p:sp>
          <p:nvSpPr>
            <p:cNvPr id="18455" name="Line 21"/>
            <p:cNvSpPr/>
            <p:nvPr/>
          </p:nvSpPr>
          <p:spPr>
            <a:xfrm>
              <a:off x="3057" y="2862"/>
              <a:ext cx="211" cy="146"/>
            </a:xfrm>
            <a:prstGeom prst="line">
              <a:avLst/>
            </a:prstGeom>
            <a:ln w="28575" cap="flat" cmpd="sng">
              <a:solidFill>
                <a:schemeClr val="tx1"/>
              </a:solidFill>
              <a:prstDash val="solid"/>
              <a:round/>
              <a:headEnd type="none" w="med" len="med"/>
              <a:tailEnd type="none" w="med" len="med"/>
            </a:ln>
          </p:spPr>
        </p:sp>
        <p:sp>
          <p:nvSpPr>
            <p:cNvPr id="18456" name="Line 22"/>
            <p:cNvSpPr/>
            <p:nvPr/>
          </p:nvSpPr>
          <p:spPr>
            <a:xfrm flipH="1" flipV="1">
              <a:off x="3738" y="2619"/>
              <a:ext cx="41" cy="259"/>
            </a:xfrm>
            <a:prstGeom prst="line">
              <a:avLst/>
            </a:prstGeom>
            <a:ln w="28575" cap="flat" cmpd="sng">
              <a:solidFill>
                <a:schemeClr val="tx1"/>
              </a:solidFill>
              <a:prstDash val="solid"/>
              <a:round/>
              <a:headEnd type="none" w="med" len="med"/>
              <a:tailEnd type="none" w="med" len="med"/>
            </a:ln>
          </p:spPr>
        </p:sp>
        <p:sp>
          <p:nvSpPr>
            <p:cNvPr id="18457" name="Line 23"/>
            <p:cNvSpPr/>
            <p:nvPr/>
          </p:nvSpPr>
          <p:spPr>
            <a:xfrm flipV="1">
              <a:off x="3730" y="2440"/>
              <a:ext cx="195" cy="187"/>
            </a:xfrm>
            <a:prstGeom prst="line">
              <a:avLst/>
            </a:prstGeom>
            <a:ln w="28575" cap="flat" cmpd="sng">
              <a:solidFill>
                <a:schemeClr val="tx1"/>
              </a:solidFill>
              <a:prstDash val="solid"/>
              <a:round/>
              <a:headEnd type="none" w="med" len="med"/>
              <a:tailEnd type="none" w="med" len="med"/>
            </a:ln>
          </p:spPr>
        </p:sp>
        <p:sp>
          <p:nvSpPr>
            <p:cNvPr id="18458" name="Line 24"/>
            <p:cNvSpPr/>
            <p:nvPr/>
          </p:nvSpPr>
          <p:spPr>
            <a:xfrm>
              <a:off x="3908" y="2416"/>
              <a:ext cx="171" cy="130"/>
            </a:xfrm>
            <a:prstGeom prst="line">
              <a:avLst/>
            </a:prstGeom>
            <a:ln w="28575" cap="flat" cmpd="sng">
              <a:solidFill>
                <a:schemeClr val="tx1"/>
              </a:solidFill>
              <a:prstDash val="solid"/>
              <a:round/>
              <a:headEnd type="none" w="med" len="med"/>
              <a:tailEnd type="none" w="med" len="med"/>
            </a:ln>
          </p:spPr>
        </p:sp>
        <p:sp>
          <p:nvSpPr>
            <p:cNvPr id="18459" name="Line 25"/>
            <p:cNvSpPr/>
            <p:nvPr/>
          </p:nvSpPr>
          <p:spPr>
            <a:xfrm>
              <a:off x="4095" y="2530"/>
              <a:ext cx="24" cy="243"/>
            </a:xfrm>
            <a:prstGeom prst="line">
              <a:avLst/>
            </a:prstGeom>
            <a:ln w="28575" cap="flat" cmpd="sng">
              <a:solidFill>
                <a:schemeClr val="tx1"/>
              </a:solidFill>
              <a:prstDash val="solid"/>
              <a:round/>
              <a:headEnd type="none" w="med" len="med"/>
              <a:tailEnd type="none" w="med" len="med"/>
            </a:ln>
          </p:spPr>
        </p:sp>
        <p:sp>
          <p:nvSpPr>
            <p:cNvPr id="18460" name="Line 26"/>
            <p:cNvSpPr/>
            <p:nvPr/>
          </p:nvSpPr>
          <p:spPr>
            <a:xfrm flipH="1">
              <a:off x="4054" y="2773"/>
              <a:ext cx="73" cy="211"/>
            </a:xfrm>
            <a:prstGeom prst="line">
              <a:avLst/>
            </a:prstGeom>
            <a:ln w="28575" cap="flat" cmpd="sng">
              <a:solidFill>
                <a:schemeClr val="tx1"/>
              </a:solidFill>
              <a:prstDash val="solid"/>
              <a:round/>
              <a:headEnd type="none" w="med" len="med"/>
              <a:tailEnd type="none" w="med" len="med"/>
            </a:ln>
          </p:spPr>
        </p:sp>
        <p:sp>
          <p:nvSpPr>
            <p:cNvPr id="18461" name="Line 27"/>
            <p:cNvSpPr/>
            <p:nvPr/>
          </p:nvSpPr>
          <p:spPr>
            <a:xfrm>
              <a:off x="3787" y="2870"/>
              <a:ext cx="105" cy="187"/>
            </a:xfrm>
            <a:prstGeom prst="line">
              <a:avLst/>
            </a:prstGeom>
            <a:ln w="28575" cap="flat" cmpd="sng">
              <a:solidFill>
                <a:schemeClr val="tx1"/>
              </a:solidFill>
              <a:prstDash val="solid"/>
              <a:round/>
              <a:headEnd type="none" w="med" len="med"/>
              <a:tailEnd type="none" w="med" len="med"/>
            </a:ln>
          </p:spPr>
        </p:sp>
        <p:sp>
          <p:nvSpPr>
            <p:cNvPr id="18462" name="Line 28"/>
            <p:cNvSpPr/>
            <p:nvPr/>
          </p:nvSpPr>
          <p:spPr>
            <a:xfrm flipV="1">
              <a:off x="3900" y="2984"/>
              <a:ext cx="154" cy="89"/>
            </a:xfrm>
            <a:prstGeom prst="line">
              <a:avLst/>
            </a:prstGeom>
            <a:ln w="28575" cap="flat" cmpd="sng">
              <a:solidFill>
                <a:schemeClr val="tx1"/>
              </a:solidFill>
              <a:prstDash val="solid"/>
              <a:round/>
              <a:headEnd type="none" w="med" len="med"/>
              <a:tailEnd type="none" w="med" len="med"/>
            </a:ln>
          </p:spPr>
        </p:sp>
        <p:sp>
          <p:nvSpPr>
            <p:cNvPr id="18463" name="Text Box 29"/>
            <p:cNvSpPr txBox="1"/>
            <p:nvPr/>
          </p:nvSpPr>
          <p:spPr>
            <a:xfrm>
              <a:off x="722" y="2848"/>
              <a:ext cx="308"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C</a:t>
              </a:r>
              <a:r>
                <a:rPr lang="en-US" altLang="zh-CN" baseline="-25000" dirty="0">
                  <a:latin typeface="Times New Roman" panose="02020603050405020304" pitchFamily="18" charset="0"/>
                  <a:ea typeface="宋体" pitchFamily="2" charset="-122"/>
                </a:rPr>
                <a:t>3</a:t>
              </a:r>
              <a:endParaRPr lang="en-US" altLang="zh-CN" i="1" dirty="0">
                <a:latin typeface="Times New Roman" panose="02020603050405020304" pitchFamily="18" charset="0"/>
                <a:ea typeface="宋体" pitchFamily="2" charset="-122"/>
              </a:endParaRPr>
            </a:p>
          </p:txBody>
        </p:sp>
        <p:sp>
          <p:nvSpPr>
            <p:cNvPr id="18464" name="Text Box 30"/>
            <p:cNvSpPr txBox="1"/>
            <p:nvPr/>
          </p:nvSpPr>
          <p:spPr>
            <a:xfrm>
              <a:off x="1391" y="2917"/>
              <a:ext cx="308"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C</a:t>
              </a:r>
              <a:r>
                <a:rPr lang="en-US" altLang="zh-CN" baseline="-25000" dirty="0">
                  <a:latin typeface="Times New Roman" panose="02020603050405020304" pitchFamily="18" charset="0"/>
                  <a:ea typeface="宋体" pitchFamily="2" charset="-122"/>
                </a:rPr>
                <a:t>4</a:t>
              </a:r>
              <a:endParaRPr lang="en-US" altLang="zh-CN" i="1" dirty="0">
                <a:latin typeface="Times New Roman" panose="02020603050405020304" pitchFamily="18" charset="0"/>
                <a:ea typeface="宋体" pitchFamily="2" charset="-122"/>
              </a:endParaRPr>
            </a:p>
          </p:txBody>
        </p:sp>
        <p:sp>
          <p:nvSpPr>
            <p:cNvPr id="18465" name="Text Box 31"/>
            <p:cNvSpPr txBox="1"/>
            <p:nvPr/>
          </p:nvSpPr>
          <p:spPr>
            <a:xfrm>
              <a:off x="2290" y="2988"/>
              <a:ext cx="308"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C</a:t>
              </a:r>
              <a:r>
                <a:rPr lang="en-US" altLang="zh-CN" baseline="-25000" dirty="0">
                  <a:latin typeface="Times New Roman" panose="02020603050405020304" pitchFamily="18" charset="0"/>
                  <a:ea typeface="宋体" pitchFamily="2" charset="-122"/>
                </a:rPr>
                <a:t>5</a:t>
              </a:r>
              <a:endParaRPr lang="en-US" altLang="zh-CN" i="1" dirty="0">
                <a:latin typeface="Times New Roman" panose="02020603050405020304" pitchFamily="18" charset="0"/>
                <a:ea typeface="宋体" pitchFamily="2" charset="-122"/>
              </a:endParaRPr>
            </a:p>
          </p:txBody>
        </p:sp>
        <p:sp>
          <p:nvSpPr>
            <p:cNvPr id="18466" name="Text Box 32"/>
            <p:cNvSpPr txBox="1"/>
            <p:nvPr/>
          </p:nvSpPr>
          <p:spPr>
            <a:xfrm>
              <a:off x="3092" y="3044"/>
              <a:ext cx="308"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C</a:t>
              </a:r>
              <a:r>
                <a:rPr lang="en-US" altLang="zh-CN" baseline="-25000" dirty="0">
                  <a:latin typeface="Times New Roman" panose="02020603050405020304" pitchFamily="18" charset="0"/>
                  <a:ea typeface="宋体" pitchFamily="2" charset="-122"/>
                </a:rPr>
                <a:t>6</a:t>
              </a:r>
              <a:endParaRPr lang="en-US" altLang="zh-CN" i="1" dirty="0">
                <a:latin typeface="Times New Roman" panose="02020603050405020304" pitchFamily="18" charset="0"/>
                <a:ea typeface="宋体" pitchFamily="2" charset="-122"/>
              </a:endParaRPr>
            </a:p>
          </p:txBody>
        </p:sp>
        <p:sp>
          <p:nvSpPr>
            <p:cNvPr id="18467" name="Text Box 33"/>
            <p:cNvSpPr txBox="1"/>
            <p:nvPr/>
          </p:nvSpPr>
          <p:spPr>
            <a:xfrm>
              <a:off x="3772" y="3124"/>
              <a:ext cx="308"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C</a:t>
              </a:r>
              <a:r>
                <a:rPr lang="en-US" altLang="zh-CN" baseline="-25000" dirty="0">
                  <a:latin typeface="Times New Roman" panose="02020603050405020304" pitchFamily="18" charset="0"/>
                  <a:ea typeface="宋体" pitchFamily="2" charset="-122"/>
                </a:rPr>
                <a:t>7</a:t>
              </a:r>
              <a:endParaRPr lang="en-US" altLang="zh-CN" i="1" dirty="0">
                <a:latin typeface="Times New Roman" panose="02020603050405020304" pitchFamily="18" charset="0"/>
                <a:ea typeface="宋体" pitchFamily="2" charset="-122"/>
              </a:endParaRPr>
            </a:p>
          </p:txBody>
        </p:sp>
        <p:sp>
          <p:nvSpPr>
            <p:cNvPr id="18468" name="Line 34"/>
            <p:cNvSpPr/>
            <p:nvPr/>
          </p:nvSpPr>
          <p:spPr>
            <a:xfrm flipH="1" flipV="1">
              <a:off x="4337" y="2610"/>
              <a:ext cx="41" cy="259"/>
            </a:xfrm>
            <a:prstGeom prst="line">
              <a:avLst/>
            </a:prstGeom>
            <a:ln w="28575" cap="flat" cmpd="sng">
              <a:solidFill>
                <a:schemeClr val="tx1"/>
              </a:solidFill>
              <a:prstDash val="solid"/>
              <a:round/>
              <a:headEnd type="none" w="med" len="med"/>
              <a:tailEnd type="none" w="med" len="med"/>
            </a:ln>
          </p:spPr>
        </p:sp>
        <p:sp>
          <p:nvSpPr>
            <p:cNvPr id="18469" name="Line 35"/>
            <p:cNvSpPr/>
            <p:nvPr/>
          </p:nvSpPr>
          <p:spPr>
            <a:xfrm flipV="1">
              <a:off x="4329" y="2431"/>
              <a:ext cx="195" cy="187"/>
            </a:xfrm>
            <a:prstGeom prst="line">
              <a:avLst/>
            </a:prstGeom>
            <a:ln w="28575" cap="flat" cmpd="sng">
              <a:solidFill>
                <a:schemeClr val="tx1"/>
              </a:solidFill>
              <a:prstDash val="solid"/>
              <a:round/>
              <a:headEnd type="none" w="med" len="med"/>
              <a:tailEnd type="none" w="med" len="med"/>
            </a:ln>
          </p:spPr>
        </p:sp>
        <p:sp>
          <p:nvSpPr>
            <p:cNvPr id="18470" name="Line 36"/>
            <p:cNvSpPr/>
            <p:nvPr/>
          </p:nvSpPr>
          <p:spPr>
            <a:xfrm>
              <a:off x="4507" y="2407"/>
              <a:ext cx="268" cy="73"/>
            </a:xfrm>
            <a:prstGeom prst="line">
              <a:avLst/>
            </a:prstGeom>
            <a:ln w="28575" cap="flat" cmpd="sng">
              <a:solidFill>
                <a:schemeClr val="tx1"/>
              </a:solidFill>
              <a:prstDash val="solid"/>
              <a:round/>
              <a:headEnd type="none" w="med" len="med"/>
              <a:tailEnd type="none" w="med" len="med"/>
            </a:ln>
          </p:spPr>
        </p:sp>
        <p:sp>
          <p:nvSpPr>
            <p:cNvPr id="18471" name="Line 37"/>
            <p:cNvSpPr/>
            <p:nvPr/>
          </p:nvSpPr>
          <p:spPr>
            <a:xfrm>
              <a:off x="4751" y="2457"/>
              <a:ext cx="121" cy="186"/>
            </a:xfrm>
            <a:prstGeom prst="line">
              <a:avLst/>
            </a:prstGeom>
            <a:ln w="28575" cap="flat" cmpd="sng">
              <a:solidFill>
                <a:schemeClr val="tx1"/>
              </a:solidFill>
              <a:prstDash val="solid"/>
              <a:round/>
              <a:headEnd type="none" w="med" len="med"/>
              <a:tailEnd type="none" w="med" len="med"/>
            </a:ln>
          </p:spPr>
        </p:sp>
        <p:sp>
          <p:nvSpPr>
            <p:cNvPr id="18472" name="Line 38"/>
            <p:cNvSpPr/>
            <p:nvPr/>
          </p:nvSpPr>
          <p:spPr>
            <a:xfrm flipH="1">
              <a:off x="4871" y="2617"/>
              <a:ext cx="17" cy="251"/>
            </a:xfrm>
            <a:prstGeom prst="line">
              <a:avLst/>
            </a:prstGeom>
            <a:ln w="28575" cap="flat" cmpd="sng">
              <a:solidFill>
                <a:schemeClr val="tx1"/>
              </a:solidFill>
              <a:prstDash val="solid"/>
              <a:round/>
              <a:headEnd type="none" w="med" len="med"/>
              <a:tailEnd type="none" w="med" len="med"/>
            </a:ln>
          </p:spPr>
        </p:sp>
        <p:sp>
          <p:nvSpPr>
            <p:cNvPr id="18473" name="Line 39"/>
            <p:cNvSpPr/>
            <p:nvPr/>
          </p:nvSpPr>
          <p:spPr>
            <a:xfrm>
              <a:off x="4386" y="2861"/>
              <a:ext cx="105" cy="187"/>
            </a:xfrm>
            <a:prstGeom prst="line">
              <a:avLst/>
            </a:prstGeom>
            <a:ln w="28575" cap="flat" cmpd="sng">
              <a:solidFill>
                <a:schemeClr val="tx1"/>
              </a:solidFill>
              <a:prstDash val="solid"/>
              <a:round/>
              <a:headEnd type="none" w="med" len="med"/>
              <a:tailEnd type="none" w="med" len="med"/>
            </a:ln>
          </p:spPr>
        </p:sp>
        <p:sp>
          <p:nvSpPr>
            <p:cNvPr id="18474" name="Line 40"/>
            <p:cNvSpPr/>
            <p:nvPr/>
          </p:nvSpPr>
          <p:spPr>
            <a:xfrm flipV="1">
              <a:off x="4718" y="2902"/>
              <a:ext cx="146" cy="153"/>
            </a:xfrm>
            <a:prstGeom prst="line">
              <a:avLst/>
            </a:prstGeom>
            <a:ln w="28575" cap="flat" cmpd="sng">
              <a:solidFill>
                <a:schemeClr val="tx1"/>
              </a:solidFill>
              <a:prstDash val="solid"/>
              <a:round/>
              <a:headEnd type="none" w="med" len="med"/>
              <a:tailEnd type="none" w="med" len="med"/>
            </a:ln>
          </p:spPr>
        </p:sp>
        <p:sp>
          <p:nvSpPr>
            <p:cNvPr id="18475" name="Line 41"/>
            <p:cNvSpPr/>
            <p:nvPr/>
          </p:nvSpPr>
          <p:spPr>
            <a:xfrm flipV="1">
              <a:off x="4481" y="3047"/>
              <a:ext cx="251" cy="7"/>
            </a:xfrm>
            <a:prstGeom prst="line">
              <a:avLst/>
            </a:prstGeom>
            <a:ln w="28575" cap="flat" cmpd="sng">
              <a:solidFill>
                <a:schemeClr val="tx1"/>
              </a:solidFill>
              <a:prstDash val="solid"/>
              <a:round/>
              <a:headEnd type="none" w="med" len="med"/>
              <a:tailEnd type="none" w="med" len="med"/>
            </a:ln>
          </p:spPr>
        </p:sp>
        <p:sp>
          <p:nvSpPr>
            <p:cNvPr id="18476" name="Text Box 42"/>
            <p:cNvSpPr txBox="1"/>
            <p:nvPr/>
          </p:nvSpPr>
          <p:spPr>
            <a:xfrm>
              <a:off x="4419" y="3074"/>
              <a:ext cx="308"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C</a:t>
              </a:r>
              <a:r>
                <a:rPr lang="en-US" altLang="zh-CN" baseline="-25000" dirty="0">
                  <a:latin typeface="Times New Roman" panose="02020603050405020304" pitchFamily="18" charset="0"/>
                  <a:ea typeface="宋体" pitchFamily="2" charset="-122"/>
                </a:rPr>
                <a:t>8</a:t>
              </a:r>
              <a:endParaRPr lang="en-US" altLang="zh-CN" i="1" dirty="0">
                <a:latin typeface="Times New Roman" panose="02020603050405020304" pitchFamily="18" charset="0"/>
                <a:ea typeface="宋体" pitchFamily="2" charset="-122"/>
              </a:endParaRPr>
            </a:p>
          </p:txBody>
        </p:sp>
        <p:sp>
          <p:nvSpPr>
            <p:cNvPr id="18477" name="Oval 43"/>
            <p:cNvSpPr/>
            <p:nvPr/>
          </p:nvSpPr>
          <p:spPr>
            <a:xfrm>
              <a:off x="735" y="236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78" name="Oval 44"/>
            <p:cNvSpPr/>
            <p:nvPr/>
          </p:nvSpPr>
          <p:spPr>
            <a:xfrm>
              <a:off x="1057" y="252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79" name="Oval 45"/>
            <p:cNvSpPr/>
            <p:nvPr/>
          </p:nvSpPr>
          <p:spPr>
            <a:xfrm>
              <a:off x="763" y="275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0" name="Oval 46"/>
            <p:cNvSpPr/>
            <p:nvPr/>
          </p:nvSpPr>
          <p:spPr>
            <a:xfrm>
              <a:off x="1548" y="240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1" name="Oval 47"/>
            <p:cNvSpPr/>
            <p:nvPr/>
          </p:nvSpPr>
          <p:spPr>
            <a:xfrm>
              <a:off x="1880" y="254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2" name="Oval 48"/>
            <p:cNvSpPr/>
            <p:nvPr/>
          </p:nvSpPr>
          <p:spPr>
            <a:xfrm>
              <a:off x="1392" y="2742"/>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3" name="Oval 49"/>
            <p:cNvSpPr/>
            <p:nvPr/>
          </p:nvSpPr>
          <p:spPr>
            <a:xfrm>
              <a:off x="1755" y="2870"/>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4" name="Oval 51"/>
            <p:cNvSpPr/>
            <p:nvPr/>
          </p:nvSpPr>
          <p:spPr>
            <a:xfrm>
              <a:off x="2190" y="267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5" name="Oval 52"/>
            <p:cNvSpPr/>
            <p:nvPr/>
          </p:nvSpPr>
          <p:spPr>
            <a:xfrm>
              <a:off x="2383" y="289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6" name="Oval 53"/>
            <p:cNvSpPr/>
            <p:nvPr/>
          </p:nvSpPr>
          <p:spPr>
            <a:xfrm>
              <a:off x="2674" y="269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7" name="Oval 54"/>
            <p:cNvSpPr/>
            <p:nvPr/>
          </p:nvSpPr>
          <p:spPr>
            <a:xfrm>
              <a:off x="2616" y="240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8" name="Oval 55"/>
            <p:cNvSpPr/>
            <p:nvPr/>
          </p:nvSpPr>
          <p:spPr>
            <a:xfrm>
              <a:off x="3021" y="282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89" name="Oval 56"/>
            <p:cNvSpPr/>
            <p:nvPr/>
          </p:nvSpPr>
          <p:spPr>
            <a:xfrm>
              <a:off x="2972" y="2546"/>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0" name="Oval 57"/>
            <p:cNvSpPr/>
            <p:nvPr/>
          </p:nvSpPr>
          <p:spPr>
            <a:xfrm>
              <a:off x="3198" y="2352"/>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1" name="Oval 58"/>
            <p:cNvSpPr/>
            <p:nvPr/>
          </p:nvSpPr>
          <p:spPr>
            <a:xfrm>
              <a:off x="3408" y="253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2" name="Oval 59"/>
            <p:cNvSpPr/>
            <p:nvPr/>
          </p:nvSpPr>
          <p:spPr>
            <a:xfrm>
              <a:off x="3406" y="280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3" name="Oval 60"/>
            <p:cNvSpPr/>
            <p:nvPr/>
          </p:nvSpPr>
          <p:spPr>
            <a:xfrm>
              <a:off x="3219" y="2956"/>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4" name="Oval 61"/>
            <p:cNvSpPr/>
            <p:nvPr/>
          </p:nvSpPr>
          <p:spPr>
            <a:xfrm>
              <a:off x="3687" y="257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5" name="Oval 62"/>
            <p:cNvSpPr/>
            <p:nvPr/>
          </p:nvSpPr>
          <p:spPr>
            <a:xfrm>
              <a:off x="3872" y="237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6" name="Oval 63"/>
            <p:cNvSpPr/>
            <p:nvPr/>
          </p:nvSpPr>
          <p:spPr>
            <a:xfrm>
              <a:off x="4042" y="2490"/>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7" name="Oval 64"/>
            <p:cNvSpPr/>
            <p:nvPr/>
          </p:nvSpPr>
          <p:spPr>
            <a:xfrm>
              <a:off x="4072" y="272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8" name="Oval 65"/>
            <p:cNvSpPr/>
            <p:nvPr/>
          </p:nvSpPr>
          <p:spPr>
            <a:xfrm>
              <a:off x="4007" y="293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499" name="Oval 66"/>
            <p:cNvSpPr/>
            <p:nvPr/>
          </p:nvSpPr>
          <p:spPr>
            <a:xfrm>
              <a:off x="3746" y="282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0" name="Oval 67"/>
            <p:cNvSpPr/>
            <p:nvPr/>
          </p:nvSpPr>
          <p:spPr>
            <a:xfrm>
              <a:off x="3850" y="3020"/>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1" name="Oval 68"/>
            <p:cNvSpPr/>
            <p:nvPr/>
          </p:nvSpPr>
          <p:spPr>
            <a:xfrm>
              <a:off x="4286" y="256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2" name="Oval 69"/>
            <p:cNvSpPr/>
            <p:nvPr/>
          </p:nvSpPr>
          <p:spPr>
            <a:xfrm>
              <a:off x="4471" y="236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3" name="Oval 70"/>
            <p:cNvSpPr/>
            <p:nvPr/>
          </p:nvSpPr>
          <p:spPr>
            <a:xfrm>
              <a:off x="4706" y="241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4" name="Oval 71"/>
            <p:cNvSpPr/>
            <p:nvPr/>
          </p:nvSpPr>
          <p:spPr>
            <a:xfrm>
              <a:off x="4834" y="259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5" name="Oval 72"/>
            <p:cNvSpPr/>
            <p:nvPr/>
          </p:nvSpPr>
          <p:spPr>
            <a:xfrm>
              <a:off x="4687" y="301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6" name="Oval 73"/>
            <p:cNvSpPr/>
            <p:nvPr/>
          </p:nvSpPr>
          <p:spPr>
            <a:xfrm>
              <a:off x="4345" y="281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7" name="Oval 74"/>
            <p:cNvSpPr/>
            <p:nvPr/>
          </p:nvSpPr>
          <p:spPr>
            <a:xfrm>
              <a:off x="4449" y="301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8508" name="Oval 75"/>
            <p:cNvSpPr/>
            <p:nvPr/>
          </p:nvSpPr>
          <p:spPr>
            <a:xfrm>
              <a:off x="4832" y="283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grpSp>
      <p:sp>
        <p:nvSpPr>
          <p:cNvPr id="18509" name="Text Box 76"/>
          <p:cNvSpPr txBox="1"/>
          <p:nvPr/>
        </p:nvSpPr>
        <p:spPr>
          <a:xfrm>
            <a:off x="930275" y="5438775"/>
            <a:ext cx="5727700" cy="579438"/>
          </a:xfrm>
          <a:prstGeom prst="rect">
            <a:avLst/>
          </a:prstGeom>
          <a:noFill/>
          <a:ln w="28575">
            <a:noFill/>
          </a:ln>
        </p:spPr>
        <p:txBody>
          <a:bodyPr wrap="none" anchor="ctr" anchorCtr="0">
            <a:spAutoFit/>
          </a:bodyPr>
          <a:p>
            <a:pPr algn="ctr" eaLnBrk="0" hangingPunct="0"/>
            <a:r>
              <a:rPr lang="en-US" altLang="zh-CN" sz="3200" dirty="0">
                <a:latin typeface="Times New Roman" panose="02020603050405020304" pitchFamily="18" charset="0"/>
                <a:ea typeface="宋体" pitchFamily="2" charset="-122"/>
              </a:rPr>
              <a:t>How many edges are there in </a:t>
            </a:r>
            <a:r>
              <a:rPr lang="en-US" altLang="zh-CN" sz="3200" dirty="0">
                <a:solidFill>
                  <a:srgbClr val="FF0000"/>
                </a:solidFill>
                <a:latin typeface="Times New Roman" panose="02020603050405020304" pitchFamily="18" charset="0"/>
                <a:ea typeface="宋体" pitchFamily="2" charset="-122"/>
              </a:rPr>
              <a:t>C</a:t>
            </a:r>
            <a:r>
              <a:rPr lang="en-US" altLang="zh-CN" sz="3200" i="1" baseline="-25000" dirty="0">
                <a:solidFill>
                  <a:srgbClr val="FF0000"/>
                </a:solidFill>
                <a:latin typeface="Times New Roman" panose="02020603050405020304" pitchFamily="18" charset="0"/>
                <a:ea typeface="宋体" pitchFamily="2" charset="-122"/>
              </a:rPr>
              <a:t>n</a:t>
            </a:r>
            <a:r>
              <a:rPr lang="en-US" altLang="zh-CN" sz="3200" dirty="0">
                <a:latin typeface="Times New Roman" panose="02020603050405020304" pitchFamily="18" charset="0"/>
                <a:ea typeface="宋体" pitchFamily="2" charset="-122"/>
              </a:rPr>
              <a:t>?</a:t>
            </a:r>
            <a:r>
              <a:rPr lang="en-US" altLang="zh-CN" sz="3200" i="1" dirty="0">
                <a:latin typeface="Times New Roman" panose="02020603050405020304" pitchFamily="18" charset="0"/>
                <a:ea typeface="宋体" pitchFamily="2" charset="-122"/>
              </a:rPr>
              <a:t> </a:t>
            </a:r>
            <a:endParaRPr lang="en-US" altLang="zh-CN" sz="3200" i="1" dirty="0">
              <a:latin typeface="Times New Roman" panose="02020603050405020304" pitchFamily="18" charset="0"/>
              <a:ea typeface="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19458" name="Rectangle 3"/>
          <p:cNvSpPr>
            <a:spLocks noGrp="1"/>
          </p:cNvSpPr>
          <p:nvPr>
            <p:ph type="title"/>
          </p:nvPr>
        </p:nvSpPr>
        <p:spPr/>
        <p:txBody>
          <a:bodyPr vert="horz" wrap="square" lIns="91440" tIns="45720" rIns="91440" bIns="45720" anchor="b" anchorCtr="0"/>
          <a:p>
            <a:pPr eaLnBrk="1" hangingPunct="1"/>
            <a:r>
              <a:rPr lang="en-US" altLang="zh-CN" dirty="0"/>
              <a:t>Wheels</a:t>
            </a:r>
            <a:endParaRPr lang="en-US" altLang="zh-CN" dirty="0"/>
          </a:p>
        </p:txBody>
      </p:sp>
      <p:sp>
        <p:nvSpPr>
          <p:cNvPr id="19459" name="Rectangle 4"/>
          <p:cNvSpPr>
            <a:spLocks noGrp="1"/>
          </p:cNvSpPr>
          <p:nvPr>
            <p:ph idx="1"/>
          </p:nvPr>
        </p:nvSpPr>
        <p:spPr>
          <a:xfrm>
            <a:off x="647700" y="1376363"/>
            <a:ext cx="7772400" cy="4487862"/>
          </a:xfrm>
        </p:spPr>
        <p:txBody>
          <a:bodyPr vert="horz" wrap="square" lIns="91440" tIns="45720" rIns="91440" bIns="45720" anchor="t" anchorCtr="0"/>
          <a:p>
            <a:pPr eaLnBrk="1" hangingPunct="1"/>
            <a:r>
              <a:rPr lang="en-US" altLang="zh-CN" dirty="0"/>
              <a:t>For any </a:t>
            </a:r>
            <a:r>
              <a:rPr lang="en-US" altLang="zh-CN" i="1" dirty="0">
                <a:solidFill>
                  <a:srgbClr val="FF0000"/>
                </a:solidFill>
              </a:rPr>
              <a:t>n</a:t>
            </a:r>
            <a:r>
              <a:rPr lang="en-US" altLang="zh-CN" dirty="0">
                <a:solidFill>
                  <a:srgbClr val="FF0000"/>
                </a:solidFill>
                <a:sym typeface="Symbol" pitchFamily="18" charset="2"/>
              </a:rPr>
              <a:t>3</a:t>
            </a:r>
            <a:r>
              <a:rPr lang="en-US" altLang="zh-CN" dirty="0"/>
              <a:t>, a </a:t>
            </a:r>
            <a:r>
              <a:rPr lang="en-US" altLang="zh-CN" i="1" dirty="0"/>
              <a:t>wheel</a:t>
            </a:r>
            <a:r>
              <a:rPr lang="en-US" altLang="zh-CN" dirty="0"/>
              <a:t> </a:t>
            </a:r>
            <a:r>
              <a:rPr lang="en-US" altLang="zh-CN" dirty="0">
                <a:solidFill>
                  <a:srgbClr val="FF0000"/>
                </a:solidFill>
              </a:rPr>
              <a:t>W</a:t>
            </a:r>
            <a:r>
              <a:rPr lang="en-US" altLang="zh-CN" i="1" baseline="-25000" dirty="0">
                <a:solidFill>
                  <a:srgbClr val="FF0000"/>
                </a:solidFill>
              </a:rPr>
              <a:t>n</a:t>
            </a:r>
            <a:r>
              <a:rPr lang="en-US" altLang="zh-CN" dirty="0"/>
              <a:t>, is a simple graph obtained by taking the cycle </a:t>
            </a:r>
            <a:r>
              <a:rPr lang="en-US" altLang="zh-CN" dirty="0">
                <a:solidFill>
                  <a:srgbClr val="FF0000"/>
                </a:solidFill>
              </a:rPr>
              <a:t>C</a:t>
            </a:r>
            <a:r>
              <a:rPr lang="en-US" altLang="zh-CN" i="1" baseline="-25000" dirty="0">
                <a:solidFill>
                  <a:srgbClr val="FF0000"/>
                </a:solidFill>
              </a:rPr>
              <a:t>n</a:t>
            </a:r>
            <a:r>
              <a:rPr lang="en-US" altLang="zh-CN" dirty="0"/>
              <a:t> and adding one extra vertex </a:t>
            </a:r>
            <a:r>
              <a:rPr lang="en-US" altLang="zh-CN" i="1" dirty="0"/>
              <a:t>v</a:t>
            </a:r>
            <a:r>
              <a:rPr lang="en-US" altLang="zh-CN" baseline="-25000" dirty="0"/>
              <a:t>hub</a:t>
            </a:r>
            <a:r>
              <a:rPr lang="en-US" altLang="zh-CN" dirty="0"/>
              <a:t> and </a:t>
            </a:r>
            <a:r>
              <a:rPr lang="en-US" altLang="zh-CN" i="1" dirty="0"/>
              <a:t>n</a:t>
            </a:r>
            <a:r>
              <a:rPr lang="en-US" altLang="zh-CN" dirty="0"/>
              <a:t> extra edges </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hub</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 {</a:t>
            </a:r>
            <a:r>
              <a:rPr lang="en-US" altLang="zh-CN" i="1" dirty="0">
                <a:solidFill>
                  <a:srgbClr val="FF0000"/>
                </a:solidFill>
              </a:rPr>
              <a:t>v</a:t>
            </a:r>
            <a:r>
              <a:rPr lang="en-US" altLang="zh-CN" baseline="-25000" dirty="0">
                <a:solidFill>
                  <a:srgbClr val="FF0000"/>
                </a:solidFill>
              </a:rPr>
              <a:t>hub</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hub</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n</a:t>
            </a:r>
            <a:r>
              <a:rPr lang="en-US" altLang="zh-CN" dirty="0">
                <a:solidFill>
                  <a:srgbClr val="FF0000"/>
                </a:solidFill>
              </a:rPr>
              <a:t>}}</a:t>
            </a:r>
            <a:r>
              <a:rPr lang="en-US" altLang="zh-CN" dirty="0"/>
              <a:t>.</a:t>
            </a:r>
            <a:endParaRPr lang="en-US" altLang="zh-CN" dirty="0"/>
          </a:p>
          <a:p>
            <a:pPr eaLnBrk="1" hangingPunct="1"/>
            <a:endParaRPr lang="en-US" altLang="zh-CN" dirty="0"/>
          </a:p>
        </p:txBody>
      </p:sp>
      <p:sp>
        <p:nvSpPr>
          <p:cNvPr id="19460" name="Text Box 34"/>
          <p:cNvSpPr txBox="1"/>
          <p:nvPr/>
        </p:nvSpPr>
        <p:spPr>
          <a:xfrm>
            <a:off x="6189663" y="5070475"/>
            <a:ext cx="573087" cy="457200"/>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W</a:t>
            </a:r>
            <a:r>
              <a:rPr lang="en-US" altLang="zh-CN" baseline="-25000" dirty="0">
                <a:latin typeface="Times New Roman" panose="02020603050405020304" pitchFamily="18" charset="0"/>
                <a:ea typeface="宋体" pitchFamily="2" charset="-122"/>
              </a:rPr>
              <a:t>7</a:t>
            </a:r>
            <a:endParaRPr lang="en-US" altLang="zh-CN" i="1" dirty="0">
              <a:latin typeface="Times New Roman" panose="02020603050405020304" pitchFamily="18" charset="0"/>
              <a:ea typeface="宋体" pitchFamily="2" charset="-122"/>
            </a:endParaRPr>
          </a:p>
        </p:txBody>
      </p:sp>
      <p:sp>
        <p:nvSpPr>
          <p:cNvPr id="19461" name="Text Box 44"/>
          <p:cNvSpPr txBox="1"/>
          <p:nvPr/>
        </p:nvSpPr>
        <p:spPr>
          <a:xfrm>
            <a:off x="1092200" y="5656263"/>
            <a:ext cx="5840413" cy="579437"/>
          </a:xfrm>
          <a:prstGeom prst="rect">
            <a:avLst/>
          </a:prstGeom>
          <a:noFill/>
          <a:ln w="28575">
            <a:noFill/>
          </a:ln>
        </p:spPr>
        <p:txBody>
          <a:bodyPr wrap="none" anchor="ctr" anchorCtr="0">
            <a:spAutoFit/>
          </a:bodyPr>
          <a:p>
            <a:pPr algn="ctr" eaLnBrk="0" hangingPunct="0"/>
            <a:r>
              <a:rPr lang="en-US" altLang="zh-CN" sz="3200" dirty="0">
                <a:latin typeface="Times New Roman" panose="02020603050405020304" pitchFamily="18" charset="0"/>
                <a:ea typeface="宋体" pitchFamily="2" charset="-122"/>
              </a:rPr>
              <a:t>How many edges are there in W</a:t>
            </a:r>
            <a:r>
              <a:rPr lang="en-US" altLang="zh-CN" sz="3200" i="1" baseline="-25000" dirty="0">
                <a:latin typeface="Times New Roman" panose="02020603050405020304" pitchFamily="18" charset="0"/>
                <a:ea typeface="宋体" pitchFamily="2" charset="-122"/>
              </a:rPr>
              <a:t>n</a:t>
            </a:r>
            <a:r>
              <a:rPr lang="en-US" altLang="zh-CN" sz="3200" dirty="0">
                <a:latin typeface="Times New Roman" panose="02020603050405020304" pitchFamily="18" charset="0"/>
                <a:ea typeface="宋体" pitchFamily="2" charset="-122"/>
              </a:rPr>
              <a:t>?</a:t>
            </a:r>
            <a:r>
              <a:rPr lang="en-US" altLang="zh-CN" sz="3200" i="1" dirty="0">
                <a:latin typeface="Times New Roman" panose="02020603050405020304" pitchFamily="18" charset="0"/>
                <a:ea typeface="宋体" pitchFamily="2" charset="-122"/>
              </a:rPr>
              <a:t> </a:t>
            </a:r>
            <a:endParaRPr lang="en-US" altLang="zh-CN" sz="3200" i="1" dirty="0">
              <a:latin typeface="Times New Roman" panose="02020603050405020304" pitchFamily="18" charset="0"/>
              <a:ea typeface="宋体" pitchFamily="2" charset="-122"/>
            </a:endParaRPr>
          </a:p>
        </p:txBody>
      </p:sp>
      <p:grpSp>
        <p:nvGrpSpPr>
          <p:cNvPr id="19462" name="Group 117"/>
          <p:cNvGrpSpPr/>
          <p:nvPr/>
        </p:nvGrpSpPr>
        <p:grpSpPr>
          <a:xfrm>
            <a:off x="1331913" y="3790950"/>
            <a:ext cx="6721475" cy="1619250"/>
            <a:chOff x="849" y="2593"/>
            <a:chExt cx="4234" cy="1020"/>
          </a:xfrm>
        </p:grpSpPr>
        <p:sp>
          <p:nvSpPr>
            <p:cNvPr id="19463" name="Line 2"/>
            <p:cNvSpPr/>
            <p:nvPr/>
          </p:nvSpPr>
          <p:spPr>
            <a:xfrm flipH="1" flipV="1">
              <a:off x="1833" y="2935"/>
              <a:ext cx="121" cy="227"/>
            </a:xfrm>
            <a:prstGeom prst="line">
              <a:avLst/>
            </a:prstGeom>
            <a:ln w="28575" cap="flat" cmpd="sng">
              <a:solidFill>
                <a:schemeClr val="tx1"/>
              </a:solidFill>
              <a:prstDash val="solid"/>
              <a:round/>
              <a:headEnd type="none" w="med" len="med"/>
              <a:tailEnd type="none" w="med" len="med"/>
            </a:ln>
          </p:spPr>
        </p:sp>
        <p:sp>
          <p:nvSpPr>
            <p:cNvPr id="19464" name="Line 5"/>
            <p:cNvSpPr/>
            <p:nvPr/>
          </p:nvSpPr>
          <p:spPr>
            <a:xfrm>
              <a:off x="923" y="2675"/>
              <a:ext cx="333" cy="146"/>
            </a:xfrm>
            <a:prstGeom prst="line">
              <a:avLst/>
            </a:prstGeom>
            <a:ln w="28575" cap="flat" cmpd="sng">
              <a:solidFill>
                <a:schemeClr val="tx1"/>
              </a:solidFill>
              <a:prstDash val="solid"/>
              <a:round/>
              <a:headEnd type="none" w="med" len="med"/>
              <a:tailEnd type="none" w="med" len="med"/>
            </a:ln>
          </p:spPr>
        </p:sp>
        <p:sp>
          <p:nvSpPr>
            <p:cNvPr id="19465" name="Line 6"/>
            <p:cNvSpPr/>
            <p:nvPr/>
          </p:nvSpPr>
          <p:spPr>
            <a:xfrm flipH="1">
              <a:off x="964" y="2829"/>
              <a:ext cx="292" cy="219"/>
            </a:xfrm>
            <a:prstGeom prst="line">
              <a:avLst/>
            </a:prstGeom>
            <a:ln w="28575" cap="flat" cmpd="sng">
              <a:solidFill>
                <a:schemeClr val="tx1"/>
              </a:solidFill>
              <a:prstDash val="solid"/>
              <a:round/>
              <a:headEnd type="none" w="med" len="med"/>
              <a:tailEnd type="none" w="med" len="med"/>
            </a:ln>
          </p:spPr>
        </p:sp>
        <p:sp>
          <p:nvSpPr>
            <p:cNvPr id="19466" name="Line 7"/>
            <p:cNvSpPr/>
            <p:nvPr/>
          </p:nvSpPr>
          <p:spPr>
            <a:xfrm>
              <a:off x="940" y="2659"/>
              <a:ext cx="16" cy="397"/>
            </a:xfrm>
            <a:prstGeom prst="line">
              <a:avLst/>
            </a:prstGeom>
            <a:ln w="28575" cap="flat" cmpd="sng">
              <a:solidFill>
                <a:schemeClr val="tx1"/>
              </a:solidFill>
              <a:prstDash val="solid"/>
              <a:round/>
              <a:headEnd type="none" w="med" len="med"/>
              <a:tailEnd type="none" w="med" len="med"/>
            </a:ln>
          </p:spPr>
        </p:sp>
        <p:sp>
          <p:nvSpPr>
            <p:cNvPr id="19467" name="Line 8"/>
            <p:cNvSpPr/>
            <p:nvPr/>
          </p:nvSpPr>
          <p:spPr>
            <a:xfrm>
              <a:off x="1734" y="2708"/>
              <a:ext cx="357" cy="137"/>
            </a:xfrm>
            <a:prstGeom prst="line">
              <a:avLst/>
            </a:prstGeom>
            <a:ln w="28575" cap="flat" cmpd="sng">
              <a:solidFill>
                <a:schemeClr val="tx1"/>
              </a:solidFill>
              <a:prstDash val="solid"/>
              <a:round/>
              <a:headEnd type="none" w="med" len="med"/>
              <a:tailEnd type="none" w="med" len="med"/>
            </a:ln>
          </p:spPr>
        </p:sp>
        <p:sp>
          <p:nvSpPr>
            <p:cNvPr id="19468" name="Line 9"/>
            <p:cNvSpPr/>
            <p:nvPr/>
          </p:nvSpPr>
          <p:spPr>
            <a:xfrm flipH="1">
              <a:off x="1961" y="2845"/>
              <a:ext cx="122" cy="333"/>
            </a:xfrm>
            <a:prstGeom prst="line">
              <a:avLst/>
            </a:prstGeom>
            <a:ln w="28575" cap="flat" cmpd="sng">
              <a:solidFill>
                <a:schemeClr val="tx1"/>
              </a:solidFill>
              <a:prstDash val="solid"/>
              <a:round/>
              <a:headEnd type="none" w="med" len="med"/>
              <a:tailEnd type="none" w="med" len="med"/>
            </a:ln>
          </p:spPr>
        </p:sp>
        <p:sp>
          <p:nvSpPr>
            <p:cNvPr id="19469" name="Line 10"/>
            <p:cNvSpPr/>
            <p:nvPr/>
          </p:nvSpPr>
          <p:spPr>
            <a:xfrm flipH="1" flipV="1">
              <a:off x="1588" y="3040"/>
              <a:ext cx="365" cy="130"/>
            </a:xfrm>
            <a:prstGeom prst="line">
              <a:avLst/>
            </a:prstGeom>
            <a:ln w="28575" cap="flat" cmpd="sng">
              <a:solidFill>
                <a:schemeClr val="tx1"/>
              </a:solidFill>
              <a:prstDash val="solid"/>
              <a:round/>
              <a:headEnd type="none" w="med" len="med"/>
              <a:tailEnd type="none" w="med" len="med"/>
            </a:ln>
          </p:spPr>
        </p:sp>
        <p:sp>
          <p:nvSpPr>
            <p:cNvPr id="19470" name="Line 11"/>
            <p:cNvSpPr/>
            <p:nvPr/>
          </p:nvSpPr>
          <p:spPr>
            <a:xfrm flipV="1">
              <a:off x="1588" y="2699"/>
              <a:ext cx="162" cy="333"/>
            </a:xfrm>
            <a:prstGeom prst="line">
              <a:avLst/>
            </a:prstGeom>
            <a:ln w="28575" cap="flat" cmpd="sng">
              <a:solidFill>
                <a:schemeClr val="tx1"/>
              </a:solidFill>
              <a:prstDash val="solid"/>
              <a:round/>
              <a:headEnd type="none" w="med" len="med"/>
              <a:tailEnd type="none" w="med" len="med"/>
            </a:ln>
          </p:spPr>
        </p:sp>
        <p:sp>
          <p:nvSpPr>
            <p:cNvPr id="19471" name="Line 12"/>
            <p:cNvSpPr/>
            <p:nvPr/>
          </p:nvSpPr>
          <p:spPr>
            <a:xfrm flipV="1">
              <a:off x="2391" y="2643"/>
              <a:ext cx="138" cy="332"/>
            </a:xfrm>
            <a:prstGeom prst="line">
              <a:avLst/>
            </a:prstGeom>
            <a:ln w="28575" cap="flat" cmpd="sng">
              <a:solidFill>
                <a:schemeClr val="tx1"/>
              </a:solidFill>
              <a:prstDash val="solid"/>
              <a:round/>
              <a:headEnd type="none" w="med" len="med"/>
              <a:tailEnd type="none" w="med" len="med"/>
            </a:ln>
          </p:spPr>
        </p:sp>
        <p:sp>
          <p:nvSpPr>
            <p:cNvPr id="19472" name="Line 13"/>
            <p:cNvSpPr/>
            <p:nvPr/>
          </p:nvSpPr>
          <p:spPr>
            <a:xfrm>
              <a:off x="2521" y="2643"/>
              <a:ext cx="292" cy="56"/>
            </a:xfrm>
            <a:prstGeom prst="line">
              <a:avLst/>
            </a:prstGeom>
            <a:ln w="28575" cap="flat" cmpd="sng">
              <a:solidFill>
                <a:schemeClr val="tx1"/>
              </a:solidFill>
              <a:prstDash val="solid"/>
              <a:round/>
              <a:headEnd type="none" w="med" len="med"/>
              <a:tailEnd type="none" w="med" len="med"/>
            </a:ln>
          </p:spPr>
        </p:sp>
        <p:sp>
          <p:nvSpPr>
            <p:cNvPr id="19473" name="Line 14"/>
            <p:cNvSpPr/>
            <p:nvPr/>
          </p:nvSpPr>
          <p:spPr>
            <a:xfrm>
              <a:off x="2813" y="2699"/>
              <a:ext cx="65" cy="292"/>
            </a:xfrm>
            <a:prstGeom prst="line">
              <a:avLst/>
            </a:prstGeom>
            <a:ln w="28575" cap="flat" cmpd="sng">
              <a:solidFill>
                <a:schemeClr val="tx1"/>
              </a:solidFill>
              <a:prstDash val="solid"/>
              <a:round/>
              <a:headEnd type="none" w="med" len="med"/>
              <a:tailEnd type="none" w="med" len="med"/>
            </a:ln>
          </p:spPr>
        </p:sp>
        <p:sp>
          <p:nvSpPr>
            <p:cNvPr id="19474" name="Line 15"/>
            <p:cNvSpPr/>
            <p:nvPr/>
          </p:nvSpPr>
          <p:spPr>
            <a:xfrm>
              <a:off x="2375" y="2975"/>
              <a:ext cx="211" cy="219"/>
            </a:xfrm>
            <a:prstGeom prst="line">
              <a:avLst/>
            </a:prstGeom>
            <a:ln w="28575" cap="flat" cmpd="sng">
              <a:solidFill>
                <a:schemeClr val="tx1"/>
              </a:solidFill>
              <a:prstDash val="solid"/>
              <a:round/>
              <a:headEnd type="none" w="med" len="med"/>
              <a:tailEnd type="none" w="med" len="med"/>
            </a:ln>
          </p:spPr>
        </p:sp>
        <p:sp>
          <p:nvSpPr>
            <p:cNvPr id="19475" name="Line 16"/>
            <p:cNvSpPr/>
            <p:nvPr/>
          </p:nvSpPr>
          <p:spPr>
            <a:xfrm flipH="1">
              <a:off x="2578" y="2991"/>
              <a:ext cx="283" cy="203"/>
            </a:xfrm>
            <a:prstGeom prst="line">
              <a:avLst/>
            </a:prstGeom>
            <a:ln w="28575" cap="flat" cmpd="sng">
              <a:solidFill>
                <a:schemeClr val="tx1"/>
              </a:solidFill>
              <a:prstDash val="solid"/>
              <a:round/>
              <a:headEnd type="none" w="med" len="med"/>
              <a:tailEnd type="none" w="med" len="med"/>
            </a:ln>
          </p:spPr>
        </p:sp>
        <p:sp>
          <p:nvSpPr>
            <p:cNvPr id="19476" name="Line 17"/>
            <p:cNvSpPr/>
            <p:nvPr/>
          </p:nvSpPr>
          <p:spPr>
            <a:xfrm flipV="1">
              <a:off x="3169" y="2651"/>
              <a:ext cx="228" cy="194"/>
            </a:xfrm>
            <a:prstGeom prst="line">
              <a:avLst/>
            </a:prstGeom>
            <a:ln w="28575" cap="flat" cmpd="sng">
              <a:solidFill>
                <a:schemeClr val="tx1"/>
              </a:solidFill>
              <a:prstDash val="solid"/>
              <a:round/>
              <a:headEnd type="none" w="med" len="med"/>
              <a:tailEnd type="none" w="med" len="med"/>
            </a:ln>
          </p:spPr>
        </p:sp>
        <p:sp>
          <p:nvSpPr>
            <p:cNvPr id="19477" name="Line 18"/>
            <p:cNvSpPr/>
            <p:nvPr/>
          </p:nvSpPr>
          <p:spPr>
            <a:xfrm>
              <a:off x="3397" y="2651"/>
              <a:ext cx="202" cy="186"/>
            </a:xfrm>
            <a:prstGeom prst="line">
              <a:avLst/>
            </a:prstGeom>
            <a:ln w="28575" cap="flat" cmpd="sng">
              <a:solidFill>
                <a:schemeClr val="tx1"/>
              </a:solidFill>
              <a:prstDash val="solid"/>
              <a:round/>
              <a:headEnd type="none" w="med" len="med"/>
              <a:tailEnd type="none" w="med" len="med"/>
            </a:ln>
          </p:spPr>
        </p:sp>
        <p:sp>
          <p:nvSpPr>
            <p:cNvPr id="19478" name="Line 19"/>
            <p:cNvSpPr/>
            <p:nvPr/>
          </p:nvSpPr>
          <p:spPr>
            <a:xfrm>
              <a:off x="3607" y="2837"/>
              <a:ext cx="0" cy="260"/>
            </a:xfrm>
            <a:prstGeom prst="line">
              <a:avLst/>
            </a:prstGeom>
            <a:ln w="28575" cap="flat" cmpd="sng">
              <a:solidFill>
                <a:schemeClr val="tx1"/>
              </a:solidFill>
              <a:prstDash val="solid"/>
              <a:round/>
              <a:headEnd type="none" w="med" len="med"/>
              <a:tailEnd type="none" w="med" len="med"/>
            </a:ln>
          </p:spPr>
        </p:sp>
        <p:sp>
          <p:nvSpPr>
            <p:cNvPr id="19479" name="Line 20"/>
            <p:cNvSpPr/>
            <p:nvPr/>
          </p:nvSpPr>
          <p:spPr>
            <a:xfrm flipH="1">
              <a:off x="3421" y="3113"/>
              <a:ext cx="178" cy="146"/>
            </a:xfrm>
            <a:prstGeom prst="line">
              <a:avLst/>
            </a:prstGeom>
            <a:ln w="28575" cap="flat" cmpd="sng">
              <a:solidFill>
                <a:schemeClr val="tx1"/>
              </a:solidFill>
              <a:prstDash val="solid"/>
              <a:round/>
              <a:headEnd type="none" w="med" len="med"/>
              <a:tailEnd type="none" w="med" len="med"/>
            </a:ln>
          </p:spPr>
        </p:sp>
        <p:sp>
          <p:nvSpPr>
            <p:cNvPr id="19480" name="Line 21"/>
            <p:cNvSpPr/>
            <p:nvPr/>
          </p:nvSpPr>
          <p:spPr>
            <a:xfrm>
              <a:off x="3161" y="2837"/>
              <a:ext cx="57" cy="284"/>
            </a:xfrm>
            <a:prstGeom prst="line">
              <a:avLst/>
            </a:prstGeom>
            <a:ln w="28575" cap="flat" cmpd="sng">
              <a:solidFill>
                <a:schemeClr val="tx1"/>
              </a:solidFill>
              <a:prstDash val="solid"/>
              <a:round/>
              <a:headEnd type="none" w="med" len="med"/>
              <a:tailEnd type="none" w="med" len="med"/>
            </a:ln>
          </p:spPr>
        </p:sp>
        <p:sp>
          <p:nvSpPr>
            <p:cNvPr id="19481" name="Line 22"/>
            <p:cNvSpPr/>
            <p:nvPr/>
          </p:nvSpPr>
          <p:spPr>
            <a:xfrm>
              <a:off x="3210" y="3113"/>
              <a:ext cx="211" cy="146"/>
            </a:xfrm>
            <a:prstGeom prst="line">
              <a:avLst/>
            </a:prstGeom>
            <a:ln w="28575" cap="flat" cmpd="sng">
              <a:solidFill>
                <a:schemeClr val="tx1"/>
              </a:solidFill>
              <a:prstDash val="solid"/>
              <a:round/>
              <a:headEnd type="none" w="med" len="med"/>
              <a:tailEnd type="none" w="med" len="med"/>
            </a:ln>
          </p:spPr>
        </p:sp>
        <p:sp>
          <p:nvSpPr>
            <p:cNvPr id="19482" name="Line 23"/>
            <p:cNvSpPr/>
            <p:nvPr/>
          </p:nvSpPr>
          <p:spPr>
            <a:xfrm flipH="1" flipV="1">
              <a:off x="3891" y="2870"/>
              <a:ext cx="41" cy="259"/>
            </a:xfrm>
            <a:prstGeom prst="line">
              <a:avLst/>
            </a:prstGeom>
            <a:ln w="28575" cap="flat" cmpd="sng">
              <a:solidFill>
                <a:schemeClr val="tx1"/>
              </a:solidFill>
              <a:prstDash val="solid"/>
              <a:round/>
              <a:headEnd type="none" w="med" len="med"/>
              <a:tailEnd type="none" w="med" len="med"/>
            </a:ln>
          </p:spPr>
        </p:sp>
        <p:sp>
          <p:nvSpPr>
            <p:cNvPr id="19483" name="Line 24"/>
            <p:cNvSpPr/>
            <p:nvPr/>
          </p:nvSpPr>
          <p:spPr>
            <a:xfrm flipV="1">
              <a:off x="3883" y="2691"/>
              <a:ext cx="195" cy="187"/>
            </a:xfrm>
            <a:prstGeom prst="line">
              <a:avLst/>
            </a:prstGeom>
            <a:ln w="28575" cap="flat" cmpd="sng">
              <a:solidFill>
                <a:schemeClr val="tx1"/>
              </a:solidFill>
              <a:prstDash val="solid"/>
              <a:round/>
              <a:headEnd type="none" w="med" len="med"/>
              <a:tailEnd type="none" w="med" len="med"/>
            </a:ln>
          </p:spPr>
        </p:sp>
        <p:sp>
          <p:nvSpPr>
            <p:cNvPr id="19484" name="Line 25"/>
            <p:cNvSpPr/>
            <p:nvPr/>
          </p:nvSpPr>
          <p:spPr>
            <a:xfrm>
              <a:off x="4061" y="2667"/>
              <a:ext cx="171" cy="130"/>
            </a:xfrm>
            <a:prstGeom prst="line">
              <a:avLst/>
            </a:prstGeom>
            <a:ln w="28575" cap="flat" cmpd="sng">
              <a:solidFill>
                <a:schemeClr val="tx1"/>
              </a:solidFill>
              <a:prstDash val="solid"/>
              <a:round/>
              <a:headEnd type="none" w="med" len="med"/>
              <a:tailEnd type="none" w="med" len="med"/>
            </a:ln>
          </p:spPr>
        </p:sp>
        <p:sp>
          <p:nvSpPr>
            <p:cNvPr id="19485" name="Line 26"/>
            <p:cNvSpPr/>
            <p:nvPr/>
          </p:nvSpPr>
          <p:spPr>
            <a:xfrm>
              <a:off x="4248" y="2781"/>
              <a:ext cx="24" cy="243"/>
            </a:xfrm>
            <a:prstGeom prst="line">
              <a:avLst/>
            </a:prstGeom>
            <a:ln w="28575" cap="flat" cmpd="sng">
              <a:solidFill>
                <a:schemeClr val="tx1"/>
              </a:solidFill>
              <a:prstDash val="solid"/>
              <a:round/>
              <a:headEnd type="none" w="med" len="med"/>
              <a:tailEnd type="none" w="med" len="med"/>
            </a:ln>
          </p:spPr>
        </p:sp>
        <p:sp>
          <p:nvSpPr>
            <p:cNvPr id="19486" name="Line 27"/>
            <p:cNvSpPr/>
            <p:nvPr/>
          </p:nvSpPr>
          <p:spPr>
            <a:xfrm flipH="1">
              <a:off x="4207" y="3024"/>
              <a:ext cx="73" cy="211"/>
            </a:xfrm>
            <a:prstGeom prst="line">
              <a:avLst/>
            </a:prstGeom>
            <a:ln w="28575" cap="flat" cmpd="sng">
              <a:solidFill>
                <a:schemeClr val="tx1"/>
              </a:solidFill>
              <a:prstDash val="solid"/>
              <a:round/>
              <a:headEnd type="none" w="med" len="med"/>
              <a:tailEnd type="none" w="med" len="med"/>
            </a:ln>
          </p:spPr>
        </p:sp>
        <p:sp>
          <p:nvSpPr>
            <p:cNvPr id="19487" name="Line 28"/>
            <p:cNvSpPr/>
            <p:nvPr/>
          </p:nvSpPr>
          <p:spPr>
            <a:xfrm>
              <a:off x="3940" y="3121"/>
              <a:ext cx="105" cy="187"/>
            </a:xfrm>
            <a:prstGeom prst="line">
              <a:avLst/>
            </a:prstGeom>
            <a:ln w="28575" cap="flat" cmpd="sng">
              <a:solidFill>
                <a:schemeClr val="tx1"/>
              </a:solidFill>
              <a:prstDash val="solid"/>
              <a:round/>
              <a:headEnd type="none" w="med" len="med"/>
              <a:tailEnd type="none" w="med" len="med"/>
            </a:ln>
          </p:spPr>
        </p:sp>
        <p:sp>
          <p:nvSpPr>
            <p:cNvPr id="19488" name="Line 29"/>
            <p:cNvSpPr/>
            <p:nvPr/>
          </p:nvSpPr>
          <p:spPr>
            <a:xfrm flipV="1">
              <a:off x="4053" y="3235"/>
              <a:ext cx="154" cy="89"/>
            </a:xfrm>
            <a:prstGeom prst="line">
              <a:avLst/>
            </a:prstGeom>
            <a:ln w="28575" cap="flat" cmpd="sng">
              <a:solidFill>
                <a:schemeClr val="tx1"/>
              </a:solidFill>
              <a:prstDash val="solid"/>
              <a:round/>
              <a:headEnd type="none" w="med" len="med"/>
              <a:tailEnd type="none" w="med" len="med"/>
            </a:ln>
          </p:spPr>
        </p:sp>
        <p:sp>
          <p:nvSpPr>
            <p:cNvPr id="19489" name="Text Box 30"/>
            <p:cNvSpPr txBox="1"/>
            <p:nvPr/>
          </p:nvSpPr>
          <p:spPr>
            <a:xfrm>
              <a:off x="849" y="3099"/>
              <a:ext cx="361"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W</a:t>
              </a:r>
              <a:r>
                <a:rPr lang="en-US" altLang="zh-CN" baseline="-25000" dirty="0">
                  <a:latin typeface="Times New Roman" panose="02020603050405020304" pitchFamily="18" charset="0"/>
                  <a:ea typeface="宋体" pitchFamily="2" charset="-122"/>
                </a:rPr>
                <a:t>3</a:t>
              </a:r>
              <a:endParaRPr lang="en-US" altLang="zh-CN" i="1" dirty="0">
                <a:latin typeface="Times New Roman" panose="02020603050405020304" pitchFamily="18" charset="0"/>
                <a:ea typeface="宋体" pitchFamily="2" charset="-122"/>
              </a:endParaRPr>
            </a:p>
          </p:txBody>
        </p:sp>
        <p:sp>
          <p:nvSpPr>
            <p:cNvPr id="19490" name="Text Box 31"/>
            <p:cNvSpPr txBox="1"/>
            <p:nvPr/>
          </p:nvSpPr>
          <p:spPr>
            <a:xfrm>
              <a:off x="1518" y="3168"/>
              <a:ext cx="361"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W</a:t>
              </a:r>
              <a:r>
                <a:rPr lang="en-US" altLang="zh-CN" baseline="-25000" dirty="0">
                  <a:latin typeface="Times New Roman" panose="02020603050405020304" pitchFamily="18" charset="0"/>
                  <a:ea typeface="宋体" pitchFamily="2" charset="-122"/>
                </a:rPr>
                <a:t>4</a:t>
              </a:r>
              <a:endParaRPr lang="en-US" altLang="zh-CN" i="1" dirty="0">
                <a:latin typeface="Times New Roman" panose="02020603050405020304" pitchFamily="18" charset="0"/>
                <a:ea typeface="宋体" pitchFamily="2" charset="-122"/>
              </a:endParaRPr>
            </a:p>
          </p:txBody>
        </p:sp>
        <p:sp>
          <p:nvSpPr>
            <p:cNvPr id="19491" name="Text Box 32"/>
            <p:cNvSpPr txBox="1"/>
            <p:nvPr/>
          </p:nvSpPr>
          <p:spPr>
            <a:xfrm>
              <a:off x="2417" y="3239"/>
              <a:ext cx="361"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W</a:t>
              </a:r>
              <a:r>
                <a:rPr lang="en-US" altLang="zh-CN" baseline="-25000" dirty="0">
                  <a:latin typeface="Times New Roman" panose="02020603050405020304" pitchFamily="18" charset="0"/>
                  <a:ea typeface="宋体" pitchFamily="2" charset="-122"/>
                </a:rPr>
                <a:t>5</a:t>
              </a:r>
              <a:endParaRPr lang="en-US" altLang="zh-CN" i="1" dirty="0">
                <a:latin typeface="Times New Roman" panose="02020603050405020304" pitchFamily="18" charset="0"/>
                <a:ea typeface="宋体" pitchFamily="2" charset="-122"/>
              </a:endParaRPr>
            </a:p>
          </p:txBody>
        </p:sp>
        <p:sp>
          <p:nvSpPr>
            <p:cNvPr id="19492" name="Text Box 33"/>
            <p:cNvSpPr txBox="1"/>
            <p:nvPr/>
          </p:nvSpPr>
          <p:spPr>
            <a:xfrm>
              <a:off x="3219" y="3295"/>
              <a:ext cx="361"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W</a:t>
              </a:r>
              <a:r>
                <a:rPr lang="en-US" altLang="zh-CN" baseline="-25000" dirty="0">
                  <a:latin typeface="Times New Roman" panose="02020603050405020304" pitchFamily="18" charset="0"/>
                  <a:ea typeface="宋体" pitchFamily="2" charset="-122"/>
                </a:rPr>
                <a:t>6</a:t>
              </a:r>
              <a:endParaRPr lang="en-US" altLang="zh-CN" i="1" dirty="0">
                <a:latin typeface="Times New Roman" panose="02020603050405020304" pitchFamily="18" charset="0"/>
                <a:ea typeface="宋体" pitchFamily="2" charset="-122"/>
              </a:endParaRPr>
            </a:p>
          </p:txBody>
        </p:sp>
        <p:sp>
          <p:nvSpPr>
            <p:cNvPr id="19493" name="Line 35"/>
            <p:cNvSpPr/>
            <p:nvPr/>
          </p:nvSpPr>
          <p:spPr>
            <a:xfrm flipH="1" flipV="1">
              <a:off x="4490" y="2861"/>
              <a:ext cx="41" cy="259"/>
            </a:xfrm>
            <a:prstGeom prst="line">
              <a:avLst/>
            </a:prstGeom>
            <a:ln w="28575" cap="flat" cmpd="sng">
              <a:solidFill>
                <a:schemeClr val="tx1"/>
              </a:solidFill>
              <a:prstDash val="solid"/>
              <a:round/>
              <a:headEnd type="none" w="med" len="med"/>
              <a:tailEnd type="none" w="med" len="med"/>
            </a:ln>
          </p:spPr>
        </p:sp>
        <p:sp>
          <p:nvSpPr>
            <p:cNvPr id="19494" name="Line 36"/>
            <p:cNvSpPr/>
            <p:nvPr/>
          </p:nvSpPr>
          <p:spPr>
            <a:xfrm flipV="1">
              <a:off x="4482" y="2682"/>
              <a:ext cx="195" cy="187"/>
            </a:xfrm>
            <a:prstGeom prst="line">
              <a:avLst/>
            </a:prstGeom>
            <a:ln w="28575" cap="flat" cmpd="sng">
              <a:solidFill>
                <a:schemeClr val="tx1"/>
              </a:solidFill>
              <a:prstDash val="solid"/>
              <a:round/>
              <a:headEnd type="none" w="med" len="med"/>
              <a:tailEnd type="none" w="med" len="med"/>
            </a:ln>
          </p:spPr>
        </p:sp>
        <p:sp>
          <p:nvSpPr>
            <p:cNvPr id="19495" name="Line 37"/>
            <p:cNvSpPr/>
            <p:nvPr/>
          </p:nvSpPr>
          <p:spPr>
            <a:xfrm>
              <a:off x="4660" y="2658"/>
              <a:ext cx="268" cy="73"/>
            </a:xfrm>
            <a:prstGeom prst="line">
              <a:avLst/>
            </a:prstGeom>
            <a:ln w="28575" cap="flat" cmpd="sng">
              <a:solidFill>
                <a:schemeClr val="tx1"/>
              </a:solidFill>
              <a:prstDash val="solid"/>
              <a:round/>
              <a:headEnd type="none" w="med" len="med"/>
              <a:tailEnd type="none" w="med" len="med"/>
            </a:ln>
          </p:spPr>
        </p:sp>
        <p:sp>
          <p:nvSpPr>
            <p:cNvPr id="19496" name="Line 38"/>
            <p:cNvSpPr/>
            <p:nvPr/>
          </p:nvSpPr>
          <p:spPr>
            <a:xfrm>
              <a:off x="4904" y="2708"/>
              <a:ext cx="121" cy="186"/>
            </a:xfrm>
            <a:prstGeom prst="line">
              <a:avLst/>
            </a:prstGeom>
            <a:ln w="28575" cap="flat" cmpd="sng">
              <a:solidFill>
                <a:schemeClr val="tx1"/>
              </a:solidFill>
              <a:prstDash val="solid"/>
              <a:round/>
              <a:headEnd type="none" w="med" len="med"/>
              <a:tailEnd type="none" w="med" len="med"/>
            </a:ln>
          </p:spPr>
        </p:sp>
        <p:sp>
          <p:nvSpPr>
            <p:cNvPr id="19497" name="Line 39"/>
            <p:cNvSpPr/>
            <p:nvPr/>
          </p:nvSpPr>
          <p:spPr>
            <a:xfrm flipH="1">
              <a:off x="5024" y="2868"/>
              <a:ext cx="17" cy="251"/>
            </a:xfrm>
            <a:prstGeom prst="line">
              <a:avLst/>
            </a:prstGeom>
            <a:ln w="28575" cap="flat" cmpd="sng">
              <a:solidFill>
                <a:schemeClr val="tx1"/>
              </a:solidFill>
              <a:prstDash val="solid"/>
              <a:round/>
              <a:headEnd type="none" w="med" len="med"/>
              <a:tailEnd type="none" w="med" len="med"/>
            </a:ln>
          </p:spPr>
        </p:sp>
        <p:sp>
          <p:nvSpPr>
            <p:cNvPr id="19498" name="Line 40"/>
            <p:cNvSpPr/>
            <p:nvPr/>
          </p:nvSpPr>
          <p:spPr>
            <a:xfrm>
              <a:off x="4539" y="3112"/>
              <a:ext cx="105" cy="187"/>
            </a:xfrm>
            <a:prstGeom prst="line">
              <a:avLst/>
            </a:prstGeom>
            <a:ln w="28575" cap="flat" cmpd="sng">
              <a:solidFill>
                <a:schemeClr val="tx1"/>
              </a:solidFill>
              <a:prstDash val="solid"/>
              <a:round/>
              <a:headEnd type="none" w="med" len="med"/>
              <a:tailEnd type="none" w="med" len="med"/>
            </a:ln>
          </p:spPr>
        </p:sp>
        <p:sp>
          <p:nvSpPr>
            <p:cNvPr id="19499" name="Line 41"/>
            <p:cNvSpPr/>
            <p:nvPr/>
          </p:nvSpPr>
          <p:spPr>
            <a:xfrm flipV="1">
              <a:off x="4871" y="3153"/>
              <a:ext cx="146" cy="153"/>
            </a:xfrm>
            <a:prstGeom prst="line">
              <a:avLst/>
            </a:prstGeom>
            <a:ln w="28575" cap="flat" cmpd="sng">
              <a:solidFill>
                <a:schemeClr val="tx1"/>
              </a:solidFill>
              <a:prstDash val="solid"/>
              <a:round/>
              <a:headEnd type="none" w="med" len="med"/>
              <a:tailEnd type="none" w="med" len="med"/>
            </a:ln>
          </p:spPr>
        </p:sp>
        <p:sp>
          <p:nvSpPr>
            <p:cNvPr id="19500" name="Line 42"/>
            <p:cNvSpPr/>
            <p:nvPr/>
          </p:nvSpPr>
          <p:spPr>
            <a:xfrm flipV="1">
              <a:off x="4634" y="3298"/>
              <a:ext cx="251" cy="7"/>
            </a:xfrm>
            <a:prstGeom prst="line">
              <a:avLst/>
            </a:prstGeom>
            <a:ln w="28575" cap="flat" cmpd="sng">
              <a:solidFill>
                <a:schemeClr val="tx1"/>
              </a:solidFill>
              <a:prstDash val="solid"/>
              <a:round/>
              <a:headEnd type="none" w="med" len="med"/>
              <a:tailEnd type="none" w="med" len="med"/>
            </a:ln>
          </p:spPr>
        </p:sp>
        <p:sp>
          <p:nvSpPr>
            <p:cNvPr id="19501" name="Text Box 43"/>
            <p:cNvSpPr txBox="1"/>
            <p:nvPr/>
          </p:nvSpPr>
          <p:spPr>
            <a:xfrm>
              <a:off x="4546" y="3325"/>
              <a:ext cx="361"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W</a:t>
              </a:r>
              <a:r>
                <a:rPr lang="en-US" altLang="zh-CN" baseline="-25000" dirty="0">
                  <a:latin typeface="Times New Roman" panose="02020603050405020304" pitchFamily="18" charset="0"/>
                  <a:ea typeface="宋体" pitchFamily="2" charset="-122"/>
                </a:rPr>
                <a:t>8</a:t>
              </a:r>
              <a:endParaRPr lang="en-US" altLang="zh-CN" i="1" dirty="0">
                <a:latin typeface="Times New Roman" panose="02020603050405020304" pitchFamily="18" charset="0"/>
                <a:ea typeface="宋体" pitchFamily="2" charset="-122"/>
              </a:endParaRPr>
            </a:p>
          </p:txBody>
        </p:sp>
        <p:sp>
          <p:nvSpPr>
            <p:cNvPr id="19502" name="Line 45"/>
            <p:cNvSpPr/>
            <p:nvPr/>
          </p:nvSpPr>
          <p:spPr>
            <a:xfrm>
              <a:off x="933" y="2651"/>
              <a:ext cx="121" cy="195"/>
            </a:xfrm>
            <a:prstGeom prst="line">
              <a:avLst/>
            </a:prstGeom>
            <a:ln w="28575" cap="flat" cmpd="sng">
              <a:solidFill>
                <a:schemeClr val="tx1"/>
              </a:solidFill>
              <a:prstDash val="solid"/>
              <a:round/>
              <a:headEnd type="none" w="med" len="med"/>
              <a:tailEnd type="none" w="med" len="med"/>
            </a:ln>
          </p:spPr>
        </p:sp>
        <p:sp>
          <p:nvSpPr>
            <p:cNvPr id="19503" name="Line 46"/>
            <p:cNvSpPr/>
            <p:nvPr/>
          </p:nvSpPr>
          <p:spPr>
            <a:xfrm flipV="1">
              <a:off x="1054" y="2821"/>
              <a:ext cx="195" cy="33"/>
            </a:xfrm>
            <a:prstGeom prst="line">
              <a:avLst/>
            </a:prstGeom>
            <a:ln w="28575" cap="flat" cmpd="sng">
              <a:solidFill>
                <a:schemeClr val="tx1"/>
              </a:solidFill>
              <a:prstDash val="solid"/>
              <a:round/>
              <a:headEnd type="none" w="med" len="med"/>
              <a:tailEnd type="none" w="med" len="med"/>
            </a:ln>
          </p:spPr>
        </p:sp>
        <p:sp>
          <p:nvSpPr>
            <p:cNvPr id="19504" name="Line 47"/>
            <p:cNvSpPr/>
            <p:nvPr/>
          </p:nvSpPr>
          <p:spPr>
            <a:xfrm flipH="1">
              <a:off x="957" y="2854"/>
              <a:ext cx="97" cy="203"/>
            </a:xfrm>
            <a:prstGeom prst="line">
              <a:avLst/>
            </a:prstGeom>
            <a:ln w="28575" cap="flat" cmpd="sng">
              <a:solidFill>
                <a:schemeClr val="tx1"/>
              </a:solidFill>
              <a:prstDash val="solid"/>
              <a:round/>
              <a:headEnd type="none" w="med" len="med"/>
              <a:tailEnd type="none" w="med" len="med"/>
            </a:ln>
          </p:spPr>
        </p:sp>
        <p:sp>
          <p:nvSpPr>
            <p:cNvPr id="19505" name="Line 48"/>
            <p:cNvSpPr/>
            <p:nvPr/>
          </p:nvSpPr>
          <p:spPr>
            <a:xfrm>
              <a:off x="1735" y="2684"/>
              <a:ext cx="89" cy="251"/>
            </a:xfrm>
            <a:prstGeom prst="line">
              <a:avLst/>
            </a:prstGeom>
            <a:ln w="28575" cap="flat" cmpd="sng">
              <a:solidFill>
                <a:schemeClr val="tx1"/>
              </a:solidFill>
              <a:prstDash val="solid"/>
              <a:round/>
              <a:headEnd type="none" w="med" len="med"/>
              <a:tailEnd type="none" w="med" len="med"/>
            </a:ln>
          </p:spPr>
        </p:sp>
        <p:sp>
          <p:nvSpPr>
            <p:cNvPr id="19506" name="Line 49"/>
            <p:cNvSpPr/>
            <p:nvPr/>
          </p:nvSpPr>
          <p:spPr>
            <a:xfrm flipV="1">
              <a:off x="1589" y="2927"/>
              <a:ext cx="235" cy="113"/>
            </a:xfrm>
            <a:prstGeom prst="line">
              <a:avLst/>
            </a:prstGeom>
            <a:ln w="28575" cap="flat" cmpd="sng">
              <a:solidFill>
                <a:schemeClr val="tx1"/>
              </a:solidFill>
              <a:prstDash val="solid"/>
              <a:round/>
              <a:headEnd type="none" w="med" len="med"/>
              <a:tailEnd type="none" w="med" len="med"/>
            </a:ln>
          </p:spPr>
        </p:sp>
        <p:sp>
          <p:nvSpPr>
            <p:cNvPr id="19507" name="Line 50"/>
            <p:cNvSpPr/>
            <p:nvPr/>
          </p:nvSpPr>
          <p:spPr>
            <a:xfrm flipV="1">
              <a:off x="2571" y="2886"/>
              <a:ext cx="56" cy="308"/>
            </a:xfrm>
            <a:prstGeom prst="line">
              <a:avLst/>
            </a:prstGeom>
            <a:ln w="28575" cap="flat" cmpd="sng">
              <a:solidFill>
                <a:schemeClr val="tx1"/>
              </a:solidFill>
              <a:prstDash val="solid"/>
              <a:round/>
              <a:headEnd type="none" w="med" len="med"/>
              <a:tailEnd type="none" w="med" len="med"/>
            </a:ln>
          </p:spPr>
        </p:sp>
        <p:sp>
          <p:nvSpPr>
            <p:cNvPr id="19508" name="Line 51"/>
            <p:cNvSpPr/>
            <p:nvPr/>
          </p:nvSpPr>
          <p:spPr>
            <a:xfrm flipH="1" flipV="1">
              <a:off x="2522" y="2635"/>
              <a:ext cx="97" cy="251"/>
            </a:xfrm>
            <a:prstGeom prst="line">
              <a:avLst/>
            </a:prstGeom>
            <a:ln w="28575" cap="flat" cmpd="sng">
              <a:solidFill>
                <a:schemeClr val="tx1"/>
              </a:solidFill>
              <a:prstDash val="solid"/>
              <a:round/>
              <a:headEnd type="none" w="med" len="med"/>
              <a:tailEnd type="none" w="med" len="med"/>
            </a:ln>
          </p:spPr>
        </p:sp>
        <p:sp>
          <p:nvSpPr>
            <p:cNvPr id="19509" name="Line 52"/>
            <p:cNvSpPr/>
            <p:nvPr/>
          </p:nvSpPr>
          <p:spPr>
            <a:xfrm flipV="1">
              <a:off x="2619" y="2692"/>
              <a:ext cx="187" cy="202"/>
            </a:xfrm>
            <a:prstGeom prst="line">
              <a:avLst/>
            </a:prstGeom>
            <a:ln w="28575" cap="flat" cmpd="sng">
              <a:solidFill>
                <a:schemeClr val="tx1"/>
              </a:solidFill>
              <a:prstDash val="solid"/>
              <a:round/>
              <a:headEnd type="none" w="med" len="med"/>
              <a:tailEnd type="none" w="med" len="med"/>
            </a:ln>
          </p:spPr>
        </p:sp>
        <p:sp>
          <p:nvSpPr>
            <p:cNvPr id="19510" name="Line 53"/>
            <p:cNvSpPr/>
            <p:nvPr/>
          </p:nvSpPr>
          <p:spPr>
            <a:xfrm flipV="1">
              <a:off x="1824" y="2846"/>
              <a:ext cx="260" cy="81"/>
            </a:xfrm>
            <a:prstGeom prst="line">
              <a:avLst/>
            </a:prstGeom>
            <a:ln w="28575" cap="flat" cmpd="sng">
              <a:solidFill>
                <a:schemeClr val="tx1"/>
              </a:solidFill>
              <a:prstDash val="solid"/>
              <a:round/>
              <a:headEnd type="none" w="med" len="med"/>
              <a:tailEnd type="none" w="med" len="med"/>
            </a:ln>
          </p:spPr>
        </p:sp>
        <p:sp>
          <p:nvSpPr>
            <p:cNvPr id="19511" name="Line 54"/>
            <p:cNvSpPr/>
            <p:nvPr/>
          </p:nvSpPr>
          <p:spPr>
            <a:xfrm flipH="1" flipV="1">
              <a:off x="3398" y="2984"/>
              <a:ext cx="8" cy="267"/>
            </a:xfrm>
            <a:prstGeom prst="line">
              <a:avLst/>
            </a:prstGeom>
            <a:ln w="28575" cap="flat" cmpd="sng">
              <a:solidFill>
                <a:schemeClr val="tx1"/>
              </a:solidFill>
              <a:prstDash val="solid"/>
              <a:round/>
              <a:headEnd type="none" w="med" len="med"/>
              <a:tailEnd type="none" w="med" len="med"/>
            </a:ln>
          </p:spPr>
        </p:sp>
        <p:sp>
          <p:nvSpPr>
            <p:cNvPr id="19512" name="Line 55"/>
            <p:cNvSpPr/>
            <p:nvPr/>
          </p:nvSpPr>
          <p:spPr>
            <a:xfrm flipV="1">
              <a:off x="3203" y="2967"/>
              <a:ext cx="147" cy="163"/>
            </a:xfrm>
            <a:prstGeom prst="line">
              <a:avLst/>
            </a:prstGeom>
            <a:ln w="28575" cap="flat" cmpd="sng">
              <a:solidFill>
                <a:schemeClr val="tx1"/>
              </a:solidFill>
              <a:prstDash val="solid"/>
              <a:round/>
              <a:headEnd type="none" w="med" len="med"/>
              <a:tailEnd type="none" w="med" len="med"/>
            </a:ln>
          </p:spPr>
        </p:sp>
        <p:sp>
          <p:nvSpPr>
            <p:cNvPr id="19513" name="Line 56"/>
            <p:cNvSpPr/>
            <p:nvPr/>
          </p:nvSpPr>
          <p:spPr>
            <a:xfrm>
              <a:off x="3171" y="2838"/>
              <a:ext cx="178" cy="97"/>
            </a:xfrm>
            <a:prstGeom prst="line">
              <a:avLst/>
            </a:prstGeom>
            <a:ln w="28575" cap="flat" cmpd="sng">
              <a:solidFill>
                <a:schemeClr val="tx1"/>
              </a:solidFill>
              <a:prstDash val="solid"/>
              <a:round/>
              <a:headEnd type="none" w="med" len="med"/>
              <a:tailEnd type="none" w="med" len="med"/>
            </a:ln>
          </p:spPr>
        </p:sp>
        <p:sp>
          <p:nvSpPr>
            <p:cNvPr id="19514" name="Line 57"/>
            <p:cNvSpPr/>
            <p:nvPr/>
          </p:nvSpPr>
          <p:spPr>
            <a:xfrm flipV="1">
              <a:off x="3390" y="2635"/>
              <a:ext cx="8" cy="268"/>
            </a:xfrm>
            <a:prstGeom prst="line">
              <a:avLst/>
            </a:prstGeom>
            <a:ln w="28575" cap="flat" cmpd="sng">
              <a:solidFill>
                <a:schemeClr val="tx1"/>
              </a:solidFill>
              <a:prstDash val="solid"/>
              <a:round/>
              <a:headEnd type="none" w="med" len="med"/>
              <a:tailEnd type="none" w="med" len="med"/>
            </a:ln>
          </p:spPr>
        </p:sp>
        <p:sp>
          <p:nvSpPr>
            <p:cNvPr id="19515" name="Line 58"/>
            <p:cNvSpPr/>
            <p:nvPr/>
          </p:nvSpPr>
          <p:spPr>
            <a:xfrm flipV="1">
              <a:off x="3406" y="2838"/>
              <a:ext cx="194" cy="97"/>
            </a:xfrm>
            <a:prstGeom prst="line">
              <a:avLst/>
            </a:prstGeom>
            <a:ln w="28575" cap="flat" cmpd="sng">
              <a:solidFill>
                <a:schemeClr val="tx1"/>
              </a:solidFill>
              <a:prstDash val="solid"/>
              <a:round/>
              <a:headEnd type="none" w="med" len="med"/>
              <a:tailEnd type="none" w="med" len="med"/>
            </a:ln>
          </p:spPr>
        </p:sp>
        <p:sp>
          <p:nvSpPr>
            <p:cNvPr id="19516" name="Line 59"/>
            <p:cNvSpPr/>
            <p:nvPr/>
          </p:nvSpPr>
          <p:spPr>
            <a:xfrm>
              <a:off x="3414" y="2959"/>
              <a:ext cx="194" cy="138"/>
            </a:xfrm>
            <a:prstGeom prst="line">
              <a:avLst/>
            </a:prstGeom>
            <a:ln w="28575" cap="flat" cmpd="sng">
              <a:solidFill>
                <a:schemeClr val="tx1"/>
              </a:solidFill>
              <a:prstDash val="solid"/>
              <a:round/>
              <a:headEnd type="none" w="med" len="med"/>
              <a:tailEnd type="none" w="med" len="med"/>
            </a:ln>
          </p:spPr>
        </p:sp>
        <p:sp>
          <p:nvSpPr>
            <p:cNvPr id="19517" name="Line 60"/>
            <p:cNvSpPr/>
            <p:nvPr/>
          </p:nvSpPr>
          <p:spPr>
            <a:xfrm flipH="1">
              <a:off x="4046" y="2967"/>
              <a:ext cx="57" cy="373"/>
            </a:xfrm>
            <a:prstGeom prst="line">
              <a:avLst/>
            </a:prstGeom>
            <a:ln w="28575" cap="flat" cmpd="sng">
              <a:solidFill>
                <a:schemeClr val="tx1"/>
              </a:solidFill>
              <a:prstDash val="solid"/>
              <a:round/>
              <a:headEnd type="none" w="med" len="med"/>
              <a:tailEnd type="none" w="med" len="med"/>
            </a:ln>
          </p:spPr>
        </p:sp>
        <p:sp>
          <p:nvSpPr>
            <p:cNvPr id="19518" name="Line 61"/>
            <p:cNvSpPr/>
            <p:nvPr/>
          </p:nvSpPr>
          <p:spPr>
            <a:xfrm flipV="1">
              <a:off x="3949" y="2968"/>
              <a:ext cx="122" cy="162"/>
            </a:xfrm>
            <a:prstGeom prst="line">
              <a:avLst/>
            </a:prstGeom>
            <a:ln w="28575" cap="flat" cmpd="sng">
              <a:solidFill>
                <a:schemeClr val="tx1"/>
              </a:solidFill>
              <a:prstDash val="solid"/>
              <a:round/>
              <a:headEnd type="none" w="med" len="med"/>
              <a:tailEnd type="none" w="med" len="med"/>
            </a:ln>
          </p:spPr>
        </p:sp>
        <p:sp>
          <p:nvSpPr>
            <p:cNvPr id="19519" name="Line 62"/>
            <p:cNvSpPr/>
            <p:nvPr/>
          </p:nvSpPr>
          <p:spPr>
            <a:xfrm>
              <a:off x="3876" y="2878"/>
              <a:ext cx="178" cy="49"/>
            </a:xfrm>
            <a:prstGeom prst="line">
              <a:avLst/>
            </a:prstGeom>
            <a:ln w="28575" cap="flat" cmpd="sng">
              <a:solidFill>
                <a:schemeClr val="tx1"/>
              </a:solidFill>
              <a:prstDash val="solid"/>
              <a:round/>
              <a:headEnd type="none" w="med" len="med"/>
              <a:tailEnd type="none" w="med" len="med"/>
            </a:ln>
          </p:spPr>
        </p:sp>
        <p:sp>
          <p:nvSpPr>
            <p:cNvPr id="19520" name="Line 63"/>
            <p:cNvSpPr/>
            <p:nvPr/>
          </p:nvSpPr>
          <p:spPr>
            <a:xfrm>
              <a:off x="4071" y="2667"/>
              <a:ext cx="16" cy="236"/>
            </a:xfrm>
            <a:prstGeom prst="line">
              <a:avLst/>
            </a:prstGeom>
            <a:ln w="28575" cap="flat" cmpd="sng">
              <a:solidFill>
                <a:schemeClr val="tx1"/>
              </a:solidFill>
              <a:prstDash val="solid"/>
              <a:round/>
              <a:headEnd type="none" w="med" len="med"/>
              <a:tailEnd type="none" w="med" len="med"/>
            </a:ln>
          </p:spPr>
        </p:sp>
        <p:sp>
          <p:nvSpPr>
            <p:cNvPr id="19521" name="Line 64"/>
            <p:cNvSpPr/>
            <p:nvPr/>
          </p:nvSpPr>
          <p:spPr>
            <a:xfrm flipV="1">
              <a:off x="4135" y="2781"/>
              <a:ext cx="106" cy="130"/>
            </a:xfrm>
            <a:prstGeom prst="line">
              <a:avLst/>
            </a:prstGeom>
            <a:ln w="28575" cap="flat" cmpd="sng">
              <a:solidFill>
                <a:schemeClr val="tx1"/>
              </a:solidFill>
              <a:prstDash val="solid"/>
              <a:round/>
              <a:headEnd type="none" w="med" len="med"/>
              <a:tailEnd type="none" w="med" len="med"/>
            </a:ln>
          </p:spPr>
        </p:sp>
        <p:sp>
          <p:nvSpPr>
            <p:cNvPr id="19522" name="Line 65"/>
            <p:cNvSpPr/>
            <p:nvPr/>
          </p:nvSpPr>
          <p:spPr>
            <a:xfrm>
              <a:off x="4143" y="2951"/>
              <a:ext cx="130" cy="73"/>
            </a:xfrm>
            <a:prstGeom prst="line">
              <a:avLst/>
            </a:prstGeom>
            <a:ln w="28575" cap="flat" cmpd="sng">
              <a:solidFill>
                <a:schemeClr val="tx1"/>
              </a:solidFill>
              <a:prstDash val="solid"/>
              <a:round/>
              <a:headEnd type="none" w="med" len="med"/>
              <a:tailEnd type="none" w="med" len="med"/>
            </a:ln>
          </p:spPr>
        </p:sp>
        <p:sp>
          <p:nvSpPr>
            <p:cNvPr id="19523" name="Line 66"/>
            <p:cNvSpPr/>
            <p:nvPr/>
          </p:nvSpPr>
          <p:spPr>
            <a:xfrm flipH="1" flipV="1">
              <a:off x="4127" y="2967"/>
              <a:ext cx="82" cy="268"/>
            </a:xfrm>
            <a:prstGeom prst="line">
              <a:avLst/>
            </a:prstGeom>
            <a:ln w="28575" cap="flat" cmpd="sng">
              <a:solidFill>
                <a:schemeClr val="tx1"/>
              </a:solidFill>
              <a:prstDash val="solid"/>
              <a:round/>
              <a:headEnd type="none" w="med" len="med"/>
              <a:tailEnd type="none" w="med" len="med"/>
            </a:ln>
          </p:spPr>
        </p:sp>
        <p:sp>
          <p:nvSpPr>
            <p:cNvPr id="19524" name="Line 67"/>
            <p:cNvSpPr/>
            <p:nvPr/>
          </p:nvSpPr>
          <p:spPr>
            <a:xfrm flipV="1">
              <a:off x="4630" y="3015"/>
              <a:ext cx="114" cy="317"/>
            </a:xfrm>
            <a:prstGeom prst="line">
              <a:avLst/>
            </a:prstGeom>
            <a:ln w="28575" cap="flat" cmpd="sng">
              <a:solidFill>
                <a:schemeClr val="tx1"/>
              </a:solidFill>
              <a:prstDash val="solid"/>
              <a:round/>
              <a:headEnd type="none" w="med" len="med"/>
              <a:tailEnd type="none" w="med" len="med"/>
            </a:ln>
          </p:spPr>
        </p:sp>
        <p:sp>
          <p:nvSpPr>
            <p:cNvPr id="19525" name="Line 68"/>
            <p:cNvSpPr/>
            <p:nvPr/>
          </p:nvSpPr>
          <p:spPr>
            <a:xfrm flipV="1">
              <a:off x="4541" y="2999"/>
              <a:ext cx="170" cy="114"/>
            </a:xfrm>
            <a:prstGeom prst="line">
              <a:avLst/>
            </a:prstGeom>
            <a:ln w="28575" cap="flat" cmpd="sng">
              <a:solidFill>
                <a:schemeClr val="tx1"/>
              </a:solidFill>
              <a:prstDash val="solid"/>
              <a:round/>
              <a:headEnd type="none" w="med" len="med"/>
              <a:tailEnd type="none" w="med" len="med"/>
            </a:ln>
          </p:spPr>
        </p:sp>
        <p:sp>
          <p:nvSpPr>
            <p:cNvPr id="19526" name="Line 69"/>
            <p:cNvSpPr/>
            <p:nvPr/>
          </p:nvSpPr>
          <p:spPr>
            <a:xfrm>
              <a:off x="4476" y="2862"/>
              <a:ext cx="260" cy="105"/>
            </a:xfrm>
            <a:prstGeom prst="line">
              <a:avLst/>
            </a:prstGeom>
            <a:ln w="28575" cap="flat" cmpd="sng">
              <a:solidFill>
                <a:schemeClr val="tx1"/>
              </a:solidFill>
              <a:prstDash val="solid"/>
              <a:round/>
              <a:headEnd type="none" w="med" len="med"/>
              <a:tailEnd type="none" w="med" len="med"/>
            </a:ln>
          </p:spPr>
        </p:sp>
        <p:sp>
          <p:nvSpPr>
            <p:cNvPr id="19527" name="Line 70"/>
            <p:cNvSpPr/>
            <p:nvPr/>
          </p:nvSpPr>
          <p:spPr>
            <a:xfrm>
              <a:off x="4671" y="2667"/>
              <a:ext cx="65" cy="276"/>
            </a:xfrm>
            <a:prstGeom prst="line">
              <a:avLst/>
            </a:prstGeom>
            <a:ln w="28575" cap="flat" cmpd="sng">
              <a:solidFill>
                <a:schemeClr val="tx1"/>
              </a:solidFill>
              <a:prstDash val="solid"/>
              <a:round/>
              <a:headEnd type="none" w="med" len="med"/>
              <a:tailEnd type="none" w="med" len="med"/>
            </a:ln>
          </p:spPr>
        </p:sp>
        <p:sp>
          <p:nvSpPr>
            <p:cNvPr id="19528" name="Line 71"/>
            <p:cNvSpPr/>
            <p:nvPr/>
          </p:nvSpPr>
          <p:spPr>
            <a:xfrm flipH="1">
              <a:off x="4776" y="2708"/>
              <a:ext cx="122" cy="243"/>
            </a:xfrm>
            <a:prstGeom prst="line">
              <a:avLst/>
            </a:prstGeom>
            <a:ln w="28575" cap="flat" cmpd="sng">
              <a:solidFill>
                <a:schemeClr val="tx1"/>
              </a:solidFill>
              <a:prstDash val="solid"/>
              <a:round/>
              <a:headEnd type="none" w="med" len="med"/>
              <a:tailEnd type="none" w="med" len="med"/>
            </a:ln>
          </p:spPr>
        </p:sp>
        <p:sp>
          <p:nvSpPr>
            <p:cNvPr id="19529" name="Line 72"/>
            <p:cNvSpPr/>
            <p:nvPr/>
          </p:nvSpPr>
          <p:spPr>
            <a:xfrm flipH="1">
              <a:off x="4808" y="2894"/>
              <a:ext cx="228" cy="65"/>
            </a:xfrm>
            <a:prstGeom prst="line">
              <a:avLst/>
            </a:prstGeom>
            <a:ln w="28575" cap="flat" cmpd="sng">
              <a:solidFill>
                <a:schemeClr val="tx1"/>
              </a:solidFill>
              <a:prstDash val="solid"/>
              <a:round/>
              <a:headEnd type="none" w="med" len="med"/>
              <a:tailEnd type="none" w="med" len="med"/>
            </a:ln>
          </p:spPr>
        </p:sp>
        <p:sp>
          <p:nvSpPr>
            <p:cNvPr id="19530" name="Line 73"/>
            <p:cNvSpPr/>
            <p:nvPr/>
          </p:nvSpPr>
          <p:spPr>
            <a:xfrm flipH="1" flipV="1">
              <a:off x="4792" y="2983"/>
              <a:ext cx="252" cy="147"/>
            </a:xfrm>
            <a:prstGeom prst="line">
              <a:avLst/>
            </a:prstGeom>
            <a:ln w="28575" cap="flat" cmpd="sng">
              <a:solidFill>
                <a:schemeClr val="tx1"/>
              </a:solidFill>
              <a:prstDash val="solid"/>
              <a:round/>
              <a:headEnd type="none" w="med" len="med"/>
              <a:tailEnd type="none" w="med" len="med"/>
            </a:ln>
          </p:spPr>
        </p:sp>
        <p:sp>
          <p:nvSpPr>
            <p:cNvPr id="19531" name="Line 74"/>
            <p:cNvSpPr/>
            <p:nvPr/>
          </p:nvSpPr>
          <p:spPr>
            <a:xfrm flipH="1" flipV="1">
              <a:off x="4776" y="3023"/>
              <a:ext cx="114" cy="285"/>
            </a:xfrm>
            <a:prstGeom prst="line">
              <a:avLst/>
            </a:prstGeom>
            <a:ln w="28575" cap="flat" cmpd="sng">
              <a:solidFill>
                <a:schemeClr val="tx1"/>
              </a:solidFill>
              <a:prstDash val="solid"/>
              <a:round/>
              <a:headEnd type="none" w="med" len="med"/>
              <a:tailEnd type="none" w="med" len="med"/>
            </a:ln>
          </p:spPr>
        </p:sp>
        <p:sp>
          <p:nvSpPr>
            <p:cNvPr id="19532" name="Oval 75"/>
            <p:cNvSpPr/>
            <p:nvPr/>
          </p:nvSpPr>
          <p:spPr>
            <a:xfrm>
              <a:off x="888" y="261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33" name="Oval 76"/>
            <p:cNvSpPr/>
            <p:nvPr/>
          </p:nvSpPr>
          <p:spPr>
            <a:xfrm>
              <a:off x="1210" y="277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34" name="Oval 77"/>
            <p:cNvSpPr/>
            <p:nvPr/>
          </p:nvSpPr>
          <p:spPr>
            <a:xfrm>
              <a:off x="916" y="300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35" name="Oval 78"/>
            <p:cNvSpPr/>
            <p:nvPr/>
          </p:nvSpPr>
          <p:spPr>
            <a:xfrm>
              <a:off x="1006" y="2810"/>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36" name="Oval 79"/>
            <p:cNvSpPr/>
            <p:nvPr/>
          </p:nvSpPr>
          <p:spPr>
            <a:xfrm>
              <a:off x="1701" y="265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anchor="ctr" anchorCtr="0">
              <a:spAutoFit/>
            </a:bodyPr>
            <a:p>
              <a:pPr eaLnBrk="0" hangingPunct="0"/>
              <a:endParaRPr lang="zh-CN" altLang="en-US" dirty="0">
                <a:latin typeface="Tahoma" panose="020B0604030504040204" pitchFamily="34" charset="0"/>
                <a:ea typeface="宋体" pitchFamily="2" charset="-122"/>
              </a:endParaRPr>
            </a:p>
          </p:txBody>
        </p:sp>
        <p:sp>
          <p:nvSpPr>
            <p:cNvPr id="19537" name="Oval 80"/>
            <p:cNvSpPr/>
            <p:nvPr/>
          </p:nvSpPr>
          <p:spPr>
            <a:xfrm>
              <a:off x="2033" y="279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anchor="ctr" anchorCtr="0">
              <a:spAutoFit/>
            </a:bodyPr>
            <a:p>
              <a:pPr eaLnBrk="0" hangingPunct="0"/>
              <a:endParaRPr lang="zh-CN" altLang="en-US" dirty="0">
                <a:latin typeface="Tahoma" panose="020B0604030504040204" pitchFamily="34" charset="0"/>
                <a:ea typeface="宋体" pitchFamily="2" charset="-122"/>
              </a:endParaRPr>
            </a:p>
          </p:txBody>
        </p:sp>
        <p:sp>
          <p:nvSpPr>
            <p:cNvPr id="19538" name="Oval 81"/>
            <p:cNvSpPr/>
            <p:nvPr/>
          </p:nvSpPr>
          <p:spPr>
            <a:xfrm>
              <a:off x="1545" y="299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39" name="Oval 82"/>
            <p:cNvSpPr/>
            <p:nvPr/>
          </p:nvSpPr>
          <p:spPr>
            <a:xfrm>
              <a:off x="2483" y="259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0" name="Oval 83"/>
            <p:cNvSpPr/>
            <p:nvPr/>
          </p:nvSpPr>
          <p:spPr>
            <a:xfrm>
              <a:off x="2536" y="3142"/>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1" name="Oval 84"/>
            <p:cNvSpPr/>
            <p:nvPr/>
          </p:nvSpPr>
          <p:spPr>
            <a:xfrm>
              <a:off x="2769" y="2652"/>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2" name="Line 85"/>
            <p:cNvSpPr/>
            <p:nvPr/>
          </p:nvSpPr>
          <p:spPr>
            <a:xfrm flipV="1">
              <a:off x="2376" y="2894"/>
              <a:ext cx="243" cy="73"/>
            </a:xfrm>
            <a:prstGeom prst="line">
              <a:avLst/>
            </a:prstGeom>
            <a:ln w="28575" cap="flat" cmpd="sng">
              <a:solidFill>
                <a:schemeClr val="tx1"/>
              </a:solidFill>
              <a:prstDash val="solid"/>
              <a:round/>
              <a:headEnd type="none" w="med" len="med"/>
              <a:tailEnd type="none" w="med" len="med"/>
            </a:ln>
          </p:spPr>
        </p:sp>
        <p:sp>
          <p:nvSpPr>
            <p:cNvPr id="19543" name="Line 86"/>
            <p:cNvSpPr/>
            <p:nvPr/>
          </p:nvSpPr>
          <p:spPr>
            <a:xfrm>
              <a:off x="2627" y="2886"/>
              <a:ext cx="252" cy="114"/>
            </a:xfrm>
            <a:prstGeom prst="line">
              <a:avLst/>
            </a:prstGeom>
            <a:ln w="28575" cap="flat" cmpd="sng">
              <a:solidFill>
                <a:schemeClr val="tx1"/>
              </a:solidFill>
              <a:prstDash val="solid"/>
              <a:round/>
              <a:headEnd type="none" w="med" len="med"/>
              <a:tailEnd type="none" w="med" len="med"/>
            </a:ln>
          </p:spPr>
        </p:sp>
        <p:sp>
          <p:nvSpPr>
            <p:cNvPr id="19544" name="Oval 87"/>
            <p:cNvSpPr/>
            <p:nvPr/>
          </p:nvSpPr>
          <p:spPr>
            <a:xfrm>
              <a:off x="2343" y="292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5" name="Oval 88"/>
            <p:cNvSpPr/>
            <p:nvPr/>
          </p:nvSpPr>
          <p:spPr>
            <a:xfrm>
              <a:off x="2577" y="284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6" name="Oval 89"/>
            <p:cNvSpPr/>
            <p:nvPr/>
          </p:nvSpPr>
          <p:spPr>
            <a:xfrm>
              <a:off x="2827" y="2946"/>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7" name="Oval 90"/>
            <p:cNvSpPr/>
            <p:nvPr/>
          </p:nvSpPr>
          <p:spPr>
            <a:xfrm>
              <a:off x="3174" y="307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8" name="Oval 91"/>
            <p:cNvSpPr/>
            <p:nvPr/>
          </p:nvSpPr>
          <p:spPr>
            <a:xfrm>
              <a:off x="3125" y="279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49" name="Oval 92"/>
            <p:cNvSpPr/>
            <p:nvPr/>
          </p:nvSpPr>
          <p:spPr>
            <a:xfrm>
              <a:off x="3351" y="260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0" name="Oval 93"/>
            <p:cNvSpPr/>
            <p:nvPr/>
          </p:nvSpPr>
          <p:spPr>
            <a:xfrm>
              <a:off x="3561" y="278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1" name="Oval 94"/>
            <p:cNvSpPr/>
            <p:nvPr/>
          </p:nvSpPr>
          <p:spPr>
            <a:xfrm>
              <a:off x="3559" y="305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2" name="Oval 95"/>
            <p:cNvSpPr/>
            <p:nvPr/>
          </p:nvSpPr>
          <p:spPr>
            <a:xfrm>
              <a:off x="3372" y="320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3" name="Oval 96"/>
            <p:cNvSpPr/>
            <p:nvPr/>
          </p:nvSpPr>
          <p:spPr>
            <a:xfrm>
              <a:off x="3337" y="290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4" name="Oval 97"/>
            <p:cNvSpPr/>
            <p:nvPr/>
          </p:nvSpPr>
          <p:spPr>
            <a:xfrm>
              <a:off x="3840" y="282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5" name="Oval 98"/>
            <p:cNvSpPr/>
            <p:nvPr/>
          </p:nvSpPr>
          <p:spPr>
            <a:xfrm>
              <a:off x="4025" y="262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6" name="Oval 99"/>
            <p:cNvSpPr/>
            <p:nvPr/>
          </p:nvSpPr>
          <p:spPr>
            <a:xfrm>
              <a:off x="4195" y="274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7" name="Oval 100"/>
            <p:cNvSpPr/>
            <p:nvPr/>
          </p:nvSpPr>
          <p:spPr>
            <a:xfrm>
              <a:off x="4225" y="297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8" name="Oval 101"/>
            <p:cNvSpPr/>
            <p:nvPr/>
          </p:nvSpPr>
          <p:spPr>
            <a:xfrm>
              <a:off x="4160" y="318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59" name="Oval 102"/>
            <p:cNvSpPr/>
            <p:nvPr/>
          </p:nvSpPr>
          <p:spPr>
            <a:xfrm>
              <a:off x="3899" y="307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0" name="Oval 103"/>
            <p:cNvSpPr/>
            <p:nvPr/>
          </p:nvSpPr>
          <p:spPr>
            <a:xfrm>
              <a:off x="4003" y="327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1" name="Oval 104"/>
            <p:cNvSpPr/>
            <p:nvPr/>
          </p:nvSpPr>
          <p:spPr>
            <a:xfrm>
              <a:off x="4050" y="289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2" name="Oval 105"/>
            <p:cNvSpPr/>
            <p:nvPr/>
          </p:nvSpPr>
          <p:spPr>
            <a:xfrm>
              <a:off x="4439" y="281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3" name="Oval 106"/>
            <p:cNvSpPr/>
            <p:nvPr/>
          </p:nvSpPr>
          <p:spPr>
            <a:xfrm>
              <a:off x="4624" y="261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4" name="Oval 107"/>
            <p:cNvSpPr/>
            <p:nvPr/>
          </p:nvSpPr>
          <p:spPr>
            <a:xfrm>
              <a:off x="4859" y="266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5" name="Oval 108"/>
            <p:cNvSpPr/>
            <p:nvPr/>
          </p:nvSpPr>
          <p:spPr>
            <a:xfrm>
              <a:off x="4987" y="284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anchor="ctr" anchorCtr="0">
              <a:spAutoFit/>
            </a:bodyPr>
            <a:p>
              <a:pPr eaLnBrk="0" hangingPunct="0"/>
              <a:endParaRPr lang="zh-CN" altLang="en-US" dirty="0">
                <a:latin typeface="Tahoma" panose="020B0604030504040204" pitchFamily="34" charset="0"/>
                <a:ea typeface="宋体" pitchFamily="2" charset="-122"/>
              </a:endParaRPr>
            </a:p>
          </p:txBody>
        </p:sp>
        <p:sp>
          <p:nvSpPr>
            <p:cNvPr id="19566" name="Oval 109"/>
            <p:cNvSpPr/>
            <p:nvPr/>
          </p:nvSpPr>
          <p:spPr>
            <a:xfrm>
              <a:off x="4840" y="326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anchor="ctr" anchorCtr="0">
              <a:spAutoFit/>
            </a:bodyPr>
            <a:p>
              <a:pPr eaLnBrk="0" hangingPunct="0"/>
              <a:endParaRPr lang="zh-CN" altLang="en-US" dirty="0">
                <a:latin typeface="Tahoma" panose="020B0604030504040204" pitchFamily="34" charset="0"/>
                <a:ea typeface="宋体" pitchFamily="2" charset="-122"/>
              </a:endParaRPr>
            </a:p>
          </p:txBody>
        </p:sp>
        <p:sp>
          <p:nvSpPr>
            <p:cNvPr id="19567" name="Oval 110"/>
            <p:cNvSpPr/>
            <p:nvPr/>
          </p:nvSpPr>
          <p:spPr>
            <a:xfrm>
              <a:off x="4498" y="306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8" name="Oval 111"/>
            <p:cNvSpPr/>
            <p:nvPr/>
          </p:nvSpPr>
          <p:spPr>
            <a:xfrm>
              <a:off x="4602" y="3262"/>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19569" name="Oval 112"/>
            <p:cNvSpPr/>
            <p:nvPr/>
          </p:nvSpPr>
          <p:spPr>
            <a:xfrm>
              <a:off x="4985" y="3086"/>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anchor="ctr" anchorCtr="0">
              <a:spAutoFit/>
            </a:bodyPr>
            <a:p>
              <a:pPr eaLnBrk="0" hangingPunct="0"/>
              <a:endParaRPr lang="zh-CN" altLang="en-US" dirty="0">
                <a:latin typeface="Tahoma" panose="020B0604030504040204" pitchFamily="34" charset="0"/>
                <a:ea typeface="宋体" pitchFamily="2" charset="-122"/>
              </a:endParaRPr>
            </a:p>
          </p:txBody>
        </p:sp>
        <p:sp>
          <p:nvSpPr>
            <p:cNvPr id="19570" name="Oval 113"/>
            <p:cNvSpPr/>
            <p:nvPr/>
          </p:nvSpPr>
          <p:spPr>
            <a:xfrm>
              <a:off x="4706" y="293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anchor="ctr" anchorCtr="0">
              <a:spAutoFit/>
            </a:bodyPr>
            <a:p>
              <a:pPr eaLnBrk="0" hangingPunct="0"/>
              <a:endParaRPr lang="zh-CN" altLang="en-US" dirty="0">
                <a:latin typeface="Tahoma" panose="020B0604030504040204" pitchFamily="34" charset="0"/>
                <a:ea typeface="宋体" pitchFamily="2" charset="-122"/>
              </a:endParaRPr>
            </a:p>
          </p:txBody>
        </p:sp>
        <p:sp>
          <p:nvSpPr>
            <p:cNvPr id="19571" name="Line 114"/>
            <p:cNvSpPr/>
            <p:nvPr/>
          </p:nvSpPr>
          <p:spPr>
            <a:xfrm>
              <a:off x="1847" y="2934"/>
              <a:ext cx="89" cy="251"/>
            </a:xfrm>
            <a:prstGeom prst="line">
              <a:avLst/>
            </a:prstGeom>
            <a:ln w="28575" cap="flat" cmpd="sng">
              <a:solidFill>
                <a:schemeClr val="tx1"/>
              </a:solidFill>
              <a:prstDash val="solid"/>
              <a:round/>
              <a:headEnd type="none" w="med" len="med"/>
              <a:tailEnd type="none" w="med" len="med"/>
            </a:ln>
          </p:spPr>
        </p:sp>
        <p:sp>
          <p:nvSpPr>
            <p:cNvPr id="19572" name="Oval 115"/>
            <p:cNvSpPr/>
            <p:nvPr/>
          </p:nvSpPr>
          <p:spPr>
            <a:xfrm>
              <a:off x="1908" y="312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anchor="ctr" anchorCtr="0">
              <a:spAutoFit/>
            </a:bodyPr>
            <a:p>
              <a:pPr eaLnBrk="0" hangingPunct="0"/>
              <a:endParaRPr lang="zh-CN" altLang="en-US" dirty="0">
                <a:latin typeface="Tahoma" panose="020B0604030504040204" pitchFamily="34" charset="0"/>
                <a:ea typeface="宋体" pitchFamily="2" charset="-122"/>
              </a:endParaRPr>
            </a:p>
          </p:txBody>
        </p:sp>
        <p:sp>
          <p:nvSpPr>
            <p:cNvPr id="19573" name="Oval 116"/>
            <p:cNvSpPr/>
            <p:nvPr/>
          </p:nvSpPr>
          <p:spPr>
            <a:xfrm>
              <a:off x="1783" y="2890"/>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0482" name="Rectangle 2"/>
          <p:cNvSpPr>
            <a:spLocks noGrp="1"/>
          </p:cNvSpPr>
          <p:nvPr>
            <p:ph type="title"/>
          </p:nvPr>
        </p:nvSpPr>
        <p:spPr/>
        <p:txBody>
          <a:bodyPr vert="horz" wrap="square" lIns="91440" tIns="45720" rIns="91440" bIns="45720" anchor="b" anchorCtr="0"/>
          <a:p>
            <a:pPr eaLnBrk="1" hangingPunct="1"/>
            <a:r>
              <a:rPr lang="en-US" altLang="zh-CN" i="1" dirty="0"/>
              <a:t>n</a:t>
            </a:r>
            <a:r>
              <a:rPr lang="en-US" altLang="zh-CN" dirty="0"/>
              <a:t>-cubes (hypercubes)</a:t>
            </a:r>
            <a:endParaRPr lang="en-US" altLang="zh-CN" dirty="0"/>
          </a:p>
        </p:txBody>
      </p:sp>
      <p:sp>
        <p:nvSpPr>
          <p:cNvPr id="20483" name="Rectangle 3"/>
          <p:cNvSpPr>
            <a:spLocks noGrp="1"/>
          </p:cNvSpPr>
          <p:nvPr>
            <p:ph idx="1"/>
          </p:nvPr>
        </p:nvSpPr>
        <p:spPr/>
        <p:txBody>
          <a:bodyPr vert="horz" wrap="square" lIns="91440" tIns="45720" rIns="91440" bIns="45720" anchor="t" anchorCtr="0"/>
          <a:p>
            <a:pPr eaLnBrk="1" hangingPunct="1"/>
            <a:r>
              <a:rPr lang="en-US" altLang="zh-CN" dirty="0"/>
              <a:t>For any </a:t>
            </a:r>
            <a:r>
              <a:rPr lang="en-US" altLang="zh-CN" i="1" dirty="0">
                <a:solidFill>
                  <a:srgbClr val="FF0000"/>
                </a:solidFill>
              </a:rPr>
              <a:t>n</a:t>
            </a:r>
            <a:r>
              <a:rPr lang="en-US" altLang="zh-CN" dirty="0">
                <a:solidFill>
                  <a:srgbClr val="FF0000"/>
                </a:solidFill>
                <a:sym typeface="Symbol" pitchFamily="18" charset="2"/>
              </a:rPr>
              <a:t></a:t>
            </a:r>
            <a:r>
              <a:rPr lang="en-US" altLang="zh-CN" b="1" dirty="0">
                <a:solidFill>
                  <a:srgbClr val="FF0000"/>
                </a:solidFill>
                <a:sym typeface="Symbol" pitchFamily="18" charset="2"/>
              </a:rPr>
              <a:t>N</a:t>
            </a:r>
            <a:r>
              <a:rPr lang="en-US" altLang="zh-CN" dirty="0"/>
              <a:t>, the hypercube Q</a:t>
            </a:r>
            <a:r>
              <a:rPr lang="en-US" altLang="zh-CN" i="1" baseline="-25000" dirty="0"/>
              <a:t>n</a:t>
            </a:r>
            <a:r>
              <a:rPr lang="en-US" altLang="zh-CN" dirty="0"/>
              <a:t> is a simple graph consisting of two copies of Q</a:t>
            </a:r>
            <a:r>
              <a:rPr lang="en-US" altLang="zh-CN" i="1" baseline="-25000" dirty="0"/>
              <a:t>n</a:t>
            </a:r>
            <a:r>
              <a:rPr lang="en-US" altLang="zh-CN" baseline="-25000" dirty="0"/>
              <a:t>-1</a:t>
            </a:r>
            <a:r>
              <a:rPr lang="en-US" altLang="zh-CN" dirty="0"/>
              <a:t> connected together at corresponding nodes.  Q</a:t>
            </a:r>
            <a:r>
              <a:rPr lang="en-US" altLang="zh-CN" baseline="-25000" dirty="0"/>
              <a:t>0</a:t>
            </a:r>
            <a:r>
              <a:rPr lang="en-US" altLang="zh-CN" dirty="0"/>
              <a:t> has 1 node.</a:t>
            </a:r>
            <a:endParaRPr lang="en-US" altLang="zh-CN" dirty="0"/>
          </a:p>
        </p:txBody>
      </p:sp>
      <p:grpSp>
        <p:nvGrpSpPr>
          <p:cNvPr id="20484" name="Group 90"/>
          <p:cNvGrpSpPr/>
          <p:nvPr/>
        </p:nvGrpSpPr>
        <p:grpSpPr>
          <a:xfrm>
            <a:off x="1908175" y="3575050"/>
            <a:ext cx="5095875" cy="1562100"/>
            <a:chOff x="709" y="2439"/>
            <a:chExt cx="3210" cy="984"/>
          </a:xfrm>
        </p:grpSpPr>
        <p:sp>
          <p:nvSpPr>
            <p:cNvPr id="20485" name="Oval 4"/>
            <p:cNvSpPr/>
            <p:nvPr/>
          </p:nvSpPr>
          <p:spPr>
            <a:xfrm>
              <a:off x="832" y="277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86" name="Oval 5"/>
            <p:cNvSpPr/>
            <p:nvPr/>
          </p:nvSpPr>
          <p:spPr>
            <a:xfrm>
              <a:off x="1081" y="265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87" name="Oval 6"/>
            <p:cNvSpPr/>
            <p:nvPr/>
          </p:nvSpPr>
          <p:spPr>
            <a:xfrm>
              <a:off x="1088" y="295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88" name="Oval 7"/>
            <p:cNvSpPr/>
            <p:nvPr/>
          </p:nvSpPr>
          <p:spPr>
            <a:xfrm>
              <a:off x="1387" y="2664"/>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89" name="Oval 8"/>
            <p:cNvSpPr/>
            <p:nvPr/>
          </p:nvSpPr>
          <p:spPr>
            <a:xfrm>
              <a:off x="1385" y="296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0" name="Oval 9"/>
            <p:cNvSpPr/>
            <p:nvPr/>
          </p:nvSpPr>
          <p:spPr>
            <a:xfrm>
              <a:off x="1668" y="266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1" name="Oval 10"/>
            <p:cNvSpPr/>
            <p:nvPr/>
          </p:nvSpPr>
          <p:spPr>
            <a:xfrm>
              <a:off x="1675" y="295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2" name="Oval 11"/>
            <p:cNvSpPr/>
            <p:nvPr/>
          </p:nvSpPr>
          <p:spPr>
            <a:xfrm>
              <a:off x="2006" y="264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3" name="Oval 12"/>
            <p:cNvSpPr/>
            <p:nvPr/>
          </p:nvSpPr>
          <p:spPr>
            <a:xfrm>
              <a:off x="2020" y="295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4" name="Oval 13"/>
            <p:cNvSpPr/>
            <p:nvPr/>
          </p:nvSpPr>
          <p:spPr>
            <a:xfrm>
              <a:off x="2303" y="2656"/>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5" name="Oval 14"/>
            <p:cNvSpPr/>
            <p:nvPr/>
          </p:nvSpPr>
          <p:spPr>
            <a:xfrm>
              <a:off x="2303" y="296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6" name="Oval 15"/>
            <p:cNvSpPr/>
            <p:nvPr/>
          </p:nvSpPr>
          <p:spPr>
            <a:xfrm>
              <a:off x="2179" y="275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7" name="Oval 16"/>
            <p:cNvSpPr/>
            <p:nvPr/>
          </p:nvSpPr>
          <p:spPr>
            <a:xfrm>
              <a:off x="2486" y="274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8" name="Oval 17"/>
            <p:cNvSpPr/>
            <p:nvPr/>
          </p:nvSpPr>
          <p:spPr>
            <a:xfrm>
              <a:off x="2201" y="3080"/>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499" name="Oval 18"/>
            <p:cNvSpPr/>
            <p:nvPr/>
          </p:nvSpPr>
          <p:spPr>
            <a:xfrm>
              <a:off x="2475" y="305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0" name="Oval 19"/>
            <p:cNvSpPr/>
            <p:nvPr/>
          </p:nvSpPr>
          <p:spPr>
            <a:xfrm>
              <a:off x="2735" y="258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1" name="Oval 20"/>
            <p:cNvSpPr/>
            <p:nvPr/>
          </p:nvSpPr>
          <p:spPr>
            <a:xfrm>
              <a:off x="2749" y="289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2" name="Oval 21"/>
            <p:cNvSpPr/>
            <p:nvPr/>
          </p:nvSpPr>
          <p:spPr>
            <a:xfrm>
              <a:off x="3032" y="2598"/>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3" name="Oval 22"/>
            <p:cNvSpPr/>
            <p:nvPr/>
          </p:nvSpPr>
          <p:spPr>
            <a:xfrm>
              <a:off x="3032" y="290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4" name="Oval 23"/>
            <p:cNvSpPr/>
            <p:nvPr/>
          </p:nvSpPr>
          <p:spPr>
            <a:xfrm>
              <a:off x="2908" y="270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5" name="Oval 24"/>
            <p:cNvSpPr/>
            <p:nvPr/>
          </p:nvSpPr>
          <p:spPr>
            <a:xfrm>
              <a:off x="3215" y="269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6" name="Oval 25"/>
            <p:cNvSpPr/>
            <p:nvPr/>
          </p:nvSpPr>
          <p:spPr>
            <a:xfrm>
              <a:off x="2930" y="3022"/>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7" name="Oval 26"/>
            <p:cNvSpPr/>
            <p:nvPr/>
          </p:nvSpPr>
          <p:spPr>
            <a:xfrm>
              <a:off x="3204" y="2997"/>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8" name="Oval 27"/>
            <p:cNvSpPr/>
            <p:nvPr/>
          </p:nvSpPr>
          <p:spPr>
            <a:xfrm>
              <a:off x="3343" y="243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09" name="Oval 28"/>
            <p:cNvSpPr/>
            <p:nvPr/>
          </p:nvSpPr>
          <p:spPr>
            <a:xfrm>
              <a:off x="3357" y="2753"/>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10" name="Oval 29"/>
            <p:cNvSpPr/>
            <p:nvPr/>
          </p:nvSpPr>
          <p:spPr>
            <a:xfrm>
              <a:off x="3640" y="2452"/>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11" name="Oval 30"/>
            <p:cNvSpPr/>
            <p:nvPr/>
          </p:nvSpPr>
          <p:spPr>
            <a:xfrm>
              <a:off x="3640" y="2759"/>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12" name="Oval 31"/>
            <p:cNvSpPr/>
            <p:nvPr/>
          </p:nvSpPr>
          <p:spPr>
            <a:xfrm>
              <a:off x="3516" y="255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13" name="Oval 32"/>
            <p:cNvSpPr/>
            <p:nvPr/>
          </p:nvSpPr>
          <p:spPr>
            <a:xfrm>
              <a:off x="3823" y="2545"/>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14" name="Oval 33"/>
            <p:cNvSpPr/>
            <p:nvPr/>
          </p:nvSpPr>
          <p:spPr>
            <a:xfrm>
              <a:off x="3538" y="2876"/>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15" name="Oval 34"/>
            <p:cNvSpPr/>
            <p:nvPr/>
          </p:nvSpPr>
          <p:spPr>
            <a:xfrm>
              <a:off x="3812" y="2851"/>
              <a:ext cx="96" cy="96"/>
            </a:xfrm>
            <a:prstGeom prst="ellipse">
              <a:avLst/>
            </a:prstGeom>
            <a:solidFill>
              <a:schemeClr val="bg2"/>
            </a:solidFill>
            <a:ln w="28575"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20516" name="Line 35"/>
            <p:cNvSpPr/>
            <p:nvPr/>
          </p:nvSpPr>
          <p:spPr>
            <a:xfrm>
              <a:off x="1135" y="2708"/>
              <a:ext cx="0" cy="300"/>
            </a:xfrm>
            <a:prstGeom prst="line">
              <a:avLst/>
            </a:prstGeom>
            <a:ln w="28575" cap="flat" cmpd="sng">
              <a:solidFill>
                <a:schemeClr val="tx1"/>
              </a:solidFill>
              <a:prstDash val="solid"/>
              <a:round/>
              <a:headEnd type="none" w="med" len="med"/>
              <a:tailEnd type="none" w="med" len="med"/>
            </a:ln>
          </p:spPr>
        </p:sp>
        <p:sp>
          <p:nvSpPr>
            <p:cNvPr id="20517" name="Line 36"/>
            <p:cNvSpPr/>
            <p:nvPr/>
          </p:nvSpPr>
          <p:spPr>
            <a:xfrm>
              <a:off x="1435" y="2708"/>
              <a:ext cx="0" cy="300"/>
            </a:xfrm>
            <a:prstGeom prst="line">
              <a:avLst/>
            </a:prstGeom>
            <a:ln w="28575" cap="flat" cmpd="sng">
              <a:solidFill>
                <a:schemeClr val="tx1"/>
              </a:solidFill>
              <a:prstDash val="solid"/>
              <a:round/>
              <a:headEnd type="none" w="med" len="med"/>
              <a:tailEnd type="none" w="med" len="med"/>
            </a:ln>
          </p:spPr>
        </p:sp>
        <p:sp>
          <p:nvSpPr>
            <p:cNvPr id="20518" name="Line 37"/>
            <p:cNvSpPr/>
            <p:nvPr/>
          </p:nvSpPr>
          <p:spPr>
            <a:xfrm>
              <a:off x="1427" y="2708"/>
              <a:ext cx="292" cy="0"/>
            </a:xfrm>
            <a:prstGeom prst="line">
              <a:avLst/>
            </a:prstGeom>
            <a:ln w="28575" cap="flat" cmpd="sng">
              <a:solidFill>
                <a:schemeClr val="tx1"/>
              </a:solidFill>
              <a:prstDash val="solid"/>
              <a:round/>
              <a:headEnd type="none" w="med" len="med"/>
              <a:tailEnd type="none" w="med" len="med"/>
            </a:ln>
          </p:spPr>
        </p:sp>
        <p:sp>
          <p:nvSpPr>
            <p:cNvPr id="20519" name="Line 38"/>
            <p:cNvSpPr/>
            <p:nvPr/>
          </p:nvSpPr>
          <p:spPr>
            <a:xfrm>
              <a:off x="1435" y="3000"/>
              <a:ext cx="292" cy="0"/>
            </a:xfrm>
            <a:prstGeom prst="line">
              <a:avLst/>
            </a:prstGeom>
            <a:ln w="28575" cap="flat" cmpd="sng">
              <a:solidFill>
                <a:schemeClr val="tx1"/>
              </a:solidFill>
              <a:prstDash val="solid"/>
              <a:round/>
              <a:headEnd type="none" w="med" len="med"/>
              <a:tailEnd type="none" w="med" len="med"/>
            </a:ln>
          </p:spPr>
        </p:sp>
        <p:sp>
          <p:nvSpPr>
            <p:cNvPr id="20520" name="Line 39"/>
            <p:cNvSpPr/>
            <p:nvPr/>
          </p:nvSpPr>
          <p:spPr>
            <a:xfrm>
              <a:off x="1719" y="2708"/>
              <a:ext cx="0" cy="292"/>
            </a:xfrm>
            <a:prstGeom prst="line">
              <a:avLst/>
            </a:prstGeom>
            <a:ln w="28575" cap="flat" cmpd="sng">
              <a:solidFill>
                <a:schemeClr val="tx1"/>
              </a:solidFill>
              <a:prstDash val="solid"/>
              <a:round/>
              <a:headEnd type="none" w="med" len="med"/>
              <a:tailEnd type="none" w="med" len="med"/>
            </a:ln>
          </p:spPr>
        </p:sp>
        <p:sp>
          <p:nvSpPr>
            <p:cNvPr id="20521" name="Line 40"/>
            <p:cNvSpPr/>
            <p:nvPr/>
          </p:nvSpPr>
          <p:spPr>
            <a:xfrm>
              <a:off x="2052" y="2692"/>
              <a:ext cx="8" cy="308"/>
            </a:xfrm>
            <a:prstGeom prst="line">
              <a:avLst/>
            </a:prstGeom>
            <a:ln w="28575" cap="flat" cmpd="sng">
              <a:solidFill>
                <a:schemeClr val="tx1"/>
              </a:solidFill>
              <a:prstDash val="solid"/>
              <a:round/>
              <a:headEnd type="none" w="med" len="med"/>
              <a:tailEnd type="none" w="med" len="med"/>
            </a:ln>
          </p:spPr>
        </p:sp>
        <p:sp>
          <p:nvSpPr>
            <p:cNvPr id="20522" name="Line 41"/>
            <p:cNvSpPr/>
            <p:nvPr/>
          </p:nvSpPr>
          <p:spPr>
            <a:xfrm>
              <a:off x="2043" y="2692"/>
              <a:ext cx="317" cy="8"/>
            </a:xfrm>
            <a:prstGeom prst="line">
              <a:avLst/>
            </a:prstGeom>
            <a:ln w="28575" cap="flat" cmpd="sng">
              <a:solidFill>
                <a:schemeClr val="tx1"/>
              </a:solidFill>
              <a:prstDash val="solid"/>
              <a:round/>
              <a:headEnd type="none" w="med" len="med"/>
              <a:tailEnd type="none" w="med" len="med"/>
            </a:ln>
          </p:spPr>
        </p:sp>
        <p:sp>
          <p:nvSpPr>
            <p:cNvPr id="20523" name="Line 42"/>
            <p:cNvSpPr/>
            <p:nvPr/>
          </p:nvSpPr>
          <p:spPr>
            <a:xfrm flipH="1">
              <a:off x="2352" y="2700"/>
              <a:ext cx="8" cy="316"/>
            </a:xfrm>
            <a:prstGeom prst="line">
              <a:avLst/>
            </a:prstGeom>
            <a:ln w="28575" cap="flat" cmpd="sng">
              <a:solidFill>
                <a:schemeClr val="tx1"/>
              </a:solidFill>
              <a:prstDash val="solid"/>
              <a:round/>
              <a:headEnd type="none" w="med" len="med"/>
              <a:tailEnd type="none" w="med" len="med"/>
            </a:ln>
          </p:spPr>
        </p:sp>
        <p:sp>
          <p:nvSpPr>
            <p:cNvPr id="20524" name="Line 43"/>
            <p:cNvSpPr/>
            <p:nvPr/>
          </p:nvSpPr>
          <p:spPr>
            <a:xfrm>
              <a:off x="2076" y="3000"/>
              <a:ext cx="276" cy="8"/>
            </a:xfrm>
            <a:prstGeom prst="line">
              <a:avLst/>
            </a:prstGeom>
            <a:ln w="28575" cap="flat" cmpd="sng">
              <a:solidFill>
                <a:schemeClr val="tx1"/>
              </a:solidFill>
              <a:prstDash val="solid"/>
              <a:round/>
              <a:headEnd type="none" w="med" len="med"/>
              <a:tailEnd type="none" w="med" len="med"/>
            </a:ln>
          </p:spPr>
        </p:sp>
        <p:sp>
          <p:nvSpPr>
            <p:cNvPr id="20525" name="Line 44"/>
            <p:cNvSpPr/>
            <p:nvPr/>
          </p:nvSpPr>
          <p:spPr>
            <a:xfrm>
              <a:off x="2222" y="2797"/>
              <a:ext cx="316" cy="8"/>
            </a:xfrm>
            <a:prstGeom prst="line">
              <a:avLst/>
            </a:prstGeom>
            <a:ln w="28575" cap="flat" cmpd="sng">
              <a:solidFill>
                <a:schemeClr val="tx1"/>
              </a:solidFill>
              <a:prstDash val="solid"/>
              <a:round/>
              <a:headEnd type="none" w="med" len="med"/>
              <a:tailEnd type="none" w="med" len="med"/>
            </a:ln>
          </p:spPr>
        </p:sp>
        <p:sp>
          <p:nvSpPr>
            <p:cNvPr id="20526" name="Line 45"/>
            <p:cNvSpPr/>
            <p:nvPr/>
          </p:nvSpPr>
          <p:spPr>
            <a:xfrm>
              <a:off x="2230" y="2805"/>
              <a:ext cx="16" cy="316"/>
            </a:xfrm>
            <a:prstGeom prst="line">
              <a:avLst/>
            </a:prstGeom>
            <a:ln w="28575" cap="flat" cmpd="sng">
              <a:solidFill>
                <a:schemeClr val="tx1"/>
              </a:solidFill>
              <a:prstDash val="solid"/>
              <a:round/>
              <a:headEnd type="none" w="med" len="med"/>
              <a:tailEnd type="none" w="med" len="med"/>
            </a:ln>
          </p:spPr>
        </p:sp>
        <p:sp>
          <p:nvSpPr>
            <p:cNvPr id="20527" name="Line 46"/>
            <p:cNvSpPr/>
            <p:nvPr/>
          </p:nvSpPr>
          <p:spPr>
            <a:xfrm flipV="1">
              <a:off x="2238" y="3097"/>
              <a:ext cx="284" cy="33"/>
            </a:xfrm>
            <a:prstGeom prst="line">
              <a:avLst/>
            </a:prstGeom>
            <a:ln w="28575" cap="flat" cmpd="sng">
              <a:solidFill>
                <a:schemeClr val="tx1"/>
              </a:solidFill>
              <a:prstDash val="solid"/>
              <a:round/>
              <a:headEnd type="none" w="med" len="med"/>
              <a:tailEnd type="none" w="med" len="med"/>
            </a:ln>
          </p:spPr>
        </p:sp>
        <p:sp>
          <p:nvSpPr>
            <p:cNvPr id="20528" name="Line 47"/>
            <p:cNvSpPr/>
            <p:nvPr/>
          </p:nvSpPr>
          <p:spPr>
            <a:xfrm flipH="1" flipV="1">
              <a:off x="2522" y="2797"/>
              <a:ext cx="8" cy="308"/>
            </a:xfrm>
            <a:prstGeom prst="line">
              <a:avLst/>
            </a:prstGeom>
            <a:ln w="28575" cap="flat" cmpd="sng">
              <a:solidFill>
                <a:schemeClr val="tx1"/>
              </a:solidFill>
              <a:prstDash val="solid"/>
              <a:round/>
              <a:headEnd type="none" w="med" len="med"/>
              <a:tailEnd type="none" w="med" len="med"/>
            </a:ln>
          </p:spPr>
        </p:sp>
        <p:sp>
          <p:nvSpPr>
            <p:cNvPr id="20529" name="Line 48"/>
            <p:cNvSpPr/>
            <p:nvPr/>
          </p:nvSpPr>
          <p:spPr>
            <a:xfrm>
              <a:off x="2060" y="3000"/>
              <a:ext cx="186" cy="138"/>
            </a:xfrm>
            <a:prstGeom prst="line">
              <a:avLst/>
            </a:prstGeom>
            <a:ln w="28575" cap="flat" cmpd="sng">
              <a:solidFill>
                <a:schemeClr val="tx1"/>
              </a:solidFill>
              <a:prstDash val="solid"/>
              <a:round/>
              <a:headEnd type="none" w="med" len="med"/>
              <a:tailEnd type="none" w="med" len="med"/>
            </a:ln>
          </p:spPr>
        </p:sp>
        <p:sp>
          <p:nvSpPr>
            <p:cNvPr id="20530" name="Line 49"/>
            <p:cNvSpPr/>
            <p:nvPr/>
          </p:nvSpPr>
          <p:spPr>
            <a:xfrm>
              <a:off x="2352" y="3000"/>
              <a:ext cx="178" cy="105"/>
            </a:xfrm>
            <a:prstGeom prst="line">
              <a:avLst/>
            </a:prstGeom>
            <a:ln w="28575" cap="flat" cmpd="sng">
              <a:solidFill>
                <a:schemeClr val="tx1"/>
              </a:solidFill>
              <a:prstDash val="solid"/>
              <a:round/>
              <a:headEnd type="none" w="med" len="med"/>
              <a:tailEnd type="none" w="med" len="med"/>
            </a:ln>
          </p:spPr>
        </p:sp>
        <p:sp>
          <p:nvSpPr>
            <p:cNvPr id="20531" name="Line 50"/>
            <p:cNvSpPr/>
            <p:nvPr/>
          </p:nvSpPr>
          <p:spPr>
            <a:xfrm>
              <a:off x="2043" y="2676"/>
              <a:ext cx="179" cy="129"/>
            </a:xfrm>
            <a:prstGeom prst="line">
              <a:avLst/>
            </a:prstGeom>
            <a:ln w="28575" cap="flat" cmpd="sng">
              <a:solidFill>
                <a:schemeClr val="tx1"/>
              </a:solidFill>
              <a:prstDash val="solid"/>
              <a:round/>
              <a:headEnd type="none" w="med" len="med"/>
              <a:tailEnd type="none" w="med" len="med"/>
            </a:ln>
          </p:spPr>
        </p:sp>
        <p:sp>
          <p:nvSpPr>
            <p:cNvPr id="20532" name="Line 51"/>
            <p:cNvSpPr/>
            <p:nvPr/>
          </p:nvSpPr>
          <p:spPr>
            <a:xfrm>
              <a:off x="2352" y="2700"/>
              <a:ext cx="194" cy="89"/>
            </a:xfrm>
            <a:prstGeom prst="line">
              <a:avLst/>
            </a:prstGeom>
            <a:ln w="28575" cap="flat" cmpd="sng">
              <a:solidFill>
                <a:schemeClr val="tx1"/>
              </a:solidFill>
              <a:prstDash val="solid"/>
              <a:round/>
              <a:headEnd type="none" w="med" len="med"/>
              <a:tailEnd type="none" w="med" len="med"/>
            </a:ln>
          </p:spPr>
        </p:sp>
        <p:sp>
          <p:nvSpPr>
            <p:cNvPr id="20533" name="Line 52"/>
            <p:cNvSpPr/>
            <p:nvPr/>
          </p:nvSpPr>
          <p:spPr>
            <a:xfrm flipH="1" flipV="1">
              <a:off x="2781" y="2635"/>
              <a:ext cx="17" cy="300"/>
            </a:xfrm>
            <a:prstGeom prst="line">
              <a:avLst/>
            </a:prstGeom>
            <a:ln w="28575" cap="flat" cmpd="sng">
              <a:solidFill>
                <a:schemeClr val="tx1"/>
              </a:solidFill>
              <a:prstDash val="solid"/>
              <a:round/>
              <a:headEnd type="none" w="med" len="med"/>
              <a:tailEnd type="none" w="med" len="med"/>
            </a:ln>
          </p:spPr>
        </p:sp>
        <p:sp>
          <p:nvSpPr>
            <p:cNvPr id="20534" name="Line 53"/>
            <p:cNvSpPr/>
            <p:nvPr/>
          </p:nvSpPr>
          <p:spPr>
            <a:xfrm>
              <a:off x="2773" y="2635"/>
              <a:ext cx="316" cy="8"/>
            </a:xfrm>
            <a:prstGeom prst="line">
              <a:avLst/>
            </a:prstGeom>
            <a:ln w="28575" cap="flat" cmpd="sng">
              <a:solidFill>
                <a:schemeClr val="tx1"/>
              </a:solidFill>
              <a:prstDash val="solid"/>
              <a:round/>
              <a:headEnd type="none" w="med" len="med"/>
              <a:tailEnd type="none" w="med" len="med"/>
            </a:ln>
          </p:spPr>
        </p:sp>
        <p:sp>
          <p:nvSpPr>
            <p:cNvPr id="20535" name="Line 54"/>
            <p:cNvSpPr/>
            <p:nvPr/>
          </p:nvSpPr>
          <p:spPr>
            <a:xfrm>
              <a:off x="3098" y="2643"/>
              <a:ext cx="170" cy="97"/>
            </a:xfrm>
            <a:prstGeom prst="line">
              <a:avLst/>
            </a:prstGeom>
            <a:ln w="28575" cap="flat" cmpd="sng">
              <a:solidFill>
                <a:schemeClr val="tx1"/>
              </a:solidFill>
              <a:prstDash val="solid"/>
              <a:round/>
              <a:headEnd type="none" w="med" len="med"/>
              <a:tailEnd type="none" w="med" len="med"/>
            </a:ln>
          </p:spPr>
        </p:sp>
        <p:sp>
          <p:nvSpPr>
            <p:cNvPr id="20536" name="Line 55"/>
            <p:cNvSpPr/>
            <p:nvPr/>
          </p:nvSpPr>
          <p:spPr>
            <a:xfrm flipH="1">
              <a:off x="3252" y="2740"/>
              <a:ext cx="8" cy="300"/>
            </a:xfrm>
            <a:prstGeom prst="line">
              <a:avLst/>
            </a:prstGeom>
            <a:ln w="28575" cap="flat" cmpd="sng">
              <a:solidFill>
                <a:schemeClr val="tx1"/>
              </a:solidFill>
              <a:prstDash val="solid"/>
              <a:round/>
              <a:headEnd type="none" w="med" len="med"/>
              <a:tailEnd type="none" w="med" len="med"/>
            </a:ln>
          </p:spPr>
        </p:sp>
        <p:sp>
          <p:nvSpPr>
            <p:cNvPr id="20537" name="Line 56"/>
            <p:cNvSpPr/>
            <p:nvPr/>
          </p:nvSpPr>
          <p:spPr>
            <a:xfrm>
              <a:off x="2789" y="2943"/>
              <a:ext cx="195" cy="138"/>
            </a:xfrm>
            <a:prstGeom prst="line">
              <a:avLst/>
            </a:prstGeom>
            <a:ln w="28575" cap="flat" cmpd="sng">
              <a:solidFill>
                <a:schemeClr val="tx1"/>
              </a:solidFill>
              <a:prstDash val="solid"/>
              <a:round/>
              <a:headEnd type="none" w="med" len="med"/>
              <a:tailEnd type="none" w="med" len="med"/>
            </a:ln>
          </p:spPr>
        </p:sp>
        <p:sp>
          <p:nvSpPr>
            <p:cNvPr id="20538" name="Line 57"/>
            <p:cNvSpPr/>
            <p:nvPr/>
          </p:nvSpPr>
          <p:spPr>
            <a:xfrm flipV="1">
              <a:off x="2968" y="3048"/>
              <a:ext cx="284" cy="25"/>
            </a:xfrm>
            <a:prstGeom prst="line">
              <a:avLst/>
            </a:prstGeom>
            <a:ln w="28575" cap="flat" cmpd="sng">
              <a:solidFill>
                <a:schemeClr val="tx1"/>
              </a:solidFill>
              <a:prstDash val="solid"/>
              <a:round/>
              <a:headEnd type="none" w="med" len="med"/>
              <a:tailEnd type="none" w="med" len="med"/>
            </a:ln>
          </p:spPr>
        </p:sp>
        <p:sp>
          <p:nvSpPr>
            <p:cNvPr id="20539" name="Line 58"/>
            <p:cNvSpPr/>
            <p:nvPr/>
          </p:nvSpPr>
          <p:spPr>
            <a:xfrm>
              <a:off x="2952" y="2740"/>
              <a:ext cx="16" cy="325"/>
            </a:xfrm>
            <a:prstGeom prst="line">
              <a:avLst/>
            </a:prstGeom>
            <a:ln w="28575" cap="flat" cmpd="sng">
              <a:solidFill>
                <a:schemeClr val="tx1"/>
              </a:solidFill>
              <a:prstDash val="solid"/>
              <a:round/>
              <a:headEnd type="none" w="med" len="med"/>
              <a:tailEnd type="none" w="med" len="med"/>
            </a:ln>
          </p:spPr>
        </p:sp>
        <p:sp>
          <p:nvSpPr>
            <p:cNvPr id="20540" name="Line 59"/>
            <p:cNvSpPr/>
            <p:nvPr/>
          </p:nvSpPr>
          <p:spPr>
            <a:xfrm flipH="1" flipV="1">
              <a:off x="2781" y="2627"/>
              <a:ext cx="179" cy="113"/>
            </a:xfrm>
            <a:prstGeom prst="line">
              <a:avLst/>
            </a:prstGeom>
            <a:ln w="28575" cap="flat" cmpd="sng">
              <a:solidFill>
                <a:schemeClr val="tx1"/>
              </a:solidFill>
              <a:prstDash val="solid"/>
              <a:round/>
              <a:headEnd type="none" w="med" len="med"/>
              <a:tailEnd type="none" w="med" len="med"/>
            </a:ln>
          </p:spPr>
        </p:sp>
        <p:sp>
          <p:nvSpPr>
            <p:cNvPr id="20541" name="Line 60"/>
            <p:cNvSpPr/>
            <p:nvPr/>
          </p:nvSpPr>
          <p:spPr>
            <a:xfrm>
              <a:off x="2789" y="2943"/>
              <a:ext cx="300" cy="8"/>
            </a:xfrm>
            <a:prstGeom prst="line">
              <a:avLst/>
            </a:prstGeom>
            <a:ln w="28575" cap="flat" cmpd="sng">
              <a:solidFill>
                <a:schemeClr val="tx1"/>
              </a:solidFill>
              <a:prstDash val="solid"/>
              <a:round/>
              <a:headEnd type="none" w="med" len="med"/>
              <a:tailEnd type="none" w="med" len="med"/>
            </a:ln>
          </p:spPr>
        </p:sp>
        <p:sp>
          <p:nvSpPr>
            <p:cNvPr id="20542" name="Line 61"/>
            <p:cNvSpPr/>
            <p:nvPr/>
          </p:nvSpPr>
          <p:spPr>
            <a:xfrm>
              <a:off x="3073" y="2635"/>
              <a:ext cx="8" cy="308"/>
            </a:xfrm>
            <a:prstGeom prst="line">
              <a:avLst/>
            </a:prstGeom>
            <a:ln w="28575" cap="flat" cmpd="sng">
              <a:solidFill>
                <a:schemeClr val="tx1"/>
              </a:solidFill>
              <a:prstDash val="solid"/>
              <a:round/>
              <a:headEnd type="none" w="med" len="med"/>
              <a:tailEnd type="none" w="med" len="med"/>
            </a:ln>
          </p:spPr>
        </p:sp>
        <p:sp>
          <p:nvSpPr>
            <p:cNvPr id="20543" name="Line 62"/>
            <p:cNvSpPr/>
            <p:nvPr/>
          </p:nvSpPr>
          <p:spPr>
            <a:xfrm>
              <a:off x="3073" y="2951"/>
              <a:ext cx="187" cy="97"/>
            </a:xfrm>
            <a:prstGeom prst="line">
              <a:avLst/>
            </a:prstGeom>
            <a:ln w="28575" cap="flat" cmpd="sng">
              <a:solidFill>
                <a:schemeClr val="tx1"/>
              </a:solidFill>
              <a:prstDash val="solid"/>
              <a:round/>
              <a:headEnd type="none" w="med" len="med"/>
              <a:tailEnd type="none" w="med" len="med"/>
            </a:ln>
          </p:spPr>
        </p:sp>
        <p:sp>
          <p:nvSpPr>
            <p:cNvPr id="20544" name="Line 63"/>
            <p:cNvSpPr/>
            <p:nvPr/>
          </p:nvSpPr>
          <p:spPr>
            <a:xfrm flipV="1">
              <a:off x="2944" y="2732"/>
              <a:ext cx="324" cy="8"/>
            </a:xfrm>
            <a:prstGeom prst="line">
              <a:avLst/>
            </a:prstGeom>
            <a:ln w="28575" cap="flat" cmpd="sng">
              <a:solidFill>
                <a:schemeClr val="tx1"/>
              </a:solidFill>
              <a:prstDash val="solid"/>
              <a:round/>
              <a:headEnd type="none" w="med" len="med"/>
              <a:tailEnd type="none" w="med" len="med"/>
            </a:ln>
          </p:spPr>
        </p:sp>
        <p:sp>
          <p:nvSpPr>
            <p:cNvPr id="20545" name="Line 64"/>
            <p:cNvSpPr/>
            <p:nvPr/>
          </p:nvSpPr>
          <p:spPr>
            <a:xfrm flipH="1" flipV="1">
              <a:off x="3390" y="2481"/>
              <a:ext cx="16" cy="316"/>
            </a:xfrm>
            <a:prstGeom prst="line">
              <a:avLst/>
            </a:prstGeom>
            <a:ln w="28575" cap="flat" cmpd="sng">
              <a:solidFill>
                <a:schemeClr val="tx1"/>
              </a:solidFill>
              <a:prstDash val="solid"/>
              <a:round/>
              <a:headEnd type="none" w="med" len="med"/>
              <a:tailEnd type="none" w="med" len="med"/>
            </a:ln>
          </p:spPr>
        </p:sp>
        <p:sp>
          <p:nvSpPr>
            <p:cNvPr id="20546" name="Line 65"/>
            <p:cNvSpPr/>
            <p:nvPr/>
          </p:nvSpPr>
          <p:spPr>
            <a:xfrm>
              <a:off x="3381" y="2481"/>
              <a:ext cx="309" cy="8"/>
            </a:xfrm>
            <a:prstGeom prst="line">
              <a:avLst/>
            </a:prstGeom>
            <a:ln w="28575" cap="flat" cmpd="sng">
              <a:solidFill>
                <a:schemeClr val="tx1"/>
              </a:solidFill>
              <a:prstDash val="solid"/>
              <a:round/>
              <a:headEnd type="none" w="med" len="med"/>
              <a:tailEnd type="none" w="med" len="med"/>
            </a:ln>
          </p:spPr>
        </p:sp>
        <p:sp>
          <p:nvSpPr>
            <p:cNvPr id="20547" name="Line 66"/>
            <p:cNvSpPr/>
            <p:nvPr/>
          </p:nvSpPr>
          <p:spPr>
            <a:xfrm>
              <a:off x="3390" y="2481"/>
              <a:ext cx="170" cy="122"/>
            </a:xfrm>
            <a:prstGeom prst="line">
              <a:avLst/>
            </a:prstGeom>
            <a:ln w="28575" cap="flat" cmpd="sng">
              <a:solidFill>
                <a:schemeClr val="tx1"/>
              </a:solidFill>
              <a:prstDash val="solid"/>
              <a:round/>
              <a:headEnd type="none" w="med" len="med"/>
              <a:tailEnd type="none" w="med" len="med"/>
            </a:ln>
          </p:spPr>
        </p:sp>
        <p:sp>
          <p:nvSpPr>
            <p:cNvPr id="20548" name="Line 67"/>
            <p:cNvSpPr/>
            <p:nvPr/>
          </p:nvSpPr>
          <p:spPr>
            <a:xfrm>
              <a:off x="3690" y="2481"/>
              <a:ext cx="178" cy="113"/>
            </a:xfrm>
            <a:prstGeom prst="line">
              <a:avLst/>
            </a:prstGeom>
            <a:ln w="28575" cap="flat" cmpd="sng">
              <a:solidFill>
                <a:schemeClr val="tx1"/>
              </a:solidFill>
              <a:prstDash val="solid"/>
              <a:round/>
              <a:headEnd type="none" w="med" len="med"/>
              <a:tailEnd type="none" w="med" len="med"/>
            </a:ln>
          </p:spPr>
        </p:sp>
        <p:sp>
          <p:nvSpPr>
            <p:cNvPr id="20549" name="Line 68"/>
            <p:cNvSpPr/>
            <p:nvPr/>
          </p:nvSpPr>
          <p:spPr>
            <a:xfrm flipV="1">
              <a:off x="3560" y="2603"/>
              <a:ext cx="292" cy="8"/>
            </a:xfrm>
            <a:prstGeom prst="line">
              <a:avLst/>
            </a:prstGeom>
            <a:ln w="28575" cap="flat" cmpd="sng">
              <a:solidFill>
                <a:schemeClr val="tx1"/>
              </a:solidFill>
              <a:prstDash val="solid"/>
              <a:round/>
              <a:headEnd type="none" w="med" len="med"/>
              <a:tailEnd type="none" w="med" len="med"/>
            </a:ln>
          </p:spPr>
        </p:sp>
        <p:sp>
          <p:nvSpPr>
            <p:cNvPr id="20550" name="Line 69"/>
            <p:cNvSpPr/>
            <p:nvPr/>
          </p:nvSpPr>
          <p:spPr>
            <a:xfrm>
              <a:off x="3681" y="2481"/>
              <a:ext cx="9" cy="324"/>
            </a:xfrm>
            <a:prstGeom prst="line">
              <a:avLst/>
            </a:prstGeom>
            <a:ln w="28575" cap="flat" cmpd="sng">
              <a:solidFill>
                <a:schemeClr val="tx1"/>
              </a:solidFill>
              <a:prstDash val="solid"/>
              <a:round/>
              <a:headEnd type="none" w="med" len="med"/>
              <a:tailEnd type="none" w="med" len="med"/>
            </a:ln>
          </p:spPr>
        </p:sp>
        <p:sp>
          <p:nvSpPr>
            <p:cNvPr id="20551" name="Line 70"/>
            <p:cNvSpPr/>
            <p:nvPr/>
          </p:nvSpPr>
          <p:spPr>
            <a:xfrm>
              <a:off x="3398" y="2797"/>
              <a:ext cx="283" cy="8"/>
            </a:xfrm>
            <a:prstGeom prst="line">
              <a:avLst/>
            </a:prstGeom>
            <a:ln w="28575" cap="flat" cmpd="sng">
              <a:solidFill>
                <a:schemeClr val="tx1"/>
              </a:solidFill>
              <a:prstDash val="solid"/>
              <a:round/>
              <a:headEnd type="none" w="med" len="med"/>
              <a:tailEnd type="none" w="med" len="med"/>
            </a:ln>
          </p:spPr>
        </p:sp>
        <p:sp>
          <p:nvSpPr>
            <p:cNvPr id="20552" name="Line 71"/>
            <p:cNvSpPr/>
            <p:nvPr/>
          </p:nvSpPr>
          <p:spPr>
            <a:xfrm flipV="1">
              <a:off x="3860" y="2594"/>
              <a:ext cx="8" cy="300"/>
            </a:xfrm>
            <a:prstGeom prst="line">
              <a:avLst/>
            </a:prstGeom>
            <a:ln w="28575" cap="flat" cmpd="sng">
              <a:solidFill>
                <a:schemeClr val="tx1"/>
              </a:solidFill>
              <a:prstDash val="solid"/>
              <a:round/>
              <a:headEnd type="none" w="med" len="med"/>
              <a:tailEnd type="none" w="med" len="med"/>
            </a:ln>
          </p:spPr>
        </p:sp>
        <p:sp>
          <p:nvSpPr>
            <p:cNvPr id="20553" name="Line 72"/>
            <p:cNvSpPr/>
            <p:nvPr/>
          </p:nvSpPr>
          <p:spPr>
            <a:xfrm flipH="1" flipV="1">
              <a:off x="3681" y="2797"/>
              <a:ext cx="179" cy="106"/>
            </a:xfrm>
            <a:prstGeom prst="line">
              <a:avLst/>
            </a:prstGeom>
            <a:ln w="28575" cap="flat" cmpd="sng">
              <a:solidFill>
                <a:schemeClr val="tx1"/>
              </a:solidFill>
              <a:prstDash val="solid"/>
              <a:round/>
              <a:headEnd type="none" w="med" len="med"/>
              <a:tailEnd type="none" w="med" len="med"/>
            </a:ln>
          </p:spPr>
        </p:sp>
        <p:sp>
          <p:nvSpPr>
            <p:cNvPr id="20554" name="Line 73"/>
            <p:cNvSpPr/>
            <p:nvPr/>
          </p:nvSpPr>
          <p:spPr>
            <a:xfrm flipH="1" flipV="1">
              <a:off x="3390" y="2797"/>
              <a:ext cx="186" cy="130"/>
            </a:xfrm>
            <a:prstGeom prst="line">
              <a:avLst/>
            </a:prstGeom>
            <a:ln w="28575" cap="flat" cmpd="sng">
              <a:solidFill>
                <a:schemeClr val="tx1"/>
              </a:solidFill>
              <a:prstDash val="solid"/>
              <a:round/>
              <a:headEnd type="none" w="med" len="med"/>
              <a:tailEnd type="none" w="med" len="med"/>
            </a:ln>
          </p:spPr>
        </p:sp>
        <p:sp>
          <p:nvSpPr>
            <p:cNvPr id="20555" name="Line 74"/>
            <p:cNvSpPr/>
            <p:nvPr/>
          </p:nvSpPr>
          <p:spPr>
            <a:xfrm flipV="1">
              <a:off x="3584" y="2903"/>
              <a:ext cx="276" cy="24"/>
            </a:xfrm>
            <a:prstGeom prst="line">
              <a:avLst/>
            </a:prstGeom>
            <a:ln w="28575" cap="flat" cmpd="sng">
              <a:solidFill>
                <a:schemeClr val="tx1"/>
              </a:solidFill>
              <a:prstDash val="solid"/>
              <a:round/>
              <a:headEnd type="none" w="med" len="med"/>
              <a:tailEnd type="none" w="med" len="med"/>
            </a:ln>
          </p:spPr>
        </p:sp>
        <p:sp>
          <p:nvSpPr>
            <p:cNvPr id="20556" name="Line 75"/>
            <p:cNvSpPr/>
            <p:nvPr/>
          </p:nvSpPr>
          <p:spPr>
            <a:xfrm>
              <a:off x="3560" y="2603"/>
              <a:ext cx="24" cy="324"/>
            </a:xfrm>
            <a:prstGeom prst="line">
              <a:avLst/>
            </a:prstGeom>
            <a:ln w="28575" cap="flat" cmpd="sng">
              <a:solidFill>
                <a:schemeClr val="tx1"/>
              </a:solidFill>
              <a:prstDash val="solid"/>
              <a:round/>
              <a:headEnd type="none" w="med" len="med"/>
              <a:tailEnd type="none" w="med" len="med"/>
            </a:ln>
          </p:spPr>
        </p:sp>
        <p:sp>
          <p:nvSpPr>
            <p:cNvPr id="20557" name="Line 76"/>
            <p:cNvSpPr/>
            <p:nvPr/>
          </p:nvSpPr>
          <p:spPr>
            <a:xfrm flipV="1">
              <a:off x="2765" y="2465"/>
              <a:ext cx="625" cy="154"/>
            </a:xfrm>
            <a:prstGeom prst="line">
              <a:avLst/>
            </a:prstGeom>
            <a:ln w="28575" cap="flat" cmpd="sng">
              <a:solidFill>
                <a:schemeClr val="tx1"/>
              </a:solidFill>
              <a:prstDash val="solid"/>
              <a:round/>
              <a:headEnd type="none" w="med" len="med"/>
              <a:tailEnd type="none" w="med" len="med"/>
            </a:ln>
          </p:spPr>
        </p:sp>
        <p:sp>
          <p:nvSpPr>
            <p:cNvPr id="20558" name="Line 77"/>
            <p:cNvSpPr/>
            <p:nvPr/>
          </p:nvSpPr>
          <p:spPr>
            <a:xfrm flipV="1">
              <a:off x="3081" y="2489"/>
              <a:ext cx="617" cy="154"/>
            </a:xfrm>
            <a:prstGeom prst="line">
              <a:avLst/>
            </a:prstGeom>
            <a:ln w="28575" cap="flat" cmpd="sng">
              <a:solidFill>
                <a:schemeClr val="tx1"/>
              </a:solidFill>
              <a:prstDash val="solid"/>
              <a:round/>
              <a:headEnd type="none" w="med" len="med"/>
              <a:tailEnd type="none" w="med" len="med"/>
            </a:ln>
          </p:spPr>
        </p:sp>
        <p:sp>
          <p:nvSpPr>
            <p:cNvPr id="20559" name="Line 78"/>
            <p:cNvSpPr/>
            <p:nvPr/>
          </p:nvSpPr>
          <p:spPr>
            <a:xfrm flipV="1">
              <a:off x="2952" y="2594"/>
              <a:ext cx="624" cy="146"/>
            </a:xfrm>
            <a:prstGeom prst="line">
              <a:avLst/>
            </a:prstGeom>
            <a:ln w="28575" cap="flat" cmpd="sng">
              <a:solidFill>
                <a:schemeClr val="tx1"/>
              </a:solidFill>
              <a:prstDash val="solid"/>
              <a:round/>
              <a:headEnd type="none" w="med" len="med"/>
              <a:tailEnd type="none" w="med" len="med"/>
            </a:ln>
          </p:spPr>
        </p:sp>
        <p:sp>
          <p:nvSpPr>
            <p:cNvPr id="20560" name="Line 79"/>
            <p:cNvSpPr/>
            <p:nvPr/>
          </p:nvSpPr>
          <p:spPr>
            <a:xfrm flipV="1">
              <a:off x="3252" y="2594"/>
              <a:ext cx="616" cy="146"/>
            </a:xfrm>
            <a:prstGeom prst="line">
              <a:avLst/>
            </a:prstGeom>
            <a:ln w="28575" cap="flat" cmpd="sng">
              <a:solidFill>
                <a:schemeClr val="tx1"/>
              </a:solidFill>
              <a:prstDash val="solid"/>
              <a:round/>
              <a:headEnd type="none" w="med" len="med"/>
              <a:tailEnd type="none" w="med" len="med"/>
            </a:ln>
          </p:spPr>
        </p:sp>
        <p:sp>
          <p:nvSpPr>
            <p:cNvPr id="20561" name="Line 80"/>
            <p:cNvSpPr/>
            <p:nvPr/>
          </p:nvSpPr>
          <p:spPr>
            <a:xfrm flipV="1">
              <a:off x="2789" y="2797"/>
              <a:ext cx="609" cy="146"/>
            </a:xfrm>
            <a:prstGeom prst="line">
              <a:avLst/>
            </a:prstGeom>
            <a:ln w="28575" cap="flat" cmpd="sng">
              <a:solidFill>
                <a:schemeClr val="tx1"/>
              </a:solidFill>
              <a:prstDash val="solid"/>
              <a:round/>
              <a:headEnd type="none" w="med" len="med"/>
              <a:tailEnd type="none" w="med" len="med"/>
            </a:ln>
          </p:spPr>
        </p:sp>
        <p:sp>
          <p:nvSpPr>
            <p:cNvPr id="20562" name="Line 81"/>
            <p:cNvSpPr/>
            <p:nvPr/>
          </p:nvSpPr>
          <p:spPr>
            <a:xfrm flipV="1">
              <a:off x="3081" y="2805"/>
              <a:ext cx="609" cy="138"/>
            </a:xfrm>
            <a:prstGeom prst="line">
              <a:avLst/>
            </a:prstGeom>
            <a:ln w="28575" cap="flat" cmpd="sng">
              <a:solidFill>
                <a:schemeClr val="tx1"/>
              </a:solidFill>
              <a:prstDash val="solid"/>
              <a:round/>
              <a:headEnd type="none" w="med" len="med"/>
              <a:tailEnd type="none" w="med" len="med"/>
            </a:ln>
          </p:spPr>
        </p:sp>
        <p:sp>
          <p:nvSpPr>
            <p:cNvPr id="20563" name="Line 82"/>
            <p:cNvSpPr/>
            <p:nvPr/>
          </p:nvSpPr>
          <p:spPr>
            <a:xfrm flipV="1">
              <a:off x="2960" y="2919"/>
              <a:ext cx="616" cy="154"/>
            </a:xfrm>
            <a:prstGeom prst="line">
              <a:avLst/>
            </a:prstGeom>
            <a:ln w="28575" cap="flat" cmpd="sng">
              <a:solidFill>
                <a:schemeClr val="tx1"/>
              </a:solidFill>
              <a:prstDash val="solid"/>
              <a:round/>
              <a:headEnd type="none" w="med" len="med"/>
              <a:tailEnd type="none" w="med" len="med"/>
            </a:ln>
          </p:spPr>
        </p:sp>
        <p:sp>
          <p:nvSpPr>
            <p:cNvPr id="20564" name="Line 83"/>
            <p:cNvSpPr/>
            <p:nvPr/>
          </p:nvSpPr>
          <p:spPr>
            <a:xfrm flipV="1">
              <a:off x="3252" y="2903"/>
              <a:ext cx="616" cy="145"/>
            </a:xfrm>
            <a:prstGeom prst="line">
              <a:avLst/>
            </a:prstGeom>
            <a:ln w="28575" cap="flat" cmpd="sng">
              <a:solidFill>
                <a:schemeClr val="tx1"/>
              </a:solidFill>
              <a:prstDash val="solid"/>
              <a:round/>
              <a:headEnd type="none" w="med" len="med"/>
              <a:tailEnd type="none" w="med" len="med"/>
            </a:ln>
          </p:spPr>
        </p:sp>
        <p:sp>
          <p:nvSpPr>
            <p:cNvPr id="20565" name="Text Box 84"/>
            <p:cNvSpPr txBox="1"/>
            <p:nvPr/>
          </p:nvSpPr>
          <p:spPr>
            <a:xfrm>
              <a:off x="709" y="2831"/>
              <a:ext cx="319"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Q</a:t>
              </a:r>
              <a:r>
                <a:rPr lang="en-US" altLang="zh-CN" baseline="-25000" dirty="0">
                  <a:latin typeface="Times New Roman" panose="02020603050405020304" pitchFamily="18" charset="0"/>
                  <a:ea typeface="宋体" pitchFamily="2" charset="-122"/>
                </a:rPr>
                <a:t>0</a:t>
              </a:r>
              <a:endParaRPr lang="en-US" altLang="zh-CN" i="1" dirty="0">
                <a:latin typeface="Times New Roman" panose="02020603050405020304" pitchFamily="18" charset="0"/>
                <a:ea typeface="宋体" pitchFamily="2" charset="-122"/>
              </a:endParaRPr>
            </a:p>
          </p:txBody>
        </p:sp>
        <p:sp>
          <p:nvSpPr>
            <p:cNvPr id="20566" name="Text Box 85"/>
            <p:cNvSpPr txBox="1"/>
            <p:nvPr/>
          </p:nvSpPr>
          <p:spPr>
            <a:xfrm>
              <a:off x="983" y="3016"/>
              <a:ext cx="319"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Q</a:t>
              </a:r>
              <a:r>
                <a:rPr lang="en-US" altLang="zh-CN" baseline="-25000" dirty="0">
                  <a:latin typeface="Times New Roman" panose="02020603050405020304" pitchFamily="18" charset="0"/>
                  <a:ea typeface="宋体" pitchFamily="2" charset="-122"/>
                </a:rPr>
                <a:t>1</a:t>
              </a:r>
              <a:endParaRPr lang="en-US" altLang="zh-CN" i="1" dirty="0">
                <a:latin typeface="Times New Roman" panose="02020603050405020304" pitchFamily="18" charset="0"/>
                <a:ea typeface="宋体" pitchFamily="2" charset="-122"/>
              </a:endParaRPr>
            </a:p>
          </p:txBody>
        </p:sp>
        <p:sp>
          <p:nvSpPr>
            <p:cNvPr id="20567" name="Text Box 86"/>
            <p:cNvSpPr txBox="1"/>
            <p:nvPr/>
          </p:nvSpPr>
          <p:spPr>
            <a:xfrm>
              <a:off x="1420" y="3031"/>
              <a:ext cx="319"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Q</a:t>
              </a:r>
              <a:r>
                <a:rPr lang="en-US" altLang="zh-CN" baseline="-25000" dirty="0">
                  <a:latin typeface="Times New Roman" panose="02020603050405020304" pitchFamily="18" charset="0"/>
                  <a:ea typeface="宋体" pitchFamily="2" charset="-122"/>
                </a:rPr>
                <a:t>2</a:t>
              </a:r>
              <a:endParaRPr lang="en-US" altLang="zh-CN" i="1" dirty="0">
                <a:latin typeface="Times New Roman" panose="02020603050405020304" pitchFamily="18" charset="0"/>
                <a:ea typeface="宋体" pitchFamily="2" charset="-122"/>
              </a:endParaRPr>
            </a:p>
          </p:txBody>
        </p:sp>
        <p:sp>
          <p:nvSpPr>
            <p:cNvPr id="20568" name="Text Box 87"/>
            <p:cNvSpPr txBox="1"/>
            <p:nvPr/>
          </p:nvSpPr>
          <p:spPr>
            <a:xfrm>
              <a:off x="2133" y="3135"/>
              <a:ext cx="319"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Q</a:t>
              </a:r>
              <a:r>
                <a:rPr lang="en-US" altLang="zh-CN" baseline="-25000" dirty="0">
                  <a:latin typeface="Times New Roman" panose="02020603050405020304" pitchFamily="18" charset="0"/>
                  <a:ea typeface="宋体" pitchFamily="2" charset="-122"/>
                </a:rPr>
                <a:t>3</a:t>
              </a:r>
              <a:endParaRPr lang="en-US" altLang="zh-CN" i="1" dirty="0">
                <a:latin typeface="Times New Roman" panose="02020603050405020304" pitchFamily="18" charset="0"/>
                <a:ea typeface="宋体" pitchFamily="2" charset="-122"/>
              </a:endParaRPr>
            </a:p>
          </p:txBody>
        </p:sp>
        <p:sp>
          <p:nvSpPr>
            <p:cNvPr id="20569" name="Text Box 88"/>
            <p:cNvSpPr txBox="1"/>
            <p:nvPr/>
          </p:nvSpPr>
          <p:spPr>
            <a:xfrm>
              <a:off x="3274" y="3029"/>
              <a:ext cx="319" cy="288"/>
            </a:xfrm>
            <a:prstGeom prst="rect">
              <a:avLst/>
            </a:prstGeom>
            <a:noFill/>
            <a:ln w="28575">
              <a:noFill/>
            </a:ln>
          </p:spPr>
          <p:txBody>
            <a:bodyPr wrap="none" anchor="ctr" anchorCtr="0">
              <a:spAutoFit/>
            </a:bodyPr>
            <a:p>
              <a:pPr algn="ctr" eaLnBrk="0" hangingPunct="0"/>
              <a:r>
                <a:rPr lang="en-US" altLang="zh-CN" dirty="0">
                  <a:latin typeface="Times New Roman" panose="02020603050405020304" pitchFamily="18" charset="0"/>
                  <a:ea typeface="宋体" pitchFamily="2" charset="-122"/>
                </a:rPr>
                <a:t>Q</a:t>
              </a:r>
              <a:r>
                <a:rPr lang="en-US" altLang="zh-CN" baseline="-25000" dirty="0">
                  <a:latin typeface="Times New Roman" panose="02020603050405020304" pitchFamily="18" charset="0"/>
                  <a:ea typeface="宋体" pitchFamily="2" charset="-122"/>
                </a:rPr>
                <a:t>4</a:t>
              </a:r>
              <a:endParaRPr lang="en-US" altLang="zh-CN" i="1" dirty="0">
                <a:latin typeface="Times New Roman" panose="02020603050405020304" pitchFamily="18" charset="0"/>
                <a:ea typeface="宋体" pitchFamily="2" charset="-122"/>
              </a:endParaRPr>
            </a:p>
          </p:txBody>
        </p:sp>
      </p:grpSp>
      <p:sp>
        <p:nvSpPr>
          <p:cNvPr id="20570" name="Text Box 89"/>
          <p:cNvSpPr txBox="1"/>
          <p:nvPr/>
        </p:nvSpPr>
        <p:spPr>
          <a:xfrm>
            <a:off x="874713" y="5472113"/>
            <a:ext cx="7281862" cy="457200"/>
          </a:xfrm>
          <a:prstGeom prst="rect">
            <a:avLst/>
          </a:prstGeom>
          <a:noFill/>
          <a:ln w="28575">
            <a:noFill/>
          </a:ln>
        </p:spPr>
        <p:txBody>
          <a:bodyPr wrap="none" anchor="ctr" anchorCtr="0">
            <a:spAutoFit/>
          </a:bodyPr>
          <a:p>
            <a:pPr algn="ctr" eaLnBrk="0" hangingPunct="0"/>
            <a:r>
              <a:rPr lang="en-US" altLang="zh-CN" i="1" dirty="0">
                <a:solidFill>
                  <a:schemeClr val="hlink"/>
                </a:solidFill>
                <a:latin typeface="Times New Roman" panose="02020603050405020304" pitchFamily="18" charset="0"/>
                <a:ea typeface="宋体" pitchFamily="2" charset="-122"/>
              </a:rPr>
              <a:t>Number of vertices: </a:t>
            </a:r>
            <a:r>
              <a:rPr lang="en-US" altLang="zh-CN" dirty="0">
                <a:solidFill>
                  <a:schemeClr val="hlink"/>
                </a:solidFill>
                <a:latin typeface="Times New Roman" panose="02020603050405020304" pitchFamily="18" charset="0"/>
                <a:ea typeface="宋体" pitchFamily="2" charset="-122"/>
              </a:rPr>
              <a:t>2</a:t>
            </a:r>
            <a:r>
              <a:rPr lang="en-US" altLang="zh-CN" i="1" baseline="30000" dirty="0">
                <a:solidFill>
                  <a:schemeClr val="hlink"/>
                </a:solidFill>
                <a:latin typeface="Times New Roman" panose="02020603050405020304" pitchFamily="18" charset="0"/>
                <a:ea typeface="宋体" pitchFamily="2" charset="-122"/>
              </a:rPr>
              <a:t>n</a:t>
            </a:r>
            <a:r>
              <a:rPr lang="en-US" altLang="zh-CN" i="1" dirty="0">
                <a:solidFill>
                  <a:schemeClr val="hlink"/>
                </a:solidFill>
                <a:latin typeface="Times New Roman" panose="02020603050405020304" pitchFamily="18" charset="0"/>
                <a:ea typeface="宋体" pitchFamily="2" charset="-122"/>
              </a:rPr>
              <a:t>.  Number of edges:Exercise to try! </a:t>
            </a:r>
            <a:endParaRPr lang="en-US" altLang="zh-CN" i="1" dirty="0">
              <a:solidFill>
                <a:schemeClr val="hlink"/>
              </a:solidFill>
              <a:latin typeface="Times New Roman" panose="02020603050405020304" pitchFamily="18" charset="0"/>
              <a:ea typeface="宋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1506" name="Rectangle 2"/>
          <p:cNvSpPr>
            <a:spLocks noGrp="1"/>
          </p:cNvSpPr>
          <p:nvPr>
            <p:ph type="title"/>
          </p:nvPr>
        </p:nvSpPr>
        <p:spPr/>
        <p:txBody>
          <a:bodyPr vert="horz" wrap="square" lIns="91440" tIns="45720" rIns="91440" bIns="45720" anchor="b" anchorCtr="0"/>
          <a:p>
            <a:pPr eaLnBrk="1" hangingPunct="1"/>
            <a:r>
              <a:rPr lang="en-US" altLang="zh-CN" i="1" dirty="0"/>
              <a:t>n</a:t>
            </a:r>
            <a:r>
              <a:rPr lang="en-US" altLang="zh-CN" dirty="0"/>
              <a:t>-cubes (hypercubes)</a:t>
            </a:r>
            <a:endParaRPr lang="en-US" altLang="zh-CN" dirty="0"/>
          </a:p>
        </p:txBody>
      </p:sp>
      <p:sp>
        <p:nvSpPr>
          <p:cNvPr id="21507" name="Rectangle 3"/>
          <p:cNvSpPr>
            <a:spLocks noGrp="1"/>
          </p:cNvSpPr>
          <p:nvPr>
            <p:ph idx="1"/>
          </p:nvPr>
        </p:nvSpPr>
        <p:spPr/>
        <p:txBody>
          <a:bodyPr vert="horz" wrap="square" lIns="91440" tIns="45720" rIns="91440" bIns="45720" anchor="t" anchorCtr="0"/>
          <a:p>
            <a:pPr eaLnBrk="1" hangingPunct="1"/>
            <a:r>
              <a:rPr lang="en-US" altLang="zh-CN" dirty="0"/>
              <a:t>For any </a:t>
            </a:r>
            <a:r>
              <a:rPr lang="en-US" altLang="zh-CN" i="1" dirty="0">
                <a:solidFill>
                  <a:srgbClr val="FF0000"/>
                </a:solidFill>
              </a:rPr>
              <a:t>n</a:t>
            </a:r>
            <a:r>
              <a:rPr lang="en-US" altLang="zh-CN" dirty="0">
                <a:solidFill>
                  <a:srgbClr val="FF0000"/>
                </a:solidFill>
                <a:sym typeface="Symbol" pitchFamily="18" charset="2"/>
              </a:rPr>
              <a:t></a:t>
            </a:r>
            <a:r>
              <a:rPr lang="en-US" altLang="zh-CN" b="1" dirty="0">
                <a:solidFill>
                  <a:srgbClr val="FF0000"/>
                </a:solidFill>
                <a:sym typeface="Symbol" pitchFamily="18" charset="2"/>
              </a:rPr>
              <a:t>N</a:t>
            </a:r>
            <a:r>
              <a:rPr lang="en-US" altLang="zh-CN" dirty="0"/>
              <a:t>, the hypercube Q</a:t>
            </a:r>
            <a:r>
              <a:rPr lang="en-US" altLang="zh-CN" i="1" baseline="-25000" dirty="0"/>
              <a:t>n</a:t>
            </a:r>
            <a:r>
              <a:rPr lang="en-US" altLang="zh-CN" dirty="0"/>
              <a:t> can be defined recursively as follows:</a:t>
            </a:r>
            <a:endParaRPr lang="en-US" altLang="zh-CN" i="1" dirty="0"/>
          </a:p>
          <a:p>
            <a:pPr lvl="1" eaLnBrk="1" hangingPunct="1"/>
            <a:r>
              <a:rPr lang="en-US" altLang="zh-CN" i="1" dirty="0"/>
              <a:t> </a:t>
            </a:r>
            <a:r>
              <a:rPr lang="en-US" altLang="zh-CN" dirty="0">
                <a:solidFill>
                  <a:srgbClr val="FF0000"/>
                </a:solidFill>
              </a:rPr>
              <a:t>Q</a:t>
            </a:r>
            <a:r>
              <a:rPr lang="en-US" altLang="zh-CN" baseline="-25000" dirty="0">
                <a:solidFill>
                  <a:srgbClr val="FF0000"/>
                </a:solidFill>
              </a:rPr>
              <a:t>0</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0</a:t>
            </a:r>
            <a:r>
              <a:rPr lang="en-US" altLang="zh-CN" dirty="0">
                <a:solidFill>
                  <a:srgbClr val="FF0000"/>
                </a:solidFill>
              </a:rPr>
              <a:t>},</a:t>
            </a:r>
            <a:r>
              <a:rPr lang="en-US" altLang="zh-CN" dirty="0">
                <a:solidFill>
                  <a:srgbClr val="FF0000"/>
                </a:solidFill>
                <a:sym typeface="Symbol" pitchFamily="18" charset="2"/>
              </a:rPr>
              <a:t></a:t>
            </a:r>
            <a:r>
              <a:rPr lang="en-US" altLang="zh-CN" dirty="0">
                <a:solidFill>
                  <a:srgbClr val="FF0000"/>
                </a:solidFill>
              </a:rPr>
              <a:t>}</a:t>
            </a:r>
            <a:r>
              <a:rPr lang="en-US" altLang="zh-CN" dirty="0"/>
              <a:t> (one node and no edges)</a:t>
            </a:r>
            <a:endParaRPr lang="en-US" altLang="zh-CN" dirty="0"/>
          </a:p>
          <a:p>
            <a:pPr lvl="1" eaLnBrk="1" hangingPunct="1"/>
            <a:r>
              <a:rPr lang="en-US" altLang="zh-CN" dirty="0"/>
              <a:t>For any </a:t>
            </a:r>
            <a:r>
              <a:rPr lang="en-US" altLang="zh-CN" i="1" dirty="0">
                <a:solidFill>
                  <a:srgbClr val="FF0000"/>
                </a:solidFill>
              </a:rPr>
              <a:t>n</a:t>
            </a:r>
            <a:r>
              <a:rPr lang="en-US" altLang="zh-CN" dirty="0">
                <a:solidFill>
                  <a:srgbClr val="FF0000"/>
                </a:solidFill>
                <a:sym typeface="Symbol" pitchFamily="18" charset="2"/>
              </a:rPr>
              <a:t></a:t>
            </a:r>
            <a:r>
              <a:rPr lang="en-US" altLang="zh-CN" b="1" dirty="0">
                <a:solidFill>
                  <a:srgbClr val="FF0000"/>
                </a:solidFill>
                <a:sym typeface="Symbol" pitchFamily="18" charset="2"/>
              </a:rPr>
              <a:t>N</a:t>
            </a:r>
            <a:r>
              <a:rPr lang="en-US" altLang="zh-CN" dirty="0">
                <a:sym typeface="Symbol" pitchFamily="18" charset="2"/>
              </a:rPr>
              <a:t>, if </a:t>
            </a:r>
            <a:r>
              <a:rPr lang="en-US" altLang="zh-CN" dirty="0">
                <a:solidFill>
                  <a:srgbClr val="FF0000"/>
                </a:solidFill>
              </a:rPr>
              <a:t>Q</a:t>
            </a:r>
            <a:r>
              <a:rPr lang="en-US" altLang="zh-CN" i="1" baseline="-25000" dirty="0">
                <a:solidFill>
                  <a:srgbClr val="FF0000"/>
                </a:solidFill>
              </a:rPr>
              <a:t>n</a:t>
            </a:r>
            <a:r>
              <a:rPr lang="en-US" altLang="zh-CN" i="1" dirty="0">
                <a:solidFill>
                  <a:srgbClr val="FF0000"/>
                </a:solidFill>
              </a:rPr>
              <a:t>=</a:t>
            </a:r>
            <a:r>
              <a:rPr lang="en-US" altLang="zh-CN" dirty="0">
                <a:solidFill>
                  <a:srgbClr val="FF0000"/>
                </a:solidFill>
              </a:rPr>
              <a:t>(</a:t>
            </a:r>
            <a:r>
              <a:rPr lang="en-US" altLang="zh-CN" i="1" dirty="0">
                <a:solidFill>
                  <a:srgbClr val="FF0000"/>
                </a:solidFill>
              </a:rPr>
              <a:t>V</a:t>
            </a:r>
            <a:r>
              <a:rPr lang="en-US" altLang="zh-CN" dirty="0">
                <a:solidFill>
                  <a:srgbClr val="FF0000"/>
                </a:solidFill>
              </a:rPr>
              <a:t>,</a:t>
            </a:r>
            <a:r>
              <a:rPr lang="en-US" altLang="zh-CN" i="1" dirty="0">
                <a:solidFill>
                  <a:srgbClr val="FF0000"/>
                </a:solidFill>
              </a:rPr>
              <a:t>E</a:t>
            </a:r>
            <a:r>
              <a:rPr lang="en-US" altLang="zh-CN" dirty="0">
                <a:solidFill>
                  <a:srgbClr val="FF0000"/>
                </a:solidFill>
              </a:rPr>
              <a:t>)</a:t>
            </a:r>
            <a:r>
              <a:rPr lang="en-US" altLang="zh-CN" dirty="0"/>
              <a:t>, where </a:t>
            </a:r>
            <a:r>
              <a:rPr lang="en-US" altLang="zh-CN" i="1" dirty="0">
                <a:solidFill>
                  <a:srgbClr val="FF0000"/>
                </a:solidFill>
              </a:rPr>
              <a:t>V</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a</a:t>
            </a:r>
            <a:r>
              <a:rPr lang="en-US" altLang="zh-CN" dirty="0">
                <a:solidFill>
                  <a:srgbClr val="FF0000"/>
                </a:solidFill>
              </a:rPr>
              <a:t>}</a:t>
            </a:r>
            <a:r>
              <a:rPr lang="en-US" altLang="zh-CN" dirty="0"/>
              <a:t> and</a:t>
            </a:r>
            <a:r>
              <a:rPr lang="en-US" altLang="zh-CN" i="1" dirty="0"/>
              <a:t> </a:t>
            </a:r>
            <a:r>
              <a:rPr lang="en-US" altLang="zh-CN" i="1" dirty="0">
                <a:solidFill>
                  <a:srgbClr val="FF0000"/>
                </a:solidFill>
              </a:rPr>
              <a:t>E</a:t>
            </a:r>
            <a:r>
              <a:rPr lang="en-US" altLang="zh-CN" dirty="0">
                <a:solidFill>
                  <a:srgbClr val="FF0000"/>
                </a:solidFill>
              </a:rPr>
              <a:t>={</a:t>
            </a:r>
            <a:r>
              <a:rPr lang="en-US" altLang="zh-CN" i="1" dirty="0">
                <a:solidFill>
                  <a:srgbClr val="FF0000"/>
                </a:solidFill>
              </a:rPr>
              <a:t>e</a:t>
            </a:r>
            <a:r>
              <a:rPr lang="en-US" altLang="zh-CN" baseline="-25000" dirty="0">
                <a:solidFill>
                  <a:srgbClr val="FF0000"/>
                </a:solidFill>
              </a:rPr>
              <a:t>1</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a:t>
            </a:r>
            <a:r>
              <a:rPr lang="en-US" altLang="zh-CN" i="1" dirty="0">
                <a:solidFill>
                  <a:srgbClr val="FF0000"/>
                </a:solidFill>
              </a:rPr>
              <a:t>e</a:t>
            </a:r>
            <a:r>
              <a:rPr lang="en-US" altLang="zh-CN" i="1" baseline="-25000" dirty="0">
                <a:solidFill>
                  <a:srgbClr val="FF0000"/>
                </a:solidFill>
              </a:rPr>
              <a:t>b</a:t>
            </a:r>
            <a:r>
              <a:rPr lang="en-US" altLang="zh-CN" dirty="0">
                <a:solidFill>
                  <a:srgbClr val="FF0000"/>
                </a:solidFill>
              </a:rPr>
              <a:t>}</a:t>
            </a:r>
            <a:r>
              <a:rPr lang="en-US" altLang="zh-CN" dirty="0"/>
              <a:t>, then </a:t>
            </a:r>
            <a:r>
              <a:rPr lang="en-US" altLang="zh-CN" dirty="0">
                <a:solidFill>
                  <a:srgbClr val="FF0000"/>
                </a:solidFill>
              </a:rPr>
              <a:t>Q</a:t>
            </a:r>
            <a:r>
              <a:rPr lang="en-US" altLang="zh-CN" i="1" baseline="-25000" dirty="0">
                <a:solidFill>
                  <a:srgbClr val="FF0000"/>
                </a:solidFill>
              </a:rPr>
              <a:t>n</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V</a:t>
            </a:r>
            <a:r>
              <a:rPr lang="en-US" altLang="zh-CN" dirty="0">
                <a:solidFill>
                  <a:srgbClr val="FF0000"/>
                </a:solidFill>
                <a:sym typeface="Symbol" pitchFamily="18" charset="2"/>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a</a:t>
            </a:r>
            <a:r>
              <a:rPr lang="en-US" altLang="zh-CN" dirty="0">
                <a:solidFill>
                  <a:srgbClr val="FF0000"/>
                </a:solidFill>
              </a:rPr>
              <a:t>´</a:t>
            </a:r>
            <a:r>
              <a:rPr lang="en-US" altLang="zh-CN" dirty="0">
                <a:solidFill>
                  <a:srgbClr val="FF0000"/>
                </a:solidFill>
                <a:sym typeface="Symbol" pitchFamily="18" charset="2"/>
              </a:rPr>
              <a:t>}</a:t>
            </a:r>
            <a:r>
              <a:rPr lang="en-US" altLang="zh-CN" dirty="0">
                <a:solidFill>
                  <a:srgbClr val="FF0000"/>
                </a:solidFill>
              </a:rPr>
              <a:t>, </a:t>
            </a:r>
            <a:r>
              <a:rPr lang="en-US" altLang="zh-CN" i="1" dirty="0">
                <a:solidFill>
                  <a:srgbClr val="FF0000"/>
                </a:solidFill>
              </a:rPr>
              <a:t>E</a:t>
            </a:r>
            <a:r>
              <a:rPr lang="en-US" altLang="zh-CN" dirty="0">
                <a:solidFill>
                  <a:srgbClr val="FF0000"/>
                </a:solidFill>
                <a:sym typeface="Symbol" pitchFamily="18" charset="2"/>
              </a:rPr>
              <a:t></a:t>
            </a:r>
            <a:r>
              <a:rPr lang="en-US" altLang="zh-CN" dirty="0">
                <a:solidFill>
                  <a:srgbClr val="FF0000"/>
                </a:solidFill>
              </a:rPr>
              <a:t>{</a:t>
            </a:r>
            <a:r>
              <a:rPr lang="en-US" altLang="zh-CN" i="1" dirty="0">
                <a:solidFill>
                  <a:srgbClr val="FF0000"/>
                </a:solidFill>
              </a:rPr>
              <a:t>e</a:t>
            </a:r>
            <a:r>
              <a:rPr lang="en-US" altLang="zh-CN" baseline="-25000" dirty="0">
                <a:solidFill>
                  <a:srgbClr val="FF0000"/>
                </a:solidFill>
              </a:rPr>
              <a:t>1</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a:t>
            </a:r>
            <a:r>
              <a:rPr lang="en-US" altLang="zh-CN" i="1" dirty="0">
                <a:solidFill>
                  <a:srgbClr val="FF0000"/>
                </a:solidFill>
              </a:rPr>
              <a:t>e</a:t>
            </a:r>
            <a:r>
              <a:rPr lang="en-US" altLang="zh-CN" i="1" baseline="-25000" dirty="0">
                <a:solidFill>
                  <a:srgbClr val="FF0000"/>
                </a:solidFill>
              </a:rPr>
              <a:t>b</a:t>
            </a:r>
            <a:r>
              <a:rPr lang="en-US" altLang="zh-CN" dirty="0">
                <a:solidFill>
                  <a:srgbClr val="FF0000"/>
                </a:solidFill>
              </a:rPr>
              <a:t>´}</a:t>
            </a:r>
            <a:r>
              <a:rPr lang="en-US" altLang="zh-CN" dirty="0">
                <a:solidFill>
                  <a:srgbClr val="FF0000"/>
                </a:solidFill>
                <a:sym typeface="Symbol" pitchFamily="18" charset="2"/>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dirty="0">
                <a:solidFill>
                  <a:srgbClr val="FF0000"/>
                </a:solidFill>
                <a:sym typeface="Symbol" pitchFamily="18" charset="2"/>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a:t>
            </a:r>
            <a:r>
              <a:rPr lang="en-US" altLang="zh-CN" dirty="0">
                <a:solidFill>
                  <a:srgbClr val="FF0000"/>
                </a:solidFill>
                <a:sym typeface="Symbol" pitchFamily="18" charset="2"/>
              </a:rPr>
              <a:t>},</a:t>
            </a:r>
            <a:r>
              <a:rPr lang="en-US" altLang="zh-CN" dirty="0">
                <a:solidFill>
                  <a:srgbClr val="FF0000"/>
                </a:solidFill>
                <a:latin typeface="Times New Roman" panose="02020603050405020304" pitchFamily="18" charset="0"/>
                <a:sym typeface="Symbol" pitchFamily="18" charset="2"/>
              </a:rPr>
              <a:t>…</a:t>
            </a:r>
            <a:r>
              <a:rPr lang="en-US" altLang="zh-CN" dirty="0">
                <a:solidFill>
                  <a:srgbClr val="FF0000"/>
                </a:solidFill>
                <a:sym typeface="Symbol" pitchFamily="18" charset="2"/>
              </a:rPr>
              <a:t>,</a:t>
            </a:r>
            <a:br>
              <a:rPr lang="en-US" altLang="zh-CN" dirty="0">
                <a:solidFill>
                  <a:srgbClr val="FF0000"/>
                </a:solidFill>
                <a:sym typeface="Symbol" pitchFamily="18" charset="2"/>
              </a:rPr>
            </a:br>
            <a:r>
              <a:rPr lang="en-US" altLang="zh-CN" dirty="0">
                <a:solidFill>
                  <a:srgbClr val="FF0000"/>
                </a:solidFill>
                <a:sym typeface="Symbol" pitchFamily="18" charset="2"/>
              </a:rPr>
              <a:t>{</a:t>
            </a:r>
            <a:r>
              <a:rPr lang="en-US" altLang="zh-CN" i="1" dirty="0">
                <a:solidFill>
                  <a:srgbClr val="FF0000"/>
                </a:solidFill>
              </a:rPr>
              <a:t>v</a:t>
            </a:r>
            <a:r>
              <a:rPr lang="en-US" altLang="zh-CN" i="1" baseline="-25000" dirty="0">
                <a:solidFill>
                  <a:srgbClr val="FF0000"/>
                </a:solidFill>
              </a:rPr>
              <a:t>a</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a</a:t>
            </a:r>
            <a:r>
              <a:rPr lang="en-US" altLang="zh-CN" dirty="0">
                <a:solidFill>
                  <a:srgbClr val="FF0000"/>
                </a:solidFill>
              </a:rPr>
              <a:t>´</a:t>
            </a:r>
            <a:r>
              <a:rPr lang="en-US" altLang="zh-CN" dirty="0">
                <a:solidFill>
                  <a:srgbClr val="FF0000"/>
                </a:solidFill>
                <a:sym typeface="Symbol" pitchFamily="18" charset="2"/>
              </a:rPr>
              <a:t>}}</a:t>
            </a:r>
            <a:r>
              <a:rPr lang="en-US" altLang="zh-CN" dirty="0">
                <a:solidFill>
                  <a:srgbClr val="FF0000"/>
                </a:solidFill>
              </a:rPr>
              <a:t>)</a:t>
            </a:r>
            <a:r>
              <a:rPr lang="en-US" altLang="zh-CN" dirty="0"/>
              <a:t> where </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a:t>
            </a:r>
            <a:r>
              <a:rPr lang="en-US" altLang="zh-CN" dirty="0">
                <a:solidFill>
                  <a:srgbClr val="FF0000"/>
                </a:solidFill>
                <a:latin typeface="Times New Roman" panose="02020603050405020304" pitchFamily="18" charset="0"/>
              </a:rPr>
              <a:t>…</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a</a:t>
            </a:r>
            <a:r>
              <a:rPr lang="en-US" altLang="zh-CN" dirty="0">
                <a:solidFill>
                  <a:srgbClr val="FF0000"/>
                </a:solidFill>
              </a:rPr>
              <a:t>´ </a:t>
            </a:r>
            <a:r>
              <a:rPr lang="en-US" altLang="zh-CN" dirty="0"/>
              <a:t>are new vertices, and where if </a:t>
            </a:r>
            <a:r>
              <a:rPr lang="en-US" altLang="zh-CN" i="1" dirty="0">
                <a:solidFill>
                  <a:srgbClr val="FF0000"/>
                </a:solidFill>
              </a:rPr>
              <a:t>e</a:t>
            </a:r>
            <a:r>
              <a:rPr lang="en-US" altLang="zh-CN" i="1" baseline="-25000" dirty="0">
                <a:solidFill>
                  <a:srgbClr val="FF0000"/>
                </a:solidFill>
              </a:rPr>
              <a:t>i</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j</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k</a:t>
            </a:r>
            <a:r>
              <a:rPr lang="en-US" altLang="zh-CN" dirty="0">
                <a:solidFill>
                  <a:srgbClr val="FF0000"/>
                </a:solidFill>
              </a:rPr>
              <a:t>}</a:t>
            </a:r>
            <a:r>
              <a:rPr lang="en-US" altLang="zh-CN" dirty="0"/>
              <a:t> then </a:t>
            </a:r>
            <a:r>
              <a:rPr lang="en-US" altLang="zh-CN" i="1" dirty="0">
                <a:solidFill>
                  <a:srgbClr val="FF0000"/>
                </a:solidFill>
              </a:rPr>
              <a:t>e</a:t>
            </a:r>
            <a:r>
              <a:rPr lang="en-US" altLang="zh-CN" i="1" baseline="-25000" dirty="0">
                <a:solidFill>
                  <a:srgbClr val="FF0000"/>
                </a:solidFill>
              </a:rPr>
              <a:t>i</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j</a:t>
            </a:r>
            <a:r>
              <a:rPr lang="en-US" altLang="zh-CN" dirty="0">
                <a:solidFill>
                  <a:srgbClr val="FF0000"/>
                </a:solidFill>
              </a:rPr>
              <a:t>´,</a:t>
            </a:r>
            <a:r>
              <a:rPr lang="en-US" altLang="zh-CN" i="1" dirty="0">
                <a:solidFill>
                  <a:srgbClr val="FF0000"/>
                </a:solidFill>
              </a:rPr>
              <a:t>v</a:t>
            </a:r>
            <a:r>
              <a:rPr lang="en-US" altLang="zh-CN" i="1" baseline="-25000" dirty="0">
                <a:solidFill>
                  <a:srgbClr val="FF0000"/>
                </a:solidFill>
              </a:rPr>
              <a:t>k</a:t>
            </a:r>
            <a:r>
              <a:rPr lang="en-US" altLang="zh-CN" dirty="0">
                <a:solidFill>
                  <a:srgbClr val="FF0000"/>
                </a:solidFill>
              </a:rPr>
              <a:t>´}</a:t>
            </a:r>
            <a:r>
              <a:rPr lang="en-US" altLang="zh-CN" dirty="0"/>
              <a:t>. </a:t>
            </a:r>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2530" name="Rectangle 2"/>
          <p:cNvSpPr>
            <a:spLocks noGrp="1"/>
          </p:cNvSpPr>
          <p:nvPr>
            <p:ph idx="1"/>
          </p:nvPr>
        </p:nvSpPr>
        <p:spPr/>
        <p:txBody>
          <a:bodyPr vert="horz" wrap="square" lIns="91440" tIns="45720" rIns="91440" bIns="45720" anchor="t" anchorCtr="0"/>
          <a:p>
            <a:pPr eaLnBrk="1" hangingPunct="1"/>
            <a:r>
              <a:rPr lang="en-US" altLang="zh-CN" sz="2800" b="1" dirty="0"/>
              <a:t>Def</a:t>
            </a:r>
            <a:r>
              <a:rPr lang="en-US" altLang="zh-CN" sz="2800" b="1" dirty="0"/>
              <a:t>’</a:t>
            </a:r>
            <a:r>
              <a:rPr lang="en-US" altLang="zh-CN" sz="2800" b="1" dirty="0"/>
              <a:t>n.:</a:t>
            </a:r>
            <a:r>
              <a:rPr lang="en-US" altLang="zh-CN" sz="2800" dirty="0"/>
              <a:t> A graph </a:t>
            </a:r>
            <a:r>
              <a:rPr lang="en-US" altLang="zh-CN" sz="2800" i="1" dirty="0">
                <a:solidFill>
                  <a:srgbClr val="FF0000"/>
                </a:solidFill>
              </a:rPr>
              <a:t>G</a:t>
            </a:r>
            <a:r>
              <a:rPr lang="en-US" altLang="zh-CN" sz="2800" dirty="0">
                <a:solidFill>
                  <a:srgbClr val="FF0000"/>
                </a:solidFill>
              </a:rPr>
              <a:t>=(</a:t>
            </a:r>
            <a:r>
              <a:rPr lang="en-US" altLang="zh-CN" sz="2800" i="1" dirty="0">
                <a:solidFill>
                  <a:srgbClr val="FF0000"/>
                </a:solidFill>
              </a:rPr>
              <a:t>V</a:t>
            </a:r>
            <a:r>
              <a:rPr lang="en-US" altLang="zh-CN" sz="2800" dirty="0">
                <a:solidFill>
                  <a:srgbClr val="FF0000"/>
                </a:solidFill>
              </a:rPr>
              <a:t>,</a:t>
            </a:r>
            <a:r>
              <a:rPr lang="en-US" altLang="zh-CN" sz="2800" i="1" dirty="0">
                <a:solidFill>
                  <a:srgbClr val="FF0000"/>
                </a:solidFill>
              </a:rPr>
              <a:t>E</a:t>
            </a:r>
            <a:r>
              <a:rPr lang="en-US" altLang="zh-CN" sz="2800" dirty="0">
                <a:solidFill>
                  <a:srgbClr val="FF0000"/>
                </a:solidFill>
              </a:rPr>
              <a:t>)</a:t>
            </a:r>
            <a:r>
              <a:rPr lang="en-US" altLang="zh-CN" sz="2800" dirty="0"/>
              <a:t> is </a:t>
            </a:r>
            <a:r>
              <a:rPr lang="en-US" altLang="zh-CN" sz="2800" i="1" dirty="0"/>
              <a:t>bipartite</a:t>
            </a:r>
            <a:r>
              <a:rPr lang="en-US" altLang="zh-CN" sz="2800" dirty="0"/>
              <a:t> (two-part) iff </a:t>
            </a:r>
            <a:r>
              <a:rPr lang="en-US" altLang="zh-CN" sz="2800" i="1" dirty="0">
                <a:solidFill>
                  <a:srgbClr val="FF0000"/>
                </a:solidFill>
              </a:rPr>
              <a:t>V</a:t>
            </a:r>
            <a:r>
              <a:rPr lang="en-US" altLang="zh-CN" sz="2800" dirty="0">
                <a:solidFill>
                  <a:srgbClr val="FF0000"/>
                </a:solidFill>
              </a:rPr>
              <a:t> = </a:t>
            </a:r>
            <a:r>
              <a:rPr lang="en-US" altLang="zh-CN" sz="2800" i="1" dirty="0">
                <a:solidFill>
                  <a:srgbClr val="FF0000"/>
                </a:solidFill>
              </a:rPr>
              <a:t>V</a:t>
            </a:r>
            <a:r>
              <a:rPr lang="en-US" altLang="zh-CN" sz="2800" baseline="-25000" dirty="0">
                <a:solidFill>
                  <a:srgbClr val="FF0000"/>
                </a:solidFill>
              </a:rPr>
              <a:t>1 </a:t>
            </a:r>
            <a:r>
              <a:rPr lang="en-US" altLang="zh-CN" sz="2800" dirty="0">
                <a:solidFill>
                  <a:srgbClr val="FF0000"/>
                </a:solidFill>
                <a:latin typeface="Symbol" pitchFamily="18" charset="2"/>
                <a:sym typeface="Symbol" pitchFamily="18" charset="2"/>
              </a:rPr>
              <a:t></a:t>
            </a:r>
            <a:r>
              <a:rPr lang="en-US" altLang="zh-CN" sz="2800" baseline="-25000" dirty="0">
                <a:solidFill>
                  <a:srgbClr val="FF0000"/>
                </a:solidFill>
              </a:rPr>
              <a:t> </a:t>
            </a:r>
            <a:r>
              <a:rPr lang="en-US" altLang="zh-CN" sz="2800" i="1" dirty="0">
                <a:solidFill>
                  <a:srgbClr val="FF0000"/>
                </a:solidFill>
              </a:rPr>
              <a:t>V</a:t>
            </a:r>
            <a:r>
              <a:rPr lang="en-US" altLang="zh-CN" sz="2800" baseline="-25000" dirty="0">
                <a:solidFill>
                  <a:srgbClr val="FF0000"/>
                </a:solidFill>
              </a:rPr>
              <a:t>2</a:t>
            </a:r>
            <a:r>
              <a:rPr lang="en-US" altLang="zh-CN" sz="2800" dirty="0"/>
              <a:t> where </a:t>
            </a:r>
            <a:r>
              <a:rPr lang="en-US" altLang="zh-CN" sz="2800" i="1" dirty="0">
                <a:solidFill>
                  <a:srgbClr val="FF0000"/>
                </a:solidFill>
              </a:rPr>
              <a:t>V</a:t>
            </a:r>
            <a:r>
              <a:rPr lang="en-US" altLang="zh-CN" sz="2800" baseline="-25000" dirty="0">
                <a:solidFill>
                  <a:srgbClr val="FF0000"/>
                </a:solidFill>
              </a:rPr>
              <a:t>1 </a:t>
            </a:r>
            <a:r>
              <a:rPr lang="en-US" altLang="zh-CN" sz="2800" dirty="0">
                <a:solidFill>
                  <a:srgbClr val="FF0000"/>
                </a:solidFill>
              </a:rPr>
              <a:t>∩</a:t>
            </a:r>
            <a:r>
              <a:rPr lang="en-US" altLang="zh-CN" sz="2800" baseline="-25000" dirty="0">
                <a:solidFill>
                  <a:srgbClr val="FF0000"/>
                </a:solidFill>
              </a:rPr>
              <a:t> </a:t>
            </a:r>
            <a:r>
              <a:rPr lang="en-US" altLang="zh-CN" sz="2800" i="1" dirty="0">
                <a:solidFill>
                  <a:srgbClr val="FF0000"/>
                </a:solidFill>
                <a:sym typeface="Symbol" pitchFamily="18" charset="2"/>
              </a:rPr>
              <a:t>V</a:t>
            </a:r>
            <a:r>
              <a:rPr lang="en-US" altLang="zh-CN" sz="2800" baseline="-25000" dirty="0">
                <a:solidFill>
                  <a:srgbClr val="FF0000"/>
                </a:solidFill>
                <a:sym typeface="Symbol" pitchFamily="18" charset="2"/>
              </a:rPr>
              <a:t>2</a:t>
            </a:r>
            <a:r>
              <a:rPr lang="en-US" altLang="zh-CN" sz="2800" dirty="0">
                <a:solidFill>
                  <a:srgbClr val="FF0000"/>
                </a:solidFill>
                <a:sym typeface="Symbol" pitchFamily="18" charset="2"/>
              </a:rPr>
              <a:t>=</a:t>
            </a:r>
            <a:r>
              <a:rPr lang="en-US" altLang="zh-CN" sz="2800" dirty="0">
                <a:solidFill>
                  <a:srgbClr val="FF0000"/>
                </a:solidFill>
                <a:latin typeface="Symbol" pitchFamily="18" charset="2"/>
                <a:sym typeface="Symbol" pitchFamily="18" charset="2"/>
              </a:rPr>
              <a:t></a:t>
            </a:r>
            <a:r>
              <a:rPr lang="en-US" altLang="zh-CN" sz="2800" dirty="0">
                <a:sym typeface="Symbol" pitchFamily="18" charset="2"/>
              </a:rPr>
              <a:t> and </a:t>
            </a:r>
            <a:br>
              <a:rPr lang="en-US" altLang="zh-CN" sz="2800" dirty="0">
                <a:sym typeface="Symbol" pitchFamily="18" charset="2"/>
              </a:rPr>
            </a:br>
            <a:r>
              <a:rPr lang="en-US" altLang="zh-CN" sz="2800" dirty="0">
                <a:solidFill>
                  <a:srgbClr val="FF0000"/>
                </a:solidFill>
                <a:latin typeface="Symbol" pitchFamily="18" charset="2"/>
                <a:sym typeface="Symbol" pitchFamily="18" charset="2"/>
              </a:rPr>
              <a:t></a:t>
            </a:r>
            <a:r>
              <a:rPr lang="en-US" altLang="zh-CN" sz="2800" i="1" dirty="0">
                <a:solidFill>
                  <a:srgbClr val="FF0000"/>
                </a:solidFill>
                <a:sym typeface="Symbol" pitchFamily="18" charset="2"/>
              </a:rPr>
              <a:t>e</a:t>
            </a:r>
            <a:r>
              <a:rPr lang="en-US" altLang="zh-CN" sz="2800" dirty="0">
                <a:solidFill>
                  <a:srgbClr val="FF0000"/>
                </a:solidFill>
                <a:sym typeface="Symbol" pitchFamily="18" charset="2"/>
              </a:rPr>
              <a:t></a:t>
            </a:r>
            <a:r>
              <a:rPr lang="en-US" altLang="zh-CN" sz="2800" i="1" dirty="0">
                <a:solidFill>
                  <a:srgbClr val="FF0000"/>
                </a:solidFill>
                <a:sym typeface="Symbol" pitchFamily="18" charset="2"/>
              </a:rPr>
              <a:t>E</a:t>
            </a:r>
            <a:r>
              <a:rPr lang="en-US" altLang="zh-CN" sz="2800" dirty="0">
                <a:solidFill>
                  <a:srgbClr val="FF0000"/>
                </a:solidFill>
                <a:sym typeface="Symbol" pitchFamily="18" charset="2"/>
              </a:rPr>
              <a:t>: </a:t>
            </a:r>
            <a:r>
              <a:rPr lang="en-US" altLang="zh-CN" sz="2800" i="1" dirty="0">
                <a:solidFill>
                  <a:srgbClr val="FF0000"/>
                </a:solidFill>
                <a:sym typeface="Symbol" pitchFamily="18" charset="2"/>
              </a:rPr>
              <a:t>v</a:t>
            </a:r>
            <a:r>
              <a:rPr lang="en-US" altLang="zh-CN" sz="2800" baseline="-25000" dirty="0">
                <a:solidFill>
                  <a:srgbClr val="FF0000"/>
                </a:solidFill>
                <a:sym typeface="Symbol" pitchFamily="18" charset="2"/>
              </a:rPr>
              <a:t>1</a:t>
            </a:r>
            <a:r>
              <a:rPr lang="en-US" altLang="zh-CN" sz="2800" dirty="0">
                <a:solidFill>
                  <a:srgbClr val="FF0000"/>
                </a:solidFill>
                <a:sym typeface="Symbol" pitchFamily="18" charset="2"/>
              </a:rPr>
              <a:t></a:t>
            </a:r>
            <a:r>
              <a:rPr lang="en-US" altLang="zh-CN" sz="2800" i="1" dirty="0">
                <a:solidFill>
                  <a:srgbClr val="FF0000"/>
                </a:solidFill>
                <a:sym typeface="Symbol" pitchFamily="18" charset="2"/>
              </a:rPr>
              <a:t>V</a:t>
            </a:r>
            <a:r>
              <a:rPr lang="en-US" altLang="zh-CN" sz="2800" baseline="-25000" dirty="0">
                <a:solidFill>
                  <a:srgbClr val="FF0000"/>
                </a:solidFill>
                <a:sym typeface="Symbol" pitchFamily="18" charset="2"/>
              </a:rPr>
              <a:t>1</a:t>
            </a:r>
            <a:r>
              <a:rPr lang="en-US" altLang="zh-CN" sz="2800" dirty="0">
                <a:solidFill>
                  <a:srgbClr val="FF0000"/>
                </a:solidFill>
                <a:sym typeface="Symbol" pitchFamily="18" charset="2"/>
              </a:rPr>
              <a:t>,</a:t>
            </a:r>
            <a:r>
              <a:rPr lang="en-US" altLang="zh-CN" sz="2800" i="1" dirty="0">
                <a:solidFill>
                  <a:srgbClr val="FF0000"/>
                </a:solidFill>
                <a:sym typeface="Symbol" pitchFamily="18" charset="2"/>
              </a:rPr>
              <a:t>v</a:t>
            </a:r>
            <a:r>
              <a:rPr lang="en-US" altLang="zh-CN" sz="2800" baseline="-25000" dirty="0">
                <a:solidFill>
                  <a:srgbClr val="FF0000"/>
                </a:solidFill>
                <a:sym typeface="Symbol" pitchFamily="18" charset="2"/>
              </a:rPr>
              <a:t>2</a:t>
            </a:r>
            <a:r>
              <a:rPr lang="en-US" altLang="zh-CN" sz="2800" dirty="0">
                <a:solidFill>
                  <a:srgbClr val="FF0000"/>
                </a:solidFill>
                <a:sym typeface="Symbol" pitchFamily="18" charset="2"/>
              </a:rPr>
              <a:t></a:t>
            </a:r>
            <a:r>
              <a:rPr lang="en-US" altLang="zh-CN" sz="2800" i="1" dirty="0">
                <a:solidFill>
                  <a:srgbClr val="FF0000"/>
                </a:solidFill>
                <a:sym typeface="Symbol" pitchFamily="18" charset="2"/>
              </a:rPr>
              <a:t>V</a:t>
            </a:r>
            <a:r>
              <a:rPr lang="en-US" altLang="zh-CN" sz="2800" baseline="-25000" dirty="0">
                <a:solidFill>
                  <a:srgbClr val="FF0000"/>
                </a:solidFill>
                <a:sym typeface="Symbol" pitchFamily="18" charset="2"/>
              </a:rPr>
              <a:t>2</a:t>
            </a:r>
            <a:r>
              <a:rPr lang="en-US" altLang="zh-CN" sz="2800" dirty="0">
                <a:solidFill>
                  <a:srgbClr val="FF0000"/>
                </a:solidFill>
                <a:sym typeface="Symbol" pitchFamily="18" charset="2"/>
              </a:rPr>
              <a:t>: </a:t>
            </a:r>
            <a:r>
              <a:rPr lang="en-US" altLang="zh-CN" sz="2800" i="1" dirty="0">
                <a:solidFill>
                  <a:srgbClr val="FF0000"/>
                </a:solidFill>
                <a:sym typeface="Symbol" pitchFamily="18" charset="2"/>
              </a:rPr>
              <a:t>e</a:t>
            </a:r>
            <a:r>
              <a:rPr lang="en-US" altLang="zh-CN" sz="2800" dirty="0">
                <a:solidFill>
                  <a:srgbClr val="FF0000"/>
                </a:solidFill>
                <a:sym typeface="Symbol" pitchFamily="18" charset="2"/>
              </a:rPr>
              <a:t>={</a:t>
            </a:r>
            <a:r>
              <a:rPr lang="en-US" altLang="zh-CN" sz="2800" i="1" dirty="0">
                <a:solidFill>
                  <a:srgbClr val="FF0000"/>
                </a:solidFill>
                <a:sym typeface="Symbol" pitchFamily="18" charset="2"/>
              </a:rPr>
              <a:t>v</a:t>
            </a:r>
            <a:r>
              <a:rPr lang="en-US" altLang="zh-CN" sz="2800" baseline="-25000" dirty="0">
                <a:solidFill>
                  <a:srgbClr val="FF0000"/>
                </a:solidFill>
                <a:sym typeface="Symbol" pitchFamily="18" charset="2"/>
              </a:rPr>
              <a:t>1</a:t>
            </a:r>
            <a:r>
              <a:rPr lang="en-US" altLang="zh-CN" sz="2800" dirty="0">
                <a:solidFill>
                  <a:srgbClr val="FF0000"/>
                </a:solidFill>
                <a:sym typeface="Symbol" pitchFamily="18" charset="2"/>
              </a:rPr>
              <a:t>,</a:t>
            </a:r>
            <a:r>
              <a:rPr lang="en-US" altLang="zh-CN" sz="2800" i="1" dirty="0">
                <a:solidFill>
                  <a:srgbClr val="FF0000"/>
                </a:solidFill>
                <a:sym typeface="Symbol" pitchFamily="18" charset="2"/>
              </a:rPr>
              <a:t>v</a:t>
            </a:r>
            <a:r>
              <a:rPr lang="en-US" altLang="zh-CN" sz="2800" baseline="-25000" dirty="0">
                <a:solidFill>
                  <a:srgbClr val="FF0000"/>
                </a:solidFill>
                <a:sym typeface="Symbol" pitchFamily="18" charset="2"/>
              </a:rPr>
              <a:t>2</a:t>
            </a:r>
            <a:r>
              <a:rPr lang="en-US" altLang="zh-CN" sz="2800" dirty="0">
                <a:solidFill>
                  <a:srgbClr val="FF0000"/>
                </a:solidFill>
                <a:sym typeface="Symbol" pitchFamily="18" charset="2"/>
              </a:rPr>
              <a:t>}</a:t>
            </a:r>
            <a:r>
              <a:rPr lang="en-US" altLang="zh-CN" sz="2800" dirty="0">
                <a:sym typeface="Symbol" pitchFamily="18" charset="2"/>
              </a:rPr>
              <a:t>.</a:t>
            </a:r>
            <a:endParaRPr lang="en-US" altLang="zh-CN" sz="2800" dirty="0">
              <a:sym typeface="Symbol" pitchFamily="18" charset="2"/>
            </a:endParaRPr>
          </a:p>
          <a:p>
            <a:pPr eaLnBrk="1" hangingPunct="1"/>
            <a:r>
              <a:rPr lang="en-US" altLang="zh-CN" sz="2800" b="1" dirty="0">
                <a:sym typeface="Symbol" pitchFamily="18" charset="2"/>
              </a:rPr>
              <a:t>In English:</a:t>
            </a:r>
            <a:r>
              <a:rPr lang="en-US" altLang="zh-CN" sz="2800" dirty="0">
                <a:sym typeface="Symbol" pitchFamily="18" charset="2"/>
              </a:rPr>
              <a:t> The graph can</a:t>
            </a:r>
            <a:br>
              <a:rPr lang="en-US" altLang="zh-CN" sz="2800" dirty="0">
                <a:sym typeface="Symbol" pitchFamily="18" charset="2"/>
              </a:rPr>
            </a:br>
            <a:r>
              <a:rPr lang="en-US" altLang="zh-CN" sz="2800" dirty="0">
                <a:sym typeface="Symbol" pitchFamily="18" charset="2"/>
              </a:rPr>
              <a:t>be divided into two parts</a:t>
            </a:r>
            <a:br>
              <a:rPr lang="en-US" altLang="zh-CN" sz="2800" dirty="0">
                <a:sym typeface="Symbol" pitchFamily="18" charset="2"/>
              </a:rPr>
            </a:br>
            <a:r>
              <a:rPr lang="en-US" altLang="zh-CN" sz="2800" dirty="0">
                <a:sym typeface="Symbol" pitchFamily="18" charset="2"/>
              </a:rPr>
              <a:t>in such a way that all edges </a:t>
            </a:r>
            <a:br>
              <a:rPr lang="en-US" altLang="zh-CN" sz="2800" dirty="0">
                <a:sym typeface="Symbol" pitchFamily="18" charset="2"/>
              </a:rPr>
            </a:br>
            <a:r>
              <a:rPr lang="en-US" altLang="zh-CN" sz="2800" dirty="0">
                <a:sym typeface="Symbol" pitchFamily="18" charset="2"/>
              </a:rPr>
              <a:t>go between the two parts.</a:t>
            </a:r>
            <a:endParaRPr lang="en-US" altLang="zh-CN" sz="2800" dirty="0">
              <a:sym typeface="Symbol" pitchFamily="18" charset="2"/>
            </a:endParaRPr>
          </a:p>
        </p:txBody>
      </p:sp>
      <p:sp>
        <p:nvSpPr>
          <p:cNvPr id="22531" name="Rectangle 5"/>
          <p:cNvSpPr>
            <a:spLocks noGrp="1"/>
          </p:cNvSpPr>
          <p:nvPr>
            <p:ph type="title"/>
          </p:nvPr>
        </p:nvSpPr>
        <p:spPr/>
        <p:txBody>
          <a:bodyPr vert="horz" wrap="square" lIns="91440" tIns="45720" rIns="91440" bIns="45720" anchor="b" anchorCtr="0"/>
          <a:p>
            <a:pPr eaLnBrk="1" hangingPunct="1"/>
            <a:r>
              <a:rPr lang="en-US" altLang="zh-CN" dirty="0"/>
              <a:t>Bipartite Graphs</a:t>
            </a:r>
            <a:endParaRPr lang="en-US" altLang="zh-CN" dirty="0"/>
          </a:p>
        </p:txBody>
      </p:sp>
      <p:sp>
        <p:nvSpPr>
          <p:cNvPr id="22532" name="Text Box 24"/>
          <p:cNvSpPr txBox="1"/>
          <p:nvPr/>
        </p:nvSpPr>
        <p:spPr>
          <a:xfrm>
            <a:off x="1116013" y="5373688"/>
            <a:ext cx="4687887" cy="679450"/>
          </a:xfrm>
          <a:prstGeom prst="rect">
            <a:avLst/>
          </a:prstGeom>
          <a:solidFill>
            <a:srgbClr val="FFFFCC"/>
          </a:solidFill>
          <a:ln w="38100" cap="flat" cmpd="sng">
            <a:solidFill>
              <a:srgbClr val="006600"/>
            </a:solidFill>
            <a:prstDash val="solid"/>
            <a:miter/>
            <a:headEnd type="none" w="med" len="med"/>
            <a:tailEnd type="none" w="med" len="med"/>
          </a:ln>
        </p:spPr>
        <p:txBody>
          <a:bodyPr anchor="t" anchorCtr="0">
            <a:spAutoFit/>
          </a:bodyPr>
          <a:p>
            <a:pPr eaLnBrk="0" hangingPunct="0"/>
            <a:r>
              <a:rPr lang="en-US" altLang="zh-CN" sz="1800" dirty="0">
                <a:latin typeface="Times New Roman" panose="02020603050405020304" pitchFamily="18" charset="0"/>
                <a:ea typeface="宋体" pitchFamily="2" charset="-122"/>
              </a:rPr>
              <a:t>This definition can easily be adapted for the </a:t>
            </a:r>
            <a:br>
              <a:rPr lang="en-US" altLang="zh-CN" sz="1800" dirty="0">
                <a:latin typeface="Times New Roman" panose="02020603050405020304" pitchFamily="18" charset="0"/>
                <a:ea typeface="宋体" pitchFamily="2" charset="-122"/>
              </a:rPr>
            </a:br>
            <a:r>
              <a:rPr lang="en-US" altLang="zh-CN" sz="1800" dirty="0">
                <a:latin typeface="Times New Roman" panose="02020603050405020304" pitchFamily="18" charset="0"/>
                <a:ea typeface="宋体" pitchFamily="2" charset="-122"/>
              </a:rPr>
              <a:t>case of multigraphs and directed graphs as well.</a:t>
            </a:r>
            <a:endParaRPr lang="en-US" altLang="zh-CN" sz="1800" dirty="0">
              <a:latin typeface="Times New Roman" panose="02020603050405020304" pitchFamily="18" charset="0"/>
              <a:ea typeface="宋体" pitchFamily="2" charset="-122"/>
            </a:endParaRPr>
          </a:p>
        </p:txBody>
      </p:sp>
      <p:grpSp>
        <p:nvGrpSpPr>
          <p:cNvPr id="22533" name="Group 26"/>
          <p:cNvGrpSpPr/>
          <p:nvPr/>
        </p:nvGrpSpPr>
        <p:grpSpPr>
          <a:xfrm>
            <a:off x="6443663" y="3357563"/>
            <a:ext cx="1949450" cy="3038475"/>
            <a:chOff x="3860" y="2256"/>
            <a:chExt cx="1228" cy="1914"/>
          </a:xfrm>
        </p:grpSpPr>
        <p:sp>
          <p:nvSpPr>
            <p:cNvPr id="22534" name="Oval 3"/>
            <p:cNvSpPr/>
            <p:nvPr/>
          </p:nvSpPr>
          <p:spPr>
            <a:xfrm>
              <a:off x="4560" y="2256"/>
              <a:ext cx="384" cy="1200"/>
            </a:xfrm>
            <a:prstGeom prst="ellipse">
              <a:avLst/>
            </a:prstGeom>
            <a:solidFill>
              <a:srgbClr val="FFCCCC"/>
            </a:solidFill>
            <a:ln w="9525">
              <a:noFill/>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35" name="Oval 4"/>
            <p:cNvSpPr/>
            <p:nvPr/>
          </p:nvSpPr>
          <p:spPr>
            <a:xfrm>
              <a:off x="3984" y="2256"/>
              <a:ext cx="384" cy="1200"/>
            </a:xfrm>
            <a:prstGeom prst="ellipse">
              <a:avLst/>
            </a:prstGeom>
            <a:solidFill>
              <a:schemeClr val="hlink"/>
            </a:solidFill>
            <a:ln w="9525">
              <a:noFill/>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36" name="Oval 6"/>
            <p:cNvSpPr/>
            <p:nvPr/>
          </p:nvSpPr>
          <p:spPr>
            <a:xfrm>
              <a:off x="4128" y="2400"/>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37" name="Oval 7"/>
            <p:cNvSpPr/>
            <p:nvPr/>
          </p:nvSpPr>
          <p:spPr>
            <a:xfrm>
              <a:off x="4128" y="2592"/>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38" name="Oval 8"/>
            <p:cNvSpPr/>
            <p:nvPr/>
          </p:nvSpPr>
          <p:spPr>
            <a:xfrm>
              <a:off x="4128" y="2784"/>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39" name="Oval 9"/>
            <p:cNvSpPr/>
            <p:nvPr/>
          </p:nvSpPr>
          <p:spPr>
            <a:xfrm>
              <a:off x="4128" y="2976"/>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40" name="Oval 10"/>
            <p:cNvSpPr/>
            <p:nvPr/>
          </p:nvSpPr>
          <p:spPr>
            <a:xfrm>
              <a:off x="4128" y="3168"/>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41" name="Oval 11"/>
            <p:cNvSpPr/>
            <p:nvPr/>
          </p:nvSpPr>
          <p:spPr>
            <a:xfrm>
              <a:off x="4704" y="2400"/>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42" name="Oval 12"/>
            <p:cNvSpPr/>
            <p:nvPr/>
          </p:nvSpPr>
          <p:spPr>
            <a:xfrm>
              <a:off x="4704" y="2592"/>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43" name="Oval 13"/>
            <p:cNvSpPr/>
            <p:nvPr/>
          </p:nvSpPr>
          <p:spPr>
            <a:xfrm>
              <a:off x="4704" y="2784"/>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44" name="Oval 14"/>
            <p:cNvSpPr/>
            <p:nvPr/>
          </p:nvSpPr>
          <p:spPr>
            <a:xfrm>
              <a:off x="4704" y="2976"/>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45" name="Oval 15"/>
            <p:cNvSpPr/>
            <p:nvPr/>
          </p:nvSpPr>
          <p:spPr>
            <a:xfrm>
              <a:off x="4704" y="3168"/>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2546" name="Line 16"/>
            <p:cNvSpPr/>
            <p:nvPr/>
          </p:nvSpPr>
          <p:spPr>
            <a:xfrm>
              <a:off x="4224" y="2448"/>
              <a:ext cx="480" cy="192"/>
            </a:xfrm>
            <a:prstGeom prst="line">
              <a:avLst/>
            </a:prstGeom>
            <a:ln w="28575" cap="flat" cmpd="sng">
              <a:solidFill>
                <a:schemeClr val="tx1"/>
              </a:solidFill>
              <a:prstDash val="solid"/>
              <a:round/>
              <a:headEnd type="none" w="med" len="med"/>
              <a:tailEnd type="none" w="med" len="med"/>
            </a:ln>
          </p:spPr>
        </p:sp>
        <p:sp>
          <p:nvSpPr>
            <p:cNvPr id="22547" name="Line 17"/>
            <p:cNvSpPr/>
            <p:nvPr/>
          </p:nvSpPr>
          <p:spPr>
            <a:xfrm>
              <a:off x="4224" y="2640"/>
              <a:ext cx="480" cy="0"/>
            </a:xfrm>
            <a:prstGeom prst="line">
              <a:avLst/>
            </a:prstGeom>
            <a:ln w="28575" cap="flat" cmpd="sng">
              <a:solidFill>
                <a:schemeClr val="tx1"/>
              </a:solidFill>
              <a:prstDash val="solid"/>
              <a:round/>
              <a:headEnd type="none" w="med" len="med"/>
              <a:tailEnd type="none" w="med" len="med"/>
            </a:ln>
          </p:spPr>
        </p:sp>
        <p:sp>
          <p:nvSpPr>
            <p:cNvPr id="22548" name="Line 18"/>
            <p:cNvSpPr/>
            <p:nvPr/>
          </p:nvSpPr>
          <p:spPr>
            <a:xfrm flipV="1">
              <a:off x="4224" y="2832"/>
              <a:ext cx="480" cy="384"/>
            </a:xfrm>
            <a:prstGeom prst="line">
              <a:avLst/>
            </a:prstGeom>
            <a:ln w="28575" cap="flat" cmpd="sng">
              <a:solidFill>
                <a:schemeClr val="tx1"/>
              </a:solidFill>
              <a:prstDash val="solid"/>
              <a:round/>
              <a:headEnd type="none" w="med" len="med"/>
              <a:tailEnd type="none" w="med" len="med"/>
            </a:ln>
          </p:spPr>
        </p:sp>
        <p:sp>
          <p:nvSpPr>
            <p:cNvPr id="22549" name="Line 19"/>
            <p:cNvSpPr/>
            <p:nvPr/>
          </p:nvSpPr>
          <p:spPr>
            <a:xfrm>
              <a:off x="4224" y="2832"/>
              <a:ext cx="480" cy="384"/>
            </a:xfrm>
            <a:prstGeom prst="line">
              <a:avLst/>
            </a:prstGeom>
            <a:ln w="28575" cap="flat" cmpd="sng">
              <a:solidFill>
                <a:schemeClr val="tx1"/>
              </a:solidFill>
              <a:prstDash val="solid"/>
              <a:round/>
              <a:headEnd type="none" w="med" len="med"/>
              <a:tailEnd type="none" w="med" len="med"/>
            </a:ln>
          </p:spPr>
        </p:sp>
        <p:sp>
          <p:nvSpPr>
            <p:cNvPr id="22550" name="Line 20"/>
            <p:cNvSpPr/>
            <p:nvPr/>
          </p:nvSpPr>
          <p:spPr>
            <a:xfrm>
              <a:off x="4224" y="2448"/>
              <a:ext cx="480" cy="384"/>
            </a:xfrm>
            <a:prstGeom prst="line">
              <a:avLst/>
            </a:prstGeom>
            <a:ln w="28575" cap="flat" cmpd="sng">
              <a:solidFill>
                <a:schemeClr val="tx1"/>
              </a:solidFill>
              <a:prstDash val="solid"/>
              <a:round/>
              <a:headEnd type="none" w="med" len="med"/>
              <a:tailEnd type="none" w="med" len="med"/>
            </a:ln>
          </p:spPr>
        </p:sp>
        <p:sp>
          <p:nvSpPr>
            <p:cNvPr id="22551" name="Line 21"/>
            <p:cNvSpPr/>
            <p:nvPr/>
          </p:nvSpPr>
          <p:spPr>
            <a:xfrm>
              <a:off x="4224" y="3024"/>
              <a:ext cx="480" cy="192"/>
            </a:xfrm>
            <a:prstGeom prst="line">
              <a:avLst/>
            </a:prstGeom>
            <a:ln w="28575" cap="flat" cmpd="sng">
              <a:solidFill>
                <a:schemeClr val="tx1"/>
              </a:solidFill>
              <a:prstDash val="solid"/>
              <a:round/>
              <a:headEnd type="none" w="med" len="med"/>
              <a:tailEnd type="none" w="med" len="med"/>
            </a:ln>
          </p:spPr>
        </p:sp>
        <p:sp>
          <p:nvSpPr>
            <p:cNvPr id="22552" name="Text Box 22"/>
            <p:cNvSpPr txBox="1"/>
            <p:nvPr/>
          </p:nvSpPr>
          <p:spPr>
            <a:xfrm>
              <a:off x="4037" y="3403"/>
              <a:ext cx="297" cy="288"/>
            </a:xfrm>
            <a:prstGeom prst="rect">
              <a:avLst/>
            </a:prstGeom>
            <a:noFill/>
            <a:ln w="9525">
              <a:noFill/>
            </a:ln>
          </p:spPr>
          <p:txBody>
            <a:bodyPr wrap="none" anchor="t" anchorCtr="0">
              <a:spAutoFit/>
            </a:bodyPr>
            <a:p>
              <a:pPr eaLnBrk="0" hangingPunct="0"/>
              <a:r>
                <a:rPr lang="en-US" altLang="zh-CN" i="1" dirty="0">
                  <a:latin typeface="Times New Roman" panose="02020603050405020304" pitchFamily="18" charset="0"/>
                  <a:ea typeface="宋体" pitchFamily="2" charset="-122"/>
                </a:rPr>
                <a:t>V</a:t>
              </a:r>
              <a:r>
                <a:rPr lang="en-US" altLang="zh-CN" baseline="-25000" dirty="0">
                  <a:latin typeface="Times New Roman" panose="02020603050405020304" pitchFamily="18" charset="0"/>
                  <a:ea typeface="宋体" pitchFamily="2" charset="-122"/>
                </a:rPr>
                <a:t>1</a:t>
              </a:r>
              <a:endParaRPr lang="en-US" altLang="zh-CN" dirty="0">
                <a:latin typeface="Times New Roman" panose="02020603050405020304" pitchFamily="18" charset="0"/>
                <a:ea typeface="宋体" pitchFamily="2" charset="-122"/>
              </a:endParaRPr>
            </a:p>
          </p:txBody>
        </p:sp>
        <p:sp>
          <p:nvSpPr>
            <p:cNvPr id="22553" name="Text Box 23"/>
            <p:cNvSpPr txBox="1"/>
            <p:nvPr/>
          </p:nvSpPr>
          <p:spPr>
            <a:xfrm>
              <a:off x="4632" y="3398"/>
              <a:ext cx="297" cy="288"/>
            </a:xfrm>
            <a:prstGeom prst="rect">
              <a:avLst/>
            </a:prstGeom>
            <a:noFill/>
            <a:ln w="9525">
              <a:noFill/>
            </a:ln>
          </p:spPr>
          <p:txBody>
            <a:bodyPr wrap="none" anchor="t" anchorCtr="0">
              <a:spAutoFit/>
            </a:bodyPr>
            <a:p>
              <a:pPr eaLnBrk="0" hangingPunct="0"/>
              <a:r>
                <a:rPr lang="en-US" altLang="zh-CN" i="1" dirty="0">
                  <a:latin typeface="Times New Roman" panose="02020603050405020304" pitchFamily="18" charset="0"/>
                  <a:ea typeface="宋体" pitchFamily="2" charset="-122"/>
                </a:rPr>
                <a:t>V</a:t>
              </a:r>
              <a:r>
                <a:rPr lang="en-US" altLang="zh-CN" baseline="-25000" dirty="0">
                  <a:latin typeface="Times New Roman" panose="02020603050405020304" pitchFamily="18" charset="0"/>
                  <a:ea typeface="宋体" pitchFamily="2" charset="-122"/>
                </a:rPr>
                <a:t>2</a:t>
              </a:r>
              <a:endParaRPr lang="en-US" altLang="zh-CN" dirty="0">
                <a:latin typeface="Times New Roman" panose="02020603050405020304" pitchFamily="18" charset="0"/>
                <a:ea typeface="宋体" pitchFamily="2" charset="-122"/>
              </a:endParaRPr>
            </a:p>
          </p:txBody>
        </p:sp>
        <p:sp>
          <p:nvSpPr>
            <p:cNvPr id="22554" name="Text Box 25"/>
            <p:cNvSpPr txBox="1"/>
            <p:nvPr/>
          </p:nvSpPr>
          <p:spPr>
            <a:xfrm>
              <a:off x="3860" y="3742"/>
              <a:ext cx="1228" cy="428"/>
            </a:xfrm>
            <a:prstGeom prst="rect">
              <a:avLst/>
            </a:prstGeom>
            <a:solidFill>
              <a:srgbClr val="FFFFCC"/>
            </a:solidFill>
            <a:ln w="38100" cap="flat" cmpd="sng">
              <a:solidFill>
                <a:srgbClr val="006600"/>
              </a:solidFill>
              <a:prstDash val="solid"/>
              <a:miter/>
              <a:headEnd type="none" w="med" len="med"/>
              <a:tailEnd type="none" w="med" len="med"/>
            </a:ln>
          </p:spPr>
          <p:txBody>
            <a:bodyPr wrap="none" anchor="t" anchorCtr="0">
              <a:spAutoFit/>
            </a:bodyPr>
            <a:p>
              <a:pPr eaLnBrk="0" hangingPunct="0"/>
              <a:r>
                <a:rPr lang="en-US" altLang="zh-CN" sz="1800" dirty="0">
                  <a:latin typeface="Times New Roman" panose="02020603050405020304" pitchFamily="18" charset="0"/>
                  <a:ea typeface="宋体" pitchFamily="2" charset="-122"/>
                </a:rPr>
                <a:t>Can represent with</a:t>
              </a:r>
              <a:br>
                <a:rPr lang="en-US" altLang="zh-CN" sz="1800" dirty="0">
                  <a:latin typeface="Times New Roman" panose="02020603050405020304" pitchFamily="18" charset="0"/>
                  <a:ea typeface="宋体" pitchFamily="2" charset="-122"/>
                </a:rPr>
              </a:br>
              <a:r>
                <a:rPr lang="en-US" altLang="zh-CN" sz="1800" dirty="0">
                  <a:latin typeface="Times New Roman" panose="02020603050405020304" pitchFamily="18" charset="0"/>
                  <a:ea typeface="宋体" pitchFamily="2" charset="-122"/>
                </a:rPr>
                <a:t>zero-one matrices.</a:t>
              </a:r>
              <a:endParaRPr lang="en-US" altLang="zh-CN" sz="1800" dirty="0">
                <a:latin typeface="Times New Roman" panose="02020603050405020304" pitchFamily="18" charset="0"/>
                <a:ea typeface="宋体" pitchFamily="2"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3554" name="Rectangle 2"/>
          <p:cNvSpPr>
            <a:spLocks noGrp="1"/>
          </p:cNvSpPr>
          <p:nvPr>
            <p:ph type="title"/>
          </p:nvPr>
        </p:nvSpPr>
        <p:spPr/>
        <p:txBody>
          <a:bodyPr vert="horz" wrap="square" lIns="91440" tIns="45720" rIns="91440" bIns="45720" anchor="b" anchorCtr="0"/>
          <a:p>
            <a:pPr eaLnBrk="1" hangingPunct="1"/>
            <a:r>
              <a:rPr lang="en-US" altLang="zh-CN" dirty="0"/>
              <a:t>Example 9</a:t>
            </a:r>
            <a:endParaRPr lang="en-US" altLang="zh-CN" dirty="0"/>
          </a:p>
        </p:txBody>
      </p:sp>
      <p:pic>
        <p:nvPicPr>
          <p:cNvPr id="23555" name="Picture 6"/>
          <p:cNvPicPr>
            <a:picLocks noChangeAspect="1"/>
          </p:cNvPicPr>
          <p:nvPr/>
        </p:nvPicPr>
        <p:blipFill>
          <a:blip r:embed="rId1"/>
          <a:stretch>
            <a:fillRect/>
          </a:stretch>
        </p:blipFill>
        <p:spPr>
          <a:xfrm>
            <a:off x="1692275" y="2036763"/>
            <a:ext cx="5867400" cy="3913187"/>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4578" name="Rectangle 2"/>
          <p:cNvSpPr>
            <a:spLocks noGrp="1"/>
          </p:cNvSpPr>
          <p:nvPr>
            <p:ph type="title"/>
          </p:nvPr>
        </p:nvSpPr>
        <p:spPr/>
        <p:txBody>
          <a:bodyPr vert="horz" wrap="square" lIns="91440" tIns="45720" rIns="91440" bIns="45720" anchor="b" anchorCtr="0"/>
          <a:p>
            <a:pPr eaLnBrk="1" hangingPunct="1"/>
            <a:r>
              <a:rPr lang="en-US" altLang="zh-CN" dirty="0"/>
              <a:t>Example 10</a:t>
            </a:r>
            <a:endParaRPr lang="en-US" altLang="zh-CN" dirty="0"/>
          </a:p>
        </p:txBody>
      </p:sp>
      <p:sp>
        <p:nvSpPr>
          <p:cNvPr id="24579" name="Rectangle 3"/>
          <p:cNvSpPr>
            <a:spLocks noGrp="1"/>
          </p:cNvSpPr>
          <p:nvPr>
            <p:ph idx="1"/>
          </p:nvPr>
        </p:nvSpPr>
        <p:spPr/>
        <p:txBody>
          <a:bodyPr vert="horz" wrap="square" lIns="91440" tIns="45720" rIns="91440" bIns="45720" anchor="t" anchorCtr="0"/>
          <a:p>
            <a:pPr eaLnBrk="1" hangingPunct="1"/>
            <a:r>
              <a:rPr lang="en-US" altLang="zh-CN" dirty="0"/>
              <a:t>K</a:t>
            </a:r>
            <a:r>
              <a:rPr lang="en-US" altLang="zh-CN" baseline="-25000" dirty="0"/>
              <a:t>3 </a:t>
            </a:r>
            <a:r>
              <a:rPr lang="en-US" altLang="zh-CN" dirty="0"/>
              <a:t>is not bipartite.</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5602" name="Rectangle 2"/>
          <p:cNvSpPr>
            <a:spLocks noGrp="1"/>
          </p:cNvSpPr>
          <p:nvPr>
            <p:ph type="title"/>
          </p:nvPr>
        </p:nvSpPr>
        <p:spPr/>
        <p:txBody>
          <a:bodyPr vert="horz" wrap="square" lIns="91440" tIns="45720" rIns="91440" bIns="45720" anchor="b" anchorCtr="0"/>
          <a:p>
            <a:pPr eaLnBrk="1" hangingPunct="1"/>
            <a:r>
              <a:rPr lang="en-US" altLang="zh-CN" dirty="0"/>
              <a:t>Example 11</a:t>
            </a:r>
            <a:endParaRPr lang="en-US" altLang="zh-CN" dirty="0"/>
          </a:p>
        </p:txBody>
      </p:sp>
      <p:pic>
        <p:nvPicPr>
          <p:cNvPr id="25603" name="Picture 6"/>
          <p:cNvPicPr>
            <a:picLocks noChangeAspect="1"/>
          </p:cNvPicPr>
          <p:nvPr/>
        </p:nvPicPr>
        <p:blipFill>
          <a:blip r:embed="rId1"/>
          <a:stretch>
            <a:fillRect/>
          </a:stretch>
        </p:blipFill>
        <p:spPr>
          <a:xfrm>
            <a:off x="971550" y="2781300"/>
            <a:ext cx="6940550" cy="3509963"/>
          </a:xfrm>
          <a:prstGeom prst="rect">
            <a:avLst/>
          </a:prstGeom>
          <a:noFill/>
          <a:ln w="9525">
            <a:noFill/>
          </a:ln>
        </p:spPr>
      </p:pic>
      <p:sp>
        <p:nvSpPr>
          <p:cNvPr id="25604" name="文本框 1"/>
          <p:cNvSpPr txBox="1"/>
          <p:nvPr/>
        </p:nvSpPr>
        <p:spPr>
          <a:xfrm>
            <a:off x="971550" y="1989138"/>
            <a:ext cx="7815263" cy="461962"/>
          </a:xfrm>
          <a:prstGeom prst="rect">
            <a:avLst/>
          </a:prstGeom>
          <a:noFill/>
          <a:ln w="9525">
            <a:noFill/>
          </a:ln>
        </p:spPr>
        <p:txBody>
          <a:bodyPr wrap="none" anchor="t" anchorCtr="0">
            <a:spAutoFit/>
          </a:bodyPr>
          <a:p>
            <a:pPr eaLnBrk="0" hangingPunct="0"/>
            <a:r>
              <a:rPr lang="en-US" altLang="zh-CN" dirty="0">
                <a:latin typeface="Tahoma" panose="020B0604030504040204" pitchFamily="34" charset="0"/>
                <a:ea typeface="宋体" pitchFamily="2" charset="-122"/>
              </a:rPr>
              <a:t>Are the graphs G and H displayed in Figure 8 bipartite?</a:t>
            </a:r>
            <a:endParaRPr lang="zh-CN" altLang="en-US" dirty="0">
              <a:latin typeface="Tahoma" panose="020B0604030504040204" pitchFamily="34" charset="0"/>
              <a:ea typeface="宋体"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p:txBody>
          <a:bodyPr vert="horz" wrap="square" lIns="91440" tIns="45720" rIns="91440" bIns="45720" anchor="b" anchorCtr="0"/>
          <a:p>
            <a:r>
              <a:rPr lang="en-US" altLang="zh-CN" dirty="0"/>
              <a:t>Theorem</a:t>
            </a:r>
            <a:endParaRPr lang="zh-CN" altLang="en-US" dirty="0"/>
          </a:p>
        </p:txBody>
      </p:sp>
      <p:sp>
        <p:nvSpPr>
          <p:cNvPr id="26626" name="内容占位符 2"/>
          <p:cNvSpPr>
            <a:spLocks noGrp="1"/>
          </p:cNvSpPr>
          <p:nvPr>
            <p:ph idx="1"/>
          </p:nvPr>
        </p:nvSpPr>
        <p:spPr/>
        <p:txBody>
          <a:bodyPr vert="horz" wrap="square" lIns="91440" tIns="45720" rIns="91440" bIns="45720" anchor="t" anchorCtr="0"/>
          <a:p>
            <a:r>
              <a:rPr lang="en-US" altLang="zh-CN" dirty="0"/>
              <a:t>A simple graph is bipartite if and only if it is possible to assign one of two different colors to each vertex of the graph so that no two adjacent vertices are assigned the same color.</a:t>
            </a:r>
            <a:endParaRPr lang="zh-CN" altLang="en-US" dirty="0"/>
          </a:p>
        </p:txBody>
      </p:sp>
      <p:sp>
        <p:nvSpPr>
          <p:cNvPr id="26627" name="页脚占位符 3"/>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7650" name="Rectangle 2"/>
          <p:cNvSpPr>
            <a:spLocks noGrp="1"/>
          </p:cNvSpPr>
          <p:nvPr>
            <p:ph type="title"/>
          </p:nvPr>
        </p:nvSpPr>
        <p:spPr>
          <a:xfrm>
            <a:off x="847725" y="44450"/>
            <a:ext cx="8348663" cy="1143000"/>
          </a:xfrm>
        </p:spPr>
        <p:txBody>
          <a:bodyPr vert="horz" wrap="square" lIns="91440" tIns="45720" rIns="91440" bIns="45720" anchor="b" anchorCtr="0"/>
          <a:p>
            <a:pPr eaLnBrk="1" hangingPunct="1"/>
            <a:r>
              <a:rPr lang="en-US" altLang="zh-CN" dirty="0"/>
              <a:t>Complete Bipartite Graphs</a:t>
            </a:r>
            <a:endParaRPr lang="en-US" altLang="zh-CN" dirty="0"/>
          </a:p>
        </p:txBody>
      </p:sp>
      <p:sp>
        <p:nvSpPr>
          <p:cNvPr id="27651"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For </a:t>
            </a:r>
            <a:r>
              <a:rPr lang="en-US" altLang="zh-CN" i="1" dirty="0">
                <a:solidFill>
                  <a:srgbClr val="FF0000"/>
                </a:solidFill>
              </a:rPr>
              <a:t>m</a:t>
            </a:r>
            <a:r>
              <a:rPr lang="en-US" altLang="zh-CN" dirty="0">
                <a:solidFill>
                  <a:srgbClr val="FF0000"/>
                </a:solidFill>
              </a:rPr>
              <a:t>,</a:t>
            </a:r>
            <a:r>
              <a:rPr lang="en-US" altLang="zh-CN" i="1" dirty="0">
                <a:solidFill>
                  <a:srgbClr val="FF0000"/>
                </a:solidFill>
              </a:rPr>
              <a:t>n</a:t>
            </a:r>
            <a:r>
              <a:rPr lang="en-US" altLang="zh-CN" dirty="0">
                <a:solidFill>
                  <a:srgbClr val="FF0000"/>
                </a:solidFill>
                <a:sym typeface="Symbol" pitchFamily="18" charset="2"/>
              </a:rPr>
              <a:t></a:t>
            </a:r>
            <a:r>
              <a:rPr lang="en-US" altLang="zh-CN" b="1" dirty="0">
                <a:solidFill>
                  <a:srgbClr val="FF0000"/>
                </a:solidFill>
                <a:sym typeface="Symbol" pitchFamily="18" charset="2"/>
              </a:rPr>
              <a:t>N</a:t>
            </a:r>
            <a:r>
              <a:rPr lang="en-US" altLang="zh-CN" dirty="0">
                <a:sym typeface="Symbol" pitchFamily="18" charset="2"/>
              </a:rPr>
              <a:t>, the </a:t>
            </a:r>
            <a:r>
              <a:rPr lang="en-US" altLang="zh-CN" i="1" dirty="0">
                <a:sym typeface="Symbol" pitchFamily="18" charset="2"/>
              </a:rPr>
              <a:t>complete bipartite graph</a:t>
            </a:r>
            <a:r>
              <a:rPr lang="en-US" altLang="zh-CN" dirty="0">
                <a:sym typeface="Symbol" pitchFamily="18" charset="2"/>
              </a:rPr>
              <a:t> </a:t>
            </a:r>
            <a:r>
              <a:rPr lang="en-US" altLang="zh-CN" dirty="0">
                <a:solidFill>
                  <a:srgbClr val="FF0000"/>
                </a:solidFill>
                <a:sym typeface="Symbol" pitchFamily="18" charset="2"/>
              </a:rPr>
              <a:t>K</a:t>
            </a:r>
            <a:r>
              <a:rPr lang="en-US" altLang="zh-CN" i="1" baseline="-25000" dirty="0">
                <a:solidFill>
                  <a:srgbClr val="FF0000"/>
                </a:solidFill>
                <a:sym typeface="Symbol" pitchFamily="18" charset="2"/>
              </a:rPr>
              <a:t>m</a:t>
            </a:r>
            <a:r>
              <a:rPr lang="en-US" altLang="zh-CN" baseline="-25000" dirty="0">
                <a:solidFill>
                  <a:srgbClr val="FF0000"/>
                </a:solidFill>
                <a:sym typeface="Symbol" pitchFamily="18" charset="2"/>
              </a:rPr>
              <a:t>,</a:t>
            </a:r>
            <a:r>
              <a:rPr lang="en-US" altLang="zh-CN" i="1" baseline="-25000" dirty="0">
                <a:solidFill>
                  <a:srgbClr val="FF0000"/>
                </a:solidFill>
                <a:sym typeface="Symbol" pitchFamily="18" charset="2"/>
              </a:rPr>
              <a:t>n</a:t>
            </a:r>
            <a:r>
              <a:rPr lang="en-US" altLang="zh-CN" dirty="0">
                <a:sym typeface="Symbol" pitchFamily="18" charset="2"/>
              </a:rPr>
              <a:t> is a bipartite graph where </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1</a:t>
            </a:r>
            <a:r>
              <a:rPr lang="en-US" altLang="zh-CN" dirty="0">
                <a:solidFill>
                  <a:srgbClr val="FF0000"/>
                </a:solidFill>
                <a:sym typeface="Symbol" pitchFamily="18" charset="2"/>
              </a:rPr>
              <a:t>| = </a:t>
            </a:r>
            <a:r>
              <a:rPr lang="en-US" altLang="zh-CN" i="1" dirty="0">
                <a:solidFill>
                  <a:srgbClr val="FF0000"/>
                </a:solidFill>
                <a:sym typeface="Symbol" pitchFamily="18" charset="2"/>
              </a:rPr>
              <a:t>m</a:t>
            </a:r>
            <a:r>
              <a:rPr lang="en-US" altLang="zh-CN" dirty="0">
                <a:sym typeface="Symbol" pitchFamily="18" charset="2"/>
              </a:rPr>
              <a:t>, </a:t>
            </a:r>
            <a:br>
              <a:rPr lang="en-US" altLang="zh-CN" dirty="0">
                <a:sym typeface="Symbol" pitchFamily="18" charset="2"/>
              </a:rPr>
            </a:b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2</a:t>
            </a:r>
            <a:r>
              <a:rPr lang="en-US" altLang="zh-CN" dirty="0">
                <a:solidFill>
                  <a:srgbClr val="FF0000"/>
                </a:solidFill>
                <a:sym typeface="Symbol" pitchFamily="18" charset="2"/>
              </a:rPr>
              <a:t>| = </a:t>
            </a:r>
            <a:r>
              <a:rPr lang="en-US" altLang="zh-CN" i="1" dirty="0">
                <a:solidFill>
                  <a:srgbClr val="FF0000"/>
                </a:solidFill>
                <a:sym typeface="Symbol" pitchFamily="18" charset="2"/>
              </a:rPr>
              <a:t>n</a:t>
            </a:r>
            <a:r>
              <a:rPr lang="en-US" altLang="zh-CN" dirty="0">
                <a:sym typeface="Symbol" pitchFamily="18" charset="2"/>
              </a:rPr>
              <a:t>, and </a:t>
            </a:r>
            <a:r>
              <a:rPr lang="en-US" altLang="zh-CN" i="1" dirty="0">
                <a:solidFill>
                  <a:srgbClr val="FF0000"/>
                </a:solidFill>
                <a:sym typeface="Symbol" pitchFamily="18" charset="2"/>
              </a:rPr>
              <a:t>E</a:t>
            </a:r>
            <a:r>
              <a:rPr lang="en-US" altLang="zh-CN" dirty="0">
                <a:solidFill>
                  <a:srgbClr val="FF0000"/>
                </a:solidFill>
                <a:sym typeface="Symbol" pitchFamily="18" charset="2"/>
              </a:rPr>
              <a:t> = {{</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1</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2</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1</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1</a:t>
            </a:r>
            <a:r>
              <a:rPr lang="en-US" altLang="zh-CN" dirty="0">
                <a:solidFill>
                  <a:srgbClr val="FF0000"/>
                </a:solidFill>
                <a:sym typeface="Symbol" pitchFamily="18" charset="2"/>
              </a:rPr>
              <a:t>  </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2</a:t>
            </a:r>
            <a:r>
              <a:rPr lang="en-US" altLang="zh-CN" dirty="0">
                <a:solidFill>
                  <a:srgbClr val="FF0000"/>
                </a:solidFill>
                <a:sym typeface="Symbol" pitchFamily="18" charset="2"/>
              </a:rPr>
              <a:t></a:t>
            </a:r>
            <a:r>
              <a:rPr lang="en-US" altLang="zh-CN" i="1" dirty="0">
                <a:solidFill>
                  <a:srgbClr val="FF0000"/>
                </a:solidFill>
                <a:sym typeface="Symbol" pitchFamily="18" charset="2"/>
              </a:rPr>
              <a:t>V</a:t>
            </a:r>
            <a:r>
              <a:rPr lang="en-US" altLang="zh-CN" baseline="-25000" dirty="0">
                <a:solidFill>
                  <a:srgbClr val="FF0000"/>
                </a:solidFill>
                <a:sym typeface="Symbol" pitchFamily="18" charset="2"/>
              </a:rPr>
              <a:t>2</a:t>
            </a:r>
            <a:r>
              <a:rPr lang="en-US" altLang="zh-CN" dirty="0">
                <a:solidFill>
                  <a:srgbClr val="FF0000"/>
                </a:solidFill>
                <a:sym typeface="Symbol" pitchFamily="18" charset="2"/>
              </a:rPr>
              <a:t>}</a:t>
            </a:r>
            <a:r>
              <a:rPr lang="en-US" altLang="zh-CN" dirty="0">
                <a:sym typeface="Symbol" pitchFamily="18" charset="2"/>
              </a:rPr>
              <a:t>.</a:t>
            </a:r>
            <a:endParaRPr lang="en-US" altLang="zh-CN" dirty="0">
              <a:sym typeface="Symbol" pitchFamily="18" charset="2"/>
            </a:endParaRPr>
          </a:p>
          <a:p>
            <a:pPr lvl="1" eaLnBrk="1" hangingPunct="1">
              <a:lnSpc>
                <a:spcPct val="90000"/>
              </a:lnSpc>
            </a:pPr>
            <a:r>
              <a:rPr lang="en-US" altLang="zh-CN" dirty="0">
                <a:sym typeface="Symbol" pitchFamily="18" charset="2"/>
              </a:rPr>
              <a:t>That is, there are </a:t>
            </a:r>
            <a:r>
              <a:rPr lang="en-US" altLang="zh-CN" i="1" dirty="0">
                <a:sym typeface="Symbol" pitchFamily="18" charset="2"/>
              </a:rPr>
              <a:t>m</a:t>
            </a:r>
            <a:r>
              <a:rPr lang="en-US" altLang="zh-CN" dirty="0">
                <a:sym typeface="Symbol" pitchFamily="18" charset="2"/>
              </a:rPr>
              <a:t> nodes </a:t>
            </a:r>
            <a:br>
              <a:rPr lang="en-US" altLang="zh-CN" dirty="0">
                <a:sym typeface="Symbol" pitchFamily="18" charset="2"/>
              </a:rPr>
            </a:br>
            <a:r>
              <a:rPr lang="en-US" altLang="zh-CN" dirty="0">
                <a:sym typeface="Symbol" pitchFamily="18" charset="2"/>
              </a:rPr>
              <a:t>in the left part, </a:t>
            </a:r>
            <a:r>
              <a:rPr lang="en-US" altLang="zh-CN" i="1" dirty="0">
                <a:sym typeface="Symbol" pitchFamily="18" charset="2"/>
              </a:rPr>
              <a:t>n</a:t>
            </a:r>
            <a:r>
              <a:rPr lang="en-US" altLang="zh-CN" dirty="0">
                <a:sym typeface="Symbol" pitchFamily="18" charset="2"/>
              </a:rPr>
              <a:t> nodes in </a:t>
            </a:r>
            <a:br>
              <a:rPr lang="en-US" altLang="zh-CN" dirty="0">
                <a:sym typeface="Symbol" pitchFamily="18" charset="2"/>
              </a:rPr>
            </a:br>
            <a:r>
              <a:rPr lang="en-US" altLang="zh-CN" dirty="0">
                <a:sym typeface="Symbol" pitchFamily="18" charset="2"/>
              </a:rPr>
              <a:t>the right part, and every </a:t>
            </a:r>
            <a:br>
              <a:rPr lang="en-US" altLang="zh-CN" dirty="0">
                <a:sym typeface="Symbol" pitchFamily="18" charset="2"/>
              </a:rPr>
            </a:br>
            <a:r>
              <a:rPr lang="en-US" altLang="zh-CN" dirty="0">
                <a:sym typeface="Symbol" pitchFamily="18" charset="2"/>
              </a:rPr>
              <a:t>node in the left part is </a:t>
            </a:r>
            <a:br>
              <a:rPr lang="en-US" altLang="zh-CN" dirty="0">
                <a:sym typeface="Symbol" pitchFamily="18" charset="2"/>
              </a:rPr>
            </a:br>
            <a:r>
              <a:rPr lang="en-US" altLang="zh-CN" dirty="0">
                <a:sym typeface="Symbol" pitchFamily="18" charset="2"/>
              </a:rPr>
              <a:t>connected to every node </a:t>
            </a:r>
            <a:br>
              <a:rPr lang="en-US" altLang="zh-CN" dirty="0">
                <a:sym typeface="Symbol" pitchFamily="18" charset="2"/>
              </a:rPr>
            </a:br>
            <a:r>
              <a:rPr lang="en-US" altLang="zh-CN" dirty="0">
                <a:sym typeface="Symbol" pitchFamily="18" charset="2"/>
              </a:rPr>
              <a:t>in the right part.</a:t>
            </a:r>
            <a:endParaRPr lang="en-US" altLang="zh-CN" dirty="0">
              <a:sym typeface="Symbol" pitchFamily="18" charset="2"/>
            </a:endParaRPr>
          </a:p>
        </p:txBody>
      </p:sp>
      <p:sp>
        <p:nvSpPr>
          <p:cNvPr id="27652" name="Oval 4"/>
          <p:cNvSpPr/>
          <p:nvPr/>
        </p:nvSpPr>
        <p:spPr>
          <a:xfrm>
            <a:off x="6400800" y="3733800"/>
            <a:ext cx="152400" cy="152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7653" name="Oval 5"/>
          <p:cNvSpPr/>
          <p:nvPr/>
        </p:nvSpPr>
        <p:spPr>
          <a:xfrm>
            <a:off x="6400800" y="4038600"/>
            <a:ext cx="152400" cy="152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7654" name="Oval 6"/>
          <p:cNvSpPr/>
          <p:nvPr/>
        </p:nvSpPr>
        <p:spPr>
          <a:xfrm>
            <a:off x="6400800" y="4343400"/>
            <a:ext cx="152400" cy="152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7655" name="Oval 7"/>
          <p:cNvSpPr/>
          <p:nvPr/>
        </p:nvSpPr>
        <p:spPr>
          <a:xfrm>
            <a:off x="6400800" y="4648200"/>
            <a:ext cx="152400" cy="152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7656" name="Oval 8"/>
          <p:cNvSpPr/>
          <p:nvPr/>
        </p:nvSpPr>
        <p:spPr>
          <a:xfrm>
            <a:off x="7315200" y="4038600"/>
            <a:ext cx="152400" cy="152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7657" name="Oval 9"/>
          <p:cNvSpPr/>
          <p:nvPr/>
        </p:nvSpPr>
        <p:spPr>
          <a:xfrm>
            <a:off x="7315200" y="4343400"/>
            <a:ext cx="152400" cy="152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7658" name="Oval 10"/>
          <p:cNvSpPr/>
          <p:nvPr/>
        </p:nvSpPr>
        <p:spPr>
          <a:xfrm>
            <a:off x="7315200" y="4648200"/>
            <a:ext cx="152400" cy="1524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27659" name="Line 12"/>
          <p:cNvSpPr/>
          <p:nvPr/>
        </p:nvSpPr>
        <p:spPr>
          <a:xfrm>
            <a:off x="6553200" y="3810000"/>
            <a:ext cx="762000" cy="304800"/>
          </a:xfrm>
          <a:prstGeom prst="line">
            <a:avLst/>
          </a:prstGeom>
          <a:ln w="28575" cap="flat" cmpd="sng">
            <a:solidFill>
              <a:schemeClr val="tx1"/>
            </a:solidFill>
            <a:prstDash val="solid"/>
            <a:round/>
            <a:headEnd type="none" w="med" len="med"/>
            <a:tailEnd type="none" w="med" len="med"/>
          </a:ln>
        </p:spPr>
      </p:sp>
      <p:sp>
        <p:nvSpPr>
          <p:cNvPr id="27660" name="Line 13"/>
          <p:cNvSpPr/>
          <p:nvPr/>
        </p:nvSpPr>
        <p:spPr>
          <a:xfrm flipV="1">
            <a:off x="6553200" y="4114800"/>
            <a:ext cx="762000" cy="609600"/>
          </a:xfrm>
          <a:prstGeom prst="line">
            <a:avLst/>
          </a:prstGeom>
          <a:ln w="28575" cap="flat" cmpd="sng">
            <a:solidFill>
              <a:schemeClr val="tx1"/>
            </a:solidFill>
            <a:prstDash val="solid"/>
            <a:round/>
            <a:headEnd type="none" w="med" len="med"/>
            <a:tailEnd type="none" w="med" len="med"/>
          </a:ln>
        </p:spPr>
      </p:sp>
      <p:sp>
        <p:nvSpPr>
          <p:cNvPr id="27661" name="Line 14"/>
          <p:cNvSpPr/>
          <p:nvPr/>
        </p:nvSpPr>
        <p:spPr>
          <a:xfrm>
            <a:off x="6553200" y="4114800"/>
            <a:ext cx="762000" cy="609600"/>
          </a:xfrm>
          <a:prstGeom prst="line">
            <a:avLst/>
          </a:prstGeom>
          <a:ln w="28575" cap="flat" cmpd="sng">
            <a:solidFill>
              <a:schemeClr val="tx1"/>
            </a:solidFill>
            <a:prstDash val="solid"/>
            <a:round/>
            <a:headEnd type="none" w="med" len="med"/>
            <a:tailEnd type="none" w="med" len="med"/>
          </a:ln>
        </p:spPr>
      </p:sp>
      <p:sp>
        <p:nvSpPr>
          <p:cNvPr id="27662" name="Line 15"/>
          <p:cNvSpPr/>
          <p:nvPr/>
        </p:nvSpPr>
        <p:spPr>
          <a:xfrm>
            <a:off x="6553200" y="3810000"/>
            <a:ext cx="762000" cy="609600"/>
          </a:xfrm>
          <a:prstGeom prst="line">
            <a:avLst/>
          </a:prstGeom>
          <a:ln w="28575" cap="flat" cmpd="sng">
            <a:solidFill>
              <a:schemeClr val="tx1"/>
            </a:solidFill>
            <a:prstDash val="solid"/>
            <a:round/>
            <a:headEnd type="none" w="med" len="med"/>
            <a:tailEnd type="none" w="med" len="med"/>
          </a:ln>
        </p:spPr>
      </p:sp>
      <p:sp>
        <p:nvSpPr>
          <p:cNvPr id="27663" name="Line 16"/>
          <p:cNvSpPr/>
          <p:nvPr/>
        </p:nvSpPr>
        <p:spPr>
          <a:xfrm>
            <a:off x="6553200" y="4419600"/>
            <a:ext cx="762000" cy="304800"/>
          </a:xfrm>
          <a:prstGeom prst="line">
            <a:avLst/>
          </a:prstGeom>
          <a:ln w="28575" cap="flat" cmpd="sng">
            <a:solidFill>
              <a:schemeClr val="tx1"/>
            </a:solidFill>
            <a:prstDash val="solid"/>
            <a:round/>
            <a:headEnd type="none" w="med" len="med"/>
            <a:tailEnd type="none" w="med" len="med"/>
          </a:ln>
        </p:spPr>
      </p:sp>
      <p:sp>
        <p:nvSpPr>
          <p:cNvPr id="27664" name="Line 17"/>
          <p:cNvSpPr/>
          <p:nvPr/>
        </p:nvSpPr>
        <p:spPr>
          <a:xfrm>
            <a:off x="6553200" y="3810000"/>
            <a:ext cx="762000" cy="914400"/>
          </a:xfrm>
          <a:prstGeom prst="line">
            <a:avLst/>
          </a:prstGeom>
          <a:ln w="28575" cap="flat" cmpd="sng">
            <a:solidFill>
              <a:schemeClr val="tx1"/>
            </a:solidFill>
            <a:prstDash val="solid"/>
            <a:round/>
            <a:headEnd type="none" w="med" len="med"/>
            <a:tailEnd type="none" w="med" len="med"/>
          </a:ln>
        </p:spPr>
      </p:sp>
      <p:sp>
        <p:nvSpPr>
          <p:cNvPr id="27665" name="Line 18"/>
          <p:cNvSpPr/>
          <p:nvPr/>
        </p:nvSpPr>
        <p:spPr>
          <a:xfrm>
            <a:off x="6553200" y="4114800"/>
            <a:ext cx="762000" cy="0"/>
          </a:xfrm>
          <a:prstGeom prst="line">
            <a:avLst/>
          </a:prstGeom>
          <a:ln w="28575" cap="flat" cmpd="sng">
            <a:solidFill>
              <a:schemeClr val="tx1"/>
            </a:solidFill>
            <a:prstDash val="solid"/>
            <a:round/>
            <a:headEnd type="none" w="med" len="med"/>
            <a:tailEnd type="none" w="med" len="med"/>
          </a:ln>
        </p:spPr>
      </p:sp>
      <p:sp>
        <p:nvSpPr>
          <p:cNvPr id="27666" name="Line 19"/>
          <p:cNvSpPr/>
          <p:nvPr/>
        </p:nvSpPr>
        <p:spPr>
          <a:xfrm flipV="1">
            <a:off x="6553200" y="4114800"/>
            <a:ext cx="762000" cy="304800"/>
          </a:xfrm>
          <a:prstGeom prst="line">
            <a:avLst/>
          </a:prstGeom>
          <a:ln w="28575" cap="flat" cmpd="sng">
            <a:solidFill>
              <a:schemeClr val="tx1"/>
            </a:solidFill>
            <a:prstDash val="solid"/>
            <a:round/>
            <a:headEnd type="none" w="med" len="med"/>
            <a:tailEnd type="none" w="med" len="med"/>
          </a:ln>
        </p:spPr>
      </p:sp>
      <p:sp>
        <p:nvSpPr>
          <p:cNvPr id="27667" name="Line 20"/>
          <p:cNvSpPr/>
          <p:nvPr/>
        </p:nvSpPr>
        <p:spPr>
          <a:xfrm>
            <a:off x="6553200" y="4419600"/>
            <a:ext cx="762000" cy="0"/>
          </a:xfrm>
          <a:prstGeom prst="line">
            <a:avLst/>
          </a:prstGeom>
          <a:ln w="28575" cap="flat" cmpd="sng">
            <a:solidFill>
              <a:schemeClr val="tx1"/>
            </a:solidFill>
            <a:prstDash val="solid"/>
            <a:round/>
            <a:headEnd type="none" w="med" len="med"/>
            <a:tailEnd type="none" w="med" len="med"/>
          </a:ln>
        </p:spPr>
      </p:sp>
      <p:sp>
        <p:nvSpPr>
          <p:cNvPr id="27668" name="Line 21"/>
          <p:cNvSpPr/>
          <p:nvPr/>
        </p:nvSpPr>
        <p:spPr>
          <a:xfrm>
            <a:off x="6553200" y="4724400"/>
            <a:ext cx="762000" cy="0"/>
          </a:xfrm>
          <a:prstGeom prst="line">
            <a:avLst/>
          </a:prstGeom>
          <a:ln w="28575" cap="flat" cmpd="sng">
            <a:solidFill>
              <a:schemeClr val="tx1"/>
            </a:solidFill>
            <a:prstDash val="solid"/>
            <a:round/>
            <a:headEnd type="none" w="med" len="med"/>
            <a:tailEnd type="none" w="med" len="med"/>
          </a:ln>
        </p:spPr>
      </p:sp>
      <p:sp>
        <p:nvSpPr>
          <p:cNvPr id="27669" name="Line 22"/>
          <p:cNvSpPr/>
          <p:nvPr/>
        </p:nvSpPr>
        <p:spPr>
          <a:xfrm flipV="1">
            <a:off x="6553200" y="4419600"/>
            <a:ext cx="762000" cy="304800"/>
          </a:xfrm>
          <a:prstGeom prst="line">
            <a:avLst/>
          </a:prstGeom>
          <a:ln w="28575" cap="flat" cmpd="sng">
            <a:solidFill>
              <a:schemeClr val="tx1"/>
            </a:solidFill>
            <a:prstDash val="solid"/>
            <a:round/>
            <a:headEnd type="none" w="med" len="med"/>
            <a:tailEnd type="none" w="med" len="med"/>
          </a:ln>
        </p:spPr>
      </p:sp>
      <p:sp>
        <p:nvSpPr>
          <p:cNvPr id="27670" name="Text Box 23"/>
          <p:cNvSpPr txBox="1"/>
          <p:nvPr/>
        </p:nvSpPr>
        <p:spPr>
          <a:xfrm>
            <a:off x="6781800" y="3505200"/>
            <a:ext cx="658813" cy="457200"/>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K</a:t>
            </a:r>
            <a:r>
              <a:rPr lang="en-US" altLang="zh-CN" baseline="-25000" dirty="0">
                <a:latin typeface="Times New Roman" panose="02020603050405020304" pitchFamily="18" charset="0"/>
                <a:ea typeface="宋体" pitchFamily="2" charset="-122"/>
              </a:rPr>
              <a:t>4,3</a:t>
            </a:r>
            <a:endParaRPr lang="en-US" altLang="zh-CN" dirty="0">
              <a:latin typeface="Times New Roman" panose="02020603050405020304" pitchFamily="18" charset="0"/>
              <a:ea typeface="宋体" pitchFamily="2" charset="-122"/>
            </a:endParaRPr>
          </a:p>
        </p:txBody>
      </p:sp>
      <p:sp>
        <p:nvSpPr>
          <p:cNvPr id="27671" name="Text Box 24"/>
          <p:cNvSpPr txBox="1"/>
          <p:nvPr/>
        </p:nvSpPr>
        <p:spPr>
          <a:xfrm>
            <a:off x="6294438" y="5589588"/>
            <a:ext cx="2849562" cy="860425"/>
          </a:xfrm>
          <a:prstGeom prst="rect">
            <a:avLst/>
          </a:prstGeom>
          <a:solidFill>
            <a:srgbClr val="FFFFCC"/>
          </a:solidFill>
          <a:ln w="38100" cap="flat" cmpd="sng">
            <a:solidFill>
              <a:srgbClr val="006600"/>
            </a:solidFill>
            <a:prstDash val="solid"/>
            <a:miter/>
            <a:headEnd type="none" w="med" len="med"/>
            <a:tailEnd type="none" w="med" len="med"/>
          </a:ln>
        </p:spPr>
        <p:txBody>
          <a:bodyPr wrap="none" anchor="t" anchorCtr="0">
            <a:spAutoFit/>
          </a:bodyPr>
          <a:p>
            <a:pPr eaLnBrk="0" hangingPunct="0"/>
            <a:r>
              <a:rPr lang="en-US" altLang="zh-CN" dirty="0">
                <a:latin typeface="Times New Roman" panose="02020603050405020304" pitchFamily="18" charset="0"/>
                <a:ea typeface="宋体" pitchFamily="2" charset="-122"/>
              </a:rPr>
              <a:t>K</a:t>
            </a:r>
            <a:r>
              <a:rPr lang="en-US" altLang="zh-CN" i="1" baseline="-25000" dirty="0">
                <a:latin typeface="Times New Roman" panose="02020603050405020304" pitchFamily="18" charset="0"/>
                <a:ea typeface="宋体" pitchFamily="2" charset="-122"/>
              </a:rPr>
              <a:t>m</a:t>
            </a:r>
            <a:r>
              <a:rPr lang="en-US" altLang="zh-CN" baseline="-25000" dirty="0">
                <a:latin typeface="Times New Roman" panose="02020603050405020304" pitchFamily="18" charset="0"/>
                <a:ea typeface="宋体" pitchFamily="2" charset="-122"/>
              </a:rPr>
              <a:t>,</a:t>
            </a:r>
            <a:r>
              <a:rPr lang="en-US" altLang="zh-CN" i="1" baseline="-25000" dirty="0">
                <a:latin typeface="Times New Roman" panose="02020603050405020304" pitchFamily="18" charset="0"/>
                <a:ea typeface="宋体" pitchFamily="2" charset="-122"/>
              </a:rPr>
              <a:t>n</a:t>
            </a:r>
            <a:r>
              <a:rPr lang="en-US" altLang="zh-CN" dirty="0">
                <a:latin typeface="Times New Roman" panose="02020603050405020304" pitchFamily="18" charset="0"/>
                <a:ea typeface="宋体" pitchFamily="2" charset="-122"/>
              </a:rPr>
              <a:t> has _____ nodes</a:t>
            </a:r>
            <a:br>
              <a:rPr lang="en-US" altLang="zh-CN" dirty="0">
                <a:latin typeface="Times New Roman" panose="02020603050405020304" pitchFamily="18" charset="0"/>
                <a:ea typeface="宋体" pitchFamily="2" charset="-122"/>
              </a:rPr>
            </a:br>
            <a:r>
              <a:rPr lang="en-US" altLang="zh-CN" dirty="0">
                <a:latin typeface="Times New Roman" panose="02020603050405020304" pitchFamily="18" charset="0"/>
                <a:ea typeface="宋体" pitchFamily="2" charset="-122"/>
              </a:rPr>
              <a:t>and _____ edges.</a:t>
            </a:r>
            <a:endParaRPr lang="en-US" altLang="zh-CN" dirty="0">
              <a:latin typeface="Times New Roman" panose="02020603050405020304" pitchFamily="18" charset="0"/>
              <a:ea typeface="宋体"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28674" name="Rectangle 2"/>
          <p:cNvSpPr>
            <a:spLocks noGrp="1"/>
          </p:cNvSpPr>
          <p:nvPr>
            <p:ph type="title"/>
          </p:nvPr>
        </p:nvSpPr>
        <p:spPr/>
        <p:txBody>
          <a:bodyPr vert="horz" wrap="square" lIns="91440" tIns="45720" rIns="91440" bIns="45720" anchor="b" anchorCtr="0"/>
          <a:p>
            <a:pPr eaLnBrk="1" hangingPunct="1"/>
            <a:endParaRPr lang="zh-CN" altLang="zh-CN" dirty="0"/>
          </a:p>
        </p:txBody>
      </p:sp>
      <p:pic>
        <p:nvPicPr>
          <p:cNvPr id="28675" name="Picture 6"/>
          <p:cNvPicPr>
            <a:picLocks noChangeAspect="1"/>
          </p:cNvPicPr>
          <p:nvPr/>
        </p:nvPicPr>
        <p:blipFill>
          <a:blip r:embed="rId1"/>
          <a:stretch>
            <a:fillRect/>
          </a:stretch>
        </p:blipFill>
        <p:spPr>
          <a:xfrm>
            <a:off x="1187450" y="2060575"/>
            <a:ext cx="7686675" cy="3671888"/>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a:xfrm>
            <a:off x="846138" y="44450"/>
            <a:ext cx="8262937" cy="1143000"/>
          </a:xfrm>
        </p:spPr>
        <p:txBody>
          <a:bodyPr vert="horz" wrap="square" lIns="91440" tIns="45720" rIns="91440" bIns="45720" anchor="b" anchorCtr="0"/>
          <a:p>
            <a:r>
              <a:rPr lang="en-US" altLang="zh-CN" sz="3600" b="1" dirty="0"/>
              <a:t>Bipartite Graphs and Matchings</a:t>
            </a:r>
            <a:endParaRPr lang="en-US" altLang="zh-CN" sz="3600" b="1" dirty="0"/>
          </a:p>
        </p:txBody>
      </p:sp>
      <p:sp>
        <p:nvSpPr>
          <p:cNvPr id="29698" name="内容占位符 2"/>
          <p:cNvSpPr>
            <a:spLocks noGrp="1"/>
          </p:cNvSpPr>
          <p:nvPr>
            <p:ph idx="1"/>
          </p:nvPr>
        </p:nvSpPr>
        <p:spPr/>
        <p:txBody>
          <a:bodyPr vert="horz" wrap="square" lIns="91440" tIns="45720" rIns="91440" bIns="45720" anchor="t" anchorCtr="0"/>
          <a:p>
            <a:r>
              <a:rPr lang="en-US" altLang="zh-CN" dirty="0"/>
              <a:t>Job Assignments</a:t>
            </a:r>
            <a:endParaRPr lang="zh-CN" altLang="en-US" dirty="0"/>
          </a:p>
        </p:txBody>
      </p:sp>
      <p:sp>
        <p:nvSpPr>
          <p:cNvPr id="29699" name="页脚占位符 3"/>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pic>
        <p:nvPicPr>
          <p:cNvPr id="29700" name="Picture 3"/>
          <p:cNvPicPr>
            <a:picLocks noChangeAspect="1"/>
          </p:cNvPicPr>
          <p:nvPr/>
        </p:nvPicPr>
        <p:blipFill>
          <a:blip r:embed="rId1"/>
          <a:stretch>
            <a:fillRect/>
          </a:stretch>
        </p:blipFill>
        <p:spPr>
          <a:xfrm>
            <a:off x="1116013" y="2278063"/>
            <a:ext cx="7508875" cy="322897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p:txBody>
          <a:bodyPr vert="horz" wrap="square" lIns="91440" tIns="45720" rIns="91440" bIns="45720" anchor="b" anchorCtr="0"/>
          <a:p>
            <a:endParaRPr lang="zh-CN" altLang="en-US" dirty="0"/>
          </a:p>
        </p:txBody>
      </p:sp>
      <p:sp>
        <p:nvSpPr>
          <p:cNvPr id="31746" name="内容占位符 2"/>
          <p:cNvSpPr>
            <a:spLocks noGrp="1"/>
          </p:cNvSpPr>
          <p:nvPr>
            <p:ph idx="1"/>
          </p:nvPr>
        </p:nvSpPr>
        <p:spPr>
          <a:xfrm>
            <a:off x="322263" y="1371600"/>
            <a:ext cx="8709025" cy="4114800"/>
          </a:xfrm>
        </p:spPr>
        <p:txBody>
          <a:bodyPr vert="horz" wrap="square" lIns="91440" tIns="45720" rIns="91440" bIns="45720" anchor="t" anchorCtr="0"/>
          <a:p>
            <a:r>
              <a:rPr lang="en-US" altLang="zh-CN" sz="2400" dirty="0"/>
              <a:t>A matching </a:t>
            </a:r>
            <a:r>
              <a:rPr lang="en-US" altLang="zh-CN" sz="2400" i="1" dirty="0"/>
              <a:t>M</a:t>
            </a:r>
            <a:r>
              <a:rPr lang="en-US" altLang="zh-CN" sz="2400" dirty="0"/>
              <a:t> in a simple graph </a:t>
            </a:r>
            <a:r>
              <a:rPr lang="en-US" altLang="zh-CN" sz="2400" i="1" dirty="0"/>
              <a:t>G = (V ,E) </a:t>
            </a:r>
            <a:r>
              <a:rPr lang="en-US" altLang="zh-CN" sz="2400" dirty="0"/>
              <a:t>is a subset of the set </a:t>
            </a:r>
            <a:r>
              <a:rPr lang="en-US" altLang="zh-CN" sz="2400" i="1" dirty="0"/>
              <a:t>E</a:t>
            </a:r>
            <a:r>
              <a:rPr lang="en-US" altLang="zh-CN" sz="2400" dirty="0"/>
              <a:t> of edges of the graph such that no two edges are incident with the same vertex.</a:t>
            </a:r>
            <a:endParaRPr lang="en-US" altLang="zh-CN" sz="2400" dirty="0"/>
          </a:p>
          <a:p>
            <a:r>
              <a:rPr lang="en-US" altLang="zh-CN" sz="2400" dirty="0"/>
              <a:t>A vertex that is the endpoint of an edge of a matching </a:t>
            </a:r>
            <a:r>
              <a:rPr lang="en-US" altLang="zh-CN" sz="2400" i="1" dirty="0"/>
              <a:t>M </a:t>
            </a:r>
            <a:r>
              <a:rPr lang="en-US" altLang="zh-CN" sz="2400" dirty="0"/>
              <a:t>is said to be </a:t>
            </a:r>
            <a:r>
              <a:rPr lang="en-US" altLang="zh-CN" sz="2400" b="1" dirty="0"/>
              <a:t>matched in </a:t>
            </a:r>
            <a:r>
              <a:rPr lang="en-US" altLang="zh-CN" sz="2400" b="1" i="1" dirty="0"/>
              <a:t>M; </a:t>
            </a:r>
            <a:r>
              <a:rPr lang="en-US" altLang="zh-CN" sz="2400" dirty="0"/>
              <a:t>otherwise it is said to be </a:t>
            </a:r>
            <a:r>
              <a:rPr lang="en-US" altLang="zh-CN" sz="2400" b="1" dirty="0"/>
              <a:t>unmatched</a:t>
            </a:r>
            <a:r>
              <a:rPr lang="en-US" altLang="zh-CN" sz="2400" b="1" i="1" dirty="0"/>
              <a:t>. </a:t>
            </a:r>
            <a:endParaRPr lang="en-US" altLang="zh-CN" sz="2400" b="1" i="1" dirty="0"/>
          </a:p>
          <a:p>
            <a:r>
              <a:rPr lang="en-US" altLang="zh-CN" sz="2400" dirty="0"/>
              <a:t>A</a:t>
            </a:r>
            <a:r>
              <a:rPr lang="en-US" altLang="zh-CN" sz="2400" b="1" dirty="0"/>
              <a:t> maximum matching </a:t>
            </a:r>
            <a:r>
              <a:rPr lang="en-US" altLang="zh-CN" sz="2400" dirty="0"/>
              <a:t>is a matching</a:t>
            </a:r>
            <a:r>
              <a:rPr lang="en-US" altLang="zh-CN" sz="2400" i="1" dirty="0"/>
              <a:t> </a:t>
            </a:r>
            <a:r>
              <a:rPr lang="en-US" altLang="zh-CN" sz="2400" dirty="0"/>
              <a:t>with the largest number of edges. </a:t>
            </a:r>
            <a:endParaRPr lang="en-US" altLang="zh-CN" sz="2400" dirty="0"/>
          </a:p>
          <a:p>
            <a:r>
              <a:rPr lang="en-US" altLang="zh-CN" sz="2400" dirty="0"/>
              <a:t> A matching </a:t>
            </a:r>
            <a:r>
              <a:rPr lang="en-US" altLang="zh-CN" sz="2400" i="1" dirty="0"/>
              <a:t>M </a:t>
            </a:r>
            <a:r>
              <a:rPr lang="en-US" altLang="zh-CN" sz="2400" dirty="0"/>
              <a:t>in a bipartite graph</a:t>
            </a:r>
            <a:r>
              <a:rPr lang="en-US" altLang="zh-CN" sz="2400" i="1" dirty="0"/>
              <a:t> G = (V ,E) </a:t>
            </a:r>
            <a:r>
              <a:rPr lang="en-US" altLang="zh-CN" sz="2400" dirty="0"/>
              <a:t>with bipartition </a:t>
            </a:r>
            <a:r>
              <a:rPr lang="en-US" altLang="zh-CN" sz="2400" i="1" dirty="0"/>
              <a:t>(V</a:t>
            </a:r>
            <a:r>
              <a:rPr lang="en-US" altLang="zh-CN" sz="2400" i="1" baseline="-25000" dirty="0"/>
              <a:t>1</a:t>
            </a:r>
            <a:r>
              <a:rPr lang="en-US" altLang="zh-CN" sz="2400" i="1" dirty="0"/>
              <a:t>, V</a:t>
            </a:r>
            <a:r>
              <a:rPr lang="en-US" altLang="zh-CN" sz="2400" i="1" baseline="-25000" dirty="0"/>
              <a:t>2</a:t>
            </a:r>
            <a:r>
              <a:rPr lang="en-US" altLang="zh-CN" sz="2400" i="1" dirty="0"/>
              <a:t>) is a </a:t>
            </a:r>
            <a:r>
              <a:rPr lang="en-US" altLang="zh-CN" sz="2400" b="1" dirty="0"/>
              <a:t>complete matching from </a:t>
            </a:r>
            <a:r>
              <a:rPr lang="en-US" altLang="zh-CN" sz="2400" b="1" i="1" dirty="0"/>
              <a:t>V</a:t>
            </a:r>
            <a:r>
              <a:rPr lang="en-US" altLang="zh-CN" sz="2400" b="1" i="1" baseline="-25000" dirty="0"/>
              <a:t>1</a:t>
            </a:r>
            <a:r>
              <a:rPr lang="en-US" altLang="zh-CN" sz="2400" b="1" i="1" dirty="0"/>
              <a:t> to V</a:t>
            </a:r>
            <a:r>
              <a:rPr lang="en-US" altLang="zh-CN" sz="2400" b="1" i="1" baseline="-25000" dirty="0"/>
              <a:t>2</a:t>
            </a:r>
            <a:r>
              <a:rPr lang="en-US" altLang="zh-CN" sz="2400" b="1" i="1" dirty="0"/>
              <a:t> </a:t>
            </a:r>
            <a:r>
              <a:rPr lang="en-US" altLang="zh-CN" sz="2400" dirty="0"/>
              <a:t>if every vertex in </a:t>
            </a:r>
            <a:r>
              <a:rPr lang="en-US" altLang="zh-CN" sz="2400" b="1" i="1" dirty="0"/>
              <a:t>V</a:t>
            </a:r>
            <a:r>
              <a:rPr lang="en-US" altLang="zh-CN" sz="2400" b="1" i="1" baseline="-25000" dirty="0"/>
              <a:t>1</a:t>
            </a:r>
            <a:r>
              <a:rPr lang="en-US" altLang="zh-CN" sz="2400" b="1" i="1" dirty="0"/>
              <a:t> </a:t>
            </a:r>
            <a:r>
              <a:rPr lang="en-US" altLang="zh-CN" sz="2400" dirty="0"/>
              <a:t>is the</a:t>
            </a:r>
            <a:r>
              <a:rPr lang="en-US" altLang="zh-CN" sz="2400" b="1" i="1" dirty="0"/>
              <a:t> </a:t>
            </a:r>
            <a:r>
              <a:rPr lang="en-US" altLang="zh-CN" sz="2400" dirty="0"/>
              <a:t>endpoint of an edge in the matching, or equivalently, if |</a:t>
            </a:r>
            <a:r>
              <a:rPr lang="en-US" altLang="zh-CN" sz="2400" i="1" dirty="0"/>
              <a:t>M</a:t>
            </a:r>
            <a:r>
              <a:rPr lang="en-US" altLang="zh-CN" sz="2400" dirty="0"/>
              <a:t>|</a:t>
            </a:r>
            <a:r>
              <a:rPr lang="en-US" altLang="zh-CN" sz="2400" i="1" dirty="0"/>
              <a:t> = </a:t>
            </a:r>
            <a:r>
              <a:rPr lang="en-US" altLang="zh-CN" sz="2400" dirty="0"/>
              <a:t>|</a:t>
            </a:r>
            <a:r>
              <a:rPr lang="en-US" altLang="zh-CN" sz="2400" i="1" dirty="0"/>
              <a:t>V</a:t>
            </a:r>
            <a:r>
              <a:rPr lang="en-US" altLang="zh-CN" sz="2400" i="1" baseline="-25000" dirty="0"/>
              <a:t>1</a:t>
            </a:r>
            <a:r>
              <a:rPr lang="en-US" altLang="zh-CN" sz="2400" dirty="0"/>
              <a:t>|</a:t>
            </a:r>
            <a:r>
              <a:rPr lang="en-US" altLang="zh-CN" sz="2400" i="1" dirty="0"/>
              <a:t>.</a:t>
            </a:r>
            <a:endParaRPr lang="zh-CN" altLang="en-US" sz="2400" dirty="0">
              <a:ea typeface="Times New Roman" panose="02020603050405020304" pitchFamily="18" charset="0"/>
            </a:endParaRPr>
          </a:p>
        </p:txBody>
      </p:sp>
      <p:sp>
        <p:nvSpPr>
          <p:cNvPr id="31747" name="页脚占位符 3"/>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xfrm>
            <a:off x="971550" y="115888"/>
            <a:ext cx="8172450" cy="1143000"/>
          </a:xfrm>
        </p:spPr>
        <p:txBody>
          <a:bodyPr vert="horz" wrap="square" lIns="91440" tIns="45720" rIns="91440" bIns="45720" anchor="b" anchorCtr="0"/>
          <a:p>
            <a:r>
              <a:rPr lang="en-US" altLang="zh-CN" sz="3600" b="1" dirty="0"/>
              <a:t>HALL’S  MARRIAGE  THEOREM-1</a:t>
            </a:r>
            <a:endParaRPr lang="zh-CN" altLang="en-US" sz="3600" dirty="0"/>
          </a:p>
        </p:txBody>
      </p:sp>
      <mc:AlternateContent xmlns:mc="http://schemas.openxmlformats.org/markup-compatibility/2006">
        <mc:Choice xmlns:a14="http://schemas.microsoft.com/office/drawing/2010/main" Requires="a14">
          <p:sp>
            <p:nvSpPr>
              <p:cNvPr id="32770" name="内容占位符 2"/>
              <p:cNvSpPr>
                <a:spLocks noGrp="1"/>
              </p:cNvSpPr>
              <p:nvPr>
                <p:ph idx="1"/>
              </p:nvPr>
            </p:nvSpPr>
            <p:spPr>
              <a:xfrm>
                <a:off x="527050" y="1370013"/>
                <a:ext cx="8385175" cy="4921250"/>
              </a:xfrm>
            </p:spPr>
            <p:txBody>
              <a:bodyPr vert="horz" wrap="square" lIns="91440" tIns="45720" rIns="91440" bIns="45720" anchor="t" anchorCtr="0"/>
              <a:p>
                <a:r>
                  <a:rPr lang="en-US" altLang="zh-CN" sz="2800" dirty="0">
                    <a:latin typeface="Times New Roman Regular" panose="02020603050405020304" charset="0"/>
                    <a:cs typeface="Times New Roman Regular" panose="02020603050405020304" charset="0"/>
                  </a:rPr>
                  <a:t>The bipartite graph </a:t>
                </a:r>
                <a:r>
                  <a:rPr lang="en-US" altLang="zh-CN" sz="2800" i="1" dirty="0">
                    <a:latin typeface="Times New Roman Regular" panose="02020603050405020304" charset="0"/>
                    <a:cs typeface="Times New Roman Regular" panose="02020603050405020304" charset="0"/>
                  </a:rPr>
                  <a:t>G = </a:t>
                </a:r>
                <a:r>
                  <a:rPr lang="en-US" altLang="zh-CN" sz="2800" dirty="0">
                    <a:latin typeface="Times New Roman Regular" panose="02020603050405020304" charset="0"/>
                    <a:cs typeface="Times New Roman Regular" panose="02020603050405020304" charset="0"/>
                  </a:rPr>
                  <a:t>(</a:t>
                </a:r>
                <a:r>
                  <a:rPr lang="en-US" altLang="zh-CN" sz="2800" i="1" dirty="0">
                    <a:latin typeface="Times New Roman Regular" panose="02020603050405020304" charset="0"/>
                    <a:cs typeface="Times New Roman Regular" panose="02020603050405020304" charset="0"/>
                  </a:rPr>
                  <a:t>V ,E</a:t>
                </a:r>
                <a:r>
                  <a:rPr lang="en-US" altLang="zh-CN" sz="2800" dirty="0">
                    <a:latin typeface="Times New Roman Regular" panose="02020603050405020304" charset="0"/>
                    <a:cs typeface="Times New Roman Regular" panose="02020603050405020304" charset="0"/>
                  </a:rPr>
                  <a:t>)</a:t>
                </a:r>
                <a:r>
                  <a:rPr lang="en-US" altLang="zh-CN" sz="2800" b="1" i="1" dirty="0">
                    <a:latin typeface="Times New Roman Regular" panose="02020603050405020304" charset="0"/>
                    <a:cs typeface="Times New Roman Regular" panose="02020603050405020304" charset="0"/>
                  </a:rPr>
                  <a:t> </a:t>
                </a:r>
                <a:r>
                  <a:rPr lang="en-US" altLang="zh-CN" sz="2800" dirty="0">
                    <a:latin typeface="Times New Roman Regular" panose="02020603050405020304" charset="0"/>
                    <a:cs typeface="Times New Roman Regular" panose="02020603050405020304" charset="0"/>
                  </a:rPr>
                  <a:t>with bipartition (</a:t>
                </a:r>
                <a:r>
                  <a:rPr lang="en-US" altLang="zh-CN" sz="2800" i="1" dirty="0">
                    <a:latin typeface="Times New Roman Regular" panose="02020603050405020304" charset="0"/>
                    <a:cs typeface="Times New Roman Regular" panose="02020603050405020304" charset="0"/>
                  </a:rPr>
                  <a:t>V</a:t>
                </a:r>
                <a:r>
                  <a:rPr lang="en-US" altLang="zh-CN" sz="2800" baseline="-25000" dirty="0">
                    <a:latin typeface="Times New Roman Regular" panose="02020603050405020304" charset="0"/>
                    <a:cs typeface="Times New Roman Regular" panose="02020603050405020304" charset="0"/>
                  </a:rPr>
                  <a:t>1</a:t>
                </a:r>
                <a:r>
                  <a:rPr lang="en-US" altLang="zh-CN" sz="2800" dirty="0">
                    <a:latin typeface="Times New Roman Regular" panose="02020603050405020304" charset="0"/>
                    <a:cs typeface="Times New Roman Regular" panose="02020603050405020304" charset="0"/>
                  </a:rPr>
                  <a:t>, </a:t>
                </a:r>
                <a:r>
                  <a:rPr lang="en-US" altLang="zh-CN" sz="2800" i="1" dirty="0">
                    <a:latin typeface="Times New Roman Regular" panose="02020603050405020304" charset="0"/>
                    <a:cs typeface="Times New Roman Regular" panose="02020603050405020304" charset="0"/>
                  </a:rPr>
                  <a:t>V</a:t>
                </a:r>
                <a:r>
                  <a:rPr lang="en-US" altLang="zh-CN" sz="2800" baseline="-25000" dirty="0">
                    <a:latin typeface="Times New Roman Regular" panose="02020603050405020304" charset="0"/>
                    <a:cs typeface="Times New Roman Regular" panose="02020603050405020304" charset="0"/>
                  </a:rPr>
                  <a:t>2</a:t>
                </a:r>
                <a:r>
                  <a:rPr lang="en-US" altLang="zh-CN" sz="2800" dirty="0">
                    <a:latin typeface="Times New Roman Regular" panose="02020603050405020304" charset="0"/>
                    <a:cs typeface="Times New Roman Regular" panose="02020603050405020304" charset="0"/>
                  </a:rPr>
                  <a:t>) has a complete matching from </a:t>
                </a:r>
                <a:r>
                  <a:rPr lang="en-US" altLang="zh-CN" sz="2800" i="1" dirty="0">
                    <a:latin typeface="Times New Roman Regular" panose="02020603050405020304" charset="0"/>
                    <a:cs typeface="Times New Roman Regular" panose="02020603050405020304" charset="0"/>
                  </a:rPr>
                  <a:t>V</a:t>
                </a:r>
                <a:r>
                  <a:rPr lang="en-US" altLang="zh-CN" sz="2800" baseline="-25000" dirty="0">
                    <a:latin typeface="Times New Roman Regular" panose="02020603050405020304" charset="0"/>
                    <a:cs typeface="Times New Roman Regular" panose="02020603050405020304" charset="0"/>
                  </a:rPr>
                  <a:t>1</a:t>
                </a:r>
                <a:r>
                  <a:rPr lang="en-US" altLang="zh-CN" sz="2800" dirty="0">
                    <a:latin typeface="Times New Roman Regular" panose="02020603050405020304" charset="0"/>
                    <a:cs typeface="Times New Roman Regular" panose="02020603050405020304" charset="0"/>
                  </a:rPr>
                  <a:t> to </a:t>
                </a:r>
                <a:r>
                  <a:rPr lang="en-US" altLang="zh-CN" sz="2800" i="1" dirty="0">
                    <a:latin typeface="Times New Roman Regular" panose="02020603050405020304" charset="0"/>
                    <a:cs typeface="Times New Roman Regular" panose="02020603050405020304" charset="0"/>
                  </a:rPr>
                  <a:t>V</a:t>
                </a:r>
                <a:r>
                  <a:rPr lang="en-US" altLang="zh-CN" sz="2800" baseline="-25000" dirty="0">
                    <a:latin typeface="Times New Roman Regular" panose="02020603050405020304" charset="0"/>
                    <a:cs typeface="Times New Roman Regular" panose="02020603050405020304" charset="0"/>
                  </a:rPr>
                  <a:t>2</a:t>
                </a:r>
                <a:r>
                  <a:rPr lang="en-US" altLang="zh-CN" sz="2800" dirty="0">
                    <a:latin typeface="Times New Roman Regular" panose="02020603050405020304" charset="0"/>
                    <a:cs typeface="Times New Roman Regular" panose="02020603050405020304" charset="0"/>
                  </a:rPr>
                  <a:t> if and only if |N(</a:t>
                </a:r>
                <a:r>
                  <a:rPr lang="en-US" altLang="zh-CN" sz="2800" i="1" dirty="0">
                    <a:latin typeface="Times New Roman Regular" panose="02020603050405020304" charset="0"/>
                    <a:cs typeface="Times New Roman Regular" panose="02020603050405020304" charset="0"/>
                  </a:rPr>
                  <a:t>A</a:t>
                </a:r>
                <a:r>
                  <a:rPr lang="en-US" altLang="zh-CN" sz="2800" dirty="0">
                    <a:latin typeface="Times New Roman Regular" panose="02020603050405020304" charset="0"/>
                    <a:cs typeface="Times New Roman Regular" panose="02020603050405020304" charset="0"/>
                  </a:rPr>
                  <a:t>)| ≥ |A| for all subsets </a:t>
                </a:r>
                <a:r>
                  <a:rPr lang="en-US" altLang="zh-CN" sz="2800" i="1" dirty="0">
                    <a:latin typeface="Times New Roman Regular" panose="02020603050405020304" charset="0"/>
                    <a:cs typeface="Times New Roman Regular" panose="02020603050405020304" charset="0"/>
                  </a:rPr>
                  <a:t>A</a:t>
                </a:r>
                <a:r>
                  <a:rPr lang="en-US" altLang="zh-CN" sz="2800" dirty="0">
                    <a:latin typeface="Times New Roman Regular" panose="02020603050405020304" charset="0"/>
                    <a:cs typeface="Times New Roman Regular" panose="02020603050405020304" charset="0"/>
                  </a:rPr>
                  <a:t> of </a:t>
                </a:r>
                <a:r>
                  <a:rPr lang="en-US" altLang="zh-CN" sz="2800" i="1" dirty="0">
                    <a:latin typeface="Times New Roman Regular" panose="02020603050405020304" charset="0"/>
                    <a:cs typeface="Times New Roman Regular" panose="02020603050405020304" charset="0"/>
                  </a:rPr>
                  <a:t>V</a:t>
                </a:r>
                <a:r>
                  <a:rPr lang="en-US" altLang="zh-CN" sz="2800" baseline="-25000" dirty="0">
                    <a:latin typeface="Times New Roman Regular" panose="02020603050405020304" charset="0"/>
                    <a:cs typeface="Times New Roman Regular" panose="02020603050405020304" charset="0"/>
                  </a:rPr>
                  <a:t>1</a:t>
                </a:r>
                <a:r>
                  <a:rPr lang="en-US" altLang="zh-CN" sz="2800" dirty="0">
                    <a:latin typeface="Times New Roman Regular" panose="02020603050405020304" charset="0"/>
                    <a:cs typeface="Times New Roman Regular" panose="02020603050405020304" charset="0"/>
                  </a:rPr>
                  <a:t>.</a:t>
                </a:r>
                <a:endParaRPr lang="en-US" altLang="zh-CN" sz="2800" dirty="0">
                  <a:latin typeface="Times New Roman Regular" panose="02020603050405020304" charset="0"/>
                  <a:cs typeface="Times New Roman Regular" panose="02020603050405020304" charset="0"/>
                </a:endParaRPr>
              </a:p>
              <a:p>
                <a:r>
                  <a:rPr lang="en-US" altLang="zh-CN" sz="2800" dirty="0">
                    <a:latin typeface="Times New Roman Regular" panose="02020603050405020304" charset="0"/>
                    <a:cs typeface="Times New Roman Regular" panose="02020603050405020304" charset="0"/>
                  </a:rPr>
                  <a:t>Prove</a:t>
                </a:r>
                <a:r>
                  <a:rPr lang="en-US" altLang="zh-CN" dirty="0">
                    <a:latin typeface="Times New Roman Regular" panose="02020603050405020304" charset="0"/>
                    <a:cs typeface="Times New Roman Regular" panose="02020603050405020304" charset="0"/>
                  </a:rPr>
                  <a:t>:</a:t>
                </a:r>
                <a:endParaRPr lang="en-US" altLang="zh-CN" dirty="0">
                  <a:latin typeface="Times New Roman Regular" panose="02020603050405020304" charset="0"/>
                  <a:cs typeface="Times New Roman Regular" panose="02020603050405020304" charset="0"/>
                </a:endParaRPr>
              </a:p>
              <a:p>
                <a:pPr lvl="1"/>
                <a:r>
                  <a:rPr lang="en-US" altLang="zh-CN" i="1" dirty="0">
                    <a:latin typeface="Times New Roman Regular" panose="02020603050405020304" charset="0"/>
                    <a:cs typeface="Times New Roman Regular" panose="02020603050405020304" charset="0"/>
                    <a:sym typeface="+mn-ea"/>
                  </a:rPr>
                  <a:t>G </a:t>
                </a:r>
                <a:r>
                  <a:rPr lang="en-US" altLang="zh-CN" dirty="0">
                    <a:latin typeface="Times New Roman Regular" panose="02020603050405020304" charset="0"/>
                    <a:cs typeface="Times New Roman Regular" panose="02020603050405020304" charset="0"/>
                    <a:sym typeface="+mn-ea"/>
                  </a:rPr>
                  <a:t> has a complete matching from </a:t>
                </a:r>
                <a:r>
                  <a:rPr lang="en-US" altLang="zh-CN" i="1" dirty="0">
                    <a:latin typeface="Times New Roman Regular" panose="02020603050405020304" charset="0"/>
                    <a:cs typeface="Times New Roman Regular" panose="02020603050405020304" charset="0"/>
                    <a:sym typeface="+mn-ea"/>
                  </a:rPr>
                  <a:t>V</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to </a:t>
                </a:r>
                <a:r>
                  <a:rPr lang="en-US" altLang="zh-CN" i="1" dirty="0">
                    <a:latin typeface="Times New Roman Regular" panose="02020603050405020304" charset="0"/>
                    <a:cs typeface="Times New Roman Regular" panose="02020603050405020304" charset="0"/>
                    <a:sym typeface="+mn-ea"/>
                  </a:rPr>
                  <a:t>V</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a:t>
                </a:r>
                <a:r>
                  <a:rPr lang="en-US" altLang="zh-CN" dirty="0">
                    <a:latin typeface="Times New Roman Regular" panose="02020603050405020304" charset="0"/>
                    <a:cs typeface="Times New Roman Regular" panose="02020603050405020304" charset="0"/>
                    <a:sym typeface="+mn-ea"/>
                  </a:rPr>
                  <a:t>only if</a:t>
                </a:r>
                <a:r>
                  <a:rPr lang="en-US" altLang="zh-CN" dirty="0">
                    <a:latin typeface="Times New Roman Regular" panose="02020603050405020304" charset="0"/>
                    <a:cs typeface="Times New Roman Regular" panose="02020603050405020304" charset="0"/>
                    <a:sym typeface="+mn-ea"/>
                  </a:rPr>
                  <a:t> |N(</a:t>
                </a:r>
                <a:r>
                  <a:rPr lang="en-US" altLang="zh-CN" i="1"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≥|A|</a:t>
                </a:r>
                <a:endParaRPr lang="en-US" altLang="zh-CN" dirty="0">
                  <a:latin typeface="Times New Roman Regular" panose="02020603050405020304" charset="0"/>
                  <a:cs typeface="Times New Roman Regular" panose="02020603050405020304" charset="0"/>
                  <a:sym typeface="+mn-ea"/>
                </a:endParaRPr>
              </a:p>
              <a:p>
                <a:pPr lvl="2"/>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m:t>
                    </m:r>
                  </m:oMath>
                </a14:m>
                <a:r>
                  <a:rPr lang="en-US" altLang="zh-CN" dirty="0">
                    <a:latin typeface="Times New Roman Regular" panose="02020603050405020304" charset="0"/>
                    <a:cs typeface="Times New Roman Regular" panose="02020603050405020304" charset="0"/>
                    <a:sym typeface="+mn-ea"/>
                  </a:rPr>
                  <a:t>A</a:t>
                </a:r>
                <a:r>
                  <a:rPr lang="en-US" altLang="zh-CN" dirty="0">
                    <a:solidFill>
                      <a:schemeClr val="tx1"/>
                    </a:solidFill>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V</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m:t>
                    </m:r>
                    <m:r>
                      <a:rPr lang="en-US" altLang="zh-CN" i="1" dirty="0">
                        <a:latin typeface="DejaVu Math TeX Gyre" panose="02000503000000000000" charset="0"/>
                        <a:ea typeface="宋体" charset="0"/>
                        <a:cs typeface="DejaVu Math TeX Gyre" panose="02000503000000000000" charset="0"/>
                        <a:sym typeface="+mn-ea"/>
                      </a:rPr>
                      <m:t>𝑣</m:t>
                    </m:r>
                    <m:r>
                      <a:rPr lang="en-US" altLang="zh-CN" i="1" dirty="0">
                        <a:latin typeface="DejaVu Math TeX Gyre" panose="02000503000000000000" charset="0"/>
                        <a:ea typeface="宋体" charset="0"/>
                        <a:cs typeface="DejaVu Math TeX Gyre" panose="02000503000000000000" charset="0"/>
                        <a:sym typeface="+mn-ea"/>
                      </a:rPr>
                      <m:t>∈</m:t>
                    </m:r>
                  </m:oMath>
                </a14:m>
                <a:r>
                  <a:rPr lang="en-US" altLang="zh-CN" i="1" dirty="0">
                    <a:latin typeface="Times New Roman Regular" panose="02020603050405020304" charset="0"/>
                    <a:ea typeface="宋体" charset="0"/>
                    <a:cs typeface="Times New Roman Regular" panose="02020603050405020304" charset="0"/>
                    <a:sym typeface="+mn-ea"/>
                  </a:rPr>
                  <a:t>A</a:t>
                </a:r>
                <a:r>
                  <a:rPr lang="zh-CN" altLang="en-US" i="1" dirty="0">
                    <a:latin typeface="Times New Roman Regular" panose="02020603050405020304" charset="0"/>
                    <a:ea typeface="宋体" charset="0"/>
                    <a:cs typeface="Times New Roman Regular" panose="02020603050405020304" charset="0"/>
                    <a:sym typeface="+mn-ea"/>
                  </a:rPr>
                  <a:t>， </a:t>
                </a:r>
                <a:r>
                  <a:rPr lang="zh-CN" altLang="en-US" dirty="0">
                    <a:latin typeface="Times New Roman Regular" panose="02020603050405020304" charset="0"/>
                    <a:ea typeface="宋体" charset="0"/>
                    <a:cs typeface="Times New Roman Regular" panose="02020603050405020304" charset="0"/>
                    <a:sym typeface="+mn-ea"/>
                  </a:rPr>
                  <a:t>there is an edge in M</a:t>
                </a:r>
                <a:r>
                  <a:rPr lang="en-US" altLang="zh-CN" dirty="0">
                    <a:latin typeface="Times New Roman Regular" panose="02020603050405020304" charset="0"/>
                    <a:ea typeface="宋体" charset="0"/>
                    <a:cs typeface="Times New Roman Regular" panose="02020603050405020304" charset="0"/>
                    <a:sym typeface="+mn-ea"/>
                  </a:rPr>
                  <a:t> </a:t>
                </a:r>
                <a:r>
                  <a:rPr lang="en-US" altLang="zh-CN" dirty="0">
                    <a:latin typeface="Times New Roman Regular" panose="02020603050405020304" charset="0"/>
                    <a:cs typeface="Times New Roman Regular" panose="02020603050405020304" charset="0"/>
                    <a:sym typeface="+mn-ea"/>
                  </a:rPr>
                  <a:t>connecting v to a vertex in V</a:t>
                </a:r>
                <a:r>
                  <a:rPr lang="en-US" altLang="zh-CN" baseline="-25000" dirty="0">
                    <a:latin typeface="Times New Roman Regular" panose="02020603050405020304" charset="0"/>
                    <a:cs typeface="Times New Roman Regular" panose="02020603050405020304" charset="0"/>
                    <a:sym typeface="+mn-ea"/>
                  </a:rPr>
                  <a:t>2</a:t>
                </a:r>
                <a:r>
                  <a:rPr lang="zh-CN" altLang="en-US" dirty="0">
                    <a:latin typeface="Times New Roman Regular" panose="02020603050405020304" charset="0"/>
                    <a:cs typeface="Times New Roman Regular" panose="02020603050405020304" charset="0"/>
                    <a:sym typeface="+mn-ea"/>
                  </a:rPr>
                  <a:t>，</a:t>
                </a:r>
                <a:r>
                  <a:rPr lang="en-US" altLang="zh-CN" b="1" dirty="0">
                    <a:latin typeface="Times New Roman Regular" panose="02020603050405020304" charset="0"/>
                    <a:cs typeface="Times New Roman Regular" panose="02020603050405020304" charset="0"/>
                    <a:sym typeface="+mn-ea"/>
                  </a:rPr>
                  <a:t> |N(</a:t>
                </a:r>
                <a:r>
                  <a:rPr lang="en-US" altLang="zh-CN" b="1" i="1" dirty="0">
                    <a:latin typeface="Times New Roman Regular" panose="02020603050405020304" charset="0"/>
                    <a:cs typeface="Times New Roman Regular" panose="02020603050405020304" charset="0"/>
                    <a:sym typeface="+mn-ea"/>
                  </a:rPr>
                  <a:t>A</a:t>
                </a:r>
                <a:r>
                  <a:rPr lang="en-US" altLang="zh-CN" b="1" dirty="0">
                    <a:latin typeface="Times New Roman Regular" panose="02020603050405020304" charset="0"/>
                    <a:cs typeface="Times New Roman Regular" panose="02020603050405020304" charset="0"/>
                    <a:sym typeface="+mn-ea"/>
                  </a:rPr>
                  <a:t>)|</a:t>
                </a:r>
                <a:r>
                  <a:rPr lang="en-US" altLang="zh-CN" b="1" dirty="0">
                    <a:latin typeface="Times New Roman Regular" panose="02020603050405020304" charset="0"/>
                    <a:cs typeface="Times New Roman Regular" panose="02020603050405020304" charset="0"/>
                    <a:sym typeface="+mn-ea"/>
                  </a:rPr>
                  <a:t>≥|A|</a:t>
                </a:r>
                <a:endParaRPr lang="en-US" altLang="zh-CN" b="1" dirty="0">
                  <a:latin typeface="Times New Roman Regular" panose="02020603050405020304" charset="0"/>
                  <a:cs typeface="Times New Roman Regular" panose="02020603050405020304" charset="0"/>
                  <a:sym typeface="+mn-ea"/>
                </a:endParaRPr>
              </a:p>
              <a:p>
                <a:pPr lvl="1"/>
                <a:r>
                  <a:rPr lang="en-US" altLang="zh-CN" sz="2400" dirty="0">
                    <a:latin typeface="Times New Roman Regular" panose="02020603050405020304" charset="0"/>
                    <a:cs typeface="Times New Roman Regular" panose="02020603050405020304" charset="0"/>
                    <a:sym typeface="+mn-ea"/>
                  </a:rPr>
                  <a:t>if</a:t>
                </a:r>
                <a14:m>
                  <m:oMath xmlns:m="http://schemas.openxmlformats.org/officeDocument/2006/math">
                    <m:r>
                      <a:rPr lang="en-US" altLang="zh-CN" sz="2400" i="1" dirty="0">
                        <a:latin typeface="DejaVu Math TeX Gyre" panose="02000503000000000000" charset="0"/>
                        <a:ea typeface="宋体" charset="0"/>
                        <a:cs typeface="DejaVu Math TeX Gyre" panose="02000503000000000000" charset="0"/>
                        <a:sym typeface="+mn-ea"/>
                      </a:rPr>
                      <m:t> ∀</m:t>
                    </m:r>
                  </m:oMath>
                </a14:m>
                <a:r>
                  <a:rPr lang="en-US" altLang="zh-CN" sz="2400" dirty="0">
                    <a:latin typeface="Times New Roman Regular" panose="02020603050405020304" charset="0"/>
                    <a:cs typeface="Times New Roman Regular" panose="02020603050405020304" charset="0"/>
                    <a:sym typeface="+mn-ea"/>
                  </a:rPr>
                  <a:t>A</a:t>
                </a:r>
                <a:r>
                  <a:rPr lang="en-US" altLang="zh-CN" sz="2400" dirty="0">
                    <a:latin typeface="Times New Roman Regular" panose="02020603050405020304" charset="0"/>
                    <a:cs typeface="Times New Roman Regular" panose="02020603050405020304" charset="0"/>
                    <a:sym typeface="Symbol" pitchFamily="18" charset="2"/>
                  </a:rPr>
                  <a:t></a:t>
                </a:r>
                <a:r>
                  <a:rPr lang="en-US" altLang="zh-CN" sz="2400" i="1" dirty="0">
                    <a:latin typeface="Times New Roman Regular" panose="02020603050405020304" charset="0"/>
                    <a:cs typeface="Times New Roman Regular" panose="02020603050405020304" charset="0"/>
                    <a:sym typeface="+mn-ea"/>
                  </a:rPr>
                  <a:t>V</a:t>
                </a:r>
                <a:r>
                  <a:rPr lang="en-US" altLang="zh-CN" sz="2400" baseline="-25000" dirty="0">
                    <a:latin typeface="Times New Roman Regular" panose="02020603050405020304" charset="0"/>
                    <a:cs typeface="Times New Roman Regular" panose="02020603050405020304" charset="0"/>
                    <a:sym typeface="+mn-ea"/>
                  </a:rPr>
                  <a:t>1</a:t>
                </a:r>
                <a:r>
                  <a:rPr lang="en-US" altLang="zh-CN" sz="2400" dirty="0">
                    <a:latin typeface="Times New Roman Regular" panose="02020603050405020304" charset="0"/>
                    <a:cs typeface="Times New Roman Regular" panose="02020603050405020304" charset="0"/>
                    <a:sym typeface="+mn-ea"/>
                  </a:rPr>
                  <a:t>  |N(</a:t>
                </a:r>
                <a:r>
                  <a:rPr lang="en-US" altLang="zh-CN" sz="2400" i="1" dirty="0">
                    <a:latin typeface="Times New Roman Regular" panose="02020603050405020304" charset="0"/>
                    <a:cs typeface="Times New Roman Regular" panose="02020603050405020304" charset="0"/>
                    <a:sym typeface="+mn-ea"/>
                  </a:rPr>
                  <a:t>A</a:t>
                </a:r>
                <a:r>
                  <a:rPr lang="en-US" altLang="zh-CN" sz="2400" dirty="0">
                    <a:latin typeface="Times New Roman Regular" panose="02020603050405020304" charset="0"/>
                    <a:cs typeface="Times New Roman Regular" panose="02020603050405020304" charset="0"/>
                    <a:sym typeface="+mn-ea"/>
                  </a:rPr>
                  <a:t>)| ≥ |A|,then there is a complete matching M from V</a:t>
                </a:r>
                <a:r>
                  <a:rPr lang="en-US" altLang="zh-CN" sz="2400" baseline="-25000" dirty="0">
                    <a:latin typeface="Times New Roman Regular" panose="02020603050405020304" charset="0"/>
                    <a:cs typeface="Times New Roman Regular" panose="02020603050405020304" charset="0"/>
                    <a:sym typeface="+mn-ea"/>
                  </a:rPr>
                  <a:t>1</a:t>
                </a:r>
                <a:r>
                  <a:rPr lang="en-US" altLang="zh-CN" sz="2400" dirty="0">
                    <a:latin typeface="Times New Roman Regular" panose="02020603050405020304" charset="0"/>
                    <a:cs typeface="Times New Roman Regular" panose="02020603050405020304" charset="0"/>
                    <a:sym typeface="+mn-ea"/>
                  </a:rPr>
                  <a:t> to V</a:t>
                </a:r>
                <a:r>
                  <a:rPr lang="en-US" altLang="zh-CN" sz="2400" baseline="-25000" dirty="0">
                    <a:latin typeface="Times New Roman Regular" panose="02020603050405020304" charset="0"/>
                    <a:cs typeface="Times New Roman Regular" panose="02020603050405020304" charset="0"/>
                    <a:sym typeface="+mn-ea"/>
                  </a:rPr>
                  <a:t>2</a:t>
                </a:r>
                <a:endParaRPr lang="en-US" altLang="zh-CN" sz="2400" baseline="-25000" dirty="0">
                  <a:latin typeface="Times New Roman Regular" panose="02020603050405020304" charset="0"/>
                  <a:cs typeface="Times New Roman Regular" panose="02020603050405020304" charset="0"/>
                  <a:sym typeface="+mn-ea"/>
                </a:endParaRPr>
              </a:p>
              <a:p>
                <a:pPr lvl="2"/>
                <a:r>
                  <a:rPr lang="zh-CN" altLang="en-US" dirty="0">
                    <a:latin typeface="Times New Roman Regular" panose="02020603050405020304" charset="0"/>
                    <a:cs typeface="Times New Roman Regular" panose="02020603050405020304" charset="0"/>
                    <a:sym typeface="+mn-ea"/>
                  </a:rPr>
                  <a:t> use</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strong induction on |V</a:t>
                </a:r>
                <a:r>
                  <a:rPr lang="zh-CN" altLang="en-US" baseline="-25000" dirty="0">
                    <a:latin typeface="Times New Roman Regular" panose="02020603050405020304" charset="0"/>
                    <a:cs typeface="Times New Roman Regular" panose="02020603050405020304" charset="0"/>
                    <a:sym typeface="+mn-ea"/>
                  </a:rPr>
                  <a:t>1</a:t>
                </a:r>
                <a:r>
                  <a:rPr lang="zh-CN" altLang="en-US"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0" lvl="1" indent="457200">
                  <a:buNone/>
                </a:pPr>
                <a:endParaRPr lang="en-US" altLang="zh-CN" dirty="0">
                  <a:sym typeface="+mn-ea"/>
                </a:endParaRPr>
              </a:p>
              <a:p>
                <a:pPr marL="0" lvl="1"/>
                <a:endParaRPr lang="en-US" altLang="zh-CN" dirty="0">
                  <a:sym typeface="+mn-ea"/>
                </a:endParaRPr>
              </a:p>
              <a:p>
                <a:pPr marL="0" lvl="1"/>
                <a:endParaRPr lang="en-US" altLang="zh-CN" dirty="0">
                  <a:solidFill>
                    <a:schemeClr val="tx1"/>
                  </a:solidFill>
                  <a:cs typeface="Arial" panose="020B0604020202090204" pitchFamily="34" charset="0"/>
                  <a:sym typeface="Symbol" pitchFamily="18" charset="2"/>
                </a:endParaRPr>
              </a:p>
              <a:p>
                <a:pPr marL="457200" lvl="1" indent="0">
                  <a:buNone/>
                </a:pPr>
                <a:endParaRPr lang="en-US" altLang="zh-CN" dirty="0">
                  <a:solidFill>
                    <a:schemeClr val="tx1"/>
                  </a:solidFill>
                  <a:cs typeface="Arial" panose="020B0604020202090204" pitchFamily="34" charset="0"/>
                  <a:sym typeface="Symbol" pitchFamily="18" charset="2"/>
                </a:endParaRPr>
              </a:p>
            </p:txBody>
          </p:sp>
        </mc:Choice>
        <mc:Fallback>
          <p:sp>
            <p:nvSpPr>
              <p:cNvPr id="32770" name="内容占位符 2"/>
              <p:cNvSpPr>
                <a:spLocks noRot="1" noChangeAspect="1" noMove="1" noResize="1" noEditPoints="1" noAdjustHandles="1" noChangeArrowheads="1" noChangeShapeType="1" noTextEdit="1"/>
              </p:cNvSpPr>
              <p:nvPr>
                <p:ph idx="1"/>
              </p:nvPr>
            </p:nvSpPr>
            <p:spPr>
              <a:xfrm>
                <a:off x="527050" y="1370013"/>
                <a:ext cx="8385175" cy="4921250"/>
              </a:xfrm>
              <a:blipFill rotWithShape="1">
                <a:blip r:embed="rId1"/>
                <a:stretch>
                  <a:fillRect t="-6" b="-41103"/>
                </a:stretch>
              </a:blipFill>
            </p:spPr>
            <p:txBody>
              <a:bodyPr/>
              <a:lstStyle/>
              <a:p>
                <a:r>
                  <a:rPr lang="zh-CN" altLang="en-US">
                    <a:noFill/>
                  </a:rPr>
                  <a:t> </a:t>
                </a:r>
              </a:p>
            </p:txBody>
          </p:sp>
        </mc:Fallback>
      </mc:AlternateContent>
      <p:sp>
        <p:nvSpPr>
          <p:cNvPr id="32771" name="页脚占位符 3"/>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xfrm>
            <a:off x="971550" y="115888"/>
            <a:ext cx="8172450" cy="1143000"/>
          </a:xfrm>
        </p:spPr>
        <p:txBody>
          <a:bodyPr vert="horz" wrap="square" lIns="91440" tIns="45720" rIns="91440" bIns="45720" anchor="b" anchorCtr="0"/>
          <a:p>
            <a:r>
              <a:rPr lang="en-US" altLang="zh-CN" sz="3600" b="1" dirty="0"/>
              <a:t>HALL’S  MARRIAGE  THEOREM-2</a:t>
            </a:r>
            <a:endParaRPr lang="zh-CN" altLang="en-US" sz="3600" dirty="0"/>
          </a:p>
        </p:txBody>
      </p:sp>
      <mc:AlternateContent xmlns:mc="http://schemas.openxmlformats.org/markup-compatibility/2006">
        <mc:Choice xmlns:a14="http://schemas.microsoft.com/office/drawing/2010/main" Requires="a14">
          <p:sp>
            <p:nvSpPr>
              <p:cNvPr id="32770" name="内容占位符 2"/>
              <p:cNvSpPr>
                <a:spLocks noGrp="1"/>
              </p:cNvSpPr>
              <p:nvPr>
                <p:ph idx="1"/>
              </p:nvPr>
            </p:nvSpPr>
            <p:spPr>
              <a:xfrm>
                <a:off x="158750" y="1311910"/>
                <a:ext cx="8989060" cy="5568315"/>
              </a:xfrm>
            </p:spPr>
            <p:txBody>
              <a:bodyPr vert="horz" wrap="square" lIns="91440" tIns="45720" rIns="91440" bIns="45720" anchor="t" anchorCtr="0"/>
              <a:p>
                <a:pPr marL="457200" lvl="2"/>
                <a:r>
                  <a:rPr lang="en-US" altLang="zh-CN" dirty="0">
                    <a:sym typeface="+mn-ea"/>
                  </a:rPr>
                  <a:t>Basis step: </a:t>
                </a:r>
                <a:endParaRPr lang="en-US" altLang="zh-CN" dirty="0">
                  <a:sym typeface="+mn-ea"/>
                </a:endParaRPr>
              </a:p>
              <a:p>
                <a:pPr marL="914400" lvl="3"/>
                <a:r>
                  <a:rPr lang="en-US" altLang="zh-CN" dirty="0">
                    <a:latin typeface="Times New Roman Regular" panose="02020603050405020304" charset="0"/>
                    <a:cs typeface="Times New Roman Regular" panose="02020603050405020304" charset="0"/>
                    <a:sym typeface="+mn-ea"/>
                  </a:rPr>
                  <a:t>If |V</a:t>
                </a:r>
                <a:r>
                  <a:rPr lang="en-US" altLang="zh-CN" baseline="-25000" dirty="0">
                    <a:solidFill>
                      <a:schemeClr val="tx1"/>
                    </a:solidFill>
                    <a:uFillTx/>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1, </a:t>
                </a:r>
                <a:r>
                  <a:rPr lang="en-US" altLang="zh-CN" dirty="0">
                    <a:latin typeface="Times New Roman Regular" panose="02020603050405020304" charset="0"/>
                    <a:cs typeface="Times New Roman Regular" panose="02020603050405020304" charset="0"/>
                    <a:sym typeface="+mn-ea"/>
                  </a:rPr>
                  <a:t>v</a:t>
                </a:r>
                <a:r>
                  <a:rPr lang="en-US" altLang="zh-CN" baseline="-25000" dirty="0">
                    <a:latin typeface="Times New Roman Regular" panose="02020603050405020304" charset="0"/>
                    <a:cs typeface="Times New Roman Regular" panose="02020603050405020304" charset="0"/>
                    <a:sym typeface="+mn-ea"/>
                  </a:rPr>
                  <a:t>0</a:t>
                </a:r>
                <a:r>
                  <a:rPr lang="en-US" altLang="zh-CN" dirty="0">
                    <a:latin typeface="Times New Roman Regular" panose="02020603050405020304" charset="0"/>
                    <a:ea typeface="PingFang SC" panose="020B0400000000000000" charset="-122"/>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 </a:t>
                </a:r>
                <a:r>
                  <a:rPr lang="en-US" altLang="zh-CN" dirty="0">
                    <a:latin typeface="Times New Roman Regular" panose="02020603050405020304" charset="0"/>
                    <a:cs typeface="Times New Roman Regular" panose="02020603050405020304" charset="0"/>
                    <a:sym typeface="+mn-ea"/>
                  </a:rPr>
                  <a:t>V</a:t>
                </a:r>
                <a:r>
                  <a:rPr lang="en-US" altLang="zh-CN" baseline="-25000" dirty="0">
                    <a:uFillTx/>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|N({v</a:t>
                </a:r>
                <a:r>
                  <a:rPr lang="en-US" altLang="zh-CN" baseline="-25000" dirty="0">
                    <a:latin typeface="Times New Roman Regular" panose="02020603050405020304" charset="0"/>
                    <a:cs typeface="Times New Roman Regular" panose="02020603050405020304" charset="0"/>
                    <a:sym typeface="+mn-ea"/>
                  </a:rPr>
                  <a:t>0</a:t>
                </a:r>
                <a:r>
                  <a:rPr lang="en-US" altLang="zh-CN" dirty="0">
                    <a:latin typeface="Times New Roman Regular" panose="02020603050405020304" charset="0"/>
                    <a:cs typeface="Times New Roman Regular" panose="02020603050405020304" charset="0"/>
                    <a:sym typeface="+mn-ea"/>
                  </a:rPr>
                  <a:t>})| ≥ |{v</a:t>
                </a:r>
                <a:r>
                  <a:rPr lang="en-US" altLang="zh-CN" baseline="-25000" dirty="0">
                    <a:latin typeface="Times New Roman Regular" panose="02020603050405020304" charset="0"/>
                    <a:cs typeface="Times New Roman Regular" panose="02020603050405020304" charset="0"/>
                    <a:sym typeface="+mn-ea"/>
                  </a:rPr>
                  <a:t>0</a:t>
                </a:r>
                <a:r>
                  <a:rPr lang="en-US" altLang="zh-CN" dirty="0">
                    <a:latin typeface="Times New Roman Regular" panose="02020603050405020304" charset="0"/>
                    <a:cs typeface="Times New Roman Regular" panose="02020603050405020304" charset="0"/>
                    <a:sym typeface="+mn-ea"/>
                  </a:rPr>
                  <a:t>}| = 1,there is at least one edge connecting v</a:t>
                </a:r>
                <a:r>
                  <a:rPr lang="en-US" altLang="zh-CN" baseline="-25000" dirty="0">
                    <a:latin typeface="Times New Roman Regular" panose="02020603050405020304" charset="0"/>
                    <a:cs typeface="Times New Roman Regular" panose="02020603050405020304" charset="0"/>
                    <a:sym typeface="+mn-ea"/>
                  </a:rPr>
                  <a:t>0</a:t>
                </a:r>
                <a:r>
                  <a:rPr lang="en-US" altLang="zh-CN" dirty="0">
                    <a:latin typeface="Times New Roman Regular" panose="02020603050405020304" charset="0"/>
                    <a:cs typeface="Times New Roman Regular" panose="02020603050405020304" charset="0"/>
                    <a:sym typeface="+mn-ea"/>
                  </a:rPr>
                  <a:t> and a vertex w</a:t>
                </a:r>
                <a:r>
                  <a:rPr lang="en-US" altLang="zh-CN" baseline="-25000" dirty="0">
                    <a:latin typeface="Times New Roman Regular" panose="02020603050405020304" charset="0"/>
                    <a:cs typeface="Times New Roman Regular" panose="02020603050405020304" charset="0"/>
                    <a:sym typeface="+mn-ea"/>
                  </a:rPr>
                  <a:t>0</a:t>
                </a:r>
                <a:r>
                  <a:rPr lang="en-US" altLang="zh-CN" dirty="0">
                    <a:latin typeface="Times New Roman Regular" panose="02020603050405020304" charset="0"/>
                    <a:cs typeface="Times New Roman Regular" panose="02020603050405020304" charset="0"/>
                    <a:sym typeface="+mn-ea"/>
                  </a:rPr>
                  <a:t> ∈ V</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Any such edge forms a complete matching from V</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to V</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457200" lvl="2"/>
                <a:r>
                  <a:rPr lang="en-US" altLang="zh-CN" dirty="0">
                    <a:latin typeface="Times New Roman Regular" panose="02020603050405020304" charset="0"/>
                    <a:cs typeface="Times New Roman Regular" panose="02020603050405020304" charset="0"/>
                    <a:sym typeface="+mn-ea"/>
                  </a:rPr>
                  <a:t>Inductive step: </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Inductive hypothesis: Let k</a:t>
                </a:r>
                <a:r>
                  <a:rPr lang="en-US" altLang="zh-CN" dirty="0">
                    <a:latin typeface="Times New Roman Regular" panose="02020603050405020304" charset="0"/>
                    <a:ea typeface="PingFang SC" panose="020B0400000000000000" charset="-122"/>
                    <a:cs typeface="Times New Roman Regular" panose="02020603050405020304" charset="0"/>
                    <a:sym typeface="+mn-ea"/>
                  </a:rPr>
                  <a:t>∈Z</a:t>
                </a:r>
                <a:r>
                  <a:rPr lang="en-US" altLang="zh-CN" baseline="30000" dirty="0">
                    <a:latin typeface="Times New Roman Regular" panose="02020603050405020304" charset="0"/>
                    <a:ea typeface="PingFang SC" panose="020B0400000000000000" charset="-122"/>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 If G = (V, E) is a bipartite graph with bipartition(V</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V</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and |V</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j ≤ k, then there is a complete matching M from V</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to V</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whenever</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 ∀</m:t>
                    </m:r>
                  </m:oMath>
                </a14:m>
                <a:r>
                  <a:rPr lang="en-US" altLang="zh-CN"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V</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and |N(</a:t>
                </a:r>
                <a:r>
                  <a:rPr lang="en-US" altLang="zh-CN" i="1"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mn-ea"/>
                  </a:rPr>
                  <a:t>)| ≥ |A|.</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sym typeface="+mn-ea"/>
                  </a:rPr>
                  <a:t>Suppose H = (W, F) is a bipartite graph with bipartition (W</a:t>
                </a:r>
                <a:r>
                  <a:rPr lang="en-US" altLang="zh-CN" baseline="-25000" dirty="0">
                    <a:sym typeface="+mn-ea"/>
                  </a:rPr>
                  <a:t>1</a:t>
                </a:r>
                <a:r>
                  <a:rPr lang="en-US" altLang="zh-CN" dirty="0">
                    <a:sym typeface="+mn-ea"/>
                  </a:rPr>
                  <a:t>, W</a:t>
                </a:r>
                <a:r>
                  <a:rPr lang="en-US" altLang="zh-CN" baseline="-25000" dirty="0">
                    <a:sym typeface="+mn-ea"/>
                  </a:rPr>
                  <a:t>2</a:t>
                </a:r>
                <a:r>
                  <a:rPr lang="en-US" altLang="zh-CN" dirty="0">
                    <a:sym typeface="+mn-ea"/>
                  </a:rPr>
                  <a:t>) and |W</a:t>
                </a:r>
                <a:r>
                  <a:rPr lang="en-US" altLang="zh-CN" baseline="-25000" dirty="0">
                    <a:sym typeface="+mn-ea"/>
                  </a:rPr>
                  <a:t>1</a:t>
                </a:r>
                <a:r>
                  <a:rPr lang="en-US" altLang="zh-CN" dirty="0">
                    <a:sym typeface="+mn-ea"/>
                  </a:rPr>
                  <a:t>| = k +1. </a:t>
                </a:r>
                <a:endParaRPr lang="en-US" altLang="zh-CN" dirty="0">
                  <a:sym typeface="+mn-ea"/>
                </a:endParaRPr>
              </a:p>
              <a:p>
                <a:pPr marL="1371600" lvl="4"/>
                <a:r>
                  <a:rPr lang="en-US" altLang="zh-CN" dirty="0">
                    <a:latin typeface="Times New Roman Regular" panose="02020603050405020304" charset="0"/>
                    <a:cs typeface="Times New Roman Regular" panose="02020603050405020304" charset="0"/>
                    <a:sym typeface="+mn-ea"/>
                  </a:rPr>
                  <a:t>Case (i)  </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m:t>
                    </m:r>
                  </m:oMath>
                </a14:m>
                <a:r>
                  <a:rPr lang="en-US" altLang="zh-CN" sz="2000" dirty="0">
                    <a:latin typeface="Times New Roman Regular" panose="02020603050405020304" charset="0"/>
                    <a:cs typeface="Times New Roman Regular" panose="02020603050405020304" charset="0"/>
                    <a:sym typeface="+mn-ea"/>
                  </a:rPr>
                  <a:t>j ( 1 ≤ j ≤ k)( </a:t>
                </a:r>
                <a14:m>
                  <m:oMath xmlns:m="http://schemas.openxmlformats.org/officeDocument/2006/math">
                    <m:r>
                      <a:rPr lang="en-US" altLang="zh-CN" dirty="0">
                        <a:latin typeface="DejaVu Math TeX Gyre" panose="02000503000000000000" charset="0"/>
                        <a:ea typeface="宋体" charset="0"/>
                        <a:cs typeface="DejaVu Math TeX Gyre" panose="02000503000000000000" charset="0"/>
                        <a:sym typeface="+mn-ea"/>
                      </a:rPr>
                      <m:t>∀</m:t>
                    </m:r>
                  </m:oMath>
                </a14:m>
                <a:r>
                  <a:rPr lang="en-US" altLang="zh-CN"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a:t>
                </a:r>
                <a:r>
                  <a:rPr lang="en-US" altLang="zh-CN" dirty="0">
                    <a:latin typeface="Times New Roman Regular" panose="02020603050405020304" charset="0"/>
                    <a:cs typeface="Times New Roman Regular" panose="02020603050405020304" charset="0"/>
                    <a:sym typeface="+mn-ea"/>
                  </a:rPr>
                  <a:t>˄ j=|A|</a:t>
                </a:r>
                <a:r>
                  <a:rPr lang="en-US" altLang="zh-CN" dirty="0">
                    <a:latin typeface="Times New Roman Regular" panose="02020603050405020304" charset="0"/>
                    <a:cs typeface="Times New Roman Regular" panose="02020603050405020304" charset="0"/>
                    <a:sym typeface="+mn-ea"/>
                  </a:rPr>
                  <a:t>&lt;|N(</a:t>
                </a:r>
                <a:r>
                  <a:rPr lang="en-US" altLang="zh-CN" i="1"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mn-ea"/>
                  </a:rPr>
                  <a:t>)| ≤ </a:t>
                </a:r>
                <a:r>
                  <a:rPr lang="en-US" altLang="zh-CN" sz="2000" dirty="0">
                    <a:latin typeface="Times New Roman Regular" panose="02020603050405020304" charset="0"/>
                    <a:cs typeface="Times New Roman Regular" panose="02020603050405020304" charset="0"/>
                    <a:sym typeface="+mn-ea"/>
                  </a:rPr>
                  <a:t>j + 1) </a:t>
                </a:r>
                <a:endParaRPr lang="en-US" altLang="zh-CN" sz="2000" dirty="0">
                  <a:latin typeface="Times New Roman Regular" panose="02020603050405020304" charset="0"/>
                  <a:cs typeface="Times New Roman Regular" panose="02020603050405020304" charset="0"/>
                  <a:sym typeface="+mn-ea"/>
                </a:endParaRPr>
              </a:p>
              <a:p>
                <a:pPr marL="1371600" lvl="4"/>
                <a:r>
                  <a:rPr lang="en-US" altLang="zh-CN" sz="2000" dirty="0">
                    <a:latin typeface="Times New Roman Regular" panose="02020603050405020304" charset="0"/>
                    <a:cs typeface="Times New Roman Regular" panose="02020603050405020304" charset="0"/>
                    <a:sym typeface="+mn-ea"/>
                  </a:rPr>
                  <a:t>Case (ii) </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m:t>
                    </m:r>
                  </m:oMath>
                </a14:m>
                <a:r>
                  <a:rPr lang="en-US" altLang="zh-CN" dirty="0">
                    <a:latin typeface="Times New Roman Regular" panose="02020603050405020304" charset="0"/>
                    <a:cs typeface="Times New Roman Regular" panose="02020603050405020304" charset="0"/>
                    <a:sym typeface="+mn-ea"/>
                  </a:rPr>
                  <a:t>j ( 1 ≤ j ≤ k)( </a:t>
                </a:r>
                <a:r>
                  <a:rPr lang="en-US" altLang="zh-CN" dirty="0">
                    <a:latin typeface="Times New Roman Regular" panose="02020603050405020304" charset="0"/>
                    <a:ea typeface="PingFang SC" panose="020B0400000000000000" charset="-122"/>
                    <a:cs typeface="Times New Roman Regular" panose="02020603050405020304" charset="0"/>
                    <a:sym typeface="+mn-ea"/>
                  </a:rPr>
                  <a:t>ョ</a:t>
                </a:r>
                <a:r>
                  <a:rPr lang="en-US" altLang="zh-CN"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j=|W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’|=|N(</a:t>
                </a:r>
                <a:r>
                  <a:rPr lang="en-US" altLang="zh-CN" i="1"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mn-ea"/>
                  </a:rPr>
                  <a:t>)|) </a:t>
                </a:r>
                <a:endParaRPr lang="en-US" altLang="zh-CN" dirty="0">
                  <a:latin typeface="Times New Roman Regular" panose="02020603050405020304" charset="0"/>
                  <a:cs typeface="Times New Roman Regular" panose="02020603050405020304" charset="0"/>
                  <a:sym typeface="+mn-ea"/>
                </a:endParaRPr>
              </a:p>
              <a:p>
                <a:pPr marL="685800" lvl="3" indent="0">
                  <a:buNone/>
                </a:pPr>
                <a:endParaRPr lang="en-US" altLang="zh-CN" dirty="0">
                  <a:latin typeface="Times New Roman Regular" panose="02020603050405020304" charset="0"/>
                  <a:cs typeface="Times New Roman Regular" panose="02020603050405020304" charset="0"/>
                  <a:sym typeface="+mn-ea"/>
                </a:endParaRPr>
              </a:p>
              <a:p>
                <a:pPr marL="0" lvl="1" indent="0">
                  <a:buNone/>
                </a:pPr>
                <a:endParaRPr lang="en-US" altLang="zh-CN" dirty="0">
                  <a:sym typeface="+mn-ea"/>
                </a:endParaRPr>
              </a:p>
              <a:p>
                <a:pPr marL="0" lvl="1" indent="457200">
                  <a:buNone/>
                </a:pPr>
                <a:endParaRPr lang="en-US" altLang="zh-CN" dirty="0">
                  <a:sym typeface="+mn-ea"/>
                </a:endParaRPr>
              </a:p>
              <a:p>
                <a:pPr marL="0" lvl="1"/>
                <a:endParaRPr lang="en-US" altLang="zh-CN" dirty="0">
                  <a:sym typeface="+mn-ea"/>
                </a:endParaRPr>
              </a:p>
              <a:p>
                <a:pPr marL="0" lvl="1"/>
                <a:endParaRPr lang="en-US" altLang="zh-CN" dirty="0">
                  <a:solidFill>
                    <a:schemeClr val="tx1"/>
                  </a:solidFill>
                  <a:cs typeface="Arial" panose="020B0604020202090204" pitchFamily="34" charset="0"/>
                  <a:sym typeface="Symbol" pitchFamily="18" charset="2"/>
                </a:endParaRPr>
              </a:p>
              <a:p>
                <a:pPr marL="457200" lvl="1" indent="0">
                  <a:buNone/>
                </a:pPr>
                <a:endParaRPr lang="en-US" altLang="zh-CN" dirty="0">
                  <a:solidFill>
                    <a:schemeClr val="tx1"/>
                  </a:solidFill>
                  <a:cs typeface="Arial" panose="020B0604020202090204" pitchFamily="34" charset="0"/>
                  <a:sym typeface="Symbol" pitchFamily="18" charset="2"/>
                </a:endParaRPr>
              </a:p>
            </p:txBody>
          </p:sp>
        </mc:Choice>
        <mc:Fallback>
          <p:sp>
            <p:nvSpPr>
              <p:cNvPr id="32770" name="内容占位符 2"/>
              <p:cNvSpPr>
                <a:spLocks noRot="1" noChangeAspect="1" noMove="1" noResize="1" noEditPoints="1" noAdjustHandles="1" noChangeArrowheads="1" noChangeShapeType="1" noTextEdit="1"/>
              </p:cNvSpPr>
              <p:nvPr>
                <p:ph idx="1"/>
              </p:nvPr>
            </p:nvSpPr>
            <p:spPr>
              <a:xfrm>
                <a:off x="158750" y="1311910"/>
                <a:ext cx="8989060" cy="5568315"/>
              </a:xfrm>
              <a:blipFill rotWithShape="1">
                <a:blip r:embed="rId1"/>
                <a:stretch>
                  <a:fillRect b="-28008"/>
                </a:stretch>
              </a:blipFill>
            </p:spPr>
            <p:txBody>
              <a:bodyPr/>
              <a:lstStyle/>
              <a:p>
                <a:r>
                  <a:rPr lang="zh-CN" altLang="en-US">
                    <a:noFill/>
                  </a:rPr>
                  <a:t> </a:t>
                </a:r>
              </a:p>
            </p:txBody>
          </p:sp>
        </mc:Fallback>
      </mc:AlternateContent>
      <p:sp>
        <p:nvSpPr>
          <p:cNvPr id="32771" name="页脚占位符 3"/>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xfrm>
            <a:off x="971550" y="116205"/>
            <a:ext cx="8172450" cy="547370"/>
          </a:xfrm>
        </p:spPr>
        <p:txBody>
          <a:bodyPr vert="horz" wrap="square" lIns="91440" tIns="45720" rIns="91440" bIns="45720" anchor="b" anchorCtr="0"/>
          <a:p>
            <a:r>
              <a:rPr lang="en-US" altLang="zh-CN" sz="3600" b="1" dirty="0"/>
              <a:t>HALL’S  MARRIAGE  THEOREM-3</a:t>
            </a:r>
            <a:endParaRPr lang="zh-CN" altLang="en-US" sz="3600" dirty="0"/>
          </a:p>
        </p:txBody>
      </p:sp>
      <mc:AlternateContent xmlns:mc="http://schemas.openxmlformats.org/markup-compatibility/2006">
        <mc:Choice xmlns:a14="http://schemas.microsoft.com/office/drawing/2010/main" Requires="a14">
          <p:sp>
            <p:nvSpPr>
              <p:cNvPr id="32770" name="内容占位符 2"/>
              <p:cNvSpPr>
                <a:spLocks noGrp="1"/>
              </p:cNvSpPr>
              <p:nvPr>
                <p:ph idx="1"/>
                <p:custDataLst>
                  <p:tags r:id="rId1"/>
                </p:custDataLst>
              </p:nvPr>
            </p:nvSpPr>
            <p:spPr>
              <a:xfrm>
                <a:off x="-635" y="692785"/>
                <a:ext cx="9190355" cy="5648325"/>
              </a:xfrm>
            </p:spPr>
            <p:txBody>
              <a:bodyPr vert="horz" wrap="square" lIns="91440" tIns="45720" rIns="91440" bIns="45720" anchor="t" anchorCtr="0"/>
              <a:p>
                <a:pPr marL="457200" lvl="2"/>
                <a:r>
                  <a:rPr lang="en-US" altLang="zh-CN" dirty="0">
                    <a:latin typeface="Times New Roman Regular" panose="02020603050405020304" charset="0"/>
                    <a:cs typeface="Times New Roman Regular" panose="02020603050405020304" charset="0"/>
                    <a:sym typeface="+mn-ea"/>
                  </a:rPr>
                  <a:t>Case (i)  </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m:t>
                    </m:r>
                  </m:oMath>
                </a14:m>
                <a:r>
                  <a:rPr lang="en-US" altLang="zh-CN" sz="2400" dirty="0">
                    <a:latin typeface="Times New Roman Regular" panose="02020603050405020304" charset="0"/>
                    <a:cs typeface="Times New Roman Regular" panose="02020603050405020304" charset="0"/>
                    <a:sym typeface="+mn-ea"/>
                  </a:rPr>
                  <a:t>j ( 1 ≤ j ≤ k), </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m:t>
                    </m:r>
                  </m:oMath>
                </a14:m>
                <a:r>
                  <a:rPr lang="en-US" altLang="zh-CN"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 j=|A|</a:t>
                </a:r>
                <a:r>
                  <a:rPr lang="en-US" altLang="zh-CN" dirty="0">
                    <a:latin typeface="Times New Roman Regular" panose="02020603050405020304" charset="0"/>
                    <a:cs typeface="Times New Roman Regular" panose="02020603050405020304" charset="0"/>
                    <a:sym typeface="+mn-ea"/>
                  </a:rPr>
                  <a:t>&lt;|N(</a:t>
                </a:r>
                <a:r>
                  <a:rPr lang="en-US" altLang="zh-CN" i="1" dirty="0">
                    <a:latin typeface="Times New Roman Regular" panose="02020603050405020304" charset="0"/>
                    <a:cs typeface="Times New Roman Regular" panose="02020603050405020304" charset="0"/>
                    <a:sym typeface="+mn-ea"/>
                  </a:rPr>
                  <a:t>A</a:t>
                </a:r>
                <a:r>
                  <a:rPr lang="en-US" altLang="zh-CN" dirty="0">
                    <a:latin typeface="Times New Roman Regular" panose="02020603050405020304" charset="0"/>
                    <a:cs typeface="Times New Roman Regular" panose="02020603050405020304" charset="0"/>
                    <a:sym typeface="+mn-ea"/>
                  </a:rPr>
                  <a:t>)| ≤ </a:t>
                </a:r>
                <a:r>
                  <a:rPr lang="en-US" altLang="zh-CN" sz="2400" dirty="0">
                    <a:latin typeface="Times New Roman Regular" panose="02020603050405020304" charset="0"/>
                    <a:cs typeface="Times New Roman Regular" panose="02020603050405020304" charset="0"/>
                    <a:sym typeface="+mn-ea"/>
                  </a:rPr>
                  <a:t>j + 1 </a:t>
                </a:r>
                <a:endParaRPr lang="en-US" altLang="zh-CN" sz="2400"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v </a:t>
                </a:r>
                <a:r>
                  <a:rPr lang="en-US" altLang="zh-CN" dirty="0">
                    <a:latin typeface="Times New Roman Regular" panose="02020603050405020304" charset="0"/>
                    <a:ea typeface="PingFang SC" panose="020B0400000000000000" charset="-122"/>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a:t>
                </a:r>
                <a:r>
                  <a:rPr lang="en-US" altLang="zh-CN" dirty="0">
                    <a:latin typeface="Times New Roman Regular" panose="02020603050405020304" charset="0"/>
                    <a:cs typeface="Times New Roman Regular" panose="02020603050405020304" charset="0"/>
                    <a:sym typeface="+mn-ea"/>
                  </a:rPr>
                  <a:t>w ∈ N({v})</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H′=(W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{v},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 {w})</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  |</a:t>
                </a:r>
                <a:r>
                  <a:rPr lang="en-US" altLang="zh-CN"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{v}| = k, by inductive hypothesis  there is a complete matching M</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from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{v} to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 {w}. Adding {v,w} to </a:t>
                </a:r>
                <a:r>
                  <a:rPr lang="en-US" altLang="zh-CN" dirty="0">
                    <a:latin typeface="Times New Roman Regular" panose="02020603050405020304" charset="0"/>
                    <a:cs typeface="Times New Roman Regular" panose="02020603050405020304" charset="0"/>
                    <a:sym typeface="+mn-ea"/>
                  </a:rPr>
                  <a:t>M</a:t>
                </a:r>
                <a:r>
                  <a:rPr lang="en-US" altLang="zh-CN" baseline="-25000" dirty="0">
                    <a:latin typeface="Times New Roman Regular" panose="02020603050405020304" charset="0"/>
                    <a:cs typeface="Times New Roman Regular" panose="02020603050405020304" charset="0"/>
                    <a:sym typeface="+mn-ea"/>
                  </a:rPr>
                  <a:t>1 </a:t>
                </a:r>
                <a:r>
                  <a:rPr lang="en-US" altLang="zh-CN" dirty="0">
                    <a:latin typeface="Times New Roman Regular" panose="02020603050405020304" charset="0"/>
                    <a:cs typeface="Times New Roman Regular" panose="02020603050405020304" charset="0"/>
                    <a:sym typeface="+mn-ea"/>
                  </a:rPr>
                  <a:t>produces a complete matching from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to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457200" lvl="2"/>
                <a:r>
                  <a:rPr lang="en-US" altLang="zh-CN" sz="2400" dirty="0">
                    <a:latin typeface="Times New Roman Regular" panose="02020603050405020304" charset="0"/>
                    <a:cs typeface="Times New Roman Regular" panose="02020603050405020304" charset="0"/>
                    <a:sym typeface="+mn-ea"/>
                  </a:rPr>
                  <a:t>Case (ii) </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sym typeface="+mn-ea"/>
                      </a:rPr>
                      <m:t>∀</m:t>
                    </m:r>
                  </m:oMath>
                </a14:m>
                <a:r>
                  <a:rPr lang="en-US" altLang="zh-CN" dirty="0">
                    <a:latin typeface="Times New Roman Regular" panose="02020603050405020304" charset="0"/>
                    <a:cs typeface="Times New Roman Regular" panose="02020603050405020304" charset="0"/>
                    <a:sym typeface="+mn-ea"/>
                  </a:rPr>
                  <a:t>j ( 1 ≤ j ≤ k), </a:t>
                </a:r>
                <a:r>
                  <a:rPr lang="en-US" altLang="zh-CN" dirty="0">
                    <a:latin typeface="Times New Roman Regular" panose="02020603050405020304" charset="0"/>
                    <a:ea typeface="PingFang SC" panose="020B0400000000000000" charset="-122"/>
                    <a:cs typeface="Times New Roman Regular" panose="02020603050405020304" charset="0"/>
                    <a:sym typeface="+mn-ea"/>
                  </a:rPr>
                  <a:t>ョ</a:t>
                </a:r>
                <a:r>
                  <a:rPr lang="en-US" altLang="zh-CN"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j=|W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’|=|N(</a:t>
                </a:r>
                <a:r>
                  <a:rPr lang="en-US" altLang="zh-CN"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 </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by the inductive hypothesis there is a complete matching M’ from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′to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 Remove these 2j vertices from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and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and all incident edges in </a:t>
                </a:r>
                <a:r>
                  <a:rPr lang="en-US" altLang="zh-CN" dirty="0">
                    <a:latin typeface="Times New Roman Regular" panose="02020603050405020304" charset="0"/>
                    <a:cs typeface="Times New Roman Regular" panose="02020603050405020304" charset="0"/>
                    <a:sym typeface="+mn-ea"/>
                  </a:rPr>
                  <a:t>M’ .</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 Suppose </a:t>
                </a:r>
                <a:r>
                  <a:rPr lang="en-US" altLang="zh-CN" dirty="0">
                    <a:latin typeface="Times New Roman Regular" panose="02020603050405020304" charset="0"/>
                    <a:cs typeface="Times New Roman Regular" panose="02020603050405020304" charset="0"/>
                    <a:sym typeface="+mn-ea"/>
                  </a:rPr>
                  <a:t>K is the</a:t>
                </a:r>
                <a:r>
                  <a:rPr lang="en-US" altLang="zh-CN" dirty="0">
                    <a:latin typeface="Times New Roman Regular" panose="02020603050405020304" charset="0"/>
                    <a:cs typeface="Times New Roman Regular" panose="02020603050405020304" charset="0"/>
                    <a:sym typeface="+mn-ea"/>
                  </a:rPr>
                  <a:t> bipartite graph  with bipartition(W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 −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 Show  K satisfies the condition |N(A)| ≥ |A| for all subsets A of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1371600" lvl="4"/>
                <a:r>
                  <a:rPr lang="en-US" altLang="zh-CN" dirty="0">
                    <a:latin typeface="Times New Roman Regular" panose="02020603050405020304" charset="0"/>
                    <a:cs typeface="Times New Roman Regular" panose="02020603050405020304" charset="0"/>
                    <a:sym typeface="+mn-ea"/>
                  </a:rPr>
                  <a:t>If not, </a:t>
                </a:r>
                <a:r>
                  <a:rPr lang="en-US" altLang="zh-CN" dirty="0">
                    <a:latin typeface="Times New Roman Regular" panose="02020603050405020304" charset="0"/>
                    <a:ea typeface="PingFang SC" panose="020B0400000000000000" charset="-122"/>
                    <a:cs typeface="Times New Roman Regular" panose="02020603050405020304" charset="0"/>
                    <a:sym typeface="+mn-ea"/>
                  </a:rPr>
                  <a:t>ョ</a:t>
                </a:r>
                <a:r>
                  <a:rPr lang="en-US" altLang="zh-CN" dirty="0">
                    <a:latin typeface="Times New Roman Regular" panose="02020603050405020304" charset="0"/>
                    <a:cs typeface="Times New Roman Regular" panose="02020603050405020304" charset="0"/>
                    <a:sym typeface="+mn-ea"/>
                  </a:rPr>
                  <a:t>S</a:t>
                </a:r>
                <a:r>
                  <a:rPr lang="en-US" altLang="zh-CN" dirty="0">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’,|S|=t ˄ 1 ≤ t ≤ k + 1 − j ˄|N(S)| </a:t>
                </a:r>
                <a:r>
                  <a:rPr lang="en-US" altLang="zh-CN" dirty="0">
                    <a:cs typeface="Times New Roman" panose="02020603050405020304" pitchFamily="18" charset="0"/>
                    <a:sym typeface="+mn-ea"/>
                  </a:rPr>
                  <a:t>&lt;</a:t>
                </a:r>
                <a:r>
                  <a:rPr lang="en-US" altLang="zh-CN" dirty="0">
                    <a:latin typeface="Times New Roman Regular" panose="02020603050405020304" charset="0"/>
                    <a:cs typeface="Times New Roman Regular" panose="02020603050405020304" charset="0"/>
                    <a:sym typeface="+mn-ea"/>
                  </a:rPr>
                  <a:t>|S|=</a:t>
                </a:r>
                <a:r>
                  <a:rPr lang="en-US" altLang="zh-CN" dirty="0">
                    <a:latin typeface="Times New Roman Regular" panose="02020603050405020304" charset="0"/>
                    <a:cs typeface="Times New Roman Regular" panose="02020603050405020304" charset="0"/>
                    <a:sym typeface="+mn-ea"/>
                  </a:rPr>
                  <a:t>t</a:t>
                </a:r>
                <a:r>
                  <a:rPr lang="en-US" altLang="zh-CN" dirty="0">
                    <a:latin typeface="Times New Roman Regular" panose="02020603050405020304" charset="0"/>
                    <a:cs typeface="Times New Roman Regular" panose="02020603050405020304" charset="0"/>
                    <a:sym typeface="+mn-ea"/>
                  </a:rPr>
                  <a:t> </a:t>
                </a:r>
                <a:endParaRPr lang="en-US" altLang="zh-CN" dirty="0">
                  <a:latin typeface="Times New Roman Regular" panose="02020603050405020304" charset="0"/>
                  <a:cs typeface="Times New Roman Regular" panose="02020603050405020304" charset="0"/>
                  <a:sym typeface="+mn-ea"/>
                </a:endParaRPr>
              </a:p>
              <a:p>
                <a:pPr marL="1371600" lvl="4"/>
                <a:r>
                  <a:rPr lang="en-US" altLang="zh-CN" dirty="0">
                    <a:latin typeface="Times New Roman Regular" panose="02020603050405020304" charset="0"/>
                    <a:cs typeface="Times New Roman Regular" panose="02020603050405020304" charset="0"/>
                    <a:sym typeface="+mn-ea"/>
                  </a:rPr>
                  <a:t>Then </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r>
                  <a:rPr lang="en-US" altLang="zh-CN" dirty="0">
                    <a:latin typeface="PingFang SC" panose="020B0400000000000000" charset="-122"/>
                    <a:ea typeface="PingFang SC" panose="020B0400000000000000" charset="-122"/>
                    <a:cs typeface="Times New Roman Regular" panose="02020603050405020304" charset="0"/>
                    <a:sym typeface="+mn-ea"/>
                  </a:rPr>
                  <a:t>∪S</a:t>
                </a:r>
                <a:r>
                  <a:rPr lang="en-US" altLang="zh-CN" dirty="0">
                    <a:latin typeface="Times New Roman Regular" panose="02020603050405020304" charset="0"/>
                    <a:cs typeface="Times New Roman Regular" panose="02020603050405020304" charset="0"/>
                    <a:sym typeface="Symbol" pitchFamily="18" charset="2"/>
                  </a:rPr>
                  <a:t></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r>
                  <a:rPr lang="en-US" altLang="zh-CN" dirty="0">
                    <a:latin typeface="Times New Roman Regular" panose="02020603050405020304" charset="0"/>
                    <a:cs typeface="Times New Roman Regular" panose="02020603050405020304" charset="0"/>
                    <a:sym typeface="+mn-ea"/>
                  </a:rPr>
                  <a:t>|</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r>
                  <a:rPr lang="en-US" altLang="zh-CN" dirty="0">
                    <a:latin typeface="PingFang SC" panose="020B0400000000000000" charset="-122"/>
                    <a:ea typeface="PingFang SC" panose="020B0400000000000000" charset="-122"/>
                    <a:cs typeface="Times New Roman Regular" panose="02020603050405020304" charset="0"/>
                    <a:sym typeface="+mn-ea"/>
                  </a:rPr>
                  <a:t>∪S|=</a:t>
                </a:r>
                <a:r>
                  <a:rPr lang="en-US" altLang="zh-CN" dirty="0">
                    <a:latin typeface="Times New Roman Regular" panose="02020603050405020304" charset="0"/>
                    <a:cs typeface="Times New Roman Regular" panose="02020603050405020304" charset="0"/>
                    <a:sym typeface="+mn-ea"/>
                  </a:rPr>
                  <a:t> j + t,</a:t>
                </a:r>
                <a:r>
                  <a:rPr lang="en-US" altLang="zh-CN" dirty="0">
                    <a:latin typeface="Times New Roman Regular" panose="02020603050405020304" charset="0"/>
                    <a:cs typeface="Times New Roman Regular" panose="02020603050405020304" charset="0"/>
                    <a:sym typeface="+mn-ea"/>
                  </a:rPr>
                  <a:t>|N(</a:t>
                </a:r>
                <a:r>
                  <a:rPr lang="en-US" altLang="zh-CN" i="1" dirty="0">
                    <a:latin typeface="Times New Roman Regular" panose="02020603050405020304" charset="0"/>
                    <a:cs typeface="Times New Roman Regular" panose="02020603050405020304" charset="0"/>
                    <a:sym typeface="+mn-ea"/>
                  </a:rPr>
                  <a:t>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r>
                  <a:rPr lang="en-US" altLang="zh-CN" dirty="0">
                    <a:latin typeface="PingFang SC" panose="020B0400000000000000" charset="-122"/>
                    <a:ea typeface="PingFang SC" panose="020B0400000000000000" charset="-122"/>
                    <a:cs typeface="Times New Roman Regular" panose="02020603050405020304" charset="0"/>
                    <a:sym typeface="+mn-ea"/>
                  </a:rPr>
                  <a:t>∪S)|=</a:t>
                </a:r>
                <a:r>
                  <a:rPr lang="en-US" altLang="zh-CN" dirty="0">
                    <a:latin typeface="Times New Roman Regular" panose="02020603050405020304" charset="0"/>
                    <a:cs typeface="Times New Roman Regular" panose="02020603050405020304" charset="0"/>
                    <a:sym typeface="+mn-ea"/>
                  </a:rPr>
                  <a:t>|N(W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’)|+|N(S)|</a:t>
                </a:r>
                <a:r>
                  <a:rPr lang="en-US" altLang="zh-CN" dirty="0">
                    <a:cs typeface="Times New Roman" panose="02020603050405020304" pitchFamily="18" charset="0"/>
                    <a:sym typeface="+mn-ea"/>
                  </a:rPr>
                  <a:t>&lt;j+t</a:t>
                </a:r>
                <a:endParaRPr lang="en-US" altLang="zh-CN" dirty="0">
                  <a:latin typeface="Times New Roman Regular" panose="02020603050405020304" charset="0"/>
                  <a:cs typeface="Times New Roman Regular" panose="02020603050405020304" charset="0"/>
                  <a:sym typeface="+mn-ea"/>
                </a:endParaRPr>
              </a:p>
              <a:p>
                <a:pPr marL="1371600" lvl="4"/>
                <a:r>
                  <a:rPr lang="en-US" altLang="zh-CN" dirty="0">
                    <a:latin typeface="Times New Roman Regular" panose="02020603050405020304" charset="0"/>
                    <a:cs typeface="Times New Roman Regular" panose="02020603050405020304" charset="0"/>
                    <a:sym typeface="+mn-ea"/>
                  </a:rPr>
                  <a:t> contradicting the hypothesis that |N(A)| ≥ |A| for all A ⊆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 by the inductive hypothesis, the graph K has a complete matching M’’.</a:t>
                </a:r>
                <a:endParaRPr lang="en-US" altLang="zh-CN" dirty="0">
                  <a:latin typeface="Times New Roman Regular" panose="02020603050405020304" charset="0"/>
                  <a:cs typeface="Times New Roman Regular" panose="02020603050405020304" charset="0"/>
                  <a:sym typeface="+mn-ea"/>
                </a:endParaRPr>
              </a:p>
              <a:p>
                <a:pPr marL="914400" lvl="3"/>
                <a:r>
                  <a:rPr lang="en-US" altLang="zh-CN" dirty="0">
                    <a:latin typeface="Times New Roman Regular" panose="02020603050405020304" charset="0"/>
                    <a:cs typeface="Times New Roman Regular" panose="02020603050405020304" charset="0"/>
                    <a:sym typeface="+mn-ea"/>
                  </a:rPr>
                  <a:t>Combining </a:t>
                </a:r>
                <a:r>
                  <a:rPr lang="en-US" altLang="zh-CN" dirty="0">
                    <a:latin typeface="Times New Roman Regular" panose="02020603050405020304" charset="0"/>
                    <a:cs typeface="Times New Roman Regular" panose="02020603050405020304" charset="0"/>
                    <a:sym typeface="+mn-ea"/>
                  </a:rPr>
                  <a:t>M’ and </a:t>
                </a:r>
                <a:r>
                  <a:rPr lang="en-US" altLang="zh-CN" dirty="0">
                    <a:latin typeface="Times New Roman Regular" panose="02020603050405020304" charset="0"/>
                    <a:cs typeface="Times New Roman Regular" panose="02020603050405020304" charset="0"/>
                    <a:sym typeface="+mn-ea"/>
                  </a:rPr>
                  <a:t> </a:t>
                </a:r>
                <a:r>
                  <a:rPr lang="en-US" altLang="zh-CN" dirty="0">
                    <a:latin typeface="Times New Roman Regular" panose="02020603050405020304" charset="0"/>
                    <a:cs typeface="Times New Roman Regular" panose="02020603050405020304" charset="0"/>
                    <a:sym typeface="+mn-ea"/>
                  </a:rPr>
                  <a:t>M’’,</a:t>
                </a:r>
                <a:r>
                  <a:rPr lang="en-US" altLang="zh-CN" dirty="0">
                    <a:latin typeface="Times New Roman Regular" panose="02020603050405020304" charset="0"/>
                    <a:cs typeface="Times New Roman Regular" panose="02020603050405020304" charset="0"/>
                    <a:sym typeface="+mn-ea"/>
                  </a:rPr>
                  <a:t>we obtain a complete matching from W</a:t>
                </a:r>
                <a:r>
                  <a:rPr lang="en-US" altLang="zh-CN" baseline="-25000" dirty="0">
                    <a:latin typeface="Times New Roman Regular" panose="02020603050405020304" charset="0"/>
                    <a:cs typeface="Times New Roman Regular" panose="02020603050405020304" charset="0"/>
                    <a:sym typeface="+mn-ea"/>
                  </a:rPr>
                  <a:t>1</a:t>
                </a:r>
                <a:r>
                  <a:rPr lang="en-US" altLang="zh-CN" dirty="0">
                    <a:latin typeface="Times New Roman Regular" panose="02020603050405020304" charset="0"/>
                    <a:cs typeface="Times New Roman Regular" panose="02020603050405020304" charset="0"/>
                    <a:sym typeface="+mn-ea"/>
                  </a:rPr>
                  <a:t> to W</a:t>
                </a:r>
                <a:r>
                  <a:rPr lang="en-US" altLang="zh-CN" baseline="-25000" dirty="0">
                    <a:latin typeface="Times New Roman Regular" panose="02020603050405020304" charset="0"/>
                    <a:cs typeface="Times New Roman Regular" panose="02020603050405020304" charset="0"/>
                    <a:sym typeface="+mn-ea"/>
                  </a:rPr>
                  <a:t>2</a:t>
                </a:r>
                <a:r>
                  <a:rPr lang="en-US" altLang="zh-CN" dirty="0">
                    <a:latin typeface="Times New Roman Regular" panose="02020603050405020304" charset="0"/>
                    <a:cs typeface="Times New Roman Regular" panose="02020603050405020304" charset="0"/>
                    <a:sym typeface="+mn-ea"/>
                  </a:rPr>
                  <a:t>.</a:t>
                </a:r>
                <a:endParaRPr lang="en-US" altLang="zh-CN" dirty="0">
                  <a:latin typeface="Times New Roman Regular" panose="02020603050405020304" charset="0"/>
                  <a:cs typeface="Times New Roman Regular" panose="02020603050405020304" charset="0"/>
                  <a:sym typeface="+mn-ea"/>
                </a:endParaRPr>
              </a:p>
              <a:p>
                <a:pPr marL="685800" lvl="3" indent="0">
                  <a:buNone/>
                </a:pPr>
                <a:endParaRPr lang="en-US" altLang="zh-CN" dirty="0">
                  <a:latin typeface="Times New Roman Regular" panose="02020603050405020304" charset="0"/>
                  <a:cs typeface="Times New Roman Regular" panose="02020603050405020304" charset="0"/>
                  <a:sym typeface="+mn-ea"/>
                </a:endParaRPr>
              </a:p>
              <a:p>
                <a:pPr marL="0" lvl="1" indent="0">
                  <a:buNone/>
                </a:pPr>
                <a:endParaRPr lang="en-US" altLang="zh-CN" dirty="0">
                  <a:sym typeface="+mn-ea"/>
                </a:endParaRPr>
              </a:p>
              <a:p>
                <a:pPr marL="0" lvl="1" indent="457200">
                  <a:buNone/>
                </a:pPr>
                <a:endParaRPr lang="en-US" altLang="zh-CN" dirty="0">
                  <a:sym typeface="+mn-ea"/>
                </a:endParaRPr>
              </a:p>
              <a:p>
                <a:pPr marL="0" lvl="1"/>
                <a:endParaRPr lang="en-US" altLang="zh-CN" dirty="0">
                  <a:sym typeface="+mn-ea"/>
                </a:endParaRPr>
              </a:p>
              <a:p>
                <a:pPr marL="0" lvl="1"/>
                <a:endParaRPr lang="en-US" altLang="zh-CN" dirty="0">
                  <a:solidFill>
                    <a:schemeClr val="tx1"/>
                  </a:solidFill>
                  <a:cs typeface="Arial" panose="020B0604020202090204" pitchFamily="34" charset="0"/>
                  <a:sym typeface="Symbol" pitchFamily="18" charset="2"/>
                </a:endParaRPr>
              </a:p>
              <a:p>
                <a:pPr marL="457200" lvl="1" indent="0">
                  <a:buNone/>
                </a:pPr>
                <a:endParaRPr lang="en-US" altLang="zh-CN" dirty="0">
                  <a:solidFill>
                    <a:schemeClr val="tx1"/>
                  </a:solidFill>
                  <a:cs typeface="Arial" panose="020B0604020202090204" pitchFamily="34" charset="0"/>
                  <a:sym typeface="Symbol" pitchFamily="18" charset="2"/>
                </a:endParaRPr>
              </a:p>
            </p:txBody>
          </p:sp>
        </mc:Choice>
        <mc:Fallback>
          <p:sp>
            <p:nvSpPr>
              <p:cNvPr id="32770" name="内容占位符 2"/>
              <p:cNvSpPr>
                <a:spLocks noRot="1" noChangeAspect="1" noMove="1" noResize="1" noEditPoints="1" noAdjustHandles="1" noChangeArrowheads="1" noChangeShapeType="1" noTextEdit="1"/>
              </p:cNvSpPr>
              <p:nvPr>
                <p:ph idx="1"/>
                <p:custDataLst>
                  <p:tags r:id="rId2"/>
                </p:custDataLst>
              </p:nvPr>
            </p:nvSpPr>
            <p:spPr>
              <a:xfrm>
                <a:off x="-635" y="692785"/>
                <a:ext cx="9190355" cy="5648325"/>
              </a:xfrm>
              <a:blipFill rotWithShape="1">
                <a:blip r:embed="rId3"/>
                <a:stretch>
                  <a:fillRect b="-55334"/>
                </a:stretch>
              </a:blipFill>
            </p:spPr>
            <p:txBody>
              <a:bodyPr/>
              <a:lstStyle/>
              <a:p>
                <a:r>
                  <a:rPr lang="zh-CN" altLang="en-US">
                    <a:noFill/>
                  </a:rPr>
                  <a:t> </a:t>
                </a:r>
              </a:p>
            </p:txBody>
          </p:sp>
        </mc:Fallback>
      </mc:AlternateContent>
      <p:sp>
        <p:nvSpPr>
          <p:cNvPr id="32771" name="页脚占位符 3"/>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 School of Computer Science, BUPT </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33794" name="Rectangle 2"/>
          <p:cNvSpPr>
            <a:spLocks noGrp="1"/>
          </p:cNvSpPr>
          <p:nvPr>
            <p:ph type="title"/>
          </p:nvPr>
        </p:nvSpPr>
        <p:spPr/>
        <p:txBody>
          <a:bodyPr vert="horz" wrap="square" lIns="91440" tIns="45720" rIns="91440" bIns="45720" anchor="b" anchorCtr="0"/>
          <a:p>
            <a:pPr eaLnBrk="1" hangingPunct="1"/>
            <a:r>
              <a:rPr lang="en-US" altLang="zh-CN" dirty="0"/>
              <a:t>Local Area Networks</a:t>
            </a:r>
            <a:endParaRPr lang="en-US" altLang="zh-CN" dirty="0"/>
          </a:p>
        </p:txBody>
      </p:sp>
      <p:pic>
        <p:nvPicPr>
          <p:cNvPr id="33795" name="Picture 6"/>
          <p:cNvPicPr>
            <a:picLocks noChangeAspect="1"/>
          </p:cNvPicPr>
          <p:nvPr/>
        </p:nvPicPr>
        <p:blipFill>
          <a:blip r:embed="rId1"/>
          <a:stretch>
            <a:fillRect/>
          </a:stretch>
        </p:blipFill>
        <p:spPr>
          <a:xfrm>
            <a:off x="755650" y="1557338"/>
            <a:ext cx="7812088" cy="2232025"/>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34818" name="Rectangle 2"/>
          <p:cNvSpPr>
            <a:spLocks noGrp="1"/>
          </p:cNvSpPr>
          <p:nvPr>
            <p:ph type="title"/>
          </p:nvPr>
        </p:nvSpPr>
        <p:spPr/>
        <p:txBody>
          <a:bodyPr vert="horz" wrap="square" lIns="91440" tIns="45720" rIns="91440" bIns="45720" anchor="b" anchorCtr="0"/>
          <a:p>
            <a:pPr eaLnBrk="1" hangingPunct="1"/>
            <a:r>
              <a:rPr lang="en-US" altLang="zh-CN" sz="4000" dirty="0"/>
              <a:t>Interconnection Networks for Parallel Computation</a:t>
            </a:r>
            <a:endParaRPr lang="en-US" altLang="zh-CN" sz="4000" dirty="0"/>
          </a:p>
        </p:txBody>
      </p:sp>
      <p:pic>
        <p:nvPicPr>
          <p:cNvPr id="34819" name="Picture 6"/>
          <p:cNvPicPr>
            <a:picLocks noChangeAspect="1"/>
          </p:cNvPicPr>
          <p:nvPr/>
        </p:nvPicPr>
        <p:blipFill>
          <a:blip r:embed="rId1"/>
          <a:stretch>
            <a:fillRect/>
          </a:stretch>
        </p:blipFill>
        <p:spPr>
          <a:xfrm>
            <a:off x="1011238" y="2239963"/>
            <a:ext cx="6656387" cy="2557462"/>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35842" name="Rectangle 2"/>
          <p:cNvSpPr>
            <a:spLocks noGrp="1"/>
          </p:cNvSpPr>
          <p:nvPr>
            <p:ph type="title"/>
          </p:nvPr>
        </p:nvSpPr>
        <p:spPr/>
        <p:txBody>
          <a:bodyPr vert="horz" wrap="square" lIns="91440" tIns="45720" rIns="91440" bIns="45720" anchor="b" anchorCtr="0"/>
          <a:p>
            <a:pPr eaLnBrk="1" hangingPunct="1"/>
            <a:endParaRPr lang="zh-CN" altLang="zh-CN" dirty="0"/>
          </a:p>
        </p:txBody>
      </p:sp>
      <p:pic>
        <p:nvPicPr>
          <p:cNvPr id="35843" name="Picture 6"/>
          <p:cNvPicPr>
            <a:picLocks noChangeAspect="1"/>
          </p:cNvPicPr>
          <p:nvPr/>
        </p:nvPicPr>
        <p:blipFill>
          <a:blip r:embed="rId1"/>
          <a:stretch>
            <a:fillRect/>
          </a:stretch>
        </p:blipFill>
        <p:spPr>
          <a:xfrm>
            <a:off x="1763713" y="1447800"/>
            <a:ext cx="5962650" cy="4860925"/>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36866" name="Rectangle 2"/>
          <p:cNvSpPr>
            <a:spLocks noGrp="1"/>
          </p:cNvSpPr>
          <p:nvPr>
            <p:ph type="title"/>
          </p:nvPr>
        </p:nvSpPr>
        <p:spPr/>
        <p:txBody>
          <a:bodyPr vert="horz" wrap="square" lIns="91440" tIns="45720" rIns="91440" bIns="45720" anchor="b" anchorCtr="0"/>
          <a:p>
            <a:pPr eaLnBrk="1" hangingPunct="1"/>
            <a:endParaRPr lang="zh-CN" altLang="zh-CN" dirty="0"/>
          </a:p>
        </p:txBody>
      </p:sp>
      <p:pic>
        <p:nvPicPr>
          <p:cNvPr id="36867" name="Picture 6"/>
          <p:cNvPicPr>
            <a:picLocks noChangeAspect="1"/>
          </p:cNvPicPr>
          <p:nvPr/>
        </p:nvPicPr>
        <p:blipFill>
          <a:blip r:embed="rId1"/>
          <a:stretch>
            <a:fillRect/>
          </a:stretch>
        </p:blipFill>
        <p:spPr>
          <a:xfrm>
            <a:off x="920750" y="2263775"/>
            <a:ext cx="8142288" cy="2390775"/>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37890" name="Rectangle 2"/>
          <p:cNvSpPr>
            <a:spLocks noGrp="1"/>
          </p:cNvSpPr>
          <p:nvPr>
            <p:ph type="title"/>
          </p:nvPr>
        </p:nvSpPr>
        <p:spPr/>
        <p:txBody>
          <a:bodyPr vert="horz" wrap="square" lIns="91440" tIns="45720" rIns="91440" bIns="45720" anchor="b" anchorCtr="0"/>
          <a:p>
            <a:pPr eaLnBrk="1" hangingPunct="1"/>
            <a:r>
              <a:rPr lang="en-US" altLang="zh-CN" dirty="0"/>
              <a:t>Subgraphs</a:t>
            </a:r>
            <a:endParaRPr lang="en-US" altLang="zh-CN" dirty="0"/>
          </a:p>
        </p:txBody>
      </p:sp>
      <p:sp>
        <p:nvSpPr>
          <p:cNvPr id="37891" name="Rectangle 3"/>
          <p:cNvSpPr>
            <a:spLocks noGrp="1"/>
          </p:cNvSpPr>
          <p:nvPr>
            <p:ph idx="1"/>
          </p:nvPr>
        </p:nvSpPr>
        <p:spPr>
          <a:xfrm>
            <a:off x="1187450" y="1844675"/>
            <a:ext cx="7772400" cy="4114800"/>
          </a:xfrm>
        </p:spPr>
        <p:txBody>
          <a:bodyPr vert="horz" wrap="square" lIns="91440" tIns="45720" rIns="91440" bIns="45720" anchor="t" anchorCtr="0"/>
          <a:p>
            <a:pPr eaLnBrk="1" hangingPunct="1"/>
            <a:r>
              <a:rPr lang="en-US" altLang="zh-CN" dirty="0"/>
              <a:t>A subgraph of a graph </a:t>
            </a:r>
            <a:r>
              <a:rPr lang="en-US" altLang="zh-CN" i="1" dirty="0">
                <a:solidFill>
                  <a:srgbClr val="FF0000"/>
                </a:solidFill>
              </a:rPr>
              <a:t>G</a:t>
            </a:r>
            <a:r>
              <a:rPr lang="en-US" altLang="zh-CN" dirty="0">
                <a:solidFill>
                  <a:srgbClr val="FF0000"/>
                </a:solidFill>
              </a:rPr>
              <a:t>=(</a:t>
            </a:r>
            <a:r>
              <a:rPr lang="en-US" altLang="zh-CN" i="1" dirty="0">
                <a:solidFill>
                  <a:srgbClr val="FF0000"/>
                </a:solidFill>
              </a:rPr>
              <a:t>V</a:t>
            </a:r>
            <a:r>
              <a:rPr lang="en-US" altLang="zh-CN" dirty="0">
                <a:solidFill>
                  <a:srgbClr val="FF0000"/>
                </a:solidFill>
              </a:rPr>
              <a:t>,</a:t>
            </a:r>
            <a:r>
              <a:rPr lang="en-US" altLang="zh-CN" i="1" dirty="0">
                <a:solidFill>
                  <a:srgbClr val="FF0000"/>
                </a:solidFill>
              </a:rPr>
              <a:t>E</a:t>
            </a:r>
            <a:r>
              <a:rPr lang="en-US" altLang="zh-CN" dirty="0">
                <a:solidFill>
                  <a:srgbClr val="FF0000"/>
                </a:solidFill>
              </a:rPr>
              <a:t>)</a:t>
            </a:r>
            <a:r>
              <a:rPr lang="en-US" altLang="zh-CN" dirty="0"/>
              <a:t> is a graph </a:t>
            </a:r>
            <a:r>
              <a:rPr lang="en-US" altLang="zh-CN" i="1" dirty="0">
                <a:solidFill>
                  <a:srgbClr val="FF0000"/>
                </a:solidFill>
              </a:rPr>
              <a:t>H</a:t>
            </a:r>
            <a:r>
              <a:rPr lang="en-US" altLang="zh-CN" dirty="0">
                <a:solidFill>
                  <a:srgbClr val="FF0000"/>
                </a:solidFill>
              </a:rPr>
              <a:t>=(</a:t>
            </a:r>
            <a:r>
              <a:rPr lang="en-US" altLang="zh-CN" i="1" dirty="0">
                <a:solidFill>
                  <a:srgbClr val="FF0000"/>
                </a:solidFill>
              </a:rPr>
              <a:t>W</a:t>
            </a:r>
            <a:r>
              <a:rPr lang="en-US" altLang="zh-CN" dirty="0">
                <a:solidFill>
                  <a:srgbClr val="FF0000"/>
                </a:solidFill>
              </a:rPr>
              <a:t>,</a:t>
            </a:r>
            <a:r>
              <a:rPr lang="en-US" altLang="zh-CN" i="1" dirty="0">
                <a:solidFill>
                  <a:srgbClr val="FF0000"/>
                </a:solidFill>
              </a:rPr>
              <a:t>F</a:t>
            </a:r>
            <a:r>
              <a:rPr lang="en-US" altLang="zh-CN" dirty="0">
                <a:solidFill>
                  <a:srgbClr val="FF0000"/>
                </a:solidFill>
              </a:rPr>
              <a:t>)</a:t>
            </a:r>
            <a:r>
              <a:rPr lang="en-US" altLang="zh-CN" dirty="0"/>
              <a:t> where </a:t>
            </a:r>
            <a:r>
              <a:rPr lang="en-US" altLang="zh-CN" i="1" dirty="0">
                <a:solidFill>
                  <a:srgbClr val="FF0000"/>
                </a:solidFill>
              </a:rPr>
              <a:t>W</a:t>
            </a:r>
            <a:r>
              <a:rPr lang="en-US" altLang="zh-CN" dirty="0">
                <a:solidFill>
                  <a:srgbClr val="FF0000"/>
                </a:solidFill>
                <a:sym typeface="Symbol" pitchFamily="18" charset="2"/>
              </a:rPr>
              <a:t></a:t>
            </a:r>
            <a:r>
              <a:rPr lang="en-US" altLang="zh-CN" i="1" dirty="0">
                <a:solidFill>
                  <a:srgbClr val="FF0000"/>
                </a:solidFill>
              </a:rPr>
              <a:t>V</a:t>
            </a:r>
            <a:r>
              <a:rPr lang="en-US" altLang="zh-CN" dirty="0"/>
              <a:t> and </a:t>
            </a:r>
            <a:r>
              <a:rPr lang="en-US" altLang="zh-CN" i="1" dirty="0">
                <a:solidFill>
                  <a:srgbClr val="FF0000"/>
                </a:solidFill>
              </a:rPr>
              <a:t>F</a:t>
            </a:r>
            <a:r>
              <a:rPr lang="en-US" altLang="zh-CN" dirty="0">
                <a:solidFill>
                  <a:srgbClr val="FF0000"/>
                </a:solidFill>
                <a:sym typeface="Symbol" pitchFamily="18" charset="2"/>
              </a:rPr>
              <a:t></a:t>
            </a:r>
            <a:r>
              <a:rPr lang="en-US" altLang="zh-CN" i="1" dirty="0">
                <a:solidFill>
                  <a:srgbClr val="FF0000"/>
                </a:solidFill>
              </a:rPr>
              <a:t>E</a:t>
            </a:r>
            <a:r>
              <a:rPr lang="en-US" altLang="zh-CN" dirty="0"/>
              <a:t>.</a:t>
            </a:r>
            <a:endParaRPr lang="en-US" altLang="zh-CN" dirty="0"/>
          </a:p>
          <a:p>
            <a:r>
              <a:rPr lang="en-US" altLang="zh-CN" dirty="0"/>
              <a:t>A subgraph </a:t>
            </a:r>
            <a:r>
              <a:rPr lang="en-US" altLang="zh-CN" i="1" dirty="0"/>
              <a:t>H </a:t>
            </a:r>
            <a:r>
              <a:rPr lang="en-US" altLang="zh-CN" dirty="0"/>
              <a:t>of</a:t>
            </a:r>
            <a:r>
              <a:rPr lang="en-US" altLang="zh-CN" i="1" dirty="0"/>
              <a:t> G </a:t>
            </a:r>
            <a:r>
              <a:rPr lang="en-US" altLang="zh-CN" dirty="0"/>
              <a:t>is a proper subgraph of </a:t>
            </a:r>
            <a:r>
              <a:rPr lang="en-US" altLang="zh-CN" i="1" dirty="0"/>
              <a:t>G </a:t>
            </a:r>
            <a:r>
              <a:rPr lang="en-US" altLang="zh-CN" dirty="0"/>
              <a:t>if </a:t>
            </a:r>
            <a:r>
              <a:rPr lang="en-US" altLang="zh-CN" i="1" dirty="0"/>
              <a:t>H </a:t>
            </a:r>
            <a:r>
              <a:rPr lang="en-US" altLang="zh-CN" i="1" dirty="0">
                <a:sym typeface="Symbol" pitchFamily="18" charset="2"/>
              </a:rPr>
              <a:t></a:t>
            </a:r>
            <a:r>
              <a:rPr lang="en-US" altLang="zh-CN" i="1" dirty="0"/>
              <a:t> G.</a:t>
            </a:r>
            <a:endParaRPr lang="en-US" altLang="zh-CN" dirty="0"/>
          </a:p>
        </p:txBody>
      </p:sp>
      <p:grpSp>
        <p:nvGrpSpPr>
          <p:cNvPr id="37892" name="组合 56"/>
          <p:cNvGrpSpPr/>
          <p:nvPr/>
        </p:nvGrpSpPr>
        <p:grpSpPr>
          <a:xfrm>
            <a:off x="1708150" y="3967163"/>
            <a:ext cx="6680200" cy="1477962"/>
            <a:chOff x="1189038" y="3302000"/>
            <a:chExt cx="6680200" cy="1477963"/>
          </a:xfrm>
        </p:grpSpPr>
        <p:sp>
          <p:nvSpPr>
            <p:cNvPr id="37893" name="Oval 4"/>
            <p:cNvSpPr/>
            <p:nvPr/>
          </p:nvSpPr>
          <p:spPr>
            <a:xfrm>
              <a:off x="1189038" y="3430588"/>
              <a:ext cx="239712"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894" name="Oval 5"/>
            <p:cNvSpPr/>
            <p:nvPr/>
          </p:nvSpPr>
          <p:spPr>
            <a:xfrm>
              <a:off x="1189038" y="4460875"/>
              <a:ext cx="239712"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895" name="Oval 6"/>
            <p:cNvSpPr/>
            <p:nvPr/>
          </p:nvSpPr>
          <p:spPr>
            <a:xfrm>
              <a:off x="2270125" y="4460875"/>
              <a:ext cx="241300"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896" name="Oval 7"/>
            <p:cNvSpPr/>
            <p:nvPr/>
          </p:nvSpPr>
          <p:spPr>
            <a:xfrm>
              <a:off x="2632075" y="3559175"/>
              <a:ext cx="239713"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897" name="Oval 8"/>
            <p:cNvSpPr/>
            <p:nvPr/>
          </p:nvSpPr>
          <p:spPr>
            <a:xfrm>
              <a:off x="3471863" y="4332288"/>
              <a:ext cx="241300"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898" name="Oval 9"/>
            <p:cNvSpPr/>
            <p:nvPr/>
          </p:nvSpPr>
          <p:spPr>
            <a:xfrm>
              <a:off x="3592513" y="3302000"/>
              <a:ext cx="241300"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899" name="Oval 10"/>
            <p:cNvSpPr/>
            <p:nvPr/>
          </p:nvSpPr>
          <p:spPr>
            <a:xfrm>
              <a:off x="1790700" y="3816350"/>
              <a:ext cx="239713" cy="258763"/>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00" name="Oval 11"/>
            <p:cNvSpPr/>
            <p:nvPr/>
          </p:nvSpPr>
          <p:spPr>
            <a:xfrm>
              <a:off x="2992438" y="3944938"/>
              <a:ext cx="239712" cy="258762"/>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01" name="Oval 12"/>
            <p:cNvSpPr/>
            <p:nvPr/>
          </p:nvSpPr>
          <p:spPr>
            <a:xfrm>
              <a:off x="2871788" y="4460875"/>
              <a:ext cx="239712"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02" name="Oval 13"/>
            <p:cNvSpPr/>
            <p:nvPr/>
          </p:nvSpPr>
          <p:spPr>
            <a:xfrm>
              <a:off x="3833813" y="3816350"/>
              <a:ext cx="239712" cy="258763"/>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03" name="Line 14"/>
            <p:cNvSpPr/>
            <p:nvPr/>
          </p:nvSpPr>
          <p:spPr>
            <a:xfrm flipV="1">
              <a:off x="1428750" y="3430588"/>
              <a:ext cx="2163763" cy="128587"/>
            </a:xfrm>
            <a:prstGeom prst="line">
              <a:avLst/>
            </a:prstGeom>
            <a:ln w="12700" cap="flat" cmpd="sng">
              <a:solidFill>
                <a:schemeClr val="tx1"/>
              </a:solidFill>
              <a:prstDash val="solid"/>
              <a:round/>
              <a:headEnd type="none" w="med" len="med"/>
              <a:tailEnd type="none" w="med" len="med"/>
            </a:ln>
          </p:spPr>
        </p:sp>
        <p:sp>
          <p:nvSpPr>
            <p:cNvPr id="37904" name="Line 15"/>
            <p:cNvSpPr/>
            <p:nvPr/>
          </p:nvSpPr>
          <p:spPr>
            <a:xfrm flipV="1">
              <a:off x="1428750" y="3944938"/>
              <a:ext cx="361950" cy="644525"/>
            </a:xfrm>
            <a:prstGeom prst="line">
              <a:avLst/>
            </a:prstGeom>
            <a:ln w="12700" cap="flat" cmpd="sng">
              <a:solidFill>
                <a:schemeClr val="tx1"/>
              </a:solidFill>
              <a:prstDash val="solid"/>
              <a:round/>
              <a:headEnd type="none" w="med" len="med"/>
              <a:tailEnd type="none" w="med" len="med"/>
            </a:ln>
          </p:spPr>
        </p:sp>
        <p:sp>
          <p:nvSpPr>
            <p:cNvPr id="37905" name="Line 16"/>
            <p:cNvSpPr/>
            <p:nvPr/>
          </p:nvSpPr>
          <p:spPr>
            <a:xfrm flipV="1">
              <a:off x="2030413" y="3687763"/>
              <a:ext cx="601662" cy="257175"/>
            </a:xfrm>
            <a:prstGeom prst="line">
              <a:avLst/>
            </a:prstGeom>
            <a:ln w="12700" cap="flat" cmpd="sng">
              <a:solidFill>
                <a:schemeClr val="tx1"/>
              </a:solidFill>
              <a:prstDash val="solid"/>
              <a:round/>
              <a:headEnd type="none" w="med" len="med"/>
              <a:tailEnd type="none" w="med" len="med"/>
            </a:ln>
          </p:spPr>
        </p:sp>
        <p:sp>
          <p:nvSpPr>
            <p:cNvPr id="37906" name="Line 17"/>
            <p:cNvSpPr/>
            <p:nvPr/>
          </p:nvSpPr>
          <p:spPr>
            <a:xfrm>
              <a:off x="1428750" y="3687763"/>
              <a:ext cx="361950" cy="257175"/>
            </a:xfrm>
            <a:prstGeom prst="line">
              <a:avLst/>
            </a:prstGeom>
            <a:ln w="12700" cap="flat" cmpd="sng">
              <a:solidFill>
                <a:schemeClr val="tx1"/>
              </a:solidFill>
              <a:prstDash val="solid"/>
              <a:round/>
              <a:headEnd type="none" w="med" len="med"/>
              <a:tailEnd type="none" w="med" len="med"/>
            </a:ln>
          </p:spPr>
        </p:sp>
        <p:sp>
          <p:nvSpPr>
            <p:cNvPr id="37907" name="Line 18"/>
            <p:cNvSpPr/>
            <p:nvPr/>
          </p:nvSpPr>
          <p:spPr>
            <a:xfrm flipV="1">
              <a:off x="1428750" y="4589463"/>
              <a:ext cx="841375" cy="0"/>
            </a:xfrm>
            <a:prstGeom prst="line">
              <a:avLst/>
            </a:prstGeom>
            <a:ln w="12700" cap="flat" cmpd="sng">
              <a:solidFill>
                <a:schemeClr val="tx1"/>
              </a:solidFill>
              <a:prstDash val="solid"/>
              <a:round/>
              <a:headEnd type="none" w="med" len="med"/>
              <a:tailEnd type="none" w="med" len="med"/>
            </a:ln>
          </p:spPr>
        </p:sp>
        <p:sp>
          <p:nvSpPr>
            <p:cNvPr id="37908" name="Line 19"/>
            <p:cNvSpPr/>
            <p:nvPr/>
          </p:nvSpPr>
          <p:spPr>
            <a:xfrm flipV="1">
              <a:off x="1309688" y="3687763"/>
              <a:ext cx="0" cy="773112"/>
            </a:xfrm>
            <a:prstGeom prst="line">
              <a:avLst/>
            </a:prstGeom>
            <a:ln w="12700" cap="flat" cmpd="sng">
              <a:solidFill>
                <a:schemeClr val="tx1"/>
              </a:solidFill>
              <a:prstDash val="solid"/>
              <a:round/>
              <a:headEnd type="none" w="med" len="med"/>
              <a:tailEnd type="none" w="med" len="med"/>
            </a:ln>
          </p:spPr>
        </p:sp>
        <p:sp>
          <p:nvSpPr>
            <p:cNvPr id="37909" name="Line 20"/>
            <p:cNvSpPr/>
            <p:nvPr/>
          </p:nvSpPr>
          <p:spPr>
            <a:xfrm>
              <a:off x="2030413" y="3944938"/>
              <a:ext cx="962025" cy="130175"/>
            </a:xfrm>
            <a:prstGeom prst="line">
              <a:avLst/>
            </a:prstGeom>
            <a:ln w="12700" cap="flat" cmpd="sng">
              <a:solidFill>
                <a:schemeClr val="tx1"/>
              </a:solidFill>
              <a:prstDash val="solid"/>
              <a:round/>
              <a:headEnd type="none" w="med" len="med"/>
              <a:tailEnd type="none" w="med" len="med"/>
            </a:ln>
          </p:spPr>
        </p:sp>
        <p:sp>
          <p:nvSpPr>
            <p:cNvPr id="37910" name="Line 21"/>
            <p:cNvSpPr/>
            <p:nvPr/>
          </p:nvSpPr>
          <p:spPr>
            <a:xfrm flipV="1">
              <a:off x="3111500" y="3944938"/>
              <a:ext cx="722313" cy="644525"/>
            </a:xfrm>
            <a:prstGeom prst="line">
              <a:avLst/>
            </a:prstGeom>
            <a:ln w="12700" cap="flat" cmpd="sng">
              <a:solidFill>
                <a:schemeClr val="tx1"/>
              </a:solidFill>
              <a:prstDash val="solid"/>
              <a:round/>
              <a:headEnd type="none" w="med" len="med"/>
              <a:tailEnd type="none" w="med" len="med"/>
            </a:ln>
          </p:spPr>
        </p:sp>
        <p:sp>
          <p:nvSpPr>
            <p:cNvPr id="37911" name="Line 22"/>
            <p:cNvSpPr/>
            <p:nvPr/>
          </p:nvSpPr>
          <p:spPr>
            <a:xfrm flipV="1">
              <a:off x="2511425" y="3790950"/>
              <a:ext cx="182563" cy="798513"/>
            </a:xfrm>
            <a:prstGeom prst="line">
              <a:avLst/>
            </a:prstGeom>
            <a:ln w="12700" cap="flat" cmpd="sng">
              <a:solidFill>
                <a:schemeClr val="tx1"/>
              </a:solidFill>
              <a:prstDash val="solid"/>
              <a:round/>
              <a:headEnd type="none" w="med" len="med"/>
              <a:tailEnd type="none" w="med" len="med"/>
            </a:ln>
          </p:spPr>
        </p:sp>
        <p:sp>
          <p:nvSpPr>
            <p:cNvPr id="37912" name="Line 23"/>
            <p:cNvSpPr/>
            <p:nvPr/>
          </p:nvSpPr>
          <p:spPr>
            <a:xfrm>
              <a:off x="2871788" y="3687763"/>
              <a:ext cx="962025" cy="257175"/>
            </a:xfrm>
            <a:prstGeom prst="line">
              <a:avLst/>
            </a:prstGeom>
            <a:ln w="12700" cap="flat" cmpd="sng">
              <a:solidFill>
                <a:schemeClr val="tx1"/>
              </a:solidFill>
              <a:prstDash val="solid"/>
              <a:round/>
              <a:headEnd type="none" w="med" len="med"/>
              <a:tailEnd type="none" w="med" len="med"/>
            </a:ln>
          </p:spPr>
        </p:sp>
        <p:sp>
          <p:nvSpPr>
            <p:cNvPr id="37913" name="Line 24"/>
            <p:cNvSpPr/>
            <p:nvPr/>
          </p:nvSpPr>
          <p:spPr>
            <a:xfrm flipV="1">
              <a:off x="2871788" y="3430588"/>
              <a:ext cx="720725" cy="257175"/>
            </a:xfrm>
            <a:prstGeom prst="line">
              <a:avLst/>
            </a:prstGeom>
            <a:ln w="12700" cap="flat" cmpd="sng">
              <a:solidFill>
                <a:schemeClr val="tx1"/>
              </a:solidFill>
              <a:prstDash val="solid"/>
              <a:round/>
              <a:headEnd type="none" w="med" len="med"/>
              <a:tailEnd type="none" w="med" len="med"/>
            </a:ln>
          </p:spPr>
        </p:sp>
        <p:sp>
          <p:nvSpPr>
            <p:cNvPr id="37914" name="Line 25"/>
            <p:cNvSpPr/>
            <p:nvPr/>
          </p:nvSpPr>
          <p:spPr>
            <a:xfrm>
              <a:off x="1985963" y="4075113"/>
              <a:ext cx="360362" cy="385762"/>
            </a:xfrm>
            <a:prstGeom prst="line">
              <a:avLst/>
            </a:prstGeom>
            <a:ln w="12700" cap="flat" cmpd="sng">
              <a:solidFill>
                <a:schemeClr val="tx1"/>
              </a:solidFill>
              <a:prstDash val="solid"/>
              <a:round/>
              <a:headEnd type="none" w="med" len="med"/>
              <a:tailEnd type="none" w="med" len="med"/>
            </a:ln>
          </p:spPr>
        </p:sp>
        <p:sp>
          <p:nvSpPr>
            <p:cNvPr id="37915" name="Line 26"/>
            <p:cNvSpPr/>
            <p:nvPr/>
          </p:nvSpPr>
          <p:spPr>
            <a:xfrm>
              <a:off x="2511425" y="4589463"/>
              <a:ext cx="360363" cy="0"/>
            </a:xfrm>
            <a:prstGeom prst="line">
              <a:avLst/>
            </a:prstGeom>
            <a:ln w="12700" cap="flat" cmpd="sng">
              <a:solidFill>
                <a:schemeClr val="tx1"/>
              </a:solidFill>
              <a:prstDash val="solid"/>
              <a:round/>
              <a:headEnd type="none" w="med" len="med"/>
              <a:tailEnd type="none" w="med" len="med"/>
            </a:ln>
          </p:spPr>
        </p:sp>
        <p:sp>
          <p:nvSpPr>
            <p:cNvPr id="37916" name="Line 27"/>
            <p:cNvSpPr/>
            <p:nvPr/>
          </p:nvSpPr>
          <p:spPr>
            <a:xfrm flipV="1">
              <a:off x="3111500" y="4460875"/>
              <a:ext cx="360363" cy="128588"/>
            </a:xfrm>
            <a:prstGeom prst="line">
              <a:avLst/>
            </a:prstGeom>
            <a:ln w="12700" cap="flat" cmpd="sng">
              <a:solidFill>
                <a:schemeClr val="tx1"/>
              </a:solidFill>
              <a:prstDash val="solid"/>
              <a:round/>
              <a:headEnd type="none" w="med" len="med"/>
              <a:tailEnd type="none" w="med" len="med"/>
            </a:ln>
          </p:spPr>
        </p:sp>
        <p:sp>
          <p:nvSpPr>
            <p:cNvPr id="37917" name="Line 28"/>
            <p:cNvSpPr/>
            <p:nvPr/>
          </p:nvSpPr>
          <p:spPr>
            <a:xfrm flipV="1">
              <a:off x="2992438" y="4203700"/>
              <a:ext cx="119062" cy="257175"/>
            </a:xfrm>
            <a:prstGeom prst="line">
              <a:avLst/>
            </a:prstGeom>
            <a:ln w="12700" cap="flat" cmpd="sng">
              <a:solidFill>
                <a:schemeClr val="tx1"/>
              </a:solidFill>
              <a:prstDash val="solid"/>
              <a:round/>
              <a:headEnd type="none" w="med" len="med"/>
              <a:tailEnd type="none" w="med" len="med"/>
            </a:ln>
          </p:spPr>
        </p:sp>
        <p:sp>
          <p:nvSpPr>
            <p:cNvPr id="37918" name="Line 29"/>
            <p:cNvSpPr/>
            <p:nvPr/>
          </p:nvSpPr>
          <p:spPr>
            <a:xfrm flipV="1">
              <a:off x="3232150" y="3559175"/>
              <a:ext cx="481013" cy="515938"/>
            </a:xfrm>
            <a:prstGeom prst="line">
              <a:avLst/>
            </a:prstGeom>
            <a:ln w="12700" cap="flat" cmpd="sng">
              <a:solidFill>
                <a:schemeClr val="tx1"/>
              </a:solidFill>
              <a:prstDash val="solid"/>
              <a:round/>
              <a:headEnd type="none" w="med" len="med"/>
              <a:tailEnd type="none" w="med" len="med"/>
            </a:ln>
          </p:spPr>
        </p:sp>
        <p:sp>
          <p:nvSpPr>
            <p:cNvPr id="37919" name="Line 30"/>
            <p:cNvSpPr/>
            <p:nvPr/>
          </p:nvSpPr>
          <p:spPr>
            <a:xfrm flipV="1">
              <a:off x="3713163" y="4075113"/>
              <a:ext cx="239712" cy="385762"/>
            </a:xfrm>
            <a:prstGeom prst="line">
              <a:avLst/>
            </a:prstGeom>
            <a:ln w="12700" cap="flat" cmpd="sng">
              <a:solidFill>
                <a:schemeClr val="tx1"/>
              </a:solidFill>
              <a:prstDash val="solid"/>
              <a:round/>
              <a:headEnd type="none" w="med" len="med"/>
              <a:tailEnd type="none" w="med" len="med"/>
            </a:ln>
          </p:spPr>
        </p:sp>
        <p:sp>
          <p:nvSpPr>
            <p:cNvPr id="37920" name="Line 31"/>
            <p:cNvSpPr/>
            <p:nvPr/>
          </p:nvSpPr>
          <p:spPr>
            <a:xfrm flipH="1" flipV="1">
              <a:off x="3713163" y="3559175"/>
              <a:ext cx="239712" cy="257175"/>
            </a:xfrm>
            <a:prstGeom prst="line">
              <a:avLst/>
            </a:prstGeom>
            <a:ln w="12700" cap="flat" cmpd="sng">
              <a:solidFill>
                <a:schemeClr val="tx1"/>
              </a:solidFill>
              <a:prstDash val="solid"/>
              <a:round/>
              <a:headEnd type="none" w="med" len="med"/>
              <a:tailEnd type="none" w="med" len="med"/>
            </a:ln>
          </p:spPr>
        </p:sp>
        <p:sp>
          <p:nvSpPr>
            <p:cNvPr id="37921" name="Line 32"/>
            <p:cNvSpPr/>
            <p:nvPr/>
          </p:nvSpPr>
          <p:spPr>
            <a:xfrm flipV="1">
              <a:off x="1428750" y="3687763"/>
              <a:ext cx="1225550" cy="901700"/>
            </a:xfrm>
            <a:prstGeom prst="line">
              <a:avLst/>
            </a:prstGeom>
            <a:ln w="12700" cap="flat" cmpd="sng">
              <a:solidFill>
                <a:schemeClr val="tx1"/>
              </a:solidFill>
              <a:prstDash val="solid"/>
              <a:round/>
              <a:headEnd type="none" w="med" len="med"/>
              <a:tailEnd type="none" w="med" len="med"/>
            </a:ln>
          </p:spPr>
        </p:sp>
        <p:sp>
          <p:nvSpPr>
            <p:cNvPr id="37922" name="Oval 33"/>
            <p:cNvSpPr/>
            <p:nvPr/>
          </p:nvSpPr>
          <p:spPr>
            <a:xfrm>
              <a:off x="4984750" y="3492500"/>
              <a:ext cx="239713"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23" name="Oval 34"/>
            <p:cNvSpPr/>
            <p:nvPr/>
          </p:nvSpPr>
          <p:spPr>
            <a:xfrm>
              <a:off x="4984750" y="4522788"/>
              <a:ext cx="239713"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24" name="Oval 35"/>
            <p:cNvSpPr/>
            <p:nvPr/>
          </p:nvSpPr>
          <p:spPr>
            <a:xfrm>
              <a:off x="6065838" y="4522788"/>
              <a:ext cx="241300"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25" name="Oval 36"/>
            <p:cNvSpPr/>
            <p:nvPr/>
          </p:nvSpPr>
          <p:spPr>
            <a:xfrm>
              <a:off x="6427788" y="3621088"/>
              <a:ext cx="239712"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26" name="Oval 37"/>
            <p:cNvSpPr/>
            <p:nvPr/>
          </p:nvSpPr>
          <p:spPr>
            <a:xfrm>
              <a:off x="7388225" y="3363913"/>
              <a:ext cx="241300"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27" name="Oval 38"/>
            <p:cNvSpPr/>
            <p:nvPr/>
          </p:nvSpPr>
          <p:spPr>
            <a:xfrm>
              <a:off x="5586413" y="3878263"/>
              <a:ext cx="239712" cy="258762"/>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28" name="Oval 39"/>
            <p:cNvSpPr/>
            <p:nvPr/>
          </p:nvSpPr>
          <p:spPr>
            <a:xfrm>
              <a:off x="6667500" y="4522788"/>
              <a:ext cx="239713" cy="257175"/>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29" name="Oval 40"/>
            <p:cNvSpPr/>
            <p:nvPr/>
          </p:nvSpPr>
          <p:spPr>
            <a:xfrm>
              <a:off x="7629525" y="3878263"/>
              <a:ext cx="239713" cy="258762"/>
            </a:xfrm>
            <a:prstGeom prst="ellipse">
              <a:avLst/>
            </a:prstGeom>
            <a:solidFill>
              <a:srgbClr val="969696"/>
            </a:solidFill>
            <a:ln w="12700" cap="flat" cmpd="sng">
              <a:solidFill>
                <a:schemeClr val="tx1"/>
              </a:solidFill>
              <a:prstDash val="solid"/>
              <a:round/>
              <a:headEnd type="none" w="med" len="med"/>
              <a:tailEnd type="none" w="med" len="med"/>
            </a:ln>
          </p:spPr>
          <p:txBody>
            <a:bodyPr wrap="none" anchor="ctr" anchorCtr="0">
              <a:spAutoFit/>
            </a:bodyPr>
            <a:p>
              <a:pPr eaLnBrk="0" hangingPunct="0"/>
              <a:endParaRPr lang="zh-CN" altLang="en-US" dirty="0">
                <a:latin typeface="Tahoma" panose="020B0604030504040204" pitchFamily="34" charset="0"/>
                <a:ea typeface="宋体" pitchFamily="2" charset="-122"/>
              </a:endParaRPr>
            </a:p>
          </p:txBody>
        </p:sp>
        <p:sp>
          <p:nvSpPr>
            <p:cNvPr id="37930" name="Line 41"/>
            <p:cNvSpPr/>
            <p:nvPr/>
          </p:nvSpPr>
          <p:spPr>
            <a:xfrm flipV="1">
              <a:off x="5224463" y="3492500"/>
              <a:ext cx="2163762" cy="128588"/>
            </a:xfrm>
            <a:prstGeom prst="line">
              <a:avLst/>
            </a:prstGeom>
            <a:ln w="12700" cap="flat" cmpd="sng">
              <a:solidFill>
                <a:schemeClr val="tx1"/>
              </a:solidFill>
              <a:prstDash val="solid"/>
              <a:round/>
              <a:headEnd type="none" w="med" len="med"/>
              <a:tailEnd type="none" w="med" len="med"/>
            </a:ln>
          </p:spPr>
        </p:sp>
        <p:sp>
          <p:nvSpPr>
            <p:cNvPr id="37931" name="Line 42"/>
            <p:cNvSpPr/>
            <p:nvPr/>
          </p:nvSpPr>
          <p:spPr>
            <a:xfrm flipV="1">
              <a:off x="5224463" y="4006850"/>
              <a:ext cx="361950" cy="644525"/>
            </a:xfrm>
            <a:prstGeom prst="line">
              <a:avLst/>
            </a:prstGeom>
            <a:ln w="12700" cap="flat" cmpd="sng">
              <a:solidFill>
                <a:schemeClr val="tx1"/>
              </a:solidFill>
              <a:prstDash val="solid"/>
              <a:round/>
              <a:headEnd type="none" w="med" len="med"/>
              <a:tailEnd type="none" w="med" len="med"/>
            </a:ln>
          </p:spPr>
        </p:sp>
        <p:sp>
          <p:nvSpPr>
            <p:cNvPr id="37932" name="Line 43"/>
            <p:cNvSpPr/>
            <p:nvPr/>
          </p:nvSpPr>
          <p:spPr>
            <a:xfrm flipV="1">
              <a:off x="5826125" y="3749675"/>
              <a:ext cx="601663" cy="257175"/>
            </a:xfrm>
            <a:prstGeom prst="line">
              <a:avLst/>
            </a:prstGeom>
            <a:ln w="12700" cap="flat" cmpd="sng">
              <a:solidFill>
                <a:schemeClr val="tx1"/>
              </a:solidFill>
              <a:prstDash val="solid"/>
              <a:round/>
              <a:headEnd type="none" w="med" len="med"/>
              <a:tailEnd type="none" w="med" len="med"/>
            </a:ln>
          </p:spPr>
        </p:sp>
        <p:sp>
          <p:nvSpPr>
            <p:cNvPr id="37933" name="Line 44"/>
            <p:cNvSpPr/>
            <p:nvPr/>
          </p:nvSpPr>
          <p:spPr>
            <a:xfrm flipV="1">
              <a:off x="5224463" y="4651375"/>
              <a:ext cx="841375" cy="0"/>
            </a:xfrm>
            <a:prstGeom prst="line">
              <a:avLst/>
            </a:prstGeom>
            <a:ln w="12700" cap="flat" cmpd="sng">
              <a:solidFill>
                <a:schemeClr val="tx1"/>
              </a:solidFill>
              <a:prstDash val="solid"/>
              <a:round/>
              <a:headEnd type="none" w="med" len="med"/>
              <a:tailEnd type="none" w="med" len="med"/>
            </a:ln>
          </p:spPr>
        </p:sp>
        <p:sp>
          <p:nvSpPr>
            <p:cNvPr id="37934" name="Line 45"/>
            <p:cNvSpPr/>
            <p:nvPr/>
          </p:nvSpPr>
          <p:spPr>
            <a:xfrm flipV="1">
              <a:off x="5105400" y="3749675"/>
              <a:ext cx="0" cy="773113"/>
            </a:xfrm>
            <a:prstGeom prst="line">
              <a:avLst/>
            </a:prstGeom>
            <a:ln w="12700" cap="flat" cmpd="sng">
              <a:solidFill>
                <a:schemeClr val="tx1"/>
              </a:solidFill>
              <a:prstDash val="solid"/>
              <a:round/>
              <a:headEnd type="none" w="med" len="med"/>
              <a:tailEnd type="none" w="med" len="med"/>
            </a:ln>
          </p:spPr>
        </p:sp>
        <p:sp>
          <p:nvSpPr>
            <p:cNvPr id="37935" name="Line 46"/>
            <p:cNvSpPr/>
            <p:nvPr/>
          </p:nvSpPr>
          <p:spPr>
            <a:xfrm flipV="1">
              <a:off x="6907213" y="4006850"/>
              <a:ext cx="722312" cy="644525"/>
            </a:xfrm>
            <a:prstGeom prst="line">
              <a:avLst/>
            </a:prstGeom>
            <a:ln w="12700" cap="flat" cmpd="sng">
              <a:solidFill>
                <a:schemeClr val="tx1"/>
              </a:solidFill>
              <a:prstDash val="solid"/>
              <a:round/>
              <a:headEnd type="none" w="med" len="med"/>
              <a:tailEnd type="none" w="med" len="med"/>
            </a:ln>
          </p:spPr>
        </p:sp>
        <p:sp>
          <p:nvSpPr>
            <p:cNvPr id="37936" name="Line 47"/>
            <p:cNvSpPr/>
            <p:nvPr/>
          </p:nvSpPr>
          <p:spPr>
            <a:xfrm flipV="1">
              <a:off x="6307138" y="3878263"/>
              <a:ext cx="182562" cy="773112"/>
            </a:xfrm>
            <a:prstGeom prst="line">
              <a:avLst/>
            </a:prstGeom>
            <a:ln w="12700" cap="flat" cmpd="sng">
              <a:solidFill>
                <a:schemeClr val="tx1"/>
              </a:solidFill>
              <a:prstDash val="solid"/>
              <a:round/>
              <a:headEnd type="none" w="med" len="med"/>
              <a:tailEnd type="none" w="med" len="med"/>
            </a:ln>
          </p:spPr>
        </p:sp>
        <p:sp>
          <p:nvSpPr>
            <p:cNvPr id="37937" name="Line 48"/>
            <p:cNvSpPr/>
            <p:nvPr/>
          </p:nvSpPr>
          <p:spPr>
            <a:xfrm>
              <a:off x="6667500" y="3749675"/>
              <a:ext cx="962025" cy="257175"/>
            </a:xfrm>
            <a:prstGeom prst="line">
              <a:avLst/>
            </a:prstGeom>
            <a:ln w="12700" cap="flat" cmpd="sng">
              <a:solidFill>
                <a:schemeClr val="tx1"/>
              </a:solidFill>
              <a:prstDash val="solid"/>
              <a:round/>
              <a:headEnd type="none" w="med" len="med"/>
              <a:tailEnd type="none" w="med" len="med"/>
            </a:ln>
          </p:spPr>
        </p:sp>
        <p:sp>
          <p:nvSpPr>
            <p:cNvPr id="37938" name="Line 49"/>
            <p:cNvSpPr/>
            <p:nvPr/>
          </p:nvSpPr>
          <p:spPr>
            <a:xfrm flipV="1">
              <a:off x="6667500" y="3492500"/>
              <a:ext cx="720725" cy="257175"/>
            </a:xfrm>
            <a:prstGeom prst="line">
              <a:avLst/>
            </a:prstGeom>
            <a:ln w="12700" cap="flat" cmpd="sng">
              <a:solidFill>
                <a:schemeClr val="tx1"/>
              </a:solidFill>
              <a:prstDash val="solid"/>
              <a:round/>
              <a:headEnd type="none" w="med" len="med"/>
              <a:tailEnd type="none" w="med" len="med"/>
            </a:ln>
          </p:spPr>
        </p:sp>
        <p:sp>
          <p:nvSpPr>
            <p:cNvPr id="37939" name="Line 50"/>
            <p:cNvSpPr/>
            <p:nvPr/>
          </p:nvSpPr>
          <p:spPr>
            <a:xfrm>
              <a:off x="5781675" y="4137025"/>
              <a:ext cx="360363" cy="385763"/>
            </a:xfrm>
            <a:prstGeom prst="line">
              <a:avLst/>
            </a:prstGeom>
            <a:ln w="12700" cap="flat" cmpd="sng">
              <a:solidFill>
                <a:schemeClr val="tx1"/>
              </a:solidFill>
              <a:prstDash val="solid"/>
              <a:round/>
              <a:headEnd type="none" w="med" len="med"/>
              <a:tailEnd type="none" w="med" len="med"/>
            </a:ln>
          </p:spPr>
        </p:sp>
        <p:sp>
          <p:nvSpPr>
            <p:cNvPr id="37940" name="Line 51"/>
            <p:cNvSpPr/>
            <p:nvPr/>
          </p:nvSpPr>
          <p:spPr>
            <a:xfrm>
              <a:off x="6307138" y="4651375"/>
              <a:ext cx="360362" cy="0"/>
            </a:xfrm>
            <a:prstGeom prst="line">
              <a:avLst/>
            </a:prstGeom>
            <a:ln w="12700" cap="flat" cmpd="sng">
              <a:solidFill>
                <a:schemeClr val="tx1"/>
              </a:solidFill>
              <a:prstDash val="solid"/>
              <a:round/>
              <a:headEnd type="none" w="med" len="med"/>
              <a:tailEnd type="none" w="med" len="med"/>
            </a:ln>
          </p:spPr>
        </p:sp>
        <p:sp>
          <p:nvSpPr>
            <p:cNvPr id="37941" name="Line 52"/>
            <p:cNvSpPr/>
            <p:nvPr/>
          </p:nvSpPr>
          <p:spPr>
            <a:xfrm flipH="1" flipV="1">
              <a:off x="7508875" y="3621088"/>
              <a:ext cx="239713" cy="257175"/>
            </a:xfrm>
            <a:prstGeom prst="line">
              <a:avLst/>
            </a:prstGeom>
            <a:ln w="12700" cap="flat" cmpd="sng">
              <a:solidFill>
                <a:schemeClr val="tx1"/>
              </a:solidFill>
              <a:prstDash val="solid"/>
              <a:round/>
              <a:headEnd type="none" w="med" len="med"/>
              <a:tailEnd type="none" w="med" len="med"/>
            </a:ln>
          </p:spPr>
        </p:sp>
        <p:sp>
          <p:nvSpPr>
            <p:cNvPr id="37942" name="AutoShape 53"/>
            <p:cNvSpPr/>
            <p:nvPr/>
          </p:nvSpPr>
          <p:spPr>
            <a:xfrm>
              <a:off x="4079875" y="3938588"/>
              <a:ext cx="954088" cy="514350"/>
            </a:xfrm>
            <a:custGeom>
              <a:avLst/>
              <a:gdLst/>
              <a:ahLst/>
              <a:cxnLst>
                <a:cxn ang="0">
                  <a:pos x="715566" y="0"/>
                </a:cxn>
                <a:cxn ang="0">
                  <a:pos x="715566" y="128588"/>
                </a:cxn>
                <a:cxn ang="0">
                  <a:pos x="149076" y="128588"/>
                </a:cxn>
                <a:cxn ang="0">
                  <a:pos x="149076" y="385763"/>
                </a:cxn>
                <a:cxn ang="0">
                  <a:pos x="715566" y="385763"/>
                </a:cxn>
                <a:cxn ang="0">
                  <a:pos x="715566" y="514350"/>
                </a:cxn>
                <a:cxn ang="0">
                  <a:pos x="954088" y="257175"/>
                </a:cxn>
                <a:cxn ang="0">
                  <a:pos x="715566" y="0"/>
                </a:cxn>
                <a:cxn ang="0">
                  <a:pos x="59631" y="128588"/>
                </a:cxn>
                <a:cxn ang="0">
                  <a:pos x="59631" y="385763"/>
                </a:cxn>
                <a:cxn ang="0">
                  <a:pos x="119261" y="385763"/>
                </a:cxn>
                <a:cxn ang="0">
                  <a:pos x="119261" y="128588"/>
                </a:cxn>
                <a:cxn ang="0">
                  <a:pos x="59631" y="128588"/>
                </a:cxn>
                <a:cxn ang="0">
                  <a:pos x="0" y="128588"/>
                </a:cxn>
                <a:cxn ang="0">
                  <a:pos x="0" y="385763"/>
                </a:cxn>
                <a:cxn ang="0">
                  <a:pos x="29815" y="385763"/>
                </a:cxn>
                <a:cxn ang="0">
                  <a:pos x="29815" y="128588"/>
                </a:cxn>
                <a:cxn ang="0">
                  <a:pos x="0" y="128588"/>
                </a:cxn>
              </a:cxnLst>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28575" cap="flat" cmpd="sng">
              <a:solidFill>
                <a:schemeClr val="tx1"/>
              </a:solidFill>
              <a:prstDash val="solid"/>
              <a:miter/>
              <a:headEnd type="none" w="med" len="med"/>
              <a:tailEnd type="none" w="med" len="med"/>
            </a:ln>
          </p:spPr>
          <p:txBody>
            <a:bodyPr/>
            <a:p>
              <a:endParaRPr lang="zh-CN" altLang="en-US"/>
            </a:p>
          </p:txBody>
        </p:sp>
      </p:grpSp>
      <p:sp>
        <p:nvSpPr>
          <p:cNvPr id="37943" name="Text Box 54"/>
          <p:cNvSpPr txBox="1"/>
          <p:nvPr/>
        </p:nvSpPr>
        <p:spPr>
          <a:xfrm>
            <a:off x="2268538" y="5513388"/>
            <a:ext cx="476250" cy="579437"/>
          </a:xfrm>
          <a:prstGeom prst="rect">
            <a:avLst/>
          </a:prstGeom>
          <a:noFill/>
          <a:ln w="28575">
            <a:noFill/>
          </a:ln>
        </p:spPr>
        <p:txBody>
          <a:bodyPr wrap="none" anchor="ctr" anchorCtr="0">
            <a:spAutoFit/>
          </a:bodyPr>
          <a:p>
            <a:pPr algn="ctr" eaLnBrk="0" hangingPunct="0"/>
            <a:r>
              <a:rPr lang="en-US" altLang="zh-CN" sz="3200" i="1" dirty="0">
                <a:latin typeface="Times New Roman" panose="02020603050405020304" pitchFamily="18" charset="0"/>
                <a:ea typeface="宋体" pitchFamily="2" charset="-122"/>
              </a:rPr>
              <a:t>G</a:t>
            </a:r>
            <a:endParaRPr lang="en-US" altLang="zh-CN" i="1" dirty="0">
              <a:latin typeface="Times New Roman" panose="02020603050405020304" pitchFamily="18" charset="0"/>
              <a:ea typeface="宋体" pitchFamily="2" charset="-122"/>
            </a:endParaRPr>
          </a:p>
        </p:txBody>
      </p:sp>
      <p:sp>
        <p:nvSpPr>
          <p:cNvPr id="37944" name="Text Box 55"/>
          <p:cNvSpPr txBox="1"/>
          <p:nvPr/>
        </p:nvSpPr>
        <p:spPr>
          <a:xfrm flipV="1">
            <a:off x="6156325" y="5508625"/>
            <a:ext cx="427038" cy="584200"/>
          </a:xfrm>
          <a:prstGeom prst="rect">
            <a:avLst/>
          </a:prstGeom>
          <a:noFill/>
          <a:ln w="28575">
            <a:noFill/>
          </a:ln>
        </p:spPr>
        <p:txBody>
          <a:bodyPr anchor="ctr" anchorCtr="0">
            <a:spAutoFit/>
          </a:bodyPr>
          <a:p>
            <a:pPr algn="ctr" eaLnBrk="0" hangingPunct="0"/>
            <a:r>
              <a:rPr lang="en-US" altLang="zh-CN" sz="3200" i="1" dirty="0">
                <a:latin typeface="Times New Roman" panose="02020603050405020304" pitchFamily="18" charset="0"/>
                <a:ea typeface="宋体" pitchFamily="2" charset="-122"/>
              </a:rPr>
              <a:t>H</a:t>
            </a:r>
            <a:endParaRPr lang="en-US" altLang="zh-CN" i="1" dirty="0">
              <a:latin typeface="Times New Roman" panose="02020603050405020304" pitchFamily="18" charset="0"/>
              <a:ea typeface="宋体"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38914" name="Rectangle 2"/>
          <p:cNvSpPr>
            <a:spLocks noGrp="1"/>
          </p:cNvSpPr>
          <p:nvPr>
            <p:ph type="title"/>
          </p:nvPr>
        </p:nvSpPr>
        <p:spPr/>
        <p:txBody>
          <a:bodyPr vert="horz" wrap="square" lIns="91440" tIns="45720" rIns="91440" bIns="45720" anchor="b" anchorCtr="0"/>
          <a:p>
            <a:pPr eaLnBrk="1" hangingPunct="1"/>
            <a:endParaRPr lang="zh-CN" altLang="zh-CN" dirty="0"/>
          </a:p>
        </p:txBody>
      </p:sp>
      <p:pic>
        <p:nvPicPr>
          <p:cNvPr id="38915" name="Picture 6"/>
          <p:cNvPicPr>
            <a:picLocks noChangeAspect="1"/>
          </p:cNvPicPr>
          <p:nvPr/>
        </p:nvPicPr>
        <p:blipFill>
          <a:blip r:embed="rId1"/>
          <a:stretch>
            <a:fillRect/>
          </a:stretch>
        </p:blipFill>
        <p:spPr>
          <a:xfrm>
            <a:off x="1365250" y="2120900"/>
            <a:ext cx="6519863" cy="3611563"/>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1"/>
          <p:cNvSpPr>
            <a:spLocks noGrp="1"/>
          </p:cNvSpPr>
          <p:nvPr>
            <p:ph type="title"/>
          </p:nvPr>
        </p:nvSpPr>
        <p:spPr/>
        <p:txBody>
          <a:bodyPr vert="horz" wrap="square" lIns="91440" tIns="45720" rIns="91440" bIns="45720" anchor="b" anchorCtr="0"/>
          <a:p>
            <a:pPr>
              <a:buNone/>
            </a:pPr>
            <a:r>
              <a:rPr lang="en-US" altLang="zh-CN" sz="2800" dirty="0"/>
              <a:t>REMOVING OR ADDING EDGES OF A GRAPH</a:t>
            </a:r>
            <a:endParaRPr lang="en-US" altLang="zh-CN" sz="2800" dirty="0"/>
          </a:p>
        </p:txBody>
      </p:sp>
      <p:sp>
        <p:nvSpPr>
          <p:cNvPr id="39938" name="矩形 4"/>
          <p:cNvSpPr/>
          <p:nvPr/>
        </p:nvSpPr>
        <p:spPr>
          <a:xfrm>
            <a:off x="611188" y="1990725"/>
            <a:ext cx="3001962" cy="461963"/>
          </a:xfrm>
          <a:prstGeom prst="rect">
            <a:avLst/>
          </a:prstGeom>
          <a:noFill/>
          <a:ln w="9525">
            <a:noFill/>
          </a:ln>
        </p:spPr>
        <p:txBody>
          <a:bodyPr wrap="none" anchor="t" anchorCtr="0">
            <a:spAutoFit/>
          </a:bodyPr>
          <a:p>
            <a:r>
              <a:rPr lang="en-US" altLang="zh-CN" dirty="0">
                <a:latin typeface="Tahoma" panose="020B0604030504040204" pitchFamily="34" charset="0"/>
                <a:ea typeface="宋体" pitchFamily="2" charset="-122"/>
              </a:rPr>
              <a:t>G − e = (V, E − {e})</a:t>
            </a:r>
            <a:endParaRPr lang="zh-CN" altLang="en-US" dirty="0">
              <a:latin typeface="Tahoma" panose="020B0604030504040204" pitchFamily="34" charset="0"/>
              <a:ea typeface="宋体" pitchFamily="2" charset="-122"/>
            </a:endParaRPr>
          </a:p>
        </p:txBody>
      </p:sp>
      <p:sp>
        <p:nvSpPr>
          <p:cNvPr id="39939" name="矩形 5"/>
          <p:cNvSpPr/>
          <p:nvPr/>
        </p:nvSpPr>
        <p:spPr>
          <a:xfrm>
            <a:off x="625475" y="4635500"/>
            <a:ext cx="3084513" cy="461963"/>
          </a:xfrm>
          <a:prstGeom prst="rect">
            <a:avLst/>
          </a:prstGeom>
          <a:noFill/>
          <a:ln w="9525">
            <a:noFill/>
          </a:ln>
        </p:spPr>
        <p:txBody>
          <a:bodyPr wrap="none" anchor="t" anchorCtr="0">
            <a:spAutoFit/>
          </a:bodyPr>
          <a:p>
            <a:r>
              <a:rPr lang="en-US" altLang="zh-CN" dirty="0">
                <a:latin typeface="Tahoma" panose="020B0604030504040204" pitchFamily="34" charset="0"/>
                <a:ea typeface="宋体" pitchFamily="2" charset="-122"/>
              </a:rPr>
              <a:t>G + e = (V, E ∪ {e})</a:t>
            </a:r>
            <a:endParaRPr lang="zh-CN" altLang="en-US" dirty="0">
              <a:latin typeface="Tahoma" panose="020B0604030504040204" pitchFamily="34" charset="0"/>
              <a:ea typeface="宋体" pitchFamily="2" charset="-122"/>
            </a:endParaRPr>
          </a:p>
        </p:txBody>
      </p:sp>
      <p:pic>
        <p:nvPicPr>
          <p:cNvPr id="39940" name="图片 6"/>
          <p:cNvPicPr>
            <a:picLocks noChangeAspect="1"/>
          </p:cNvPicPr>
          <p:nvPr/>
        </p:nvPicPr>
        <p:blipFill>
          <a:blip r:embed="rId1"/>
          <a:stretch>
            <a:fillRect/>
          </a:stretch>
        </p:blipFill>
        <p:spPr>
          <a:xfrm>
            <a:off x="4932363" y="1990725"/>
            <a:ext cx="2498725" cy="1584325"/>
          </a:xfrm>
          <a:prstGeom prst="rect">
            <a:avLst/>
          </a:prstGeom>
          <a:noFill/>
          <a:ln w="9525">
            <a:noFill/>
          </a:ln>
        </p:spPr>
      </p:pic>
      <p:pic>
        <p:nvPicPr>
          <p:cNvPr id="39941" name="图片 7"/>
          <p:cNvPicPr>
            <a:picLocks noChangeAspect="1"/>
          </p:cNvPicPr>
          <p:nvPr/>
        </p:nvPicPr>
        <p:blipFill>
          <a:blip r:embed="rId2"/>
          <a:stretch>
            <a:fillRect/>
          </a:stretch>
        </p:blipFill>
        <p:spPr>
          <a:xfrm>
            <a:off x="755650" y="2781300"/>
            <a:ext cx="2274888" cy="1390650"/>
          </a:xfrm>
          <a:prstGeom prst="rect">
            <a:avLst/>
          </a:prstGeom>
          <a:noFill/>
          <a:ln w="9525">
            <a:noFill/>
          </a:ln>
        </p:spPr>
      </p:pic>
      <p:pic>
        <p:nvPicPr>
          <p:cNvPr id="39942" name="图片 8"/>
          <p:cNvPicPr>
            <a:picLocks noChangeAspect="1"/>
          </p:cNvPicPr>
          <p:nvPr/>
        </p:nvPicPr>
        <p:blipFill>
          <a:blip r:embed="rId3"/>
          <a:stretch>
            <a:fillRect/>
          </a:stretch>
        </p:blipFill>
        <p:spPr>
          <a:xfrm>
            <a:off x="4356100" y="4724400"/>
            <a:ext cx="2014538" cy="1328738"/>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p:txBody>
          <a:bodyPr vert="horz" wrap="square" lIns="91440" tIns="45720" rIns="91440" bIns="45720" anchor="b" anchorCtr="0"/>
          <a:p>
            <a:pPr>
              <a:buNone/>
            </a:pPr>
            <a:r>
              <a:rPr lang="en-US" altLang="zh-CN" dirty="0"/>
              <a:t>EDGE CONTRACTIONS</a:t>
            </a:r>
            <a:endParaRPr lang="zh-CN" altLang="en-US" dirty="0"/>
          </a:p>
        </p:txBody>
      </p:sp>
      <p:pic>
        <p:nvPicPr>
          <p:cNvPr id="40962" name="图片 3"/>
          <p:cNvPicPr>
            <a:picLocks noChangeAspect="1"/>
          </p:cNvPicPr>
          <p:nvPr/>
        </p:nvPicPr>
        <p:blipFill>
          <a:blip r:embed="rId1"/>
          <a:stretch>
            <a:fillRect/>
          </a:stretch>
        </p:blipFill>
        <p:spPr>
          <a:xfrm>
            <a:off x="971550" y="2278063"/>
            <a:ext cx="2725738" cy="1728787"/>
          </a:xfrm>
          <a:prstGeom prst="rect">
            <a:avLst/>
          </a:prstGeom>
          <a:noFill/>
          <a:ln w="9525">
            <a:noFill/>
          </a:ln>
        </p:spPr>
      </p:pic>
      <p:pic>
        <p:nvPicPr>
          <p:cNvPr id="40963" name="图片 4"/>
          <p:cNvPicPr>
            <a:picLocks noChangeAspect="1"/>
          </p:cNvPicPr>
          <p:nvPr/>
        </p:nvPicPr>
        <p:blipFill>
          <a:blip r:embed="rId2"/>
          <a:stretch>
            <a:fillRect/>
          </a:stretch>
        </p:blipFill>
        <p:spPr>
          <a:xfrm>
            <a:off x="4643438" y="2276475"/>
            <a:ext cx="2376487" cy="182245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a:xfrm>
            <a:off x="958850" y="44450"/>
            <a:ext cx="8255000" cy="1143000"/>
          </a:xfrm>
        </p:spPr>
        <p:txBody>
          <a:bodyPr vert="horz" wrap="square" lIns="91440" tIns="45720" rIns="91440" bIns="45720" anchor="b" anchorCtr="0"/>
          <a:p>
            <a:pPr>
              <a:buNone/>
            </a:pPr>
            <a:r>
              <a:rPr lang="en-US" altLang="zh-CN" sz="3200" dirty="0"/>
              <a:t>REMOVING VERTICES FROM A GRAPH</a:t>
            </a:r>
            <a:endParaRPr lang="en-US" altLang="zh-CN" sz="3200" dirty="0"/>
          </a:p>
        </p:txBody>
      </p:sp>
      <p:pic>
        <p:nvPicPr>
          <p:cNvPr id="41986" name="图片 3"/>
          <p:cNvPicPr>
            <a:picLocks noChangeAspect="1"/>
          </p:cNvPicPr>
          <p:nvPr/>
        </p:nvPicPr>
        <p:blipFill>
          <a:blip r:embed="rId1"/>
          <a:stretch>
            <a:fillRect/>
          </a:stretch>
        </p:blipFill>
        <p:spPr>
          <a:xfrm>
            <a:off x="971550" y="2278063"/>
            <a:ext cx="2725738" cy="1728787"/>
          </a:xfrm>
          <a:prstGeom prst="rect">
            <a:avLst/>
          </a:prstGeom>
          <a:noFill/>
          <a:ln w="9525">
            <a:noFill/>
          </a:ln>
        </p:spPr>
      </p:pic>
      <p:pic>
        <p:nvPicPr>
          <p:cNvPr id="41987" name="图片 4"/>
          <p:cNvPicPr>
            <a:picLocks noChangeAspect="1"/>
          </p:cNvPicPr>
          <p:nvPr/>
        </p:nvPicPr>
        <p:blipFill>
          <a:blip r:embed="rId2"/>
          <a:stretch>
            <a:fillRect/>
          </a:stretch>
        </p:blipFill>
        <p:spPr>
          <a:xfrm>
            <a:off x="4500563" y="2349500"/>
            <a:ext cx="2016125" cy="1773238"/>
          </a:xfrm>
          <a:prstGeom prst="rect">
            <a:avLst/>
          </a:prstGeom>
          <a:noFill/>
          <a:ln w="9525">
            <a:noFill/>
          </a:ln>
        </p:spPr>
      </p:pic>
      <p:pic>
        <p:nvPicPr>
          <p:cNvPr id="41988" name="图片 1"/>
          <p:cNvPicPr>
            <a:picLocks noChangeAspect="1"/>
          </p:cNvPicPr>
          <p:nvPr/>
        </p:nvPicPr>
        <p:blipFill>
          <a:blip r:embed="rId3"/>
          <a:stretch>
            <a:fillRect/>
          </a:stretch>
        </p:blipFill>
        <p:spPr>
          <a:xfrm>
            <a:off x="6300788" y="2495550"/>
            <a:ext cx="215900" cy="369888"/>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43010" name="Rectangle 2"/>
          <p:cNvSpPr>
            <a:spLocks noGrp="1"/>
          </p:cNvSpPr>
          <p:nvPr>
            <p:ph type="title"/>
          </p:nvPr>
        </p:nvSpPr>
        <p:spPr/>
        <p:txBody>
          <a:bodyPr vert="horz" wrap="square" lIns="91440" tIns="45720" rIns="91440" bIns="45720" anchor="b" anchorCtr="0"/>
          <a:p>
            <a:pPr eaLnBrk="1" hangingPunct="1"/>
            <a:r>
              <a:rPr lang="en-US" altLang="zh-CN" dirty="0"/>
              <a:t>Graph Unions</a:t>
            </a:r>
            <a:endParaRPr lang="en-US" altLang="zh-CN" dirty="0"/>
          </a:p>
        </p:txBody>
      </p:sp>
      <p:sp>
        <p:nvSpPr>
          <p:cNvPr id="43011" name="Rectangle 3"/>
          <p:cNvSpPr>
            <a:spLocks noGrp="1"/>
          </p:cNvSpPr>
          <p:nvPr>
            <p:ph idx="1"/>
          </p:nvPr>
        </p:nvSpPr>
        <p:spPr/>
        <p:txBody>
          <a:bodyPr vert="horz" wrap="square" lIns="91440" tIns="45720" rIns="91440" bIns="45720" anchor="t" anchorCtr="0"/>
          <a:p>
            <a:pPr eaLnBrk="1" hangingPunct="1"/>
            <a:r>
              <a:rPr lang="en-US" altLang="zh-CN" dirty="0"/>
              <a:t>The </a:t>
            </a:r>
            <a:r>
              <a:rPr lang="en-US" altLang="zh-CN" i="1" dirty="0"/>
              <a:t>union</a:t>
            </a:r>
            <a:r>
              <a:rPr lang="en-US" altLang="zh-CN" dirty="0"/>
              <a:t> </a:t>
            </a:r>
            <a:r>
              <a:rPr lang="en-US" altLang="zh-CN" i="1" dirty="0">
                <a:solidFill>
                  <a:srgbClr val="FF0000"/>
                </a:solidFill>
              </a:rPr>
              <a:t>G</a:t>
            </a:r>
            <a:r>
              <a:rPr lang="en-US" altLang="zh-CN" baseline="-25000" dirty="0">
                <a:solidFill>
                  <a:srgbClr val="FF0000"/>
                </a:solidFill>
              </a:rPr>
              <a:t>1</a:t>
            </a:r>
            <a:r>
              <a:rPr lang="en-US" altLang="zh-CN" dirty="0">
                <a:solidFill>
                  <a:srgbClr val="FF0000"/>
                </a:solidFill>
                <a:sym typeface="Symbol" pitchFamily="18" charset="2"/>
              </a:rPr>
              <a:t></a:t>
            </a:r>
            <a:r>
              <a:rPr lang="en-US" altLang="zh-CN" i="1" dirty="0">
                <a:solidFill>
                  <a:srgbClr val="FF0000"/>
                </a:solidFill>
              </a:rPr>
              <a:t>G</a:t>
            </a:r>
            <a:r>
              <a:rPr lang="en-US" altLang="zh-CN" baseline="-25000" dirty="0">
                <a:solidFill>
                  <a:srgbClr val="FF0000"/>
                </a:solidFill>
              </a:rPr>
              <a:t>2</a:t>
            </a:r>
            <a:r>
              <a:rPr lang="en-US" altLang="zh-CN" dirty="0"/>
              <a:t> of two simple graphs </a:t>
            </a:r>
            <a:r>
              <a:rPr lang="en-US" altLang="zh-CN" i="1" dirty="0">
                <a:solidFill>
                  <a:srgbClr val="FF0000"/>
                </a:solidFill>
              </a:rPr>
              <a:t>G</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rPr>
              <a:t>, </a:t>
            </a:r>
            <a:r>
              <a:rPr lang="en-US" altLang="zh-CN" i="1" dirty="0">
                <a:solidFill>
                  <a:srgbClr val="FF0000"/>
                </a:solidFill>
              </a:rPr>
              <a:t>E</a:t>
            </a:r>
            <a:r>
              <a:rPr lang="en-US" altLang="zh-CN" baseline="-25000" dirty="0">
                <a:solidFill>
                  <a:srgbClr val="FF0000"/>
                </a:solidFill>
              </a:rPr>
              <a:t>1</a:t>
            </a:r>
            <a:r>
              <a:rPr lang="en-US" altLang="zh-CN" dirty="0">
                <a:solidFill>
                  <a:srgbClr val="FF0000"/>
                </a:solidFill>
              </a:rPr>
              <a:t>)</a:t>
            </a:r>
            <a:r>
              <a:rPr lang="en-US" altLang="zh-CN" dirty="0"/>
              <a:t> and </a:t>
            </a:r>
            <a:r>
              <a:rPr lang="en-US" altLang="zh-CN" i="1" dirty="0">
                <a:solidFill>
                  <a:srgbClr val="FF0000"/>
                </a:solidFill>
              </a:rPr>
              <a:t>G</a:t>
            </a:r>
            <a:r>
              <a:rPr lang="en-US" altLang="zh-CN" baseline="-25000" dirty="0">
                <a:solidFill>
                  <a:srgbClr val="FF0000"/>
                </a:solidFill>
              </a:rPr>
              <a:t>2</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a:t>
            </a:r>
            <a:r>
              <a:rPr lang="en-US" altLang="zh-CN" i="1" dirty="0">
                <a:solidFill>
                  <a:srgbClr val="FF0000"/>
                </a:solidFill>
              </a:rPr>
              <a:t>E</a:t>
            </a:r>
            <a:r>
              <a:rPr lang="en-US" altLang="zh-CN" baseline="-25000" dirty="0">
                <a:solidFill>
                  <a:srgbClr val="FF0000"/>
                </a:solidFill>
              </a:rPr>
              <a:t>2</a:t>
            </a:r>
            <a:r>
              <a:rPr lang="en-US" altLang="zh-CN" dirty="0">
                <a:solidFill>
                  <a:srgbClr val="FF0000"/>
                </a:solidFill>
              </a:rPr>
              <a:t>)</a:t>
            </a:r>
            <a:r>
              <a:rPr lang="en-US" altLang="zh-CN" dirty="0"/>
              <a:t> is the simple graph </a:t>
            </a:r>
            <a:r>
              <a:rPr lang="en-US" altLang="zh-CN" dirty="0">
                <a:solidFill>
                  <a:srgbClr val="FF0000"/>
                </a:solidFill>
              </a:rPr>
              <a:t>(</a:t>
            </a:r>
            <a:r>
              <a:rPr lang="en-US" altLang="zh-CN" i="1" dirty="0">
                <a:solidFill>
                  <a:srgbClr val="FF0000"/>
                </a:solidFill>
              </a:rPr>
              <a:t>V</a:t>
            </a:r>
            <a:r>
              <a:rPr lang="en-US" altLang="zh-CN" baseline="-25000" dirty="0">
                <a:solidFill>
                  <a:srgbClr val="FF0000"/>
                </a:solidFill>
              </a:rPr>
              <a:t>1</a:t>
            </a:r>
            <a:r>
              <a:rPr lang="en-US" altLang="zh-CN" dirty="0">
                <a:solidFill>
                  <a:srgbClr val="FF0000"/>
                </a:solidFill>
                <a:sym typeface="Symbol" pitchFamily="18" charset="2"/>
              </a:rPr>
              <a:t></a:t>
            </a:r>
            <a:r>
              <a:rPr lang="en-US" altLang="zh-CN" i="1" dirty="0">
                <a:solidFill>
                  <a:srgbClr val="FF0000"/>
                </a:solidFill>
              </a:rPr>
              <a:t>V</a:t>
            </a:r>
            <a:r>
              <a:rPr lang="en-US" altLang="zh-CN" baseline="-25000" dirty="0">
                <a:solidFill>
                  <a:srgbClr val="FF0000"/>
                </a:solidFill>
              </a:rPr>
              <a:t>2</a:t>
            </a:r>
            <a:r>
              <a:rPr lang="en-US" altLang="zh-CN" dirty="0">
                <a:solidFill>
                  <a:srgbClr val="FF0000"/>
                </a:solidFill>
              </a:rPr>
              <a:t>, </a:t>
            </a:r>
            <a:r>
              <a:rPr lang="en-US" altLang="zh-CN" i="1" dirty="0">
                <a:solidFill>
                  <a:srgbClr val="FF0000"/>
                </a:solidFill>
              </a:rPr>
              <a:t>E</a:t>
            </a:r>
            <a:r>
              <a:rPr lang="en-US" altLang="zh-CN" baseline="-25000" dirty="0">
                <a:solidFill>
                  <a:srgbClr val="FF0000"/>
                </a:solidFill>
              </a:rPr>
              <a:t>1</a:t>
            </a:r>
            <a:r>
              <a:rPr lang="en-US" altLang="zh-CN" dirty="0">
                <a:solidFill>
                  <a:srgbClr val="FF0000"/>
                </a:solidFill>
                <a:sym typeface="Symbol" pitchFamily="18" charset="2"/>
              </a:rPr>
              <a:t></a:t>
            </a:r>
            <a:r>
              <a:rPr lang="en-US" altLang="zh-CN" i="1" dirty="0">
                <a:solidFill>
                  <a:srgbClr val="FF0000"/>
                </a:solidFill>
              </a:rPr>
              <a:t>E</a:t>
            </a:r>
            <a:r>
              <a:rPr lang="en-US" altLang="zh-CN" baseline="-25000" dirty="0">
                <a:solidFill>
                  <a:srgbClr val="FF0000"/>
                </a:solidFill>
              </a:rPr>
              <a:t>2</a:t>
            </a:r>
            <a:r>
              <a:rPr lang="en-US" altLang="zh-CN" dirty="0">
                <a:solidFill>
                  <a:srgbClr val="FF0000"/>
                </a:solidFill>
              </a:rPr>
              <a:t>)</a:t>
            </a:r>
            <a:r>
              <a:rPr lang="en-US" altLang="zh-CN" dirty="0"/>
              <a:t>.</a:t>
            </a:r>
            <a:endParaRPr lang="en-US" altLang="zh-CN" dirty="0"/>
          </a:p>
        </p:txBody>
      </p:sp>
      <p:grpSp>
        <p:nvGrpSpPr>
          <p:cNvPr id="2" name="Group 4"/>
          <p:cNvGrpSpPr/>
          <p:nvPr/>
        </p:nvGrpSpPr>
        <p:grpSpPr>
          <a:xfrm>
            <a:off x="1857375" y="3851275"/>
            <a:ext cx="1354138" cy="1482725"/>
            <a:chOff x="1152" y="2426"/>
            <a:chExt cx="853" cy="934"/>
          </a:xfrm>
        </p:grpSpPr>
        <p:sp>
          <p:nvSpPr>
            <p:cNvPr id="43013" name="Oval 5"/>
            <p:cNvSpPr/>
            <p:nvPr/>
          </p:nvSpPr>
          <p:spPr>
            <a:xfrm>
              <a:off x="1200" y="2688"/>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14" name="Oval 6"/>
            <p:cNvSpPr/>
            <p:nvPr/>
          </p:nvSpPr>
          <p:spPr>
            <a:xfrm>
              <a:off x="1536" y="2688"/>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15" name="Oval 7"/>
            <p:cNvSpPr/>
            <p:nvPr/>
          </p:nvSpPr>
          <p:spPr>
            <a:xfrm>
              <a:off x="1872" y="2688"/>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16" name="Oval 8"/>
            <p:cNvSpPr/>
            <p:nvPr/>
          </p:nvSpPr>
          <p:spPr>
            <a:xfrm>
              <a:off x="1200" y="3024"/>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17" name="Oval 9"/>
            <p:cNvSpPr/>
            <p:nvPr/>
          </p:nvSpPr>
          <p:spPr>
            <a:xfrm>
              <a:off x="1536" y="3024"/>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18" name="Text Box 10"/>
            <p:cNvSpPr txBox="1"/>
            <p:nvPr/>
          </p:nvSpPr>
          <p:spPr>
            <a:xfrm>
              <a:off x="1152" y="2426"/>
              <a:ext cx="201"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a</a:t>
              </a:r>
              <a:endParaRPr lang="en-US" altLang="zh-CN" dirty="0">
                <a:latin typeface="Times New Roman" panose="02020603050405020304" pitchFamily="18" charset="0"/>
                <a:ea typeface="宋体" pitchFamily="2" charset="-122"/>
              </a:endParaRPr>
            </a:p>
          </p:txBody>
        </p:sp>
        <p:sp>
          <p:nvSpPr>
            <p:cNvPr id="43019" name="Text Box 11"/>
            <p:cNvSpPr txBox="1"/>
            <p:nvPr/>
          </p:nvSpPr>
          <p:spPr>
            <a:xfrm>
              <a:off x="1479" y="2448"/>
              <a:ext cx="212"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b</a:t>
              </a:r>
              <a:endParaRPr lang="en-US" altLang="zh-CN" dirty="0">
                <a:latin typeface="Times New Roman" panose="02020603050405020304" pitchFamily="18" charset="0"/>
                <a:ea typeface="宋体" pitchFamily="2" charset="-122"/>
              </a:endParaRPr>
            </a:p>
          </p:txBody>
        </p:sp>
        <p:sp>
          <p:nvSpPr>
            <p:cNvPr id="43020" name="Text Box 12"/>
            <p:cNvSpPr txBox="1"/>
            <p:nvPr/>
          </p:nvSpPr>
          <p:spPr>
            <a:xfrm>
              <a:off x="1804" y="2448"/>
              <a:ext cx="201"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c</a:t>
              </a:r>
              <a:endParaRPr lang="en-US" altLang="zh-CN" dirty="0">
                <a:latin typeface="Times New Roman" panose="02020603050405020304" pitchFamily="18" charset="0"/>
                <a:ea typeface="宋体" pitchFamily="2" charset="-122"/>
              </a:endParaRPr>
            </a:p>
          </p:txBody>
        </p:sp>
        <p:sp>
          <p:nvSpPr>
            <p:cNvPr id="43021" name="Text Box 13"/>
            <p:cNvSpPr txBox="1"/>
            <p:nvPr/>
          </p:nvSpPr>
          <p:spPr>
            <a:xfrm>
              <a:off x="1152" y="3072"/>
              <a:ext cx="212"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d</a:t>
              </a:r>
              <a:endParaRPr lang="en-US" altLang="zh-CN" dirty="0">
                <a:latin typeface="Times New Roman" panose="02020603050405020304" pitchFamily="18" charset="0"/>
                <a:ea typeface="宋体" pitchFamily="2" charset="-122"/>
              </a:endParaRPr>
            </a:p>
          </p:txBody>
        </p:sp>
        <p:sp>
          <p:nvSpPr>
            <p:cNvPr id="43022" name="Text Box 14"/>
            <p:cNvSpPr txBox="1"/>
            <p:nvPr/>
          </p:nvSpPr>
          <p:spPr>
            <a:xfrm>
              <a:off x="1484" y="3034"/>
              <a:ext cx="201"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e</a:t>
              </a:r>
              <a:endParaRPr lang="en-US" altLang="zh-CN" dirty="0">
                <a:latin typeface="Times New Roman" panose="02020603050405020304" pitchFamily="18" charset="0"/>
                <a:ea typeface="宋体" pitchFamily="2" charset="-122"/>
              </a:endParaRPr>
            </a:p>
          </p:txBody>
        </p:sp>
        <p:sp>
          <p:nvSpPr>
            <p:cNvPr id="43023" name="Line 15"/>
            <p:cNvSpPr/>
            <p:nvPr/>
          </p:nvSpPr>
          <p:spPr>
            <a:xfrm>
              <a:off x="1296" y="2736"/>
              <a:ext cx="240" cy="0"/>
            </a:xfrm>
            <a:prstGeom prst="line">
              <a:avLst/>
            </a:prstGeom>
            <a:ln w="9525" cap="flat" cmpd="sng">
              <a:solidFill>
                <a:schemeClr val="tx1"/>
              </a:solidFill>
              <a:prstDash val="solid"/>
              <a:round/>
              <a:headEnd type="none" w="med" len="med"/>
              <a:tailEnd type="none" w="med" len="med"/>
            </a:ln>
          </p:spPr>
        </p:sp>
        <p:sp>
          <p:nvSpPr>
            <p:cNvPr id="43024" name="Line 16"/>
            <p:cNvSpPr/>
            <p:nvPr/>
          </p:nvSpPr>
          <p:spPr>
            <a:xfrm>
              <a:off x="1248" y="2784"/>
              <a:ext cx="0" cy="240"/>
            </a:xfrm>
            <a:prstGeom prst="line">
              <a:avLst/>
            </a:prstGeom>
            <a:ln w="9525" cap="flat" cmpd="sng">
              <a:solidFill>
                <a:schemeClr val="tx1"/>
              </a:solidFill>
              <a:prstDash val="solid"/>
              <a:round/>
              <a:headEnd type="none" w="med" len="med"/>
              <a:tailEnd type="none" w="med" len="med"/>
            </a:ln>
          </p:spPr>
        </p:sp>
        <p:sp>
          <p:nvSpPr>
            <p:cNvPr id="43025" name="Line 17"/>
            <p:cNvSpPr/>
            <p:nvPr/>
          </p:nvSpPr>
          <p:spPr>
            <a:xfrm>
              <a:off x="1296" y="3072"/>
              <a:ext cx="240" cy="0"/>
            </a:xfrm>
            <a:prstGeom prst="line">
              <a:avLst/>
            </a:prstGeom>
            <a:ln w="9525" cap="flat" cmpd="sng">
              <a:solidFill>
                <a:schemeClr val="tx1"/>
              </a:solidFill>
              <a:prstDash val="solid"/>
              <a:round/>
              <a:headEnd type="none" w="med" len="med"/>
              <a:tailEnd type="none" w="med" len="med"/>
            </a:ln>
          </p:spPr>
        </p:sp>
        <p:sp>
          <p:nvSpPr>
            <p:cNvPr id="43026" name="Line 18"/>
            <p:cNvSpPr/>
            <p:nvPr/>
          </p:nvSpPr>
          <p:spPr>
            <a:xfrm>
              <a:off x="1584" y="2784"/>
              <a:ext cx="0" cy="240"/>
            </a:xfrm>
            <a:prstGeom prst="line">
              <a:avLst/>
            </a:prstGeom>
            <a:ln w="9525" cap="flat" cmpd="sng">
              <a:solidFill>
                <a:schemeClr val="tx1"/>
              </a:solidFill>
              <a:prstDash val="solid"/>
              <a:round/>
              <a:headEnd type="none" w="med" len="med"/>
              <a:tailEnd type="none" w="med" len="med"/>
            </a:ln>
          </p:spPr>
        </p:sp>
        <p:sp>
          <p:nvSpPr>
            <p:cNvPr id="43027" name="Line 19"/>
            <p:cNvSpPr/>
            <p:nvPr/>
          </p:nvSpPr>
          <p:spPr>
            <a:xfrm>
              <a:off x="1632" y="2736"/>
              <a:ext cx="240" cy="0"/>
            </a:xfrm>
            <a:prstGeom prst="line">
              <a:avLst/>
            </a:prstGeom>
            <a:ln w="9525" cap="flat" cmpd="sng">
              <a:solidFill>
                <a:schemeClr val="tx1"/>
              </a:solidFill>
              <a:prstDash val="solid"/>
              <a:round/>
              <a:headEnd type="none" w="med" len="med"/>
              <a:tailEnd type="none" w="med" len="med"/>
            </a:ln>
          </p:spPr>
        </p:sp>
        <p:sp>
          <p:nvSpPr>
            <p:cNvPr id="43028" name="Line 20"/>
            <p:cNvSpPr/>
            <p:nvPr/>
          </p:nvSpPr>
          <p:spPr>
            <a:xfrm flipV="1">
              <a:off x="1632" y="2784"/>
              <a:ext cx="240" cy="240"/>
            </a:xfrm>
            <a:prstGeom prst="line">
              <a:avLst/>
            </a:prstGeom>
            <a:ln w="9525" cap="flat" cmpd="sng">
              <a:solidFill>
                <a:schemeClr val="tx1"/>
              </a:solidFill>
              <a:prstDash val="solid"/>
              <a:round/>
              <a:headEnd type="none" w="med" len="med"/>
              <a:tailEnd type="none" w="med" len="med"/>
            </a:ln>
          </p:spPr>
        </p:sp>
      </p:grpSp>
      <p:grpSp>
        <p:nvGrpSpPr>
          <p:cNvPr id="3" name="Group 21"/>
          <p:cNvGrpSpPr/>
          <p:nvPr/>
        </p:nvGrpSpPr>
        <p:grpSpPr>
          <a:xfrm>
            <a:off x="5351463" y="3829050"/>
            <a:ext cx="1354137" cy="1524000"/>
            <a:chOff x="3371" y="2400"/>
            <a:chExt cx="853" cy="960"/>
          </a:xfrm>
        </p:grpSpPr>
        <p:sp>
          <p:nvSpPr>
            <p:cNvPr id="43030" name="Oval 22"/>
            <p:cNvSpPr/>
            <p:nvPr/>
          </p:nvSpPr>
          <p:spPr>
            <a:xfrm>
              <a:off x="3419" y="2662"/>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31" name="Oval 23"/>
            <p:cNvSpPr/>
            <p:nvPr/>
          </p:nvSpPr>
          <p:spPr>
            <a:xfrm>
              <a:off x="3755" y="2662"/>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32" name="Oval 24"/>
            <p:cNvSpPr/>
            <p:nvPr/>
          </p:nvSpPr>
          <p:spPr>
            <a:xfrm>
              <a:off x="4091" y="2662"/>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33" name="Oval 25"/>
            <p:cNvSpPr/>
            <p:nvPr/>
          </p:nvSpPr>
          <p:spPr>
            <a:xfrm>
              <a:off x="3419" y="2998"/>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34" name="Oval 26"/>
            <p:cNvSpPr/>
            <p:nvPr/>
          </p:nvSpPr>
          <p:spPr>
            <a:xfrm>
              <a:off x="4080" y="3024"/>
              <a:ext cx="96" cy="9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endParaRPr lang="zh-CN" altLang="en-US" dirty="0">
                <a:latin typeface="Tahoma" panose="020B0604030504040204" pitchFamily="34" charset="0"/>
                <a:ea typeface="宋体" pitchFamily="2" charset="-122"/>
              </a:endParaRPr>
            </a:p>
          </p:txBody>
        </p:sp>
        <p:sp>
          <p:nvSpPr>
            <p:cNvPr id="43035" name="Text Box 27"/>
            <p:cNvSpPr txBox="1"/>
            <p:nvPr/>
          </p:nvSpPr>
          <p:spPr>
            <a:xfrm>
              <a:off x="3371" y="2400"/>
              <a:ext cx="201"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a</a:t>
              </a:r>
              <a:endParaRPr lang="en-US" altLang="zh-CN" dirty="0">
                <a:latin typeface="Times New Roman" panose="02020603050405020304" pitchFamily="18" charset="0"/>
                <a:ea typeface="宋体" pitchFamily="2" charset="-122"/>
              </a:endParaRPr>
            </a:p>
          </p:txBody>
        </p:sp>
        <p:sp>
          <p:nvSpPr>
            <p:cNvPr id="43036" name="Text Box 28"/>
            <p:cNvSpPr txBox="1"/>
            <p:nvPr/>
          </p:nvSpPr>
          <p:spPr>
            <a:xfrm>
              <a:off x="3698" y="2422"/>
              <a:ext cx="212"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b</a:t>
              </a:r>
              <a:endParaRPr lang="en-US" altLang="zh-CN" dirty="0">
                <a:latin typeface="Times New Roman" panose="02020603050405020304" pitchFamily="18" charset="0"/>
                <a:ea typeface="宋体" pitchFamily="2" charset="-122"/>
              </a:endParaRPr>
            </a:p>
          </p:txBody>
        </p:sp>
        <p:sp>
          <p:nvSpPr>
            <p:cNvPr id="43037" name="Text Box 29"/>
            <p:cNvSpPr txBox="1"/>
            <p:nvPr/>
          </p:nvSpPr>
          <p:spPr>
            <a:xfrm>
              <a:off x="4023" y="2422"/>
              <a:ext cx="201"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c</a:t>
              </a:r>
              <a:endParaRPr lang="en-US" altLang="zh-CN" dirty="0">
                <a:latin typeface="Times New Roman" panose="02020603050405020304" pitchFamily="18" charset="0"/>
                <a:ea typeface="宋体" pitchFamily="2" charset="-122"/>
              </a:endParaRPr>
            </a:p>
          </p:txBody>
        </p:sp>
        <p:sp>
          <p:nvSpPr>
            <p:cNvPr id="43038" name="Text Box 30"/>
            <p:cNvSpPr txBox="1"/>
            <p:nvPr/>
          </p:nvSpPr>
          <p:spPr>
            <a:xfrm>
              <a:off x="3371" y="3046"/>
              <a:ext cx="212"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d</a:t>
              </a:r>
              <a:endParaRPr lang="en-US" altLang="zh-CN" dirty="0">
                <a:latin typeface="Times New Roman" panose="02020603050405020304" pitchFamily="18" charset="0"/>
                <a:ea typeface="宋体" pitchFamily="2" charset="-122"/>
              </a:endParaRPr>
            </a:p>
          </p:txBody>
        </p:sp>
        <p:sp>
          <p:nvSpPr>
            <p:cNvPr id="43039" name="Text Box 31"/>
            <p:cNvSpPr txBox="1"/>
            <p:nvPr/>
          </p:nvSpPr>
          <p:spPr>
            <a:xfrm>
              <a:off x="4023" y="3072"/>
              <a:ext cx="180" cy="288"/>
            </a:xfrm>
            <a:prstGeom prst="rect">
              <a:avLst/>
            </a:prstGeom>
            <a:noFill/>
            <a:ln w="9525">
              <a:noFill/>
            </a:ln>
          </p:spPr>
          <p:txBody>
            <a:bodyPr wrap="none" anchor="t" anchorCtr="0">
              <a:spAutoFit/>
            </a:bodyPr>
            <a:p>
              <a:pPr eaLnBrk="0" hangingPunct="0"/>
              <a:r>
                <a:rPr lang="en-US" altLang="zh-CN" dirty="0">
                  <a:latin typeface="Times New Roman" panose="02020603050405020304" pitchFamily="18" charset="0"/>
                  <a:ea typeface="宋体" pitchFamily="2" charset="-122"/>
                </a:rPr>
                <a:t>f</a:t>
              </a:r>
              <a:endParaRPr lang="en-US" altLang="zh-CN" dirty="0">
                <a:latin typeface="Times New Roman" panose="02020603050405020304" pitchFamily="18" charset="0"/>
                <a:ea typeface="宋体" pitchFamily="2" charset="-122"/>
              </a:endParaRPr>
            </a:p>
          </p:txBody>
        </p:sp>
        <p:sp>
          <p:nvSpPr>
            <p:cNvPr id="43040" name="Line 32"/>
            <p:cNvSpPr/>
            <p:nvPr/>
          </p:nvSpPr>
          <p:spPr>
            <a:xfrm>
              <a:off x="3515" y="2710"/>
              <a:ext cx="240" cy="0"/>
            </a:xfrm>
            <a:prstGeom prst="line">
              <a:avLst/>
            </a:prstGeom>
            <a:ln w="9525" cap="flat" cmpd="sng">
              <a:solidFill>
                <a:schemeClr val="tx1"/>
              </a:solidFill>
              <a:prstDash val="solid"/>
              <a:round/>
              <a:headEnd type="none" w="med" len="med"/>
              <a:tailEnd type="none" w="med" len="med"/>
            </a:ln>
          </p:spPr>
        </p:sp>
        <p:sp>
          <p:nvSpPr>
            <p:cNvPr id="43041" name="Line 33"/>
            <p:cNvSpPr/>
            <p:nvPr/>
          </p:nvSpPr>
          <p:spPr>
            <a:xfrm flipV="1">
              <a:off x="3515" y="2736"/>
              <a:ext cx="229" cy="310"/>
            </a:xfrm>
            <a:prstGeom prst="line">
              <a:avLst/>
            </a:prstGeom>
            <a:ln w="9525" cap="flat" cmpd="sng">
              <a:solidFill>
                <a:schemeClr val="tx1"/>
              </a:solidFill>
              <a:prstDash val="solid"/>
              <a:round/>
              <a:headEnd type="none" w="med" len="med"/>
              <a:tailEnd type="none" w="med" len="med"/>
            </a:ln>
          </p:spPr>
        </p:sp>
        <p:sp>
          <p:nvSpPr>
            <p:cNvPr id="43042" name="Line 34"/>
            <p:cNvSpPr/>
            <p:nvPr/>
          </p:nvSpPr>
          <p:spPr>
            <a:xfrm>
              <a:off x="3851" y="2710"/>
              <a:ext cx="240" cy="0"/>
            </a:xfrm>
            <a:prstGeom prst="line">
              <a:avLst/>
            </a:prstGeom>
            <a:ln w="9525" cap="flat" cmpd="sng">
              <a:solidFill>
                <a:schemeClr val="tx1"/>
              </a:solidFill>
              <a:prstDash val="solid"/>
              <a:round/>
              <a:headEnd type="none" w="med" len="med"/>
              <a:tailEnd type="none" w="med" len="med"/>
            </a:ln>
          </p:spPr>
        </p:sp>
        <p:sp>
          <p:nvSpPr>
            <p:cNvPr id="43043" name="Line 35"/>
            <p:cNvSpPr/>
            <p:nvPr/>
          </p:nvSpPr>
          <p:spPr>
            <a:xfrm>
              <a:off x="3840" y="2736"/>
              <a:ext cx="240" cy="288"/>
            </a:xfrm>
            <a:prstGeom prst="line">
              <a:avLst/>
            </a:prstGeom>
            <a:ln w="9525" cap="flat" cmpd="sng">
              <a:solidFill>
                <a:schemeClr val="tx1"/>
              </a:solidFill>
              <a:prstDash val="solid"/>
              <a:round/>
              <a:headEnd type="none" w="med" len="med"/>
              <a:tailEnd type="none" w="med" len="med"/>
            </a:ln>
          </p:spPr>
        </p:sp>
      </p:grpSp>
      <p:sp>
        <p:nvSpPr>
          <p:cNvPr id="47140" name="Text Box 36"/>
          <p:cNvSpPr txBox="1"/>
          <p:nvPr/>
        </p:nvSpPr>
        <p:spPr>
          <a:xfrm>
            <a:off x="3810000" y="3794125"/>
            <a:ext cx="965200" cy="1311275"/>
          </a:xfrm>
          <a:prstGeom prst="rect">
            <a:avLst/>
          </a:prstGeom>
          <a:noFill/>
          <a:ln w="9525">
            <a:noFill/>
          </a:ln>
        </p:spPr>
        <p:txBody>
          <a:bodyPr wrap="none" anchor="t" anchorCtr="0">
            <a:spAutoFit/>
          </a:bodyPr>
          <a:p>
            <a:pPr eaLnBrk="0" hangingPunct="0"/>
            <a:r>
              <a:rPr lang="en-US" altLang="zh-CN" sz="8000" b="1" dirty="0">
                <a:latin typeface="Symbol" pitchFamily="18" charset="2"/>
                <a:ea typeface="宋体" pitchFamily="2" charset="-122"/>
                <a:sym typeface="Symbol" pitchFamily="18" charset="2"/>
              </a:rPr>
              <a:t></a:t>
            </a:r>
            <a:endParaRPr lang="en-US" altLang="zh-CN" sz="8000" b="1" dirty="0">
              <a:latin typeface="Symbol" pitchFamily="18" charset="2"/>
              <a:ea typeface="宋体" pitchFamily="2" charset="-122"/>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104 4.07407E-6 L 0.19063 4.07407E-6 " pathEditMode="relative" rAng="0" ptsTypes="AA">
                                      <p:cBhvr>
                                        <p:cTn id="6" dur="2000" fill="hold"/>
                                        <p:tgtEl>
                                          <p:spTgt spid="2"/>
                                        </p:tgtEl>
                                        <p:attrNameLst>
                                          <p:attrName>ppt_x</p:attrName>
                                          <p:attrName>ppt_y</p:attrName>
                                        </p:attrNameLst>
                                      </p:cBhvr>
                                      <p:rCtr x="9600" y="0"/>
                                    </p:animMotion>
                                  </p:childTnLst>
                                </p:cTn>
                              </p:par>
                              <p:par>
                                <p:cTn id="7" presetID="0" presetClass="path" presetSubtype="0" accel="50000" decel="50000" fill="hold" nodeType="withEffect">
                                  <p:stCondLst>
                                    <p:cond delay="0"/>
                                  </p:stCondLst>
                                  <p:childTnLst>
                                    <p:animMotion origin="layout" path="M -0.00087 3.33333E-6 L -0.19253 3.33333E-6 " pathEditMode="relative" ptsTypes="AA">
                                      <p:cBhvr>
                                        <p:cTn id="8" dur="2000" fill="hold"/>
                                        <p:tgtEl>
                                          <p:spTgt spid="3"/>
                                        </p:tgtEl>
                                        <p:attrNameLst>
                                          <p:attrName>ppt_x</p:attrName>
                                          <p:attrName>ppt_y</p:attrName>
                                        </p:attrNameLst>
                                      </p:cBhvr>
                                    </p:animMotion>
                                  </p:childTnLst>
                                </p:cTn>
                              </p:par>
                              <p:par>
                                <p:cTn id="9" presetID="10" presetClass="exit" presetSubtype="0" fill="hold" grpId="0" nodeType="withEffect">
                                  <p:stCondLst>
                                    <p:cond delay="0"/>
                                  </p:stCondLst>
                                  <p:childTnLst>
                                    <p:animEffect transition="out" filter="fade">
                                      <p:cBhvr>
                                        <p:cTn id="10" dur="2000"/>
                                        <p:tgtEl>
                                          <p:spTgt spid="47140"/>
                                        </p:tgtEl>
                                      </p:cBhvr>
                                    </p:animEffect>
                                    <p:set>
                                      <p:cBhvr>
                                        <p:cTn id="11" dur="1" fill="hold">
                                          <p:stCondLst>
                                            <p:cond delay="1999"/>
                                          </p:stCondLst>
                                        </p:cTn>
                                        <p:tgtEl>
                                          <p:spTgt spid="471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4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页脚占位符 5"/>
          <p:cNvSpPr>
            <a:spLocks noGrp="1"/>
          </p:cNvSpPr>
          <p:nvPr>
            <p:ph type="ftr" sz="quarter" idx="12"/>
          </p:nvPr>
        </p:nvSpPr>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a:lnSpc>
                <a:spcPct val="110000"/>
              </a:lnSpc>
              <a:buSzTx/>
            </a:pPr>
            <a:r>
              <a:rPr lang="en-US" altLang="zh-CN" sz="1200" b="1" i="1" dirty="0">
                <a:solidFill>
                  <a:srgbClr val="009999"/>
                </a:solidFill>
                <a:latin typeface="Arial Narrow" panose="020B0606020202030204" pitchFamily="34" charset="0"/>
              </a:rPr>
              <a:t>School of Computer Science, BUPT </a:t>
            </a:r>
            <a:endParaRPr lang="en-US" altLang="zh-CN" sz="1200" b="1" i="1" dirty="0">
              <a:solidFill>
                <a:srgbClr val="009999"/>
              </a:solidFill>
              <a:latin typeface="Arial Narrow" panose="020B0606020202030204" pitchFamily="34" charset="0"/>
            </a:endParaRPr>
          </a:p>
        </p:txBody>
      </p:sp>
      <p:sp>
        <p:nvSpPr>
          <p:cNvPr id="44034"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44035" name="Rectangle 3"/>
          <p:cNvSpPr>
            <a:spLocks noGrp="1"/>
          </p:cNvSpPr>
          <p:nvPr>
            <p:ph idx="1"/>
          </p:nvPr>
        </p:nvSpPr>
        <p:spPr/>
        <p:txBody>
          <a:bodyPr vert="horz" wrap="square" lIns="91440" tIns="45720" rIns="91440" bIns="45720" anchor="t" anchorCtr="0"/>
          <a:p>
            <a:pPr eaLnBrk="1" hangingPunct="1"/>
            <a:r>
              <a:rPr lang="en-US" altLang="zh-CN" dirty="0"/>
              <a:t>§10.2 </a:t>
            </a:r>
            <a:endParaRPr lang="en-US" altLang="zh-CN" dirty="0"/>
          </a:p>
          <a:p>
            <a:pPr lvl="1" eaLnBrk="1" hangingPunct="1"/>
            <a:r>
              <a:rPr lang="en-US" altLang="zh-CN" dirty="0"/>
              <a:t> 12, 44, 66, 74</a:t>
            </a:r>
            <a:endParaRPr lang="en-US" altLang="zh-CN"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commondata" val="eyJoZGlkIjoiYmVhZjkwODNmYWU4ZjEyODhhY2JmMGIzNjQ3MTYzNDI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03-3.3-Pigeonhole</Template>
  <TotalTime>0</TotalTime>
  <Words>8675</Words>
  <Application>WPS 演示</Application>
  <PresentationFormat>全屏显示(4:3)</PresentationFormat>
  <Paragraphs>376</Paragraphs>
  <Slides>40</Slides>
  <Notes>1</Notes>
  <HiddenSlides>0</HiddenSlides>
  <MMClips>0</MMClips>
  <ScaleCrop>false</ScaleCrop>
  <HeadingPairs>
    <vt:vector size="8" baseType="variant">
      <vt:variant>
        <vt:lpstr>已用的字体</vt:lpstr>
      </vt:variant>
      <vt:variant>
        <vt:i4>24</vt:i4>
      </vt:variant>
      <vt:variant>
        <vt:lpstr>主题</vt:lpstr>
      </vt:variant>
      <vt:variant>
        <vt:i4>2</vt:i4>
      </vt:variant>
      <vt:variant>
        <vt:lpstr>嵌入 OLE 服务器</vt:lpstr>
      </vt:variant>
      <vt:variant>
        <vt:i4>3</vt:i4>
      </vt:variant>
      <vt:variant>
        <vt:lpstr>幻灯片标题</vt:lpstr>
      </vt:variant>
      <vt:variant>
        <vt:i4>40</vt:i4>
      </vt:variant>
    </vt:vector>
  </HeadingPairs>
  <TitlesOfParts>
    <vt:vector size="69" baseType="lpstr">
      <vt:lpstr>Arial</vt:lpstr>
      <vt:lpstr>宋体</vt:lpstr>
      <vt:lpstr>Wingdings</vt:lpstr>
      <vt:lpstr>Tahoma</vt:lpstr>
      <vt:lpstr>汉仪书宋二KW</vt:lpstr>
      <vt:lpstr>Arial Narrow</vt:lpstr>
      <vt:lpstr>Copperplate Gothic Light</vt:lpstr>
      <vt:lpstr>Times New Roman</vt:lpstr>
      <vt:lpstr>苹方-简</vt:lpstr>
      <vt:lpstr>Copperplate Gothic Bold</vt:lpstr>
      <vt:lpstr>Symbol</vt:lpstr>
      <vt:lpstr>Kingsoft Sign</vt:lpstr>
      <vt:lpstr>微软雅黑</vt:lpstr>
      <vt:lpstr>汉仪旗黑</vt:lpstr>
      <vt:lpstr>宋体</vt:lpstr>
      <vt:lpstr>Arial Unicode MS</vt:lpstr>
      <vt:lpstr>Calibri</vt:lpstr>
      <vt:lpstr>Helvetica Neue</vt:lpstr>
      <vt:lpstr>Times New Roman Regular</vt:lpstr>
      <vt:lpstr>DejaVu Math TeX Gyre</vt:lpstr>
      <vt:lpstr>PingFang SC</vt:lpstr>
      <vt:lpstr>Symbol</vt:lpstr>
      <vt:lpstr>Wingdings</vt:lpstr>
      <vt:lpstr>宋体-简</vt:lpstr>
      <vt:lpstr>Blends</vt:lpstr>
      <vt:lpstr>1_Blends</vt:lpstr>
      <vt:lpstr>Equation.3</vt:lpstr>
      <vt:lpstr>Equation.3</vt:lpstr>
      <vt:lpstr>Equation.3</vt:lpstr>
      <vt:lpstr>§10.2 Graph Terminology</vt:lpstr>
      <vt:lpstr>Adjacency</vt:lpstr>
      <vt:lpstr>Neighborhood</vt:lpstr>
      <vt:lpstr>Degree of a Vertex</vt:lpstr>
      <vt:lpstr>Example 1</vt:lpstr>
      <vt:lpstr>Handshaking Theorem</vt:lpstr>
      <vt:lpstr>Directed Adjacency</vt:lpstr>
      <vt:lpstr>Directed Degree</vt:lpstr>
      <vt:lpstr>Example 4</vt:lpstr>
      <vt:lpstr>Directed Handshaking Theorem</vt:lpstr>
      <vt:lpstr>Underlying undirected graph</vt:lpstr>
      <vt:lpstr>Special Graph Structures</vt:lpstr>
      <vt:lpstr>Complete Graphs</vt:lpstr>
      <vt:lpstr>Cycles</vt:lpstr>
      <vt:lpstr>Wheels</vt:lpstr>
      <vt:lpstr>n-cubes (hypercubes)</vt:lpstr>
      <vt:lpstr>n-cubes (hypercubes)</vt:lpstr>
      <vt:lpstr>Bipartite Graphs</vt:lpstr>
      <vt:lpstr>Example 9</vt:lpstr>
      <vt:lpstr>Example 10</vt:lpstr>
      <vt:lpstr>Example 11</vt:lpstr>
      <vt:lpstr>Theorem</vt:lpstr>
      <vt:lpstr>Complete Bipartite Graphs</vt:lpstr>
      <vt:lpstr>PowerPoint 演示文稿</vt:lpstr>
      <vt:lpstr>Bipartite Graphs and Matchings</vt:lpstr>
      <vt:lpstr>PowerPoint 演示文稿</vt:lpstr>
      <vt:lpstr>HALL’S  MARRIAGE  THEOREM-1</vt:lpstr>
      <vt:lpstr>HALL’S  MARRIAGE  THEOREM-2</vt:lpstr>
      <vt:lpstr>HALL’S  MARRIAGE  THEOREM-3</vt:lpstr>
      <vt:lpstr>Local Area Networks</vt:lpstr>
      <vt:lpstr>Interconnection Networks for Parallel Computation</vt:lpstr>
      <vt:lpstr>PowerPoint 演示文稿</vt:lpstr>
      <vt:lpstr>PowerPoint 演示文稿</vt:lpstr>
      <vt:lpstr>Subgraphs</vt:lpstr>
      <vt:lpstr>PowerPoint 演示文稿</vt:lpstr>
      <vt:lpstr>REMOVING OR ADDING EDGES OF A GRAPH</vt:lpstr>
      <vt:lpstr>EDGE CONTRACTIONS</vt:lpstr>
      <vt:lpstr>REMOVING VERTICES FROM A GRAPH</vt:lpstr>
      <vt:lpstr>Graph Unions</vt:lpstr>
      <vt:lpstr>Homework</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Mathematics and Its Applications</dc:title>
  <dc:creator>yangjuan</dc:creator>
  <cp:lastModifiedBy>杨娟</cp:lastModifiedBy>
  <cp:revision>78</cp:revision>
  <dcterms:created xsi:type="dcterms:W3CDTF">2025-11-19T11:44:21Z</dcterms:created>
  <dcterms:modified xsi:type="dcterms:W3CDTF">2025-11-19T11:44:21Z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2052-12.1.23540.23540</vt:lpwstr>
  </property>
  <property fmtid="{D5CDD505-2E9C-101B-9397-08002B2CF9AE}" pid="3" name="ICV">
    <vt:lpwstr>54D94E5D67218F87FC852D68F6225EA8_43</vt:lpwstr>
  </property>
</Properties>
</file>